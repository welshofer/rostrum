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972800" cy="6400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png"/><Relationship Id="rId34" Type="http://schemas.openxmlformats.org/officeDocument/2006/relationships/image" Target="../media/image33.png"/><Relationship Id="rId35" Type="http://schemas.openxmlformats.org/officeDocument/2006/relationships/image" Target="../media/image34.png"/><Relationship Id="rId36" Type="http://schemas.openxmlformats.org/officeDocument/2006/relationships/image" Target="../media/image35.png"/><Relationship Id="rId37" Type="http://schemas.openxmlformats.org/officeDocument/2006/relationships/image" Target="../media/image36.png"/><Relationship Id="rId38" Type="http://schemas.openxmlformats.org/officeDocument/2006/relationships/image" Target="../media/image37.png"/><Relationship Id="rId39" Type="http://schemas.openxmlformats.org/officeDocument/2006/relationships/image" Target="../media/image38.png"/><Relationship Id="rId40" Type="http://schemas.openxmlformats.org/officeDocument/2006/relationships/image" Target="../media/image39.png"/><Relationship Id="rId41" Type="http://schemas.openxmlformats.org/officeDocument/2006/relationships/image" Target="../media/image40.png"/><Relationship Id="rId42" Type="http://schemas.openxmlformats.org/officeDocument/2006/relationships/image" Target="../media/image41.png"/><Relationship Id="rId43" Type="http://schemas.openxmlformats.org/officeDocument/2006/relationships/image" Target="../media/image42.png"/><Relationship Id="rId44" Type="http://schemas.openxmlformats.org/officeDocument/2006/relationships/image" Target="../media/image43.png"/><Relationship Id="rId45" Type="http://schemas.openxmlformats.org/officeDocument/2006/relationships/image" Target="../media/image44.png"/><Relationship Id="rId46" Type="http://schemas.openxmlformats.org/officeDocument/2006/relationships/image" Target="../media/image45.png"/><Relationship Id="rId47" Type="http://schemas.openxmlformats.org/officeDocument/2006/relationships/image" Target="../media/image46.png"/><Relationship Id="rId48" Type="http://schemas.openxmlformats.org/officeDocument/2006/relationships/image" Target="../media/image47.png"/><Relationship Id="rId49" Type="http://schemas.openxmlformats.org/officeDocument/2006/relationships/image" Target="../media/image48.png"/><Relationship Id="rId50" Type="http://schemas.openxmlformats.org/officeDocument/2006/relationships/image" Target="../media/image49.png"/><Relationship Id="rId51" Type="http://schemas.openxmlformats.org/officeDocument/2006/relationships/image" Target="../media/image50.png"/><Relationship Id="rId52" Type="http://schemas.openxmlformats.org/officeDocument/2006/relationships/image" Target="../media/image51.png"/><Relationship Id="rId53" Type="http://schemas.openxmlformats.org/officeDocument/2006/relationships/image" Target="../media/image52.png"/><Relationship Id="rId54" Type="http://schemas.openxmlformats.org/officeDocument/2006/relationships/image" Target="../media/image53.png"/><Relationship Id="rId55" Type="http://schemas.openxmlformats.org/officeDocument/2006/relationships/image" Target="../media/image54.png"/><Relationship Id="rId56" Type="http://schemas.openxmlformats.org/officeDocument/2006/relationships/image" Target="../media/image55.png"/><Relationship Id="rId57" Type="http://schemas.openxmlformats.org/officeDocument/2006/relationships/image" Target="../media/image56.png"/><Relationship Id="rId58" Type="http://schemas.openxmlformats.org/officeDocument/2006/relationships/image" Target="../media/image57.png"/><Relationship Id="rId59" Type="http://schemas.openxmlformats.org/officeDocument/2006/relationships/image" Target="../media/image58.png"/><Relationship Id="rId60" Type="http://schemas.openxmlformats.org/officeDocument/2006/relationships/image" Target="../media/image59.png"/><Relationship Id="rId61" Type="http://schemas.openxmlformats.org/officeDocument/2006/relationships/image" Target="../media/image60.png"/><Relationship Id="rId62" Type="http://schemas.openxmlformats.org/officeDocument/2006/relationships/image" Target="../media/image61.png"/><Relationship Id="rId63" Type="http://schemas.openxmlformats.org/officeDocument/2006/relationships/image" Target="../media/image62.png"/><Relationship Id="rId64" Type="http://schemas.openxmlformats.org/officeDocument/2006/relationships/image" Target="../media/image63.png"/><Relationship Id="rId65" Type="http://schemas.openxmlformats.org/officeDocument/2006/relationships/image" Target="../media/image64.png"/><Relationship Id="rId66" Type="http://schemas.openxmlformats.org/officeDocument/2006/relationships/image" Target="../media/image65.png"/><Relationship Id="rId67" Type="http://schemas.openxmlformats.org/officeDocument/2006/relationships/image" Target="../media/image66.png"/><Relationship Id="rId68" Type="http://schemas.openxmlformats.org/officeDocument/2006/relationships/image" Target="../media/image67.png"/><Relationship Id="rId69" Type="http://schemas.openxmlformats.org/officeDocument/2006/relationships/image" Target="../media/image68.png"/><Relationship Id="rId70" Type="http://schemas.openxmlformats.org/officeDocument/2006/relationships/image" Target="../media/image69.png"/><Relationship Id="rId71" Type="http://schemas.openxmlformats.org/officeDocument/2006/relationships/image" Target="../media/image70.png"/><Relationship Id="rId72" Type="http://schemas.openxmlformats.org/officeDocument/2006/relationships/image" Target="../media/image71.png"/><Relationship Id="rId73" Type="http://schemas.openxmlformats.org/officeDocument/2006/relationships/image" Target="../media/image72.png"/><Relationship Id="rId74" Type="http://schemas.openxmlformats.org/officeDocument/2006/relationships/image" Target="../media/image73.png"/><Relationship Id="rId75" Type="http://schemas.openxmlformats.org/officeDocument/2006/relationships/image" Target="../media/image74.png"/><Relationship Id="rId76" Type="http://schemas.openxmlformats.org/officeDocument/2006/relationships/image" Target="../media/image75.png"/><Relationship Id="rId77" Type="http://schemas.openxmlformats.org/officeDocument/2006/relationships/image" Target="../media/image76.png"/><Relationship Id="rId78" Type="http://schemas.openxmlformats.org/officeDocument/2006/relationships/image" Target="../media/image77.png"/><Relationship Id="rId79" Type="http://schemas.openxmlformats.org/officeDocument/2006/relationships/image" Target="../media/image78.png"/><Relationship Id="rId80" Type="http://schemas.openxmlformats.org/officeDocument/2006/relationships/image" Target="../media/image79.png"/><Relationship Id="rId81" Type="http://schemas.openxmlformats.org/officeDocument/2006/relationships/image" Target="../media/image80.png"/><Relationship Id="rId82" Type="http://schemas.openxmlformats.org/officeDocument/2006/relationships/image" Target="../media/image81.png"/><Relationship Id="rId83" Type="http://schemas.openxmlformats.org/officeDocument/2006/relationships/image" Target="../media/image82.png"/><Relationship Id="rId84" Type="http://schemas.openxmlformats.org/officeDocument/2006/relationships/image" Target="../media/image83.png"/><Relationship Id="rId85" Type="http://schemas.openxmlformats.org/officeDocument/2006/relationships/image" Target="../media/image84.png"/><Relationship Id="rId86" Type="http://schemas.openxmlformats.org/officeDocument/2006/relationships/image" Target="../media/image85.png"/><Relationship Id="rId87" Type="http://schemas.openxmlformats.org/officeDocument/2006/relationships/image" Target="../media/image86.png"/><Relationship Id="rId88" Type="http://schemas.openxmlformats.org/officeDocument/2006/relationships/image" Target="../media/image87.png"/><Relationship Id="rId89" Type="http://schemas.openxmlformats.org/officeDocument/2006/relationships/image" Target="../media/image88.png"/><Relationship Id="rId90" Type="http://schemas.openxmlformats.org/officeDocument/2006/relationships/image" Target="../media/image89.png"/><Relationship Id="rId91" Type="http://schemas.openxmlformats.org/officeDocument/2006/relationships/image" Target="../media/image90.png"/><Relationship Id="rId92" Type="http://schemas.openxmlformats.org/officeDocument/2006/relationships/image" Target="../media/image91.png"/><Relationship Id="rId93" Type="http://schemas.openxmlformats.org/officeDocument/2006/relationships/image" Target="../media/image92.png"/><Relationship Id="rId94" Type="http://schemas.openxmlformats.org/officeDocument/2006/relationships/image" Target="../media/image93.png"/><Relationship Id="rId95" Type="http://schemas.openxmlformats.org/officeDocument/2006/relationships/image" Target="../media/image94.png"/><Relationship Id="rId96" Type="http://schemas.openxmlformats.org/officeDocument/2006/relationships/image" Target="../media/image95.png"/><Relationship Id="rId97" Type="http://schemas.openxmlformats.org/officeDocument/2006/relationships/image" Target="../media/image96.png"/><Relationship Id="rId98" Type="http://schemas.openxmlformats.org/officeDocument/2006/relationships/image" Target="../media/image97.png"/><Relationship Id="rId99" Type="http://schemas.openxmlformats.org/officeDocument/2006/relationships/image" Target="../media/image98.png"/><Relationship Id="rId100" Type="http://schemas.openxmlformats.org/officeDocument/2006/relationships/image" Target="../media/image99.png"/><Relationship Id="rId101" Type="http://schemas.openxmlformats.org/officeDocument/2006/relationships/image" Target="../media/image100.png"/><Relationship Id="rId102" Type="http://schemas.openxmlformats.org/officeDocument/2006/relationships/image" Target="../media/image101.png"/><Relationship Id="rId103" Type="http://schemas.openxmlformats.org/officeDocument/2006/relationships/image" Target="../media/image102.png"/><Relationship Id="rId104" Type="http://schemas.openxmlformats.org/officeDocument/2006/relationships/image" Target="../media/image103.png"/><Relationship Id="rId105" Type="http://schemas.openxmlformats.org/officeDocument/2006/relationships/image" Target="../media/image104.png"/><Relationship Id="rId106" Type="http://schemas.openxmlformats.org/officeDocument/2006/relationships/image" Target="../media/image105.png"/><Relationship Id="rId107" Type="http://schemas.openxmlformats.org/officeDocument/2006/relationships/image" Target="../media/image106.png"/><Relationship Id="rId108" Type="http://schemas.openxmlformats.org/officeDocument/2006/relationships/image" Target="../media/image107.png"/><Relationship Id="rId109" Type="http://schemas.openxmlformats.org/officeDocument/2006/relationships/image" Target="../media/image108.png"/><Relationship Id="rId110" Type="http://schemas.openxmlformats.org/officeDocument/2006/relationships/image" Target="../media/image109.png"/><Relationship Id="rId111" Type="http://schemas.openxmlformats.org/officeDocument/2006/relationships/image" Target="../media/image110.png"/><Relationship Id="rId112" Type="http://schemas.openxmlformats.org/officeDocument/2006/relationships/image" Target="../media/image111.png"/><Relationship Id="rId113" Type="http://schemas.openxmlformats.org/officeDocument/2006/relationships/image" Target="../media/image112.png"/><Relationship Id="rId114" Type="http://schemas.openxmlformats.org/officeDocument/2006/relationships/image" Target="../media/image113.png"/><Relationship Id="rId115" Type="http://schemas.openxmlformats.org/officeDocument/2006/relationships/image" Target="../media/image114.png"/><Relationship Id="rId116" Type="http://schemas.openxmlformats.org/officeDocument/2006/relationships/image" Target="../media/image115.png"/><Relationship Id="rId117" Type="http://schemas.openxmlformats.org/officeDocument/2006/relationships/image" Target="../media/image116.png"/><Relationship Id="rId118" Type="http://schemas.openxmlformats.org/officeDocument/2006/relationships/image" Target="../media/image117.png"/><Relationship Id="rId119" Type="http://schemas.openxmlformats.org/officeDocument/2006/relationships/image" Target="../media/image118.png"/><Relationship Id="rId120" Type="http://schemas.openxmlformats.org/officeDocument/2006/relationships/image" Target="../media/image119.png"/><Relationship Id="rId121" Type="http://schemas.openxmlformats.org/officeDocument/2006/relationships/image" Target="../media/image120.png"/><Relationship Id="rId122" Type="http://schemas.openxmlformats.org/officeDocument/2006/relationships/image" Target="../media/image121.png"/><Relationship Id="rId123" Type="http://schemas.openxmlformats.org/officeDocument/2006/relationships/image" Target="../media/image122.png"/><Relationship Id="rId124" Type="http://schemas.openxmlformats.org/officeDocument/2006/relationships/image" Target="../media/image123.png"/><Relationship Id="rId125" Type="http://schemas.openxmlformats.org/officeDocument/2006/relationships/image" Target="../media/image124.png"/><Relationship Id="rId126" Type="http://schemas.openxmlformats.org/officeDocument/2006/relationships/image" Target="../media/image125.png"/><Relationship Id="rId127" Type="http://schemas.openxmlformats.org/officeDocument/2006/relationships/image" Target="../media/image126.png"/><Relationship Id="rId128" Type="http://schemas.openxmlformats.org/officeDocument/2006/relationships/image" Target="../media/image127.png"/><Relationship Id="rId129" Type="http://schemas.openxmlformats.org/officeDocument/2006/relationships/image" Target="../media/image128.png"/><Relationship Id="rId130" Type="http://schemas.openxmlformats.org/officeDocument/2006/relationships/image" Target="../media/image129.png"/><Relationship Id="rId131" Type="http://schemas.openxmlformats.org/officeDocument/2006/relationships/image" Target="../media/image130.png"/><Relationship Id="rId132" Type="http://schemas.openxmlformats.org/officeDocument/2006/relationships/image" Target="../media/image131.png"/><Relationship Id="rId133" Type="http://schemas.openxmlformats.org/officeDocument/2006/relationships/image" Target="../media/image132.png"/><Relationship Id="rId134" Type="http://schemas.openxmlformats.org/officeDocument/2006/relationships/image" Target="../media/image133.png"/><Relationship Id="rId135" Type="http://schemas.openxmlformats.org/officeDocument/2006/relationships/image" Target="../media/image134.png"/><Relationship Id="rId136" Type="http://schemas.openxmlformats.org/officeDocument/2006/relationships/image" Target="../media/image135.png"/><Relationship Id="rId137" Type="http://schemas.openxmlformats.org/officeDocument/2006/relationships/image" Target="../media/image136.png"/><Relationship Id="rId138" Type="http://schemas.openxmlformats.org/officeDocument/2006/relationships/image" Target="../media/image137.png"/><Relationship Id="rId139" Type="http://schemas.openxmlformats.org/officeDocument/2006/relationships/image" Target="../media/image138.png"/><Relationship Id="rId140" Type="http://schemas.openxmlformats.org/officeDocument/2006/relationships/image" Target="../media/image139.png"/><Relationship Id="rId141" Type="http://schemas.openxmlformats.org/officeDocument/2006/relationships/image" Target="../media/image140.png"/><Relationship Id="rId142" Type="http://schemas.openxmlformats.org/officeDocument/2006/relationships/image" Target="../media/image141.png"/><Relationship Id="rId143" Type="http://schemas.openxmlformats.org/officeDocument/2006/relationships/image" Target="../media/image142.png"/><Relationship Id="rId144" Type="http://schemas.openxmlformats.org/officeDocument/2006/relationships/image" Target="../media/image143.png"/><Relationship Id="rId145" Type="http://schemas.openxmlformats.org/officeDocument/2006/relationships/image" Target="../media/image144.png"/><Relationship Id="rId146" Type="http://schemas.openxmlformats.org/officeDocument/2006/relationships/image" Target="../media/image145.png"/><Relationship Id="rId147" Type="http://schemas.openxmlformats.org/officeDocument/2006/relationships/image" Target="../media/image146.png"/><Relationship Id="rId148" Type="http://schemas.openxmlformats.org/officeDocument/2006/relationships/image" Target="../media/image147.png"/><Relationship Id="rId149" Type="http://schemas.openxmlformats.org/officeDocument/2006/relationships/image" Target="../media/image148.png"/><Relationship Id="rId150" Type="http://schemas.openxmlformats.org/officeDocument/2006/relationships/image" Target="../media/image149.png"/><Relationship Id="rId151" Type="http://schemas.openxmlformats.org/officeDocument/2006/relationships/image" Target="../media/image150.png"/><Relationship Id="rId152" Type="http://schemas.openxmlformats.org/officeDocument/2006/relationships/image" Target="../media/image151.png"/><Relationship Id="rId153" Type="http://schemas.openxmlformats.org/officeDocument/2006/relationships/image" Target="../media/image152.png"/><Relationship Id="rId154" Type="http://schemas.openxmlformats.org/officeDocument/2006/relationships/image" Target="../media/image153.png"/><Relationship Id="rId155" Type="http://schemas.openxmlformats.org/officeDocument/2006/relationships/image" Target="../media/image154.png"/><Relationship Id="rId156" Type="http://schemas.openxmlformats.org/officeDocument/2006/relationships/image" Target="../media/image155.png"/><Relationship Id="rId157" Type="http://schemas.openxmlformats.org/officeDocument/2006/relationships/image" Target="../media/image156.png"/><Relationship Id="rId158" Type="http://schemas.openxmlformats.org/officeDocument/2006/relationships/image" Target="../media/image157.png"/><Relationship Id="rId159" Type="http://schemas.openxmlformats.org/officeDocument/2006/relationships/image" Target="../media/image158.png"/><Relationship Id="rId160" Type="http://schemas.openxmlformats.org/officeDocument/2006/relationships/image" Target="../media/image159.png"/><Relationship Id="rId161" Type="http://schemas.openxmlformats.org/officeDocument/2006/relationships/image" Target="../media/image160.png"/><Relationship Id="rId162" Type="http://schemas.openxmlformats.org/officeDocument/2006/relationships/image" Target="../media/image161.png"/><Relationship Id="rId163" Type="http://schemas.openxmlformats.org/officeDocument/2006/relationships/image" Target="../media/image162.png"/><Relationship Id="rId164" Type="http://schemas.openxmlformats.org/officeDocument/2006/relationships/image" Target="../media/image163.png"/><Relationship Id="rId165" Type="http://schemas.openxmlformats.org/officeDocument/2006/relationships/image" Target="../media/image164.png"/><Relationship Id="rId166" Type="http://schemas.openxmlformats.org/officeDocument/2006/relationships/image" Target="../media/image165.png"/><Relationship Id="rId167" Type="http://schemas.openxmlformats.org/officeDocument/2006/relationships/image" Target="../media/image166.png"/><Relationship Id="rId168" Type="http://schemas.openxmlformats.org/officeDocument/2006/relationships/image" Target="../media/image167.png"/><Relationship Id="rId169" Type="http://schemas.openxmlformats.org/officeDocument/2006/relationships/image" Target="../media/image168.png"/><Relationship Id="rId170" Type="http://schemas.openxmlformats.org/officeDocument/2006/relationships/image" Target="../media/image169.png"/><Relationship Id="rId171" Type="http://schemas.openxmlformats.org/officeDocument/2006/relationships/image" Target="../media/image170.png"/><Relationship Id="rId172" Type="http://schemas.openxmlformats.org/officeDocument/2006/relationships/image" Target="../media/image171.png"/><Relationship Id="rId173" Type="http://schemas.openxmlformats.org/officeDocument/2006/relationships/image" Target="../media/image172.png"/><Relationship Id="rId174" Type="http://schemas.openxmlformats.org/officeDocument/2006/relationships/image" Target="../media/image173.png"/><Relationship Id="rId175" Type="http://schemas.openxmlformats.org/officeDocument/2006/relationships/image" Target="../media/image174.png"/><Relationship Id="rId176" Type="http://schemas.openxmlformats.org/officeDocument/2006/relationships/image" Target="../media/image175.png"/><Relationship Id="rId177" Type="http://schemas.openxmlformats.org/officeDocument/2006/relationships/image" Target="../media/image176.png"/><Relationship Id="rId178" Type="http://schemas.openxmlformats.org/officeDocument/2006/relationships/image" Target="../media/image177.png"/><Relationship Id="rId179" Type="http://schemas.openxmlformats.org/officeDocument/2006/relationships/image" Target="../media/image178.png"/><Relationship Id="rId180" Type="http://schemas.openxmlformats.org/officeDocument/2006/relationships/image" Target="../media/image179.png"/><Relationship Id="rId181" Type="http://schemas.openxmlformats.org/officeDocument/2006/relationships/image" Target="../media/image180.png"/><Relationship Id="rId182" Type="http://schemas.openxmlformats.org/officeDocument/2006/relationships/image" Target="../media/image181.png"/><Relationship Id="rId183" Type="http://schemas.openxmlformats.org/officeDocument/2006/relationships/image" Target="../media/image182.png"/><Relationship Id="rId184" Type="http://schemas.openxmlformats.org/officeDocument/2006/relationships/image" Target="../media/image183.png"/><Relationship Id="rId185" Type="http://schemas.openxmlformats.org/officeDocument/2006/relationships/image" Target="../media/image184.png"/><Relationship Id="rId186" Type="http://schemas.openxmlformats.org/officeDocument/2006/relationships/image" Target="../media/image185.png"/><Relationship Id="rId187" Type="http://schemas.openxmlformats.org/officeDocument/2006/relationships/image" Target="../media/image186.png"/><Relationship Id="rId188" Type="http://schemas.openxmlformats.org/officeDocument/2006/relationships/image" Target="../media/image187.png"/><Relationship Id="rId189" Type="http://schemas.openxmlformats.org/officeDocument/2006/relationships/image" Target="../media/image188.png"/><Relationship Id="rId190" Type="http://schemas.openxmlformats.org/officeDocument/2006/relationships/image" Target="../media/image189.png"/><Relationship Id="rId191" Type="http://schemas.openxmlformats.org/officeDocument/2006/relationships/image" Target="../media/image190.png"/><Relationship Id="rId192" Type="http://schemas.openxmlformats.org/officeDocument/2006/relationships/image" Target="../media/image191.png"/><Relationship Id="rId193" Type="http://schemas.openxmlformats.org/officeDocument/2006/relationships/image" Target="../media/image192.png"/><Relationship Id="rId194" Type="http://schemas.openxmlformats.org/officeDocument/2006/relationships/image" Target="../media/image193.png"/><Relationship Id="rId195" Type="http://schemas.openxmlformats.org/officeDocument/2006/relationships/image" Target="../media/image194.png"/><Relationship Id="rId196" Type="http://schemas.openxmlformats.org/officeDocument/2006/relationships/image" Target="../media/image195.png"/><Relationship Id="rId197" Type="http://schemas.openxmlformats.org/officeDocument/2006/relationships/image" Target="../media/image196.png"/><Relationship Id="rId198" Type="http://schemas.openxmlformats.org/officeDocument/2006/relationships/image" Target="../media/image197.png"/><Relationship Id="rId199" Type="http://schemas.openxmlformats.org/officeDocument/2006/relationships/image" Target="../media/image198.png"/><Relationship Id="rId200" Type="http://schemas.openxmlformats.org/officeDocument/2006/relationships/image" Target="../media/image199.png"/><Relationship Id="rId201" Type="http://schemas.openxmlformats.org/officeDocument/2006/relationships/image" Target="../media/image200.png"/><Relationship Id="rId202" Type="http://schemas.openxmlformats.org/officeDocument/2006/relationships/image" Target="../media/image201.png"/><Relationship Id="rId203" Type="http://schemas.openxmlformats.org/officeDocument/2006/relationships/image" Target="../media/image202.png"/><Relationship Id="rId204" Type="http://schemas.openxmlformats.org/officeDocument/2006/relationships/image" Target="../media/image203.png"/><Relationship Id="rId205" Type="http://schemas.openxmlformats.org/officeDocument/2006/relationships/image" Target="../media/image204.png"/><Relationship Id="rId206" Type="http://schemas.openxmlformats.org/officeDocument/2006/relationships/image" Target="../media/image205.png"/><Relationship Id="rId207" Type="http://schemas.openxmlformats.org/officeDocument/2006/relationships/image" Target="../media/image206.png"/><Relationship Id="rId208" Type="http://schemas.openxmlformats.org/officeDocument/2006/relationships/image" Target="../media/image207.png"/><Relationship Id="rId209" Type="http://schemas.openxmlformats.org/officeDocument/2006/relationships/image" Target="../media/image208.png"/><Relationship Id="rId210" Type="http://schemas.openxmlformats.org/officeDocument/2006/relationships/image" Target="../media/image209.png"/><Relationship Id="rId211" Type="http://schemas.openxmlformats.org/officeDocument/2006/relationships/image" Target="../media/image210.png"/><Relationship Id="rId212" Type="http://schemas.openxmlformats.org/officeDocument/2006/relationships/image" Target="../media/image211.png"/><Relationship Id="rId213" Type="http://schemas.openxmlformats.org/officeDocument/2006/relationships/image" Target="../media/image212.png"/><Relationship Id="rId214" Type="http://schemas.openxmlformats.org/officeDocument/2006/relationships/image" Target="../media/image213.png"/><Relationship Id="rId215" Type="http://schemas.openxmlformats.org/officeDocument/2006/relationships/image" Target="../media/image214.png"/><Relationship Id="rId216" Type="http://schemas.openxmlformats.org/officeDocument/2006/relationships/image" Target="../media/image215.png"/><Relationship Id="rId217" Type="http://schemas.openxmlformats.org/officeDocument/2006/relationships/image" Target="../media/image216.png"/><Relationship Id="rId218" Type="http://schemas.openxmlformats.org/officeDocument/2006/relationships/image" Target="../media/image217.png"/><Relationship Id="rId219" Type="http://schemas.openxmlformats.org/officeDocument/2006/relationships/image" Target="../media/image218.png"/><Relationship Id="rId220" Type="http://schemas.openxmlformats.org/officeDocument/2006/relationships/image" Target="../media/image219.png"/><Relationship Id="rId221" Type="http://schemas.openxmlformats.org/officeDocument/2006/relationships/image" Target="../media/image220.png"/><Relationship Id="rId222" Type="http://schemas.openxmlformats.org/officeDocument/2006/relationships/image" Target="../media/image221.png"/><Relationship Id="rId223" Type="http://schemas.openxmlformats.org/officeDocument/2006/relationships/image" Target="../media/image222.png"/><Relationship Id="rId224" Type="http://schemas.openxmlformats.org/officeDocument/2006/relationships/image" Target="../media/image223.png"/><Relationship Id="rId225" Type="http://schemas.openxmlformats.org/officeDocument/2006/relationships/image" Target="../media/image224.png"/><Relationship Id="rId226" Type="http://schemas.openxmlformats.org/officeDocument/2006/relationships/image" Target="../media/image225.png"/><Relationship Id="rId227" Type="http://schemas.openxmlformats.org/officeDocument/2006/relationships/image" Target="../media/image226.png"/><Relationship Id="rId228" Type="http://schemas.openxmlformats.org/officeDocument/2006/relationships/image" Target="../media/image227.png"/><Relationship Id="rId229" Type="http://schemas.openxmlformats.org/officeDocument/2006/relationships/image" Target="../media/image228.png"/><Relationship Id="rId230" Type="http://schemas.openxmlformats.org/officeDocument/2006/relationships/image" Target="../media/image229.png"/><Relationship Id="rId231" Type="http://schemas.openxmlformats.org/officeDocument/2006/relationships/image" Target="../media/image230.png"/><Relationship Id="rId232" Type="http://schemas.openxmlformats.org/officeDocument/2006/relationships/image" Target="../media/image231.png"/><Relationship Id="rId233" Type="http://schemas.openxmlformats.org/officeDocument/2006/relationships/image" Target="../media/image232.png"/><Relationship Id="rId234" Type="http://schemas.openxmlformats.org/officeDocument/2006/relationships/image" Target="../media/image233.png"/><Relationship Id="rId235" Type="http://schemas.openxmlformats.org/officeDocument/2006/relationships/image" Target="../media/image234.png"/><Relationship Id="rId236" Type="http://schemas.openxmlformats.org/officeDocument/2006/relationships/image" Target="../media/image235.png"/><Relationship Id="rId237" Type="http://schemas.openxmlformats.org/officeDocument/2006/relationships/image" Target="../media/image236.png"/><Relationship Id="rId238" Type="http://schemas.openxmlformats.org/officeDocument/2006/relationships/image" Target="../media/image237.png"/><Relationship Id="rId239" Type="http://schemas.openxmlformats.org/officeDocument/2006/relationships/image" Target="../media/image238.png"/><Relationship Id="rId240" Type="http://schemas.openxmlformats.org/officeDocument/2006/relationships/image" Target="../media/image239.png"/><Relationship Id="rId241" Type="http://schemas.openxmlformats.org/officeDocument/2006/relationships/image" Target="../media/image240.png"/><Relationship Id="rId242" Type="http://schemas.openxmlformats.org/officeDocument/2006/relationships/image" Target="../media/image241.png"/><Relationship Id="rId243" Type="http://schemas.openxmlformats.org/officeDocument/2006/relationships/image" Target="../media/image242.png"/><Relationship Id="rId244" Type="http://schemas.openxmlformats.org/officeDocument/2006/relationships/image" Target="../media/image243.png"/><Relationship Id="rId245" Type="http://schemas.openxmlformats.org/officeDocument/2006/relationships/image" Target="../media/image244.png"/><Relationship Id="rId246" Type="http://schemas.openxmlformats.org/officeDocument/2006/relationships/image" Target="../media/image245.png"/><Relationship Id="rId247" Type="http://schemas.openxmlformats.org/officeDocument/2006/relationships/image" Target="../media/image246.png"/><Relationship Id="rId248" Type="http://schemas.openxmlformats.org/officeDocument/2006/relationships/image" Target="../media/image247.png"/><Relationship Id="rId249" Type="http://schemas.openxmlformats.org/officeDocument/2006/relationships/image" Target="../media/image248.png"/><Relationship Id="rId250" Type="http://schemas.openxmlformats.org/officeDocument/2006/relationships/image" Target="../media/image249.png"/><Relationship Id="rId251" Type="http://schemas.openxmlformats.org/officeDocument/2006/relationships/image" Target="../media/image250.png"/><Relationship Id="rId252" Type="http://schemas.openxmlformats.org/officeDocument/2006/relationships/image" Target="../media/image251.png"/><Relationship Id="rId253" Type="http://schemas.openxmlformats.org/officeDocument/2006/relationships/image" Target="../media/image252.png"/><Relationship Id="rId254" Type="http://schemas.openxmlformats.org/officeDocument/2006/relationships/image" Target="../media/image253.png"/><Relationship Id="rId255" Type="http://schemas.openxmlformats.org/officeDocument/2006/relationships/image" Target="../media/image254.png"/><Relationship Id="rId256" Type="http://schemas.openxmlformats.org/officeDocument/2006/relationships/image" Target="../media/image255.png"/><Relationship Id="rId257" Type="http://schemas.openxmlformats.org/officeDocument/2006/relationships/image" Target="../media/image256.png"/><Relationship Id="rId258" Type="http://schemas.openxmlformats.org/officeDocument/2006/relationships/image" Target="../media/image257.png"/><Relationship Id="rId259" Type="http://schemas.openxmlformats.org/officeDocument/2006/relationships/image" Target="../media/image258.png"/><Relationship Id="rId260" Type="http://schemas.openxmlformats.org/officeDocument/2006/relationships/image" Target="../media/image259.png"/><Relationship Id="rId261" Type="http://schemas.openxmlformats.org/officeDocument/2006/relationships/image" Target="../media/image260.png"/><Relationship Id="rId262" Type="http://schemas.openxmlformats.org/officeDocument/2006/relationships/image" Target="../media/image261.png"/><Relationship Id="rId263" Type="http://schemas.openxmlformats.org/officeDocument/2006/relationships/image" Target="../media/image262.png"/><Relationship Id="rId264" Type="http://schemas.openxmlformats.org/officeDocument/2006/relationships/image" Target="../media/image263.png"/><Relationship Id="rId265" Type="http://schemas.openxmlformats.org/officeDocument/2006/relationships/image" Target="../media/image264.png"/><Relationship Id="rId266" Type="http://schemas.openxmlformats.org/officeDocument/2006/relationships/image" Target="../media/image265.png"/><Relationship Id="rId267" Type="http://schemas.openxmlformats.org/officeDocument/2006/relationships/image" Target="../media/image266.png"/><Relationship Id="rId268" Type="http://schemas.openxmlformats.org/officeDocument/2006/relationships/image" Target="../media/image267.png"/><Relationship Id="rId269" Type="http://schemas.openxmlformats.org/officeDocument/2006/relationships/image" Target="../media/image268.png"/><Relationship Id="rId270" Type="http://schemas.openxmlformats.org/officeDocument/2006/relationships/image" Target="../media/image269.png"/><Relationship Id="rId271" Type="http://schemas.openxmlformats.org/officeDocument/2006/relationships/image" Target="../media/image270.png"/><Relationship Id="rId272" Type="http://schemas.openxmlformats.org/officeDocument/2006/relationships/image" Target="../media/image271.png"/><Relationship Id="rId273" Type="http://schemas.openxmlformats.org/officeDocument/2006/relationships/image" Target="../media/image272.png"/><Relationship Id="rId274" Type="http://schemas.openxmlformats.org/officeDocument/2006/relationships/image" Target="../media/image273.png"/><Relationship Id="rId275" Type="http://schemas.openxmlformats.org/officeDocument/2006/relationships/image" Target="../media/image274.png"/><Relationship Id="rId276" Type="http://schemas.openxmlformats.org/officeDocument/2006/relationships/image" Target="../media/image275.png"/><Relationship Id="rId277" Type="http://schemas.openxmlformats.org/officeDocument/2006/relationships/image" Target="../media/image276.png"/><Relationship Id="rId278" Type="http://schemas.openxmlformats.org/officeDocument/2006/relationships/image" Target="../media/image277.png"/><Relationship Id="rId279" Type="http://schemas.openxmlformats.org/officeDocument/2006/relationships/image" Target="../media/image278.png"/><Relationship Id="rId280" Type="http://schemas.openxmlformats.org/officeDocument/2006/relationships/image" Target="../media/image279.png"/><Relationship Id="rId281" Type="http://schemas.openxmlformats.org/officeDocument/2006/relationships/image" Target="../media/image280.png"/><Relationship Id="rId282" Type="http://schemas.openxmlformats.org/officeDocument/2006/relationships/image" Target="../media/image281.png"/><Relationship Id="rId283" Type="http://schemas.openxmlformats.org/officeDocument/2006/relationships/image" Target="../media/image282.png"/><Relationship Id="rId284" Type="http://schemas.openxmlformats.org/officeDocument/2006/relationships/image" Target="../media/image283.png"/><Relationship Id="rId285" Type="http://schemas.openxmlformats.org/officeDocument/2006/relationships/image" Target="../media/image284.png"/><Relationship Id="rId286" Type="http://schemas.openxmlformats.org/officeDocument/2006/relationships/image" Target="../media/image285.png"/><Relationship Id="rId287" Type="http://schemas.openxmlformats.org/officeDocument/2006/relationships/image" Target="../media/image286.png"/><Relationship Id="rId288" Type="http://schemas.openxmlformats.org/officeDocument/2006/relationships/image" Target="../media/image287.png"/><Relationship Id="rId289" Type="http://schemas.openxmlformats.org/officeDocument/2006/relationships/image" Target="../media/image288.png"/><Relationship Id="rId290" Type="http://schemas.openxmlformats.org/officeDocument/2006/relationships/image" Target="../media/image289.png"/><Relationship Id="rId291" Type="http://schemas.openxmlformats.org/officeDocument/2006/relationships/image" Target="../media/image290.png"/><Relationship Id="rId292" Type="http://schemas.openxmlformats.org/officeDocument/2006/relationships/image" Target="../media/image291.png"/><Relationship Id="rId293" Type="http://schemas.openxmlformats.org/officeDocument/2006/relationships/image" Target="../media/image292.png"/><Relationship Id="rId294" Type="http://schemas.openxmlformats.org/officeDocument/2006/relationships/image" Target="../media/image293.png"/><Relationship Id="rId295" Type="http://schemas.openxmlformats.org/officeDocument/2006/relationships/image" Target="../media/image294.png"/><Relationship Id="rId296" Type="http://schemas.openxmlformats.org/officeDocument/2006/relationships/image" Target="../media/image295.png"/><Relationship Id="rId297" Type="http://schemas.openxmlformats.org/officeDocument/2006/relationships/image" Target="../media/image296.png"/><Relationship Id="rId298" Type="http://schemas.openxmlformats.org/officeDocument/2006/relationships/image" Target="../media/image297.png"/><Relationship Id="rId299" Type="http://schemas.openxmlformats.org/officeDocument/2006/relationships/image" Target="../media/image298.png"/><Relationship Id="rId300" Type="http://schemas.openxmlformats.org/officeDocument/2006/relationships/image" Target="../media/image299.png"/><Relationship Id="rId301" Type="http://schemas.openxmlformats.org/officeDocument/2006/relationships/image" Target="../media/image300.png"/><Relationship Id="rId302" Type="http://schemas.openxmlformats.org/officeDocument/2006/relationships/image" Target="../media/image301.png"/><Relationship Id="rId303" Type="http://schemas.openxmlformats.org/officeDocument/2006/relationships/image" Target="../media/image302.png"/><Relationship Id="rId304" Type="http://schemas.openxmlformats.org/officeDocument/2006/relationships/image" Target="../media/image303.png"/><Relationship Id="rId305" Type="http://schemas.openxmlformats.org/officeDocument/2006/relationships/image" Target="../media/image304.png"/><Relationship Id="rId306" Type="http://schemas.openxmlformats.org/officeDocument/2006/relationships/image" Target="../media/image305.png"/><Relationship Id="rId307" Type="http://schemas.openxmlformats.org/officeDocument/2006/relationships/image" Target="../media/image306.png"/><Relationship Id="rId308" Type="http://schemas.openxmlformats.org/officeDocument/2006/relationships/image" Target="../media/image307.png"/><Relationship Id="rId309" Type="http://schemas.openxmlformats.org/officeDocument/2006/relationships/image" Target="../media/image308.png"/><Relationship Id="rId310" Type="http://schemas.openxmlformats.org/officeDocument/2006/relationships/image" Target="../media/image309.png"/><Relationship Id="rId311" Type="http://schemas.openxmlformats.org/officeDocument/2006/relationships/image" Target="../media/image310.png"/><Relationship Id="rId312" Type="http://schemas.openxmlformats.org/officeDocument/2006/relationships/image" Target="../media/image311.png"/><Relationship Id="rId313" Type="http://schemas.openxmlformats.org/officeDocument/2006/relationships/image" Target="../media/image312.png"/><Relationship Id="rId314" Type="http://schemas.openxmlformats.org/officeDocument/2006/relationships/image" Target="../media/image313.png"/><Relationship Id="rId315" Type="http://schemas.openxmlformats.org/officeDocument/2006/relationships/image" Target="../media/image314.png"/><Relationship Id="rId316" Type="http://schemas.openxmlformats.org/officeDocument/2006/relationships/image" Target="../media/image315.png"/><Relationship Id="rId317" Type="http://schemas.openxmlformats.org/officeDocument/2006/relationships/image" Target="../media/image316.png"/><Relationship Id="rId318" Type="http://schemas.openxmlformats.org/officeDocument/2006/relationships/image" Target="../media/image317.png"/><Relationship Id="rId319" Type="http://schemas.openxmlformats.org/officeDocument/2006/relationships/image" Target="../media/image318.png"/><Relationship Id="rId320" Type="http://schemas.openxmlformats.org/officeDocument/2006/relationships/image" Target="../media/image319.png"/><Relationship Id="rId321" Type="http://schemas.openxmlformats.org/officeDocument/2006/relationships/image" Target="../media/image320.png"/><Relationship Id="rId322" Type="http://schemas.openxmlformats.org/officeDocument/2006/relationships/image" Target="../media/image321.png"/><Relationship Id="rId323" Type="http://schemas.openxmlformats.org/officeDocument/2006/relationships/image" Target="../media/image322.png"/><Relationship Id="rId324" Type="http://schemas.openxmlformats.org/officeDocument/2006/relationships/image" Target="../media/image323.png"/><Relationship Id="rId325" Type="http://schemas.openxmlformats.org/officeDocument/2006/relationships/image" Target="../media/image324.png"/><Relationship Id="rId326" Type="http://schemas.openxmlformats.org/officeDocument/2006/relationships/image" Target="../media/image325.png"/><Relationship Id="rId327" Type="http://schemas.openxmlformats.org/officeDocument/2006/relationships/image" Target="../media/image326.png"/><Relationship Id="rId328" Type="http://schemas.openxmlformats.org/officeDocument/2006/relationships/image" Target="../media/image327.png"/><Relationship Id="rId329" Type="http://schemas.openxmlformats.org/officeDocument/2006/relationships/image" Target="../media/image328.png"/><Relationship Id="rId330" Type="http://schemas.openxmlformats.org/officeDocument/2006/relationships/image" Target="../media/image329.png"/><Relationship Id="rId331" Type="http://schemas.openxmlformats.org/officeDocument/2006/relationships/image" Target="../media/image330.png"/><Relationship Id="rId332" Type="http://schemas.openxmlformats.org/officeDocument/2006/relationships/image" Target="../media/image331.png"/><Relationship Id="rId333" Type="http://schemas.openxmlformats.org/officeDocument/2006/relationships/image" Target="../media/image332.png"/><Relationship Id="rId334" Type="http://schemas.openxmlformats.org/officeDocument/2006/relationships/image" Target="../media/image333.png"/><Relationship Id="rId335" Type="http://schemas.openxmlformats.org/officeDocument/2006/relationships/image" Target="../media/image334.png"/><Relationship Id="rId336" Type="http://schemas.openxmlformats.org/officeDocument/2006/relationships/image" Target="../media/image335.png"/><Relationship Id="rId337" Type="http://schemas.openxmlformats.org/officeDocument/2006/relationships/image" Target="../media/image336.png"/><Relationship Id="rId338" Type="http://schemas.openxmlformats.org/officeDocument/2006/relationships/image" Target="../media/image337.png"/><Relationship Id="rId339" Type="http://schemas.openxmlformats.org/officeDocument/2006/relationships/image" Target="../media/image338.png"/><Relationship Id="rId340" Type="http://schemas.openxmlformats.org/officeDocument/2006/relationships/image" Target="../media/image339.png"/><Relationship Id="rId341" Type="http://schemas.openxmlformats.org/officeDocument/2006/relationships/image" Target="../media/image340.png"/><Relationship Id="rId342" Type="http://schemas.openxmlformats.org/officeDocument/2006/relationships/image" Target="../media/image341.png"/><Relationship Id="rId343" Type="http://schemas.openxmlformats.org/officeDocument/2006/relationships/image" Target="../media/image342.png"/><Relationship Id="rId344" Type="http://schemas.openxmlformats.org/officeDocument/2006/relationships/image" Target="../media/image343.png"/><Relationship Id="rId345" Type="http://schemas.openxmlformats.org/officeDocument/2006/relationships/image" Target="../media/image344.png"/><Relationship Id="rId346" Type="http://schemas.openxmlformats.org/officeDocument/2006/relationships/image" Target="../media/image345.png"/><Relationship Id="rId347" Type="http://schemas.openxmlformats.org/officeDocument/2006/relationships/image" Target="../media/image346.png"/><Relationship Id="rId348" Type="http://schemas.openxmlformats.org/officeDocument/2006/relationships/image" Target="../media/image347.png"/><Relationship Id="rId349" Type="http://schemas.openxmlformats.org/officeDocument/2006/relationships/image" Target="../media/image348.png"/><Relationship Id="rId350" Type="http://schemas.openxmlformats.org/officeDocument/2006/relationships/image" Target="../media/image349.png"/><Relationship Id="rId351" Type="http://schemas.openxmlformats.org/officeDocument/2006/relationships/image" Target="../media/image350.png"/><Relationship Id="rId352" Type="http://schemas.openxmlformats.org/officeDocument/2006/relationships/image" Target="../media/image351.png"/><Relationship Id="rId353" Type="http://schemas.openxmlformats.org/officeDocument/2006/relationships/image" Target="../media/image352.png"/><Relationship Id="rId354" Type="http://schemas.openxmlformats.org/officeDocument/2006/relationships/image" Target="../media/image353.png"/><Relationship Id="rId355" Type="http://schemas.openxmlformats.org/officeDocument/2006/relationships/image" Target="../media/image354.png"/><Relationship Id="rId356" Type="http://schemas.openxmlformats.org/officeDocument/2006/relationships/image" Target="../media/image355.png"/><Relationship Id="rId357" Type="http://schemas.openxmlformats.org/officeDocument/2006/relationships/image" Target="../media/image356.png"/><Relationship Id="rId358" Type="http://schemas.openxmlformats.org/officeDocument/2006/relationships/image" Target="../media/image357.png"/><Relationship Id="rId359" Type="http://schemas.openxmlformats.org/officeDocument/2006/relationships/image" Target="../media/image358.png"/><Relationship Id="rId360" Type="http://schemas.openxmlformats.org/officeDocument/2006/relationships/image" Target="../media/image359.png"/><Relationship Id="rId361" Type="http://schemas.openxmlformats.org/officeDocument/2006/relationships/image" Target="../media/image360.png"/><Relationship Id="rId362" Type="http://schemas.openxmlformats.org/officeDocument/2006/relationships/image" Target="../media/image361.png"/><Relationship Id="rId363" Type="http://schemas.openxmlformats.org/officeDocument/2006/relationships/image" Target="../media/image362.png"/><Relationship Id="rId364" Type="http://schemas.openxmlformats.org/officeDocument/2006/relationships/image" Target="../media/image363.png"/><Relationship Id="rId365" Type="http://schemas.openxmlformats.org/officeDocument/2006/relationships/image" Target="../media/image364.png"/><Relationship Id="rId366" Type="http://schemas.openxmlformats.org/officeDocument/2006/relationships/image" Target="../media/image365.png"/><Relationship Id="rId367" Type="http://schemas.openxmlformats.org/officeDocument/2006/relationships/image" Target="../media/image366.png"/><Relationship Id="rId368" Type="http://schemas.openxmlformats.org/officeDocument/2006/relationships/image" Target="../media/image367.png"/><Relationship Id="rId369" Type="http://schemas.openxmlformats.org/officeDocument/2006/relationships/image" Target="../media/image368.png"/><Relationship Id="rId370" Type="http://schemas.openxmlformats.org/officeDocument/2006/relationships/image" Target="../media/image369.png"/><Relationship Id="rId371" Type="http://schemas.openxmlformats.org/officeDocument/2006/relationships/image" Target="../media/image370.png"/><Relationship Id="rId372" Type="http://schemas.openxmlformats.org/officeDocument/2006/relationships/image" Target="../media/image371.png"/><Relationship Id="rId373" Type="http://schemas.openxmlformats.org/officeDocument/2006/relationships/image" Target="../media/image372.png"/><Relationship Id="rId374" Type="http://schemas.openxmlformats.org/officeDocument/2006/relationships/image" Target="../media/image373.png"/><Relationship Id="rId375" Type="http://schemas.openxmlformats.org/officeDocument/2006/relationships/image" Target="../media/image374.png"/><Relationship Id="rId376" Type="http://schemas.openxmlformats.org/officeDocument/2006/relationships/image" Target="../media/image375.png"/><Relationship Id="rId377" Type="http://schemas.openxmlformats.org/officeDocument/2006/relationships/image" Target="../media/image376.png"/><Relationship Id="rId378" Type="http://schemas.openxmlformats.org/officeDocument/2006/relationships/image" Target="../media/image377.png"/><Relationship Id="rId379" Type="http://schemas.openxmlformats.org/officeDocument/2006/relationships/image" Target="../media/image378.png"/><Relationship Id="rId380" Type="http://schemas.openxmlformats.org/officeDocument/2006/relationships/image" Target="../media/image379.png"/><Relationship Id="rId381" Type="http://schemas.openxmlformats.org/officeDocument/2006/relationships/image" Target="../media/image380.png"/><Relationship Id="rId382" Type="http://schemas.openxmlformats.org/officeDocument/2006/relationships/image" Target="../media/image381.png"/><Relationship Id="rId383" Type="http://schemas.openxmlformats.org/officeDocument/2006/relationships/image" Target="../media/image382.png"/><Relationship Id="rId384" Type="http://schemas.openxmlformats.org/officeDocument/2006/relationships/image" Target="../media/image383.png"/><Relationship Id="rId385" Type="http://schemas.openxmlformats.org/officeDocument/2006/relationships/image" Target="../media/image384.png"/><Relationship Id="rId386" Type="http://schemas.openxmlformats.org/officeDocument/2006/relationships/image" Target="../media/image385.png"/><Relationship Id="rId387" Type="http://schemas.openxmlformats.org/officeDocument/2006/relationships/image" Target="../media/image386.png"/><Relationship Id="rId388" Type="http://schemas.openxmlformats.org/officeDocument/2006/relationships/image" Target="../media/image387.png"/><Relationship Id="rId389" Type="http://schemas.openxmlformats.org/officeDocument/2006/relationships/image" Target="../media/image388.png"/><Relationship Id="rId390" Type="http://schemas.openxmlformats.org/officeDocument/2006/relationships/image" Target="../media/image389.png"/><Relationship Id="rId391" Type="http://schemas.openxmlformats.org/officeDocument/2006/relationships/image" Target="../media/image390.png"/><Relationship Id="rId392" Type="http://schemas.openxmlformats.org/officeDocument/2006/relationships/image" Target="../media/image391.png"/><Relationship Id="rId393" Type="http://schemas.openxmlformats.org/officeDocument/2006/relationships/image" Target="../media/image392.png"/><Relationship Id="rId394" Type="http://schemas.openxmlformats.org/officeDocument/2006/relationships/image" Target="../media/image393.png"/><Relationship Id="rId395" Type="http://schemas.openxmlformats.org/officeDocument/2006/relationships/image" Target="../media/image394.png"/><Relationship Id="rId396" Type="http://schemas.openxmlformats.org/officeDocument/2006/relationships/image" Target="../media/image395.png"/><Relationship Id="rId397" Type="http://schemas.openxmlformats.org/officeDocument/2006/relationships/image" Target="../media/image396.png"/><Relationship Id="rId398" Type="http://schemas.openxmlformats.org/officeDocument/2006/relationships/image" Target="../media/image397.png"/><Relationship Id="rId399" Type="http://schemas.openxmlformats.org/officeDocument/2006/relationships/image" Target="../media/image398.png"/><Relationship Id="rId400" Type="http://schemas.openxmlformats.org/officeDocument/2006/relationships/image" Target="../media/image399.png"/><Relationship Id="rId401" Type="http://schemas.openxmlformats.org/officeDocument/2006/relationships/image" Target="../media/image400.png"/><Relationship Id="rId402" Type="http://schemas.openxmlformats.org/officeDocument/2006/relationships/image" Target="../media/image401.png"/><Relationship Id="rId403" Type="http://schemas.openxmlformats.org/officeDocument/2006/relationships/image" Target="../media/image402.png"/><Relationship Id="rId404" Type="http://schemas.openxmlformats.org/officeDocument/2006/relationships/image" Target="../media/image403.png"/><Relationship Id="rId405" Type="http://schemas.openxmlformats.org/officeDocument/2006/relationships/image" Target="../media/image404.png"/><Relationship Id="rId406" Type="http://schemas.openxmlformats.org/officeDocument/2006/relationships/image" Target="../media/image405.png"/><Relationship Id="rId407" Type="http://schemas.openxmlformats.org/officeDocument/2006/relationships/image" Target="../media/image406.png"/><Relationship Id="rId408" Type="http://schemas.openxmlformats.org/officeDocument/2006/relationships/image" Target="../media/image407.png"/><Relationship Id="rId409" Type="http://schemas.openxmlformats.org/officeDocument/2006/relationships/image" Target="../media/image408.png"/><Relationship Id="rId410" Type="http://schemas.openxmlformats.org/officeDocument/2006/relationships/image" Target="../media/image409.png"/><Relationship Id="rId411" Type="http://schemas.openxmlformats.org/officeDocument/2006/relationships/image" Target="../media/image410.png"/><Relationship Id="rId412" Type="http://schemas.openxmlformats.org/officeDocument/2006/relationships/image" Target="../media/image411.png"/><Relationship Id="rId413" Type="http://schemas.openxmlformats.org/officeDocument/2006/relationships/image" Target="../media/image412.png"/><Relationship Id="rId414" Type="http://schemas.openxmlformats.org/officeDocument/2006/relationships/image" Target="../media/image413.png"/><Relationship Id="rId415" Type="http://schemas.openxmlformats.org/officeDocument/2006/relationships/image" Target="../media/image414.png"/><Relationship Id="rId416" Type="http://schemas.openxmlformats.org/officeDocument/2006/relationships/image" Target="../media/image415.png"/><Relationship Id="rId417" Type="http://schemas.openxmlformats.org/officeDocument/2006/relationships/image" Target="../media/image416.png"/><Relationship Id="rId418" Type="http://schemas.openxmlformats.org/officeDocument/2006/relationships/image" Target="../media/image417.png"/><Relationship Id="rId419" Type="http://schemas.openxmlformats.org/officeDocument/2006/relationships/image" Target="../media/image418.png"/><Relationship Id="rId420" Type="http://schemas.openxmlformats.org/officeDocument/2006/relationships/image" Target="../media/image419.png"/><Relationship Id="rId421" Type="http://schemas.openxmlformats.org/officeDocument/2006/relationships/image" Target="../media/image420.png"/><Relationship Id="rId422" Type="http://schemas.openxmlformats.org/officeDocument/2006/relationships/image" Target="../media/image421.png"/><Relationship Id="rId423" Type="http://schemas.openxmlformats.org/officeDocument/2006/relationships/image" Target="../media/image422.png"/><Relationship Id="rId424" Type="http://schemas.openxmlformats.org/officeDocument/2006/relationships/image" Target="../media/image423.png"/><Relationship Id="rId425" Type="http://schemas.openxmlformats.org/officeDocument/2006/relationships/image" Target="../media/image424.png"/><Relationship Id="rId426" Type="http://schemas.openxmlformats.org/officeDocument/2006/relationships/image" Target="../media/image425.png"/><Relationship Id="rId427" Type="http://schemas.openxmlformats.org/officeDocument/2006/relationships/image" Target="../media/image426.png"/><Relationship Id="rId428" Type="http://schemas.openxmlformats.org/officeDocument/2006/relationships/image" Target="../media/image427.png"/><Relationship Id="rId429" Type="http://schemas.openxmlformats.org/officeDocument/2006/relationships/image" Target="../media/image428.png"/><Relationship Id="rId430" Type="http://schemas.openxmlformats.org/officeDocument/2006/relationships/image" Target="../media/image429.png"/><Relationship Id="rId431" Type="http://schemas.openxmlformats.org/officeDocument/2006/relationships/image" Target="../media/image430.png"/><Relationship Id="rId432" Type="http://schemas.openxmlformats.org/officeDocument/2006/relationships/image" Target="../media/image431.png"/><Relationship Id="rId433" Type="http://schemas.openxmlformats.org/officeDocument/2006/relationships/image" Target="../media/image432.png"/><Relationship Id="rId434" Type="http://schemas.openxmlformats.org/officeDocument/2006/relationships/image" Target="../media/image433.png"/><Relationship Id="rId435" Type="http://schemas.openxmlformats.org/officeDocument/2006/relationships/image" Target="../media/image434.png"/><Relationship Id="rId436" Type="http://schemas.openxmlformats.org/officeDocument/2006/relationships/image" Target="../media/image435.png"/><Relationship Id="rId437" Type="http://schemas.openxmlformats.org/officeDocument/2006/relationships/image" Target="../media/image436.png"/><Relationship Id="rId438" Type="http://schemas.openxmlformats.org/officeDocument/2006/relationships/image" Target="../media/image437.png"/><Relationship Id="rId439" Type="http://schemas.openxmlformats.org/officeDocument/2006/relationships/image" Target="../media/image438.png"/><Relationship Id="rId440" Type="http://schemas.openxmlformats.org/officeDocument/2006/relationships/image" Target="../media/image439.png"/><Relationship Id="rId441" Type="http://schemas.openxmlformats.org/officeDocument/2006/relationships/image" Target="../media/image440.png"/><Relationship Id="rId442" Type="http://schemas.openxmlformats.org/officeDocument/2006/relationships/image" Target="../media/image441.png"/><Relationship Id="rId443" Type="http://schemas.openxmlformats.org/officeDocument/2006/relationships/image" Target="../media/image442.png"/><Relationship Id="rId444" Type="http://schemas.openxmlformats.org/officeDocument/2006/relationships/image" Target="../media/image443.png"/><Relationship Id="rId445" Type="http://schemas.openxmlformats.org/officeDocument/2006/relationships/image" Target="../media/image444.png"/><Relationship Id="rId446" Type="http://schemas.openxmlformats.org/officeDocument/2006/relationships/image" Target="../media/image445.png"/><Relationship Id="rId447" Type="http://schemas.openxmlformats.org/officeDocument/2006/relationships/image" Target="../media/image446.png"/><Relationship Id="rId448" Type="http://schemas.openxmlformats.org/officeDocument/2006/relationships/image" Target="../media/image447.png"/><Relationship Id="rId449" Type="http://schemas.openxmlformats.org/officeDocument/2006/relationships/image" Target="../media/image448.png"/><Relationship Id="rId450" Type="http://schemas.openxmlformats.org/officeDocument/2006/relationships/image" Target="../media/image449.png"/><Relationship Id="rId451" Type="http://schemas.openxmlformats.org/officeDocument/2006/relationships/image" Target="../media/image450.png"/><Relationship Id="rId452" Type="http://schemas.openxmlformats.org/officeDocument/2006/relationships/image" Target="../media/image451.png"/><Relationship Id="rId453" Type="http://schemas.openxmlformats.org/officeDocument/2006/relationships/image" Target="../media/image452.png"/><Relationship Id="rId454" Type="http://schemas.openxmlformats.org/officeDocument/2006/relationships/image" Target="../media/image453.png"/><Relationship Id="rId455" Type="http://schemas.openxmlformats.org/officeDocument/2006/relationships/image" Target="../media/image454.png"/><Relationship Id="rId456" Type="http://schemas.openxmlformats.org/officeDocument/2006/relationships/image" Target="../media/image455.png"/><Relationship Id="rId457" Type="http://schemas.openxmlformats.org/officeDocument/2006/relationships/image" Target="../media/image456.png"/><Relationship Id="rId458" Type="http://schemas.openxmlformats.org/officeDocument/2006/relationships/image" Target="../media/image457.png"/><Relationship Id="rId459" Type="http://schemas.openxmlformats.org/officeDocument/2006/relationships/image" Target="../media/image458.png"/><Relationship Id="rId460" Type="http://schemas.openxmlformats.org/officeDocument/2006/relationships/image" Target="../media/image459.png"/><Relationship Id="rId461" Type="http://schemas.openxmlformats.org/officeDocument/2006/relationships/image" Target="../media/image460.png"/><Relationship Id="rId462" Type="http://schemas.openxmlformats.org/officeDocument/2006/relationships/image" Target="../media/image461.png"/><Relationship Id="rId463" Type="http://schemas.openxmlformats.org/officeDocument/2006/relationships/image" Target="../media/image462.png"/><Relationship Id="rId464" Type="http://schemas.openxmlformats.org/officeDocument/2006/relationships/image" Target="../media/image463.png"/><Relationship Id="rId465" Type="http://schemas.openxmlformats.org/officeDocument/2006/relationships/image" Target="../media/image464.png"/><Relationship Id="rId466" Type="http://schemas.openxmlformats.org/officeDocument/2006/relationships/image" Target="../media/image465.png"/><Relationship Id="rId467" Type="http://schemas.openxmlformats.org/officeDocument/2006/relationships/image" Target="../media/image466.png"/><Relationship Id="rId468" Type="http://schemas.openxmlformats.org/officeDocument/2006/relationships/image" Target="../media/image467.png"/><Relationship Id="rId469" Type="http://schemas.openxmlformats.org/officeDocument/2006/relationships/image" Target="../media/image468.png"/><Relationship Id="rId470" Type="http://schemas.openxmlformats.org/officeDocument/2006/relationships/image" Target="../media/image469.png"/><Relationship Id="rId471" Type="http://schemas.openxmlformats.org/officeDocument/2006/relationships/image" Target="../media/image470.png"/><Relationship Id="rId472" Type="http://schemas.openxmlformats.org/officeDocument/2006/relationships/image" Target="../media/image471.png"/><Relationship Id="rId473" Type="http://schemas.openxmlformats.org/officeDocument/2006/relationships/image" Target="../media/image472.png"/><Relationship Id="rId474" Type="http://schemas.openxmlformats.org/officeDocument/2006/relationships/image" Target="../media/image473.png"/><Relationship Id="rId475" Type="http://schemas.openxmlformats.org/officeDocument/2006/relationships/image" Target="../media/image474.png"/><Relationship Id="rId476" Type="http://schemas.openxmlformats.org/officeDocument/2006/relationships/image" Target="../media/image475.png"/><Relationship Id="rId477" Type="http://schemas.openxmlformats.org/officeDocument/2006/relationships/image" Target="../media/image476.png"/><Relationship Id="rId478" Type="http://schemas.openxmlformats.org/officeDocument/2006/relationships/image" Target="../media/image477.png"/><Relationship Id="rId479" Type="http://schemas.openxmlformats.org/officeDocument/2006/relationships/image" Target="../media/image478.png"/><Relationship Id="rId480" Type="http://schemas.openxmlformats.org/officeDocument/2006/relationships/image" Target="../media/image479.png"/><Relationship Id="rId481" Type="http://schemas.openxmlformats.org/officeDocument/2006/relationships/image" Target="../media/image480.png"/><Relationship Id="rId482" Type="http://schemas.openxmlformats.org/officeDocument/2006/relationships/image" Target="../media/image481.png"/><Relationship Id="rId483" Type="http://schemas.openxmlformats.org/officeDocument/2006/relationships/image" Target="../media/image482.png"/><Relationship Id="rId484" Type="http://schemas.openxmlformats.org/officeDocument/2006/relationships/image" Target="../media/image483.png"/><Relationship Id="rId485" Type="http://schemas.openxmlformats.org/officeDocument/2006/relationships/image" Target="../media/image484.png"/><Relationship Id="rId486" Type="http://schemas.openxmlformats.org/officeDocument/2006/relationships/image" Target="../media/image485.png"/><Relationship Id="rId487" Type="http://schemas.openxmlformats.org/officeDocument/2006/relationships/image" Target="../media/image486.png"/><Relationship Id="rId488" Type="http://schemas.openxmlformats.org/officeDocument/2006/relationships/image" Target="../media/image487.png"/><Relationship Id="rId489" Type="http://schemas.openxmlformats.org/officeDocument/2006/relationships/image" Target="../media/image488.png"/><Relationship Id="rId490" Type="http://schemas.openxmlformats.org/officeDocument/2006/relationships/image" Target="../media/image489.png"/><Relationship Id="rId491" Type="http://schemas.openxmlformats.org/officeDocument/2006/relationships/image" Target="../media/image490.png"/><Relationship Id="rId492" Type="http://schemas.openxmlformats.org/officeDocument/2006/relationships/image" Target="../media/image491.png"/><Relationship Id="rId493" Type="http://schemas.openxmlformats.org/officeDocument/2006/relationships/image" Target="../media/image492.png"/><Relationship Id="rId494" Type="http://schemas.openxmlformats.org/officeDocument/2006/relationships/image" Target="../media/image493.png"/><Relationship Id="rId495" Type="http://schemas.openxmlformats.org/officeDocument/2006/relationships/image" Target="../media/image494.png"/><Relationship Id="rId496" Type="http://schemas.openxmlformats.org/officeDocument/2006/relationships/image" Target="../media/image495.png"/><Relationship Id="rId497" Type="http://schemas.openxmlformats.org/officeDocument/2006/relationships/image" Target="../media/image496.png"/><Relationship Id="rId498" Type="http://schemas.openxmlformats.org/officeDocument/2006/relationships/image" Target="../media/image497.png"/><Relationship Id="rId499" Type="http://schemas.openxmlformats.org/officeDocument/2006/relationships/image" Target="../media/image498.png"/><Relationship Id="rId500" Type="http://schemas.openxmlformats.org/officeDocument/2006/relationships/image" Target="../media/image499.png"/><Relationship Id="rId501" Type="http://schemas.openxmlformats.org/officeDocument/2006/relationships/image" Target="../media/image500.png"/><Relationship Id="rId502" Type="http://schemas.openxmlformats.org/officeDocument/2006/relationships/image" Target="../media/image501.png"/><Relationship Id="rId503" Type="http://schemas.openxmlformats.org/officeDocument/2006/relationships/image" Target="../media/image502.png"/><Relationship Id="rId504" Type="http://schemas.openxmlformats.org/officeDocument/2006/relationships/image" Target="../media/image503.png"/><Relationship Id="rId505" Type="http://schemas.openxmlformats.org/officeDocument/2006/relationships/image" Target="../media/image504.png"/><Relationship Id="rId506" Type="http://schemas.openxmlformats.org/officeDocument/2006/relationships/image" Target="../media/image505.png"/><Relationship Id="rId507" Type="http://schemas.openxmlformats.org/officeDocument/2006/relationships/image" Target="../media/image506.png"/><Relationship Id="rId508" Type="http://schemas.openxmlformats.org/officeDocument/2006/relationships/image" Target="../media/image507.png"/><Relationship Id="rId509" Type="http://schemas.openxmlformats.org/officeDocument/2006/relationships/image" Target="../media/image508.png"/><Relationship Id="rId510" Type="http://schemas.openxmlformats.org/officeDocument/2006/relationships/image" Target="../media/image509.png"/><Relationship Id="rId511" Type="http://schemas.openxmlformats.org/officeDocument/2006/relationships/image" Target="../media/image510.png"/><Relationship Id="rId512" Type="http://schemas.openxmlformats.org/officeDocument/2006/relationships/image" Target="../media/image511.png"/><Relationship Id="rId513" Type="http://schemas.openxmlformats.org/officeDocument/2006/relationships/image" Target="../media/image512.png"/><Relationship Id="rId514" Type="http://schemas.openxmlformats.org/officeDocument/2006/relationships/image" Target="../media/image513.png"/><Relationship Id="rId515" Type="http://schemas.openxmlformats.org/officeDocument/2006/relationships/image" Target="../media/image514.png"/><Relationship Id="rId516" Type="http://schemas.openxmlformats.org/officeDocument/2006/relationships/image" Target="../media/image515.png"/><Relationship Id="rId517" Type="http://schemas.openxmlformats.org/officeDocument/2006/relationships/image" Target="../media/image516.png"/><Relationship Id="rId518" Type="http://schemas.openxmlformats.org/officeDocument/2006/relationships/image" Target="../media/image517.png"/><Relationship Id="rId519" Type="http://schemas.openxmlformats.org/officeDocument/2006/relationships/image" Target="../media/image518.png"/><Relationship Id="rId520" Type="http://schemas.openxmlformats.org/officeDocument/2006/relationships/image" Target="../media/image519.png"/><Relationship Id="rId521" Type="http://schemas.openxmlformats.org/officeDocument/2006/relationships/image" Target="../media/image520.png"/><Relationship Id="rId522" Type="http://schemas.openxmlformats.org/officeDocument/2006/relationships/image" Target="../media/image521.png"/><Relationship Id="rId523" Type="http://schemas.openxmlformats.org/officeDocument/2006/relationships/image" Target="../media/image522.png"/><Relationship Id="rId524" Type="http://schemas.openxmlformats.org/officeDocument/2006/relationships/image" Target="../media/image523.png"/><Relationship Id="rId525" Type="http://schemas.openxmlformats.org/officeDocument/2006/relationships/image" Target="../media/image524.png"/><Relationship Id="rId526" Type="http://schemas.openxmlformats.org/officeDocument/2006/relationships/image" Target="../media/image525.png"/><Relationship Id="rId527" Type="http://schemas.openxmlformats.org/officeDocument/2006/relationships/image" Target="../media/image526.png"/><Relationship Id="rId528" Type="http://schemas.openxmlformats.org/officeDocument/2006/relationships/image" Target="../media/image527.png"/><Relationship Id="rId529" Type="http://schemas.openxmlformats.org/officeDocument/2006/relationships/image" Target="../media/image528.png"/><Relationship Id="rId530" Type="http://schemas.openxmlformats.org/officeDocument/2006/relationships/image" Target="../media/image529.png"/><Relationship Id="rId531" Type="http://schemas.openxmlformats.org/officeDocument/2006/relationships/image" Target="../media/image530.png"/><Relationship Id="rId532" Type="http://schemas.openxmlformats.org/officeDocument/2006/relationships/image" Target="../media/image531.png"/><Relationship Id="rId533" Type="http://schemas.openxmlformats.org/officeDocument/2006/relationships/image" Target="../media/image532.png"/><Relationship Id="rId534" Type="http://schemas.openxmlformats.org/officeDocument/2006/relationships/image" Target="../media/image533.png"/><Relationship Id="rId535" Type="http://schemas.openxmlformats.org/officeDocument/2006/relationships/image" Target="../media/image534.png"/><Relationship Id="rId536" Type="http://schemas.openxmlformats.org/officeDocument/2006/relationships/image" Target="../media/image535.png"/><Relationship Id="rId537" Type="http://schemas.openxmlformats.org/officeDocument/2006/relationships/image" Target="../media/image536.png"/><Relationship Id="rId538" Type="http://schemas.openxmlformats.org/officeDocument/2006/relationships/image" Target="../media/image537.png"/><Relationship Id="rId539" Type="http://schemas.openxmlformats.org/officeDocument/2006/relationships/image" Target="../media/image538.png"/><Relationship Id="rId540" Type="http://schemas.openxmlformats.org/officeDocument/2006/relationships/image" Target="../media/image539.png"/><Relationship Id="rId541" Type="http://schemas.openxmlformats.org/officeDocument/2006/relationships/image" Target="../media/image540.png"/><Relationship Id="rId542" Type="http://schemas.openxmlformats.org/officeDocument/2006/relationships/image" Target="../media/image541.png"/><Relationship Id="rId543" Type="http://schemas.openxmlformats.org/officeDocument/2006/relationships/image" Target="../media/image542.png"/><Relationship Id="rId544" Type="http://schemas.openxmlformats.org/officeDocument/2006/relationships/image" Target="../media/image543.png"/><Relationship Id="rId545" Type="http://schemas.openxmlformats.org/officeDocument/2006/relationships/image" Target="../media/image544.png"/><Relationship Id="rId546" Type="http://schemas.openxmlformats.org/officeDocument/2006/relationships/image" Target="../media/image545.png"/><Relationship Id="rId547" Type="http://schemas.openxmlformats.org/officeDocument/2006/relationships/image" Target="../media/image546.png"/><Relationship Id="rId548" Type="http://schemas.openxmlformats.org/officeDocument/2006/relationships/image" Target="../media/image547.png"/><Relationship Id="rId549" Type="http://schemas.openxmlformats.org/officeDocument/2006/relationships/image" Target="../media/image548.png"/><Relationship Id="rId550" Type="http://schemas.openxmlformats.org/officeDocument/2006/relationships/image" Target="../media/image549.png"/><Relationship Id="rId551" Type="http://schemas.openxmlformats.org/officeDocument/2006/relationships/image" Target="../media/image550.png"/><Relationship Id="rId552" Type="http://schemas.openxmlformats.org/officeDocument/2006/relationships/image" Target="../media/image551.png"/><Relationship Id="rId553" Type="http://schemas.openxmlformats.org/officeDocument/2006/relationships/image" Target="../media/image552.png"/><Relationship Id="rId554" Type="http://schemas.openxmlformats.org/officeDocument/2006/relationships/image" Target="../media/image553.png"/><Relationship Id="rId555" Type="http://schemas.openxmlformats.org/officeDocument/2006/relationships/image" Target="../media/image554.png"/><Relationship Id="rId556" Type="http://schemas.openxmlformats.org/officeDocument/2006/relationships/image" Target="../media/image555.png"/><Relationship Id="rId557" Type="http://schemas.openxmlformats.org/officeDocument/2006/relationships/image" Target="../media/image556.png"/><Relationship Id="rId558" Type="http://schemas.openxmlformats.org/officeDocument/2006/relationships/image" Target="../media/image557.png"/><Relationship Id="rId559" Type="http://schemas.openxmlformats.org/officeDocument/2006/relationships/image" Target="../media/image558.png"/><Relationship Id="rId560" Type="http://schemas.openxmlformats.org/officeDocument/2006/relationships/image" Target="../media/image559.png"/><Relationship Id="rId561" Type="http://schemas.openxmlformats.org/officeDocument/2006/relationships/image" Target="../media/image560.png"/><Relationship Id="rId562" Type="http://schemas.openxmlformats.org/officeDocument/2006/relationships/image" Target="../media/image561.png"/><Relationship Id="rId563" Type="http://schemas.openxmlformats.org/officeDocument/2006/relationships/image" Target="../media/image562.png"/><Relationship Id="rId564" Type="http://schemas.openxmlformats.org/officeDocument/2006/relationships/image" Target="../media/image563.png"/><Relationship Id="rId565" Type="http://schemas.openxmlformats.org/officeDocument/2006/relationships/image" Target="../media/image564.png"/><Relationship Id="rId566" Type="http://schemas.openxmlformats.org/officeDocument/2006/relationships/image" Target="../media/image565.png"/><Relationship Id="rId567" Type="http://schemas.openxmlformats.org/officeDocument/2006/relationships/image" Target="../media/image566.png"/><Relationship Id="rId568" Type="http://schemas.openxmlformats.org/officeDocument/2006/relationships/image" Target="../media/image567.png"/><Relationship Id="rId569" Type="http://schemas.openxmlformats.org/officeDocument/2006/relationships/image" Target="../media/image568.png"/><Relationship Id="rId570" Type="http://schemas.openxmlformats.org/officeDocument/2006/relationships/image" Target="../media/image569.png"/><Relationship Id="rId571" Type="http://schemas.openxmlformats.org/officeDocument/2006/relationships/image" Target="../media/image570.png"/><Relationship Id="rId572" Type="http://schemas.openxmlformats.org/officeDocument/2006/relationships/image" Target="../media/image571.png"/><Relationship Id="rId573" Type="http://schemas.openxmlformats.org/officeDocument/2006/relationships/image" Target="../media/image572.png"/><Relationship Id="rId574" Type="http://schemas.openxmlformats.org/officeDocument/2006/relationships/image" Target="../media/image573.png"/><Relationship Id="rId575" Type="http://schemas.openxmlformats.org/officeDocument/2006/relationships/image" Target="../media/image574.png"/><Relationship Id="rId576" Type="http://schemas.openxmlformats.org/officeDocument/2006/relationships/image" Target="../media/image575.png"/><Relationship Id="rId577" Type="http://schemas.openxmlformats.org/officeDocument/2006/relationships/image" Target="../media/image576.png"/><Relationship Id="rId578" Type="http://schemas.openxmlformats.org/officeDocument/2006/relationships/image" Target="../media/image577.png"/><Relationship Id="rId579" Type="http://schemas.openxmlformats.org/officeDocument/2006/relationships/image" Target="../media/image578.png"/><Relationship Id="rId580" Type="http://schemas.openxmlformats.org/officeDocument/2006/relationships/image" Target="../media/image579.png"/><Relationship Id="rId581" Type="http://schemas.openxmlformats.org/officeDocument/2006/relationships/image" Target="../media/image580.png"/><Relationship Id="rId582" Type="http://schemas.openxmlformats.org/officeDocument/2006/relationships/image" Target="../media/image581.png"/><Relationship Id="rId583" Type="http://schemas.openxmlformats.org/officeDocument/2006/relationships/image" Target="../media/image582.png"/><Relationship Id="rId584" Type="http://schemas.openxmlformats.org/officeDocument/2006/relationships/image" Target="../media/image583.png"/><Relationship Id="rId585" Type="http://schemas.openxmlformats.org/officeDocument/2006/relationships/image" Target="../media/image584.png"/><Relationship Id="rId586" Type="http://schemas.openxmlformats.org/officeDocument/2006/relationships/image" Target="../media/image585.png"/><Relationship Id="rId587" Type="http://schemas.openxmlformats.org/officeDocument/2006/relationships/image" Target="../media/image586.png"/><Relationship Id="rId588" Type="http://schemas.openxmlformats.org/officeDocument/2006/relationships/image" Target="../media/image587.png"/><Relationship Id="rId589" Type="http://schemas.openxmlformats.org/officeDocument/2006/relationships/image" Target="../media/image588.png"/><Relationship Id="rId590" Type="http://schemas.openxmlformats.org/officeDocument/2006/relationships/image" Target="../media/image589.png"/><Relationship Id="rId591" Type="http://schemas.openxmlformats.org/officeDocument/2006/relationships/image" Target="../media/image590.png"/><Relationship Id="rId592" Type="http://schemas.openxmlformats.org/officeDocument/2006/relationships/image" Target="../media/image591.png"/><Relationship Id="rId593" Type="http://schemas.openxmlformats.org/officeDocument/2006/relationships/image" Target="../media/image592.png"/><Relationship Id="rId594" Type="http://schemas.openxmlformats.org/officeDocument/2006/relationships/image" Target="../media/image593.png"/><Relationship Id="rId595" Type="http://schemas.openxmlformats.org/officeDocument/2006/relationships/image" Target="../media/image594.png"/><Relationship Id="rId596" Type="http://schemas.openxmlformats.org/officeDocument/2006/relationships/image" Target="../media/image595.png"/><Relationship Id="rId597" Type="http://schemas.openxmlformats.org/officeDocument/2006/relationships/image" Target="../media/image596.png"/><Relationship Id="rId598" Type="http://schemas.openxmlformats.org/officeDocument/2006/relationships/image" Target="../media/image597.png"/><Relationship Id="rId599" Type="http://schemas.openxmlformats.org/officeDocument/2006/relationships/image" Target="../media/image598.png"/><Relationship Id="rId600" Type="http://schemas.openxmlformats.org/officeDocument/2006/relationships/image" Target="../media/image599.png"/><Relationship Id="rId601" Type="http://schemas.openxmlformats.org/officeDocument/2006/relationships/image" Target="../media/image600.png"/><Relationship Id="rId602" Type="http://schemas.openxmlformats.org/officeDocument/2006/relationships/image" Target="../media/image601.png"/><Relationship Id="rId603" Type="http://schemas.openxmlformats.org/officeDocument/2006/relationships/image" Target="../media/image602.png"/><Relationship Id="rId604" Type="http://schemas.openxmlformats.org/officeDocument/2006/relationships/image" Target="../media/image603.png"/><Relationship Id="rId605" Type="http://schemas.openxmlformats.org/officeDocument/2006/relationships/image" Target="../media/image604.png"/><Relationship Id="rId606" Type="http://schemas.openxmlformats.org/officeDocument/2006/relationships/image" Target="../media/image605.png"/><Relationship Id="rId607" Type="http://schemas.openxmlformats.org/officeDocument/2006/relationships/image" Target="../media/image606.png"/><Relationship Id="rId608" Type="http://schemas.openxmlformats.org/officeDocument/2006/relationships/image" Target="../media/image607.png"/><Relationship Id="rId609" Type="http://schemas.openxmlformats.org/officeDocument/2006/relationships/image" Target="../media/image608.png"/><Relationship Id="rId610" Type="http://schemas.openxmlformats.org/officeDocument/2006/relationships/image" Target="../media/image609.png"/><Relationship Id="rId611" Type="http://schemas.openxmlformats.org/officeDocument/2006/relationships/image" Target="../media/image610.png"/><Relationship Id="rId612" Type="http://schemas.openxmlformats.org/officeDocument/2006/relationships/image" Target="../media/image611.png"/><Relationship Id="rId613" Type="http://schemas.openxmlformats.org/officeDocument/2006/relationships/image" Target="../media/image612.png"/><Relationship Id="rId614" Type="http://schemas.openxmlformats.org/officeDocument/2006/relationships/image" Target="../media/image613.png"/><Relationship Id="rId615" Type="http://schemas.openxmlformats.org/officeDocument/2006/relationships/image" Target="../media/image614.png"/><Relationship Id="rId616" Type="http://schemas.openxmlformats.org/officeDocument/2006/relationships/image" Target="../media/image615.png"/><Relationship Id="rId617" Type="http://schemas.openxmlformats.org/officeDocument/2006/relationships/image" Target="../media/image616.png"/><Relationship Id="rId618" Type="http://schemas.openxmlformats.org/officeDocument/2006/relationships/image" Target="../media/image617.png"/><Relationship Id="rId619" Type="http://schemas.openxmlformats.org/officeDocument/2006/relationships/image" Target="../media/image618.png"/><Relationship Id="rId620" Type="http://schemas.openxmlformats.org/officeDocument/2006/relationships/image" Target="../media/image619.png"/><Relationship Id="rId621" Type="http://schemas.openxmlformats.org/officeDocument/2006/relationships/image" Target="../media/image620.png"/><Relationship Id="rId622" Type="http://schemas.openxmlformats.org/officeDocument/2006/relationships/image" Target="../media/image621.png"/><Relationship Id="rId623" Type="http://schemas.openxmlformats.org/officeDocument/2006/relationships/image" Target="../media/image622.png"/><Relationship Id="rId624" Type="http://schemas.openxmlformats.org/officeDocument/2006/relationships/image" Target="../media/image623.png"/><Relationship Id="rId625" Type="http://schemas.openxmlformats.org/officeDocument/2006/relationships/image" Target="../media/image624.png"/><Relationship Id="rId626" Type="http://schemas.openxmlformats.org/officeDocument/2006/relationships/image" Target="../media/image625.png"/><Relationship Id="rId627" Type="http://schemas.openxmlformats.org/officeDocument/2006/relationships/image" Target="../media/image626.png"/><Relationship Id="rId628" Type="http://schemas.openxmlformats.org/officeDocument/2006/relationships/image" Target="../media/image627.png"/><Relationship Id="rId629" Type="http://schemas.openxmlformats.org/officeDocument/2006/relationships/image" Target="../media/image628.png"/><Relationship Id="rId630" Type="http://schemas.openxmlformats.org/officeDocument/2006/relationships/image" Target="../media/image629.png"/><Relationship Id="rId631" Type="http://schemas.openxmlformats.org/officeDocument/2006/relationships/image" Target="../media/image630.png"/><Relationship Id="rId632" Type="http://schemas.openxmlformats.org/officeDocument/2006/relationships/image" Target="../media/image631.png"/><Relationship Id="rId633" Type="http://schemas.openxmlformats.org/officeDocument/2006/relationships/image" Target="../media/image632.png"/><Relationship Id="rId634" Type="http://schemas.openxmlformats.org/officeDocument/2006/relationships/image" Target="../media/image633.png"/><Relationship Id="rId635" Type="http://schemas.openxmlformats.org/officeDocument/2006/relationships/image" Target="../media/image634.png"/><Relationship Id="rId636" Type="http://schemas.openxmlformats.org/officeDocument/2006/relationships/image" Target="../media/image635.png"/><Relationship Id="rId637" Type="http://schemas.openxmlformats.org/officeDocument/2006/relationships/image" Target="../media/image636.png"/><Relationship Id="rId638" Type="http://schemas.openxmlformats.org/officeDocument/2006/relationships/image" Target="../media/image637.png"/><Relationship Id="rId639" Type="http://schemas.openxmlformats.org/officeDocument/2006/relationships/image" Target="../media/image638.png"/><Relationship Id="rId640" Type="http://schemas.openxmlformats.org/officeDocument/2006/relationships/image" Target="../media/image639.png"/><Relationship Id="rId641" Type="http://schemas.openxmlformats.org/officeDocument/2006/relationships/image" Target="../media/image640.png"/><Relationship Id="rId642" Type="http://schemas.openxmlformats.org/officeDocument/2006/relationships/image" Target="../media/image641.png"/><Relationship Id="rId643" Type="http://schemas.openxmlformats.org/officeDocument/2006/relationships/image" Target="../media/image642.png"/><Relationship Id="rId644" Type="http://schemas.openxmlformats.org/officeDocument/2006/relationships/image" Target="../media/image643.png"/><Relationship Id="rId645" Type="http://schemas.openxmlformats.org/officeDocument/2006/relationships/image" Target="../media/image644.png"/><Relationship Id="rId646" Type="http://schemas.openxmlformats.org/officeDocument/2006/relationships/image" Target="../media/image645.png"/><Relationship Id="rId647" Type="http://schemas.openxmlformats.org/officeDocument/2006/relationships/image" Target="../media/image646.png"/><Relationship Id="rId648" Type="http://schemas.openxmlformats.org/officeDocument/2006/relationships/image" Target="../media/image647.png"/><Relationship Id="rId649" Type="http://schemas.openxmlformats.org/officeDocument/2006/relationships/image" Target="../media/image648.png"/><Relationship Id="rId650" Type="http://schemas.openxmlformats.org/officeDocument/2006/relationships/image" Target="../media/image649.png"/><Relationship Id="rId651" Type="http://schemas.openxmlformats.org/officeDocument/2006/relationships/image" Target="../media/image650.png"/><Relationship Id="rId652" Type="http://schemas.openxmlformats.org/officeDocument/2006/relationships/image" Target="../media/image651.png"/><Relationship Id="rId653" Type="http://schemas.openxmlformats.org/officeDocument/2006/relationships/image" Target="../media/image652.png"/><Relationship Id="rId654" Type="http://schemas.openxmlformats.org/officeDocument/2006/relationships/image" Target="../media/image653.png"/><Relationship Id="rId655" Type="http://schemas.openxmlformats.org/officeDocument/2006/relationships/image" Target="../media/image654.png"/><Relationship Id="rId656" Type="http://schemas.openxmlformats.org/officeDocument/2006/relationships/image" Target="../media/image655.png"/><Relationship Id="rId657" Type="http://schemas.openxmlformats.org/officeDocument/2006/relationships/image" Target="../media/image656.png"/><Relationship Id="rId658" Type="http://schemas.openxmlformats.org/officeDocument/2006/relationships/image" Target="../media/image657.png"/><Relationship Id="rId659" Type="http://schemas.openxmlformats.org/officeDocument/2006/relationships/image" Target="../media/image658.png"/><Relationship Id="rId660" Type="http://schemas.openxmlformats.org/officeDocument/2006/relationships/image" Target="../media/image659.png"/><Relationship Id="rId661" Type="http://schemas.openxmlformats.org/officeDocument/2006/relationships/image" Target="../media/image660.png"/><Relationship Id="rId662" Type="http://schemas.openxmlformats.org/officeDocument/2006/relationships/image" Target="../media/image661.png"/><Relationship Id="rId663" Type="http://schemas.openxmlformats.org/officeDocument/2006/relationships/image" Target="../media/image662.png"/><Relationship Id="rId664" Type="http://schemas.openxmlformats.org/officeDocument/2006/relationships/image" Target="../media/image663.png"/><Relationship Id="rId665" Type="http://schemas.openxmlformats.org/officeDocument/2006/relationships/image" Target="../media/image664.png"/><Relationship Id="rId666" Type="http://schemas.openxmlformats.org/officeDocument/2006/relationships/image" Target="../media/image665.png"/><Relationship Id="rId667" Type="http://schemas.openxmlformats.org/officeDocument/2006/relationships/image" Target="../media/image666.png"/><Relationship Id="rId668" Type="http://schemas.openxmlformats.org/officeDocument/2006/relationships/image" Target="../media/image667.png"/><Relationship Id="rId669" Type="http://schemas.openxmlformats.org/officeDocument/2006/relationships/image" Target="../media/image668.png"/><Relationship Id="rId670" Type="http://schemas.openxmlformats.org/officeDocument/2006/relationships/image" Target="../media/image669.png"/><Relationship Id="rId671" Type="http://schemas.openxmlformats.org/officeDocument/2006/relationships/image" Target="../media/image670.png"/><Relationship Id="rId672" Type="http://schemas.openxmlformats.org/officeDocument/2006/relationships/image" Target="../media/image671.png"/><Relationship Id="rId673" Type="http://schemas.openxmlformats.org/officeDocument/2006/relationships/image" Target="../media/image672.png"/><Relationship Id="rId674" Type="http://schemas.openxmlformats.org/officeDocument/2006/relationships/image" Target="../media/image673.png"/><Relationship Id="rId675" Type="http://schemas.openxmlformats.org/officeDocument/2006/relationships/image" Target="../media/image674.png"/><Relationship Id="rId676" Type="http://schemas.openxmlformats.org/officeDocument/2006/relationships/image" Target="../media/image675.png"/><Relationship Id="rId677" Type="http://schemas.openxmlformats.org/officeDocument/2006/relationships/image" Target="../media/image676.png"/><Relationship Id="rId678" Type="http://schemas.openxmlformats.org/officeDocument/2006/relationships/image" Target="../media/image677.png"/><Relationship Id="rId679" Type="http://schemas.openxmlformats.org/officeDocument/2006/relationships/image" Target="../media/image678.png"/><Relationship Id="rId680" Type="http://schemas.openxmlformats.org/officeDocument/2006/relationships/image" Target="../media/image679.png"/><Relationship Id="rId681" Type="http://schemas.openxmlformats.org/officeDocument/2006/relationships/image" Target="../media/image680.png"/><Relationship Id="rId682" Type="http://schemas.openxmlformats.org/officeDocument/2006/relationships/image" Target="../media/image681.png"/><Relationship Id="rId683" Type="http://schemas.openxmlformats.org/officeDocument/2006/relationships/image" Target="../media/image682.png"/><Relationship Id="rId684" Type="http://schemas.openxmlformats.org/officeDocument/2006/relationships/image" Target="../media/image683.png"/><Relationship Id="rId685" Type="http://schemas.openxmlformats.org/officeDocument/2006/relationships/image" Target="../media/image684.png"/><Relationship Id="rId686" Type="http://schemas.openxmlformats.org/officeDocument/2006/relationships/image" Target="../media/image685.png"/><Relationship Id="rId687" Type="http://schemas.openxmlformats.org/officeDocument/2006/relationships/image" Target="../media/image686.png"/><Relationship Id="rId688" Type="http://schemas.openxmlformats.org/officeDocument/2006/relationships/image" Target="../media/image687.png"/><Relationship Id="rId689" Type="http://schemas.openxmlformats.org/officeDocument/2006/relationships/image" Target="../media/image688.png"/><Relationship Id="rId690" Type="http://schemas.openxmlformats.org/officeDocument/2006/relationships/image" Target="../media/image689.png"/><Relationship Id="rId691" Type="http://schemas.openxmlformats.org/officeDocument/2006/relationships/image" Target="../media/image690.png"/><Relationship Id="rId692" Type="http://schemas.openxmlformats.org/officeDocument/2006/relationships/image" Target="../media/image691.png"/><Relationship Id="rId693" Type="http://schemas.openxmlformats.org/officeDocument/2006/relationships/image" Target="../media/image692.png"/><Relationship Id="rId694" Type="http://schemas.openxmlformats.org/officeDocument/2006/relationships/image" Target="../media/image693.png"/><Relationship Id="rId695" Type="http://schemas.openxmlformats.org/officeDocument/2006/relationships/image" Target="../media/image694.png"/><Relationship Id="rId696" Type="http://schemas.openxmlformats.org/officeDocument/2006/relationships/image" Target="../media/image695.png"/><Relationship Id="rId697" Type="http://schemas.openxmlformats.org/officeDocument/2006/relationships/image" Target="../media/image696.png"/><Relationship Id="rId698" Type="http://schemas.openxmlformats.org/officeDocument/2006/relationships/image" Target="../media/image697.png"/><Relationship Id="rId699" Type="http://schemas.openxmlformats.org/officeDocument/2006/relationships/image" Target="../media/image698.png"/><Relationship Id="rId700" Type="http://schemas.openxmlformats.org/officeDocument/2006/relationships/image" Target="../media/image699.png"/><Relationship Id="rId701" Type="http://schemas.openxmlformats.org/officeDocument/2006/relationships/image" Target="../media/image700.png"/><Relationship Id="rId702" Type="http://schemas.openxmlformats.org/officeDocument/2006/relationships/image" Target="../media/image701.png"/><Relationship Id="rId703" Type="http://schemas.openxmlformats.org/officeDocument/2006/relationships/image" Target="../media/image702.png"/><Relationship Id="rId704" Type="http://schemas.openxmlformats.org/officeDocument/2006/relationships/image" Target="../media/image703.png"/><Relationship Id="rId705" Type="http://schemas.openxmlformats.org/officeDocument/2006/relationships/image" Target="../media/image704.png"/><Relationship Id="rId706" Type="http://schemas.openxmlformats.org/officeDocument/2006/relationships/image" Target="../media/image705.png"/><Relationship Id="rId707" Type="http://schemas.openxmlformats.org/officeDocument/2006/relationships/image" Target="../media/image706.png"/><Relationship Id="rId708" Type="http://schemas.openxmlformats.org/officeDocument/2006/relationships/image" Target="../media/image707.png"/><Relationship Id="rId709" Type="http://schemas.openxmlformats.org/officeDocument/2006/relationships/image" Target="../media/image708.png"/><Relationship Id="rId710" Type="http://schemas.openxmlformats.org/officeDocument/2006/relationships/image" Target="../media/image709.png"/><Relationship Id="rId711" Type="http://schemas.openxmlformats.org/officeDocument/2006/relationships/image" Target="../media/image710.png"/><Relationship Id="rId712" Type="http://schemas.openxmlformats.org/officeDocument/2006/relationships/image" Target="../media/image711.png"/><Relationship Id="rId713" Type="http://schemas.openxmlformats.org/officeDocument/2006/relationships/image" Target="../media/image712.png"/><Relationship Id="rId714" Type="http://schemas.openxmlformats.org/officeDocument/2006/relationships/image" Target="../media/image713.png"/><Relationship Id="rId715" Type="http://schemas.openxmlformats.org/officeDocument/2006/relationships/image" Target="../media/image714.png"/><Relationship Id="rId716" Type="http://schemas.openxmlformats.org/officeDocument/2006/relationships/image" Target="../media/image715.png"/><Relationship Id="rId717" Type="http://schemas.openxmlformats.org/officeDocument/2006/relationships/image" Target="../media/image716.png"/><Relationship Id="rId718" Type="http://schemas.openxmlformats.org/officeDocument/2006/relationships/image" Target="../media/image717.png"/><Relationship Id="rId719" Type="http://schemas.openxmlformats.org/officeDocument/2006/relationships/image" Target="../media/image718.png"/><Relationship Id="rId720" Type="http://schemas.openxmlformats.org/officeDocument/2006/relationships/image" Target="../media/image719.png"/><Relationship Id="rId721" Type="http://schemas.openxmlformats.org/officeDocument/2006/relationships/image" Target="../media/image720.png"/><Relationship Id="rId722" Type="http://schemas.openxmlformats.org/officeDocument/2006/relationships/image" Target="../media/image721.png"/><Relationship Id="rId723" Type="http://schemas.openxmlformats.org/officeDocument/2006/relationships/image" Target="../media/image722.png"/><Relationship Id="rId724" Type="http://schemas.openxmlformats.org/officeDocument/2006/relationships/image" Target="../media/image723.png"/><Relationship Id="rId725" Type="http://schemas.openxmlformats.org/officeDocument/2006/relationships/image" Target="../media/image724.png"/><Relationship Id="rId726" Type="http://schemas.openxmlformats.org/officeDocument/2006/relationships/image" Target="../media/image725.png"/><Relationship Id="rId727" Type="http://schemas.openxmlformats.org/officeDocument/2006/relationships/image" Target="../media/image726.png"/><Relationship Id="rId728" Type="http://schemas.openxmlformats.org/officeDocument/2006/relationships/image" Target="../media/image727.png"/><Relationship Id="rId729" Type="http://schemas.openxmlformats.org/officeDocument/2006/relationships/image" Target="../media/image728.png"/><Relationship Id="rId730" Type="http://schemas.openxmlformats.org/officeDocument/2006/relationships/image" Target="../media/image729.png"/><Relationship Id="rId731" Type="http://schemas.openxmlformats.org/officeDocument/2006/relationships/image" Target="../media/image730.png"/><Relationship Id="rId732" Type="http://schemas.openxmlformats.org/officeDocument/2006/relationships/image" Target="../media/image731.png"/><Relationship Id="rId733" Type="http://schemas.openxmlformats.org/officeDocument/2006/relationships/image" Target="../media/image732.png"/><Relationship Id="rId734" Type="http://schemas.openxmlformats.org/officeDocument/2006/relationships/image" Target="../media/image733.png"/><Relationship Id="rId735" Type="http://schemas.openxmlformats.org/officeDocument/2006/relationships/image" Target="../media/image734.png"/><Relationship Id="rId736" Type="http://schemas.openxmlformats.org/officeDocument/2006/relationships/image" Target="../media/image735.png"/><Relationship Id="rId737" Type="http://schemas.openxmlformats.org/officeDocument/2006/relationships/image" Target="../media/image736.png"/><Relationship Id="rId738" Type="http://schemas.openxmlformats.org/officeDocument/2006/relationships/image" Target="../media/image737.png"/><Relationship Id="rId739" Type="http://schemas.openxmlformats.org/officeDocument/2006/relationships/image" Target="../media/image738.png"/><Relationship Id="rId740" Type="http://schemas.openxmlformats.org/officeDocument/2006/relationships/image" Target="../media/image739.png"/><Relationship Id="rId741" Type="http://schemas.openxmlformats.org/officeDocument/2006/relationships/image" Target="../media/image740.png"/><Relationship Id="rId742" Type="http://schemas.openxmlformats.org/officeDocument/2006/relationships/image" Target="../media/image741.png"/><Relationship Id="rId743" Type="http://schemas.openxmlformats.org/officeDocument/2006/relationships/image" Target="../media/image742.png"/><Relationship Id="rId744" Type="http://schemas.openxmlformats.org/officeDocument/2006/relationships/image" Target="../media/image743.png"/><Relationship Id="rId745" Type="http://schemas.openxmlformats.org/officeDocument/2006/relationships/image" Target="../media/image744.png"/><Relationship Id="rId746" Type="http://schemas.openxmlformats.org/officeDocument/2006/relationships/image" Target="../media/image745.png"/><Relationship Id="rId747" Type="http://schemas.openxmlformats.org/officeDocument/2006/relationships/image" Target="../media/image746.png"/><Relationship Id="rId748" Type="http://schemas.openxmlformats.org/officeDocument/2006/relationships/image" Target="../media/image747.png"/><Relationship Id="rId749" Type="http://schemas.openxmlformats.org/officeDocument/2006/relationships/image" Target="../media/image748.png"/><Relationship Id="rId750" Type="http://schemas.openxmlformats.org/officeDocument/2006/relationships/image" Target="../media/image749.png"/><Relationship Id="rId751" Type="http://schemas.openxmlformats.org/officeDocument/2006/relationships/image" Target="../media/image750.png"/><Relationship Id="rId752" Type="http://schemas.openxmlformats.org/officeDocument/2006/relationships/image" Target="../media/image751.png"/><Relationship Id="rId753" Type="http://schemas.openxmlformats.org/officeDocument/2006/relationships/image" Target="../media/image752.png"/><Relationship Id="rId754" Type="http://schemas.openxmlformats.org/officeDocument/2006/relationships/image" Target="../media/image753.png"/><Relationship Id="rId755" Type="http://schemas.openxmlformats.org/officeDocument/2006/relationships/image" Target="../media/image754.png"/><Relationship Id="rId756" Type="http://schemas.openxmlformats.org/officeDocument/2006/relationships/image" Target="../media/image755.png"/><Relationship Id="rId757" Type="http://schemas.openxmlformats.org/officeDocument/2006/relationships/image" Target="../media/image756.png"/><Relationship Id="rId758" Type="http://schemas.openxmlformats.org/officeDocument/2006/relationships/image" Target="../media/image757.png"/><Relationship Id="rId759" Type="http://schemas.openxmlformats.org/officeDocument/2006/relationships/image" Target="../media/image758.png"/><Relationship Id="rId760" Type="http://schemas.openxmlformats.org/officeDocument/2006/relationships/image" Target="../media/image759.png"/><Relationship Id="rId761" Type="http://schemas.openxmlformats.org/officeDocument/2006/relationships/image" Target="../media/image760.png"/><Relationship Id="rId762" Type="http://schemas.openxmlformats.org/officeDocument/2006/relationships/image" Target="../media/image761.png"/><Relationship Id="rId763" Type="http://schemas.openxmlformats.org/officeDocument/2006/relationships/image" Target="../media/image762.png"/><Relationship Id="rId764" Type="http://schemas.openxmlformats.org/officeDocument/2006/relationships/image" Target="../media/image763.png"/><Relationship Id="rId765" Type="http://schemas.openxmlformats.org/officeDocument/2006/relationships/image" Target="../media/image764.png"/><Relationship Id="rId766" Type="http://schemas.openxmlformats.org/officeDocument/2006/relationships/image" Target="../media/image765.png"/><Relationship Id="rId767" Type="http://schemas.openxmlformats.org/officeDocument/2006/relationships/image" Target="../media/image766.png"/><Relationship Id="rId768" Type="http://schemas.openxmlformats.org/officeDocument/2006/relationships/image" Target="../media/image767.png"/><Relationship Id="rId769" Type="http://schemas.openxmlformats.org/officeDocument/2006/relationships/image" Target="../media/image768.png"/><Relationship Id="rId770" Type="http://schemas.openxmlformats.org/officeDocument/2006/relationships/image" Target="../media/image769.png"/><Relationship Id="rId771" Type="http://schemas.openxmlformats.org/officeDocument/2006/relationships/image" Target="../media/image770.png"/><Relationship Id="rId772" Type="http://schemas.openxmlformats.org/officeDocument/2006/relationships/image" Target="../media/image771.png"/><Relationship Id="rId773" Type="http://schemas.openxmlformats.org/officeDocument/2006/relationships/image" Target="../media/image772.png"/><Relationship Id="rId774" Type="http://schemas.openxmlformats.org/officeDocument/2006/relationships/image" Target="../media/image773.png"/><Relationship Id="rId775" Type="http://schemas.openxmlformats.org/officeDocument/2006/relationships/image" Target="../media/image774.png"/><Relationship Id="rId776" Type="http://schemas.openxmlformats.org/officeDocument/2006/relationships/image" Target="../media/image775.png"/><Relationship Id="rId777" Type="http://schemas.openxmlformats.org/officeDocument/2006/relationships/image" Target="../media/image776.png"/><Relationship Id="rId778" Type="http://schemas.openxmlformats.org/officeDocument/2006/relationships/image" Target="../media/image777.png"/><Relationship Id="rId779" Type="http://schemas.openxmlformats.org/officeDocument/2006/relationships/image" Target="../media/image778.png"/><Relationship Id="rId780" Type="http://schemas.openxmlformats.org/officeDocument/2006/relationships/image" Target="../media/image779.png"/><Relationship Id="rId781" Type="http://schemas.openxmlformats.org/officeDocument/2006/relationships/image" Target="../media/image780.png"/><Relationship Id="rId782" Type="http://schemas.openxmlformats.org/officeDocument/2006/relationships/image" Target="../media/image781.png"/><Relationship Id="rId783" Type="http://schemas.openxmlformats.org/officeDocument/2006/relationships/image" Target="../media/image782.png"/><Relationship Id="rId784" Type="http://schemas.openxmlformats.org/officeDocument/2006/relationships/image" Target="../media/image783.png"/><Relationship Id="rId785" Type="http://schemas.openxmlformats.org/officeDocument/2006/relationships/image" Target="../media/image784.png"/><Relationship Id="rId786" Type="http://schemas.openxmlformats.org/officeDocument/2006/relationships/image" Target="../media/image785.png"/><Relationship Id="rId787" Type="http://schemas.openxmlformats.org/officeDocument/2006/relationships/image" Target="../media/image786.png"/><Relationship Id="rId788" Type="http://schemas.openxmlformats.org/officeDocument/2006/relationships/image" Target="../media/image787.png"/><Relationship Id="rId789" Type="http://schemas.openxmlformats.org/officeDocument/2006/relationships/image" Target="../media/image788.png"/><Relationship Id="rId790" Type="http://schemas.openxmlformats.org/officeDocument/2006/relationships/image" Target="../media/image789.png"/><Relationship Id="rId791" Type="http://schemas.openxmlformats.org/officeDocument/2006/relationships/image" Target="../media/image790.png"/><Relationship Id="rId792" Type="http://schemas.openxmlformats.org/officeDocument/2006/relationships/image" Target="../media/image791.png"/><Relationship Id="rId793" Type="http://schemas.openxmlformats.org/officeDocument/2006/relationships/image" Target="../media/image792.png"/><Relationship Id="rId794" Type="http://schemas.openxmlformats.org/officeDocument/2006/relationships/image" Target="../media/image793.png"/><Relationship Id="rId795" Type="http://schemas.openxmlformats.org/officeDocument/2006/relationships/image" Target="../media/image794.png"/><Relationship Id="rId796" Type="http://schemas.openxmlformats.org/officeDocument/2006/relationships/image" Target="../media/image795.png"/><Relationship Id="rId797" Type="http://schemas.openxmlformats.org/officeDocument/2006/relationships/image" Target="../media/image796.png"/><Relationship Id="rId798" Type="http://schemas.openxmlformats.org/officeDocument/2006/relationships/image" Target="../media/image797.png"/><Relationship Id="rId799" Type="http://schemas.openxmlformats.org/officeDocument/2006/relationships/image" Target="../media/image798.png"/><Relationship Id="rId800" Type="http://schemas.openxmlformats.org/officeDocument/2006/relationships/image" Target="../media/image799.png"/><Relationship Id="rId801" Type="http://schemas.openxmlformats.org/officeDocument/2006/relationships/image" Target="../media/image800.png"/><Relationship Id="rId802" Type="http://schemas.openxmlformats.org/officeDocument/2006/relationships/image" Target="../media/image801.png"/><Relationship Id="rId803" Type="http://schemas.openxmlformats.org/officeDocument/2006/relationships/image" Target="../media/image802.png"/><Relationship Id="rId804" Type="http://schemas.openxmlformats.org/officeDocument/2006/relationships/image" Target="../media/image803.png"/><Relationship Id="rId805" Type="http://schemas.openxmlformats.org/officeDocument/2006/relationships/image" Target="../media/image804.png"/><Relationship Id="rId806" Type="http://schemas.openxmlformats.org/officeDocument/2006/relationships/image" Target="../media/image805.png"/><Relationship Id="rId807" Type="http://schemas.openxmlformats.org/officeDocument/2006/relationships/image" Target="../media/image806.png"/><Relationship Id="rId808" Type="http://schemas.openxmlformats.org/officeDocument/2006/relationships/image" Target="../media/image807.png"/><Relationship Id="rId809" Type="http://schemas.openxmlformats.org/officeDocument/2006/relationships/image" Target="../media/image808.png"/><Relationship Id="rId810" Type="http://schemas.openxmlformats.org/officeDocument/2006/relationships/image" Target="../media/image809.png"/><Relationship Id="rId811" Type="http://schemas.openxmlformats.org/officeDocument/2006/relationships/image" Target="../media/image810.png"/><Relationship Id="rId812" Type="http://schemas.openxmlformats.org/officeDocument/2006/relationships/image" Target="../media/image811.png"/><Relationship Id="rId813" Type="http://schemas.openxmlformats.org/officeDocument/2006/relationships/image" Target="../media/image812.png"/><Relationship Id="rId814" Type="http://schemas.openxmlformats.org/officeDocument/2006/relationships/image" Target="../media/image813.png"/><Relationship Id="rId815" Type="http://schemas.openxmlformats.org/officeDocument/2006/relationships/image" Target="../media/image814.png"/><Relationship Id="rId816" Type="http://schemas.openxmlformats.org/officeDocument/2006/relationships/image" Target="../media/image815.png"/><Relationship Id="rId817" Type="http://schemas.openxmlformats.org/officeDocument/2006/relationships/image" Target="../media/image816.png"/><Relationship Id="rId818" Type="http://schemas.openxmlformats.org/officeDocument/2006/relationships/image" Target="../media/image817.png"/><Relationship Id="rId819" Type="http://schemas.openxmlformats.org/officeDocument/2006/relationships/image" Target="../media/image818.png"/><Relationship Id="rId820" Type="http://schemas.openxmlformats.org/officeDocument/2006/relationships/image" Target="../media/image819.png"/><Relationship Id="rId821" Type="http://schemas.openxmlformats.org/officeDocument/2006/relationships/image" Target="../media/image820.png"/><Relationship Id="rId822" Type="http://schemas.openxmlformats.org/officeDocument/2006/relationships/image" Target="../media/image821.png"/><Relationship Id="rId823" Type="http://schemas.openxmlformats.org/officeDocument/2006/relationships/image" Target="../media/image822.png"/><Relationship Id="rId824" Type="http://schemas.openxmlformats.org/officeDocument/2006/relationships/image" Target="../media/image823.png"/><Relationship Id="rId825" Type="http://schemas.openxmlformats.org/officeDocument/2006/relationships/image" Target="../media/image824.png"/><Relationship Id="rId826" Type="http://schemas.openxmlformats.org/officeDocument/2006/relationships/image" Target="../media/image825.png"/><Relationship Id="rId827" Type="http://schemas.openxmlformats.org/officeDocument/2006/relationships/image" Target="../media/image826.png"/><Relationship Id="rId828" Type="http://schemas.openxmlformats.org/officeDocument/2006/relationships/image" Target="../media/image827.png"/><Relationship Id="rId829" Type="http://schemas.openxmlformats.org/officeDocument/2006/relationships/image" Target="../media/image828.png"/><Relationship Id="rId830" Type="http://schemas.openxmlformats.org/officeDocument/2006/relationships/image" Target="../media/image829.png"/><Relationship Id="rId831" Type="http://schemas.openxmlformats.org/officeDocument/2006/relationships/image" Target="../media/image830.png"/><Relationship Id="rId832" Type="http://schemas.openxmlformats.org/officeDocument/2006/relationships/image" Target="../media/image831.png"/><Relationship Id="rId833" Type="http://schemas.openxmlformats.org/officeDocument/2006/relationships/image" Target="../media/image832.png"/><Relationship Id="rId834" Type="http://schemas.openxmlformats.org/officeDocument/2006/relationships/image" Target="../media/image833.png"/><Relationship Id="rId835" Type="http://schemas.openxmlformats.org/officeDocument/2006/relationships/image" Target="../media/image834.png"/><Relationship Id="rId836" Type="http://schemas.openxmlformats.org/officeDocument/2006/relationships/image" Target="../media/image835.png"/><Relationship Id="rId837" Type="http://schemas.openxmlformats.org/officeDocument/2006/relationships/image" Target="../media/image836.png"/><Relationship Id="rId838" Type="http://schemas.openxmlformats.org/officeDocument/2006/relationships/image" Target="../media/image837.png"/><Relationship Id="rId839" Type="http://schemas.openxmlformats.org/officeDocument/2006/relationships/image" Target="../media/image838.png"/><Relationship Id="rId840" Type="http://schemas.openxmlformats.org/officeDocument/2006/relationships/image" Target="../media/image839.png"/><Relationship Id="rId841" Type="http://schemas.openxmlformats.org/officeDocument/2006/relationships/image" Target="../media/image840.png"/><Relationship Id="rId842" Type="http://schemas.openxmlformats.org/officeDocument/2006/relationships/image" Target="../media/image841.png"/><Relationship Id="rId843" Type="http://schemas.openxmlformats.org/officeDocument/2006/relationships/image" Target="../media/image842.png"/><Relationship Id="rId844" Type="http://schemas.openxmlformats.org/officeDocument/2006/relationships/image" Target="../media/image843.png"/><Relationship Id="rId845" Type="http://schemas.openxmlformats.org/officeDocument/2006/relationships/image" Target="../media/image844.png"/><Relationship Id="rId846" Type="http://schemas.openxmlformats.org/officeDocument/2006/relationships/image" Target="../media/image845.png"/><Relationship Id="rId847" Type="http://schemas.openxmlformats.org/officeDocument/2006/relationships/image" Target="../media/image846.png"/><Relationship Id="rId848" Type="http://schemas.openxmlformats.org/officeDocument/2006/relationships/image" Target="../media/image847.png"/><Relationship Id="rId849" Type="http://schemas.openxmlformats.org/officeDocument/2006/relationships/image" Target="../media/image848.png"/><Relationship Id="rId850" Type="http://schemas.openxmlformats.org/officeDocument/2006/relationships/image" Target="../media/image849.png"/><Relationship Id="rId851" Type="http://schemas.openxmlformats.org/officeDocument/2006/relationships/image" Target="../media/image850.png"/><Relationship Id="rId852" Type="http://schemas.openxmlformats.org/officeDocument/2006/relationships/image" Target="../media/image851.png"/><Relationship Id="rId853" Type="http://schemas.openxmlformats.org/officeDocument/2006/relationships/image" Target="../media/image852.png"/><Relationship Id="rId854" Type="http://schemas.openxmlformats.org/officeDocument/2006/relationships/image" Target="../media/image853.png"/><Relationship Id="rId855" Type="http://schemas.openxmlformats.org/officeDocument/2006/relationships/image" Target="../media/image854.png"/><Relationship Id="rId856" Type="http://schemas.openxmlformats.org/officeDocument/2006/relationships/image" Target="../media/image855.png"/><Relationship Id="rId857" Type="http://schemas.openxmlformats.org/officeDocument/2006/relationships/image" Target="../media/image856.png"/><Relationship Id="rId858" Type="http://schemas.openxmlformats.org/officeDocument/2006/relationships/image" Target="../media/image857.png"/><Relationship Id="rId859" Type="http://schemas.openxmlformats.org/officeDocument/2006/relationships/image" Target="../media/image858.png"/><Relationship Id="rId860" Type="http://schemas.openxmlformats.org/officeDocument/2006/relationships/image" Target="../media/image859.png"/><Relationship Id="rId861" Type="http://schemas.openxmlformats.org/officeDocument/2006/relationships/image" Target="../media/image860.png"/><Relationship Id="rId862" Type="http://schemas.openxmlformats.org/officeDocument/2006/relationships/image" Target="../media/image861.png"/><Relationship Id="rId863" Type="http://schemas.openxmlformats.org/officeDocument/2006/relationships/image" Target="../media/image862.png"/><Relationship Id="rId864" Type="http://schemas.openxmlformats.org/officeDocument/2006/relationships/image" Target="../media/image863.png"/><Relationship Id="rId865" Type="http://schemas.openxmlformats.org/officeDocument/2006/relationships/image" Target="../media/image864.png"/><Relationship Id="rId866" Type="http://schemas.openxmlformats.org/officeDocument/2006/relationships/image" Target="../media/image865.png"/><Relationship Id="rId867" Type="http://schemas.openxmlformats.org/officeDocument/2006/relationships/image" Target="../media/image866.png"/><Relationship Id="rId868" Type="http://schemas.openxmlformats.org/officeDocument/2006/relationships/image" Target="../media/image867.png"/><Relationship Id="rId869" Type="http://schemas.openxmlformats.org/officeDocument/2006/relationships/image" Target="../media/image868.png"/><Relationship Id="rId870" Type="http://schemas.openxmlformats.org/officeDocument/2006/relationships/image" Target="../media/image869.png"/><Relationship Id="rId871" Type="http://schemas.openxmlformats.org/officeDocument/2006/relationships/image" Target="../media/image870.png"/><Relationship Id="rId872" Type="http://schemas.openxmlformats.org/officeDocument/2006/relationships/image" Target="../media/image871.png"/><Relationship Id="rId873" Type="http://schemas.openxmlformats.org/officeDocument/2006/relationships/image" Target="../media/image872.png"/><Relationship Id="rId874" Type="http://schemas.openxmlformats.org/officeDocument/2006/relationships/image" Target="../media/image873.png"/><Relationship Id="rId875" Type="http://schemas.openxmlformats.org/officeDocument/2006/relationships/image" Target="../media/image874.png"/><Relationship Id="rId876" Type="http://schemas.openxmlformats.org/officeDocument/2006/relationships/image" Target="../media/image875.png"/><Relationship Id="rId877" Type="http://schemas.openxmlformats.org/officeDocument/2006/relationships/image" Target="../media/image876.png"/><Relationship Id="rId878" Type="http://schemas.openxmlformats.org/officeDocument/2006/relationships/image" Target="../media/image877.png"/><Relationship Id="rId879" Type="http://schemas.openxmlformats.org/officeDocument/2006/relationships/image" Target="../media/image878.png"/><Relationship Id="rId880" Type="http://schemas.openxmlformats.org/officeDocument/2006/relationships/image" Target="../media/image879.png"/><Relationship Id="rId881" Type="http://schemas.openxmlformats.org/officeDocument/2006/relationships/image" Target="../media/image880.png"/><Relationship Id="rId882" Type="http://schemas.openxmlformats.org/officeDocument/2006/relationships/image" Target="../media/image881.png"/><Relationship Id="rId883" Type="http://schemas.openxmlformats.org/officeDocument/2006/relationships/image" Target="../media/image882.png"/><Relationship Id="rId884" Type="http://schemas.openxmlformats.org/officeDocument/2006/relationships/image" Target="../media/image883.png"/><Relationship Id="rId885" Type="http://schemas.openxmlformats.org/officeDocument/2006/relationships/image" Target="../media/image884.png"/><Relationship Id="rId886" Type="http://schemas.openxmlformats.org/officeDocument/2006/relationships/image" Target="../media/image885.png"/><Relationship Id="rId887" Type="http://schemas.openxmlformats.org/officeDocument/2006/relationships/image" Target="../media/image886.png"/><Relationship Id="rId888" Type="http://schemas.openxmlformats.org/officeDocument/2006/relationships/image" Target="../media/image887.png"/><Relationship Id="rId889" Type="http://schemas.openxmlformats.org/officeDocument/2006/relationships/image" Target="../media/image888.png"/><Relationship Id="rId890" Type="http://schemas.openxmlformats.org/officeDocument/2006/relationships/image" Target="../media/image889.png"/><Relationship Id="rId891" Type="http://schemas.openxmlformats.org/officeDocument/2006/relationships/image" Target="../media/image890.png"/><Relationship Id="rId892" Type="http://schemas.openxmlformats.org/officeDocument/2006/relationships/image" Target="../media/image891.png"/><Relationship Id="rId893" Type="http://schemas.openxmlformats.org/officeDocument/2006/relationships/image" Target="../media/image892.png"/><Relationship Id="rId894" Type="http://schemas.openxmlformats.org/officeDocument/2006/relationships/image" Target="../media/image893.png"/><Relationship Id="rId895" Type="http://schemas.openxmlformats.org/officeDocument/2006/relationships/image" Target="../media/image894.png"/><Relationship Id="rId896" Type="http://schemas.openxmlformats.org/officeDocument/2006/relationships/image" Target="../media/image895.png"/><Relationship Id="rId897" Type="http://schemas.openxmlformats.org/officeDocument/2006/relationships/image" Target="../media/image896.png"/><Relationship Id="rId898" Type="http://schemas.openxmlformats.org/officeDocument/2006/relationships/image" Target="../media/image897.png"/><Relationship Id="rId899" Type="http://schemas.openxmlformats.org/officeDocument/2006/relationships/image" Target="../media/image898.png"/><Relationship Id="rId900" Type="http://schemas.openxmlformats.org/officeDocument/2006/relationships/image" Target="../media/image899.png"/><Relationship Id="rId901" Type="http://schemas.openxmlformats.org/officeDocument/2006/relationships/image" Target="../media/image900.png"/><Relationship Id="rId902" Type="http://schemas.openxmlformats.org/officeDocument/2006/relationships/image" Target="../media/image901.png"/><Relationship Id="rId903" Type="http://schemas.openxmlformats.org/officeDocument/2006/relationships/image" Target="../media/image902.png"/><Relationship Id="rId904" Type="http://schemas.openxmlformats.org/officeDocument/2006/relationships/image" Target="../media/image903.png"/><Relationship Id="rId905" Type="http://schemas.openxmlformats.org/officeDocument/2006/relationships/image" Target="../media/image904.png"/><Relationship Id="rId906" Type="http://schemas.openxmlformats.org/officeDocument/2006/relationships/image" Target="../media/image905.png"/><Relationship Id="rId907" Type="http://schemas.openxmlformats.org/officeDocument/2006/relationships/image" Target="../media/image906.png"/><Relationship Id="rId908" Type="http://schemas.openxmlformats.org/officeDocument/2006/relationships/image" Target="../media/image907.png"/><Relationship Id="rId909" Type="http://schemas.openxmlformats.org/officeDocument/2006/relationships/image" Target="../media/image908.png"/><Relationship Id="rId910" Type="http://schemas.openxmlformats.org/officeDocument/2006/relationships/image" Target="../media/image909.png"/><Relationship Id="rId911" Type="http://schemas.openxmlformats.org/officeDocument/2006/relationships/image" Target="../media/image910.png"/><Relationship Id="rId912" Type="http://schemas.openxmlformats.org/officeDocument/2006/relationships/image" Target="../media/image911.png"/><Relationship Id="rId913" Type="http://schemas.openxmlformats.org/officeDocument/2006/relationships/image" Target="../media/image912.png"/><Relationship Id="rId914" Type="http://schemas.openxmlformats.org/officeDocument/2006/relationships/image" Target="../media/image913.png"/><Relationship Id="rId915" Type="http://schemas.openxmlformats.org/officeDocument/2006/relationships/image" Target="../media/image914.png"/><Relationship Id="rId916" Type="http://schemas.openxmlformats.org/officeDocument/2006/relationships/image" Target="../media/image915.png"/><Relationship Id="rId917" Type="http://schemas.openxmlformats.org/officeDocument/2006/relationships/image" Target="../media/image916.png"/><Relationship Id="rId918" Type="http://schemas.openxmlformats.org/officeDocument/2006/relationships/image" Target="../media/image917.png"/><Relationship Id="rId919" Type="http://schemas.openxmlformats.org/officeDocument/2006/relationships/image" Target="../media/image918.png"/><Relationship Id="rId920" Type="http://schemas.openxmlformats.org/officeDocument/2006/relationships/image" Target="../media/image919.png"/><Relationship Id="rId921" Type="http://schemas.openxmlformats.org/officeDocument/2006/relationships/image" Target="../media/image920.png"/><Relationship Id="rId922" Type="http://schemas.openxmlformats.org/officeDocument/2006/relationships/image" Target="../media/image921.png"/><Relationship Id="rId923" Type="http://schemas.openxmlformats.org/officeDocument/2006/relationships/image" Target="../media/image922.png"/><Relationship Id="rId924" Type="http://schemas.openxmlformats.org/officeDocument/2006/relationships/image" Target="../media/image923.png"/><Relationship Id="rId925" Type="http://schemas.openxmlformats.org/officeDocument/2006/relationships/image" Target="../media/image924.png"/><Relationship Id="rId926" Type="http://schemas.openxmlformats.org/officeDocument/2006/relationships/image" Target="../media/image925.png"/><Relationship Id="rId927" Type="http://schemas.openxmlformats.org/officeDocument/2006/relationships/image" Target="../media/image926.png"/><Relationship Id="rId928" Type="http://schemas.openxmlformats.org/officeDocument/2006/relationships/image" Target="../media/image927.png"/><Relationship Id="rId929" Type="http://schemas.openxmlformats.org/officeDocument/2006/relationships/image" Target="../media/image928.png"/><Relationship Id="rId930" Type="http://schemas.openxmlformats.org/officeDocument/2006/relationships/image" Target="../media/image929.png"/><Relationship Id="rId931" Type="http://schemas.openxmlformats.org/officeDocument/2006/relationships/image" Target="../media/image930.png"/><Relationship Id="rId932" Type="http://schemas.openxmlformats.org/officeDocument/2006/relationships/image" Target="../media/image931.png"/><Relationship Id="rId933" Type="http://schemas.openxmlformats.org/officeDocument/2006/relationships/image" Target="../media/image932.png"/><Relationship Id="rId934" Type="http://schemas.openxmlformats.org/officeDocument/2006/relationships/image" Target="../media/image933.png"/><Relationship Id="rId935" Type="http://schemas.openxmlformats.org/officeDocument/2006/relationships/image" Target="../media/image934.png"/><Relationship Id="rId936" Type="http://schemas.openxmlformats.org/officeDocument/2006/relationships/image" Target="../media/image935.png"/><Relationship Id="rId937" Type="http://schemas.openxmlformats.org/officeDocument/2006/relationships/image" Target="../media/image936.png"/><Relationship Id="rId938" Type="http://schemas.openxmlformats.org/officeDocument/2006/relationships/image" Target="../media/image937.png"/><Relationship Id="rId939" Type="http://schemas.openxmlformats.org/officeDocument/2006/relationships/image" Target="../media/image938.png"/><Relationship Id="rId940" Type="http://schemas.openxmlformats.org/officeDocument/2006/relationships/image" Target="../media/image939.png"/><Relationship Id="rId941" Type="http://schemas.openxmlformats.org/officeDocument/2006/relationships/image" Target="../media/image940.png"/><Relationship Id="rId942" Type="http://schemas.openxmlformats.org/officeDocument/2006/relationships/image" Target="../media/image941.png"/><Relationship Id="rId943" Type="http://schemas.openxmlformats.org/officeDocument/2006/relationships/image" Target="../media/image942.png"/><Relationship Id="rId944" Type="http://schemas.openxmlformats.org/officeDocument/2006/relationships/image" Target="../media/image943.png"/><Relationship Id="rId945" Type="http://schemas.openxmlformats.org/officeDocument/2006/relationships/image" Target="../media/image944.png"/><Relationship Id="rId946" Type="http://schemas.openxmlformats.org/officeDocument/2006/relationships/image" Target="../media/image945.png"/><Relationship Id="rId947" Type="http://schemas.openxmlformats.org/officeDocument/2006/relationships/image" Target="../media/image946.png"/><Relationship Id="rId948" Type="http://schemas.openxmlformats.org/officeDocument/2006/relationships/image" Target="../media/image947.png"/><Relationship Id="rId949" Type="http://schemas.openxmlformats.org/officeDocument/2006/relationships/image" Target="../media/image948.png"/><Relationship Id="rId950" Type="http://schemas.openxmlformats.org/officeDocument/2006/relationships/image" Target="../media/image949.png"/><Relationship Id="rId951" Type="http://schemas.openxmlformats.org/officeDocument/2006/relationships/image" Target="../media/image950.png"/><Relationship Id="rId952" Type="http://schemas.openxmlformats.org/officeDocument/2006/relationships/image" Target="../media/image951.png"/><Relationship Id="rId953" Type="http://schemas.openxmlformats.org/officeDocument/2006/relationships/image" Target="../media/image952.png"/><Relationship Id="rId954" Type="http://schemas.openxmlformats.org/officeDocument/2006/relationships/image" Target="../media/image953.png"/><Relationship Id="rId955" Type="http://schemas.openxmlformats.org/officeDocument/2006/relationships/image" Target="../media/image954.png"/><Relationship Id="rId956" Type="http://schemas.openxmlformats.org/officeDocument/2006/relationships/image" Target="../media/image955.png"/><Relationship Id="rId957" Type="http://schemas.openxmlformats.org/officeDocument/2006/relationships/image" Target="../media/image956.png"/><Relationship Id="rId958" Type="http://schemas.openxmlformats.org/officeDocument/2006/relationships/image" Target="../media/image957.png"/><Relationship Id="rId959" Type="http://schemas.openxmlformats.org/officeDocument/2006/relationships/image" Target="../media/image958.png"/><Relationship Id="rId960" Type="http://schemas.openxmlformats.org/officeDocument/2006/relationships/image" Target="../media/image959.png"/><Relationship Id="rId961" Type="http://schemas.openxmlformats.org/officeDocument/2006/relationships/image" Target="../media/image960.png"/><Relationship Id="rId962" Type="http://schemas.openxmlformats.org/officeDocument/2006/relationships/image" Target="../media/image961.png"/><Relationship Id="rId963" Type="http://schemas.openxmlformats.org/officeDocument/2006/relationships/image" Target="../media/image962.png"/><Relationship Id="rId964" Type="http://schemas.openxmlformats.org/officeDocument/2006/relationships/image" Target="../media/image963.png"/><Relationship Id="rId965" Type="http://schemas.openxmlformats.org/officeDocument/2006/relationships/image" Target="../media/image964.png"/><Relationship Id="rId966" Type="http://schemas.openxmlformats.org/officeDocument/2006/relationships/image" Target="../media/image965.png"/><Relationship Id="rId967" Type="http://schemas.openxmlformats.org/officeDocument/2006/relationships/image" Target="../media/image966.png"/><Relationship Id="rId968" Type="http://schemas.openxmlformats.org/officeDocument/2006/relationships/image" Target="../media/image967.png"/><Relationship Id="rId969" Type="http://schemas.openxmlformats.org/officeDocument/2006/relationships/image" Target="../media/image968.png"/><Relationship Id="rId970" Type="http://schemas.openxmlformats.org/officeDocument/2006/relationships/image" Target="../media/image969.png"/><Relationship Id="rId971" Type="http://schemas.openxmlformats.org/officeDocument/2006/relationships/image" Target="../media/image970.png"/><Relationship Id="rId972" Type="http://schemas.openxmlformats.org/officeDocument/2006/relationships/image" Target="../media/image971.png"/><Relationship Id="rId973" Type="http://schemas.openxmlformats.org/officeDocument/2006/relationships/image" Target="../media/image972.png"/><Relationship Id="rId974" Type="http://schemas.openxmlformats.org/officeDocument/2006/relationships/image" Target="../media/image973.png"/><Relationship Id="rId975" Type="http://schemas.openxmlformats.org/officeDocument/2006/relationships/image" Target="../media/image974.png"/><Relationship Id="rId976" Type="http://schemas.openxmlformats.org/officeDocument/2006/relationships/image" Target="../media/image975.png"/><Relationship Id="rId977" Type="http://schemas.openxmlformats.org/officeDocument/2006/relationships/image" Target="../media/image976.png"/><Relationship Id="rId978" Type="http://schemas.openxmlformats.org/officeDocument/2006/relationships/image" Target="../media/image977.png"/><Relationship Id="rId979" Type="http://schemas.openxmlformats.org/officeDocument/2006/relationships/image" Target="../media/image978.png"/><Relationship Id="rId980" Type="http://schemas.openxmlformats.org/officeDocument/2006/relationships/image" Target="../media/image979.png"/><Relationship Id="rId981" Type="http://schemas.openxmlformats.org/officeDocument/2006/relationships/image" Target="../media/image980.png"/><Relationship Id="rId982" Type="http://schemas.openxmlformats.org/officeDocument/2006/relationships/image" Target="../media/image981.png"/><Relationship Id="rId983" Type="http://schemas.openxmlformats.org/officeDocument/2006/relationships/image" Target="../media/image982.png"/><Relationship Id="rId984" Type="http://schemas.openxmlformats.org/officeDocument/2006/relationships/image" Target="../media/image983.png"/><Relationship Id="rId985" Type="http://schemas.openxmlformats.org/officeDocument/2006/relationships/image" Target="../media/image984.png"/><Relationship Id="rId986" Type="http://schemas.openxmlformats.org/officeDocument/2006/relationships/image" Target="../media/image985.png"/><Relationship Id="rId987" Type="http://schemas.openxmlformats.org/officeDocument/2006/relationships/image" Target="../media/image986.png"/><Relationship Id="rId988" Type="http://schemas.openxmlformats.org/officeDocument/2006/relationships/image" Target="../media/image987.png"/><Relationship Id="rId989" Type="http://schemas.openxmlformats.org/officeDocument/2006/relationships/image" Target="../media/image988.png"/><Relationship Id="rId990" Type="http://schemas.openxmlformats.org/officeDocument/2006/relationships/image" Target="../media/image989.png"/><Relationship Id="rId991" Type="http://schemas.openxmlformats.org/officeDocument/2006/relationships/image" Target="../media/image990.png"/><Relationship Id="rId992" Type="http://schemas.openxmlformats.org/officeDocument/2006/relationships/image" Target="../media/image991.png"/><Relationship Id="rId993" Type="http://schemas.openxmlformats.org/officeDocument/2006/relationships/image" Target="../media/image992.png"/><Relationship Id="rId994" Type="http://schemas.openxmlformats.org/officeDocument/2006/relationships/image" Target="../media/image993.png"/><Relationship Id="rId995" Type="http://schemas.openxmlformats.org/officeDocument/2006/relationships/image" Target="../media/image994.png"/><Relationship Id="rId996" Type="http://schemas.openxmlformats.org/officeDocument/2006/relationships/image" Target="../media/image995.png"/><Relationship Id="rId997" Type="http://schemas.openxmlformats.org/officeDocument/2006/relationships/image" Target="../media/image996.png"/><Relationship Id="rId998" Type="http://schemas.openxmlformats.org/officeDocument/2006/relationships/image" Target="../media/image997.png"/><Relationship Id="rId999" Type="http://schemas.openxmlformats.org/officeDocument/2006/relationships/image" Target="../media/image998.png"/><Relationship Id="rId1000" Type="http://schemas.openxmlformats.org/officeDocument/2006/relationships/image" Target="../media/image999.png"/><Relationship Id="rId1001" Type="http://schemas.openxmlformats.org/officeDocument/2006/relationships/image" Target="../media/image1000.png"/><Relationship Id="rId1002" Type="http://schemas.openxmlformats.org/officeDocument/2006/relationships/image" Target="../media/image1001.png"/><Relationship Id="rId1003" Type="http://schemas.openxmlformats.org/officeDocument/2006/relationships/image" Target="../media/image1002.png"/><Relationship Id="rId1004" Type="http://schemas.openxmlformats.org/officeDocument/2006/relationships/image" Target="../media/image1003.png"/><Relationship Id="rId1005" Type="http://schemas.openxmlformats.org/officeDocument/2006/relationships/image" Target="../media/image1004.png"/><Relationship Id="rId1006" Type="http://schemas.openxmlformats.org/officeDocument/2006/relationships/image" Target="../media/image1005.png"/><Relationship Id="rId1007" Type="http://schemas.openxmlformats.org/officeDocument/2006/relationships/image" Target="../media/image1006.png"/><Relationship Id="rId1008" Type="http://schemas.openxmlformats.org/officeDocument/2006/relationships/image" Target="../media/image1007.png"/><Relationship Id="rId1009" Type="http://schemas.openxmlformats.org/officeDocument/2006/relationships/image" Target="../media/image1008.png"/><Relationship Id="rId1010" Type="http://schemas.openxmlformats.org/officeDocument/2006/relationships/image" Target="../media/image1009.png"/><Relationship Id="rId1011" Type="http://schemas.openxmlformats.org/officeDocument/2006/relationships/image" Target="../media/image1010.png"/><Relationship Id="rId1012" Type="http://schemas.openxmlformats.org/officeDocument/2006/relationships/image" Target="../media/image1011.png"/><Relationship Id="rId1013" Type="http://schemas.openxmlformats.org/officeDocument/2006/relationships/image" Target="../media/image1012.png"/><Relationship Id="rId1014" Type="http://schemas.openxmlformats.org/officeDocument/2006/relationships/image" Target="../media/image1013.png"/><Relationship Id="rId1015" Type="http://schemas.openxmlformats.org/officeDocument/2006/relationships/image" Target="../media/image1014.png"/><Relationship Id="rId1016" Type="http://schemas.openxmlformats.org/officeDocument/2006/relationships/image" Target="../media/image1015.png"/><Relationship Id="rId1017" Type="http://schemas.openxmlformats.org/officeDocument/2006/relationships/image" Target="../media/image1016.png"/><Relationship Id="rId1018" Type="http://schemas.openxmlformats.org/officeDocument/2006/relationships/image" Target="../media/image1017.png"/><Relationship Id="rId1019" Type="http://schemas.openxmlformats.org/officeDocument/2006/relationships/image" Target="../media/image1018.png"/><Relationship Id="rId1020" Type="http://schemas.openxmlformats.org/officeDocument/2006/relationships/image" Target="../media/image1019.png"/><Relationship Id="rId1021" Type="http://schemas.openxmlformats.org/officeDocument/2006/relationships/image" Target="../media/image1020.png"/><Relationship Id="rId1022" Type="http://schemas.openxmlformats.org/officeDocument/2006/relationships/image" Target="../media/image1021.png"/><Relationship Id="rId1023" Type="http://schemas.openxmlformats.org/officeDocument/2006/relationships/image" Target="../media/image1022.png"/><Relationship Id="rId1024" Type="http://schemas.openxmlformats.org/officeDocument/2006/relationships/image" Target="../media/image1023.png"/><Relationship Id="rId1025" Type="http://schemas.openxmlformats.org/officeDocument/2006/relationships/image" Target="../media/image1024.png"/><Relationship Id="rId1026" Type="http://schemas.openxmlformats.org/officeDocument/2006/relationships/image" Target="../media/image1025.png"/><Relationship Id="rId1027" Type="http://schemas.openxmlformats.org/officeDocument/2006/relationships/image" Target="../media/image1026.png"/><Relationship Id="rId1028" Type="http://schemas.openxmlformats.org/officeDocument/2006/relationships/image" Target="../media/image1027.png"/><Relationship Id="rId1029" Type="http://schemas.openxmlformats.org/officeDocument/2006/relationships/image" Target="../media/image1028.png"/><Relationship Id="rId1030" Type="http://schemas.openxmlformats.org/officeDocument/2006/relationships/image" Target="../media/image1029.png"/><Relationship Id="rId1031" Type="http://schemas.openxmlformats.org/officeDocument/2006/relationships/image" Target="../media/image1030.png"/><Relationship Id="rId1032" Type="http://schemas.openxmlformats.org/officeDocument/2006/relationships/image" Target="../media/image1031.png"/><Relationship Id="rId1033" Type="http://schemas.openxmlformats.org/officeDocument/2006/relationships/image" Target="../media/image1032.png"/><Relationship Id="rId1034" Type="http://schemas.openxmlformats.org/officeDocument/2006/relationships/image" Target="../media/image1033.png"/><Relationship Id="rId1035" Type="http://schemas.openxmlformats.org/officeDocument/2006/relationships/image" Target="../media/image1034.png"/><Relationship Id="rId1036" Type="http://schemas.openxmlformats.org/officeDocument/2006/relationships/image" Target="../media/image1035.png"/><Relationship Id="rId1037" Type="http://schemas.openxmlformats.org/officeDocument/2006/relationships/image" Target="../media/image1036.png"/><Relationship Id="rId1038" Type="http://schemas.openxmlformats.org/officeDocument/2006/relationships/image" Target="../media/image1037.png"/><Relationship Id="rId1039" Type="http://schemas.openxmlformats.org/officeDocument/2006/relationships/image" Target="../media/image1038.png"/><Relationship Id="rId1040" Type="http://schemas.openxmlformats.org/officeDocument/2006/relationships/image" Target="../media/image1039.png"/><Relationship Id="rId1041" Type="http://schemas.openxmlformats.org/officeDocument/2006/relationships/image" Target="../media/image1040.png"/><Relationship Id="rId1042" Type="http://schemas.openxmlformats.org/officeDocument/2006/relationships/image" Target="../media/image1041.png"/><Relationship Id="rId1043" Type="http://schemas.openxmlformats.org/officeDocument/2006/relationships/image" Target="../media/image1042.png"/><Relationship Id="rId1044" Type="http://schemas.openxmlformats.org/officeDocument/2006/relationships/image" Target="../media/image1043.png"/><Relationship Id="rId1045" Type="http://schemas.openxmlformats.org/officeDocument/2006/relationships/image" Target="../media/image1044.png"/><Relationship Id="rId1046" Type="http://schemas.openxmlformats.org/officeDocument/2006/relationships/image" Target="../media/image1045.png"/><Relationship Id="rId1047" Type="http://schemas.openxmlformats.org/officeDocument/2006/relationships/image" Target="../media/image1046.png"/><Relationship Id="rId1048" Type="http://schemas.openxmlformats.org/officeDocument/2006/relationships/image" Target="../media/image1047.png"/><Relationship Id="rId1049" Type="http://schemas.openxmlformats.org/officeDocument/2006/relationships/image" Target="../media/image1048.png"/><Relationship Id="rId1050" Type="http://schemas.openxmlformats.org/officeDocument/2006/relationships/image" Target="../media/image1049.png"/><Relationship Id="rId1051" Type="http://schemas.openxmlformats.org/officeDocument/2006/relationships/image" Target="../media/image1050.png"/><Relationship Id="rId1052" Type="http://schemas.openxmlformats.org/officeDocument/2006/relationships/image" Target="../media/image1051.png"/><Relationship Id="rId1053" Type="http://schemas.openxmlformats.org/officeDocument/2006/relationships/image" Target="../media/image1052.png"/><Relationship Id="rId1054" Type="http://schemas.openxmlformats.org/officeDocument/2006/relationships/image" Target="../media/image1053.png"/><Relationship Id="rId1055" Type="http://schemas.openxmlformats.org/officeDocument/2006/relationships/image" Target="../media/image1054.png"/><Relationship Id="rId1056" Type="http://schemas.openxmlformats.org/officeDocument/2006/relationships/image" Target="../media/image1055.png"/><Relationship Id="rId1057" Type="http://schemas.openxmlformats.org/officeDocument/2006/relationships/image" Target="../media/image1056.png"/><Relationship Id="rId1058" Type="http://schemas.openxmlformats.org/officeDocument/2006/relationships/image" Target="../media/image1057.png"/><Relationship Id="rId1059" Type="http://schemas.openxmlformats.org/officeDocument/2006/relationships/image" Target="../media/image1058.png"/><Relationship Id="rId1060" Type="http://schemas.openxmlformats.org/officeDocument/2006/relationships/image" Target="../media/image1059.png"/><Relationship Id="rId1061" Type="http://schemas.openxmlformats.org/officeDocument/2006/relationships/image" Target="../media/image1060.png"/><Relationship Id="rId1062" Type="http://schemas.openxmlformats.org/officeDocument/2006/relationships/image" Target="../media/image1061.png"/><Relationship Id="rId1063" Type="http://schemas.openxmlformats.org/officeDocument/2006/relationships/image" Target="../media/image1062.png"/><Relationship Id="rId1064" Type="http://schemas.openxmlformats.org/officeDocument/2006/relationships/image" Target="../media/image1063.png"/><Relationship Id="rId1065" Type="http://schemas.openxmlformats.org/officeDocument/2006/relationships/image" Target="../media/image1064.png"/><Relationship Id="rId1066" Type="http://schemas.openxmlformats.org/officeDocument/2006/relationships/image" Target="../media/image1065.png"/><Relationship Id="rId1067" Type="http://schemas.openxmlformats.org/officeDocument/2006/relationships/image" Target="../media/image1066.png"/><Relationship Id="rId1068" Type="http://schemas.openxmlformats.org/officeDocument/2006/relationships/image" Target="../media/image1067.png"/><Relationship Id="rId1069" Type="http://schemas.openxmlformats.org/officeDocument/2006/relationships/image" Target="../media/image1068.png"/><Relationship Id="rId1070" Type="http://schemas.openxmlformats.org/officeDocument/2006/relationships/image" Target="../media/image1069.png"/><Relationship Id="rId1071" Type="http://schemas.openxmlformats.org/officeDocument/2006/relationships/image" Target="../media/image1070.png"/><Relationship Id="rId1072" Type="http://schemas.openxmlformats.org/officeDocument/2006/relationships/image" Target="../media/image1071.png"/><Relationship Id="rId1073" Type="http://schemas.openxmlformats.org/officeDocument/2006/relationships/image" Target="../media/image1072.png"/><Relationship Id="rId1074" Type="http://schemas.openxmlformats.org/officeDocument/2006/relationships/image" Target="../media/image1073.png"/><Relationship Id="rId1075" Type="http://schemas.openxmlformats.org/officeDocument/2006/relationships/image" Target="../media/image1074.png"/><Relationship Id="rId1076" Type="http://schemas.openxmlformats.org/officeDocument/2006/relationships/image" Target="../media/image1075.png"/><Relationship Id="rId1077" Type="http://schemas.openxmlformats.org/officeDocument/2006/relationships/image" Target="../media/image1076.png"/><Relationship Id="rId1078" Type="http://schemas.openxmlformats.org/officeDocument/2006/relationships/image" Target="../media/image1077.png"/><Relationship Id="rId1079" Type="http://schemas.openxmlformats.org/officeDocument/2006/relationships/image" Target="../media/image1078.png"/><Relationship Id="rId1080" Type="http://schemas.openxmlformats.org/officeDocument/2006/relationships/image" Target="../media/image1079.png"/><Relationship Id="rId1081" Type="http://schemas.openxmlformats.org/officeDocument/2006/relationships/image" Target="../media/image1080.png"/><Relationship Id="rId1082" Type="http://schemas.openxmlformats.org/officeDocument/2006/relationships/image" Target="../media/image1081.png"/><Relationship Id="rId1083" Type="http://schemas.openxmlformats.org/officeDocument/2006/relationships/image" Target="../media/image1082.png"/><Relationship Id="rId1084" Type="http://schemas.openxmlformats.org/officeDocument/2006/relationships/image" Target="../media/image1083.png"/><Relationship Id="rId1085" Type="http://schemas.openxmlformats.org/officeDocument/2006/relationships/image" Target="../media/image1084.png"/><Relationship Id="rId1086" Type="http://schemas.openxmlformats.org/officeDocument/2006/relationships/image" Target="../media/image1085.png"/><Relationship Id="rId1087" Type="http://schemas.openxmlformats.org/officeDocument/2006/relationships/image" Target="../media/image1086.png"/><Relationship Id="rId1088" Type="http://schemas.openxmlformats.org/officeDocument/2006/relationships/image" Target="../media/image1087.png"/><Relationship Id="rId1089" Type="http://schemas.openxmlformats.org/officeDocument/2006/relationships/image" Target="../media/image1088.png"/><Relationship Id="rId1090" Type="http://schemas.openxmlformats.org/officeDocument/2006/relationships/image" Target="../media/image1089.png"/><Relationship Id="rId1091" Type="http://schemas.openxmlformats.org/officeDocument/2006/relationships/image" Target="../media/image1090.png"/><Relationship Id="rId1092" Type="http://schemas.openxmlformats.org/officeDocument/2006/relationships/image" Target="../media/image1091.png"/><Relationship Id="rId1093" Type="http://schemas.openxmlformats.org/officeDocument/2006/relationships/image" Target="../media/image1092.png"/><Relationship Id="rId1094" Type="http://schemas.openxmlformats.org/officeDocument/2006/relationships/image" Target="../media/image1093.png"/><Relationship Id="rId1095" Type="http://schemas.openxmlformats.org/officeDocument/2006/relationships/image" Target="../media/image1094.png"/><Relationship Id="rId1096" Type="http://schemas.openxmlformats.org/officeDocument/2006/relationships/image" Target="../media/image1095.png"/><Relationship Id="rId1097" Type="http://schemas.openxmlformats.org/officeDocument/2006/relationships/image" Target="../media/image1096.png"/><Relationship Id="rId1098" Type="http://schemas.openxmlformats.org/officeDocument/2006/relationships/image" Target="../media/image1097.png"/><Relationship Id="rId1099" Type="http://schemas.openxmlformats.org/officeDocument/2006/relationships/image" Target="../media/image1098.png"/><Relationship Id="rId1100" Type="http://schemas.openxmlformats.org/officeDocument/2006/relationships/image" Target="../media/image1099.png"/><Relationship Id="rId1101" Type="http://schemas.openxmlformats.org/officeDocument/2006/relationships/image" Target="../media/image1100.png"/><Relationship Id="rId1102" Type="http://schemas.openxmlformats.org/officeDocument/2006/relationships/image" Target="../media/image1101.png"/><Relationship Id="rId1103" Type="http://schemas.openxmlformats.org/officeDocument/2006/relationships/image" Target="../media/image1102.png"/><Relationship Id="rId1104" Type="http://schemas.openxmlformats.org/officeDocument/2006/relationships/image" Target="../media/image1103.png"/><Relationship Id="rId1105" Type="http://schemas.openxmlformats.org/officeDocument/2006/relationships/image" Target="../media/image1104.png"/><Relationship Id="rId1106" Type="http://schemas.openxmlformats.org/officeDocument/2006/relationships/image" Target="../media/image1105.png"/><Relationship Id="rId1107" Type="http://schemas.openxmlformats.org/officeDocument/2006/relationships/image" Target="../media/image1106.png"/><Relationship Id="rId1108" Type="http://schemas.openxmlformats.org/officeDocument/2006/relationships/image" Target="../media/image1107.png"/><Relationship Id="rId1109" Type="http://schemas.openxmlformats.org/officeDocument/2006/relationships/image" Target="../media/image1108.png"/><Relationship Id="rId1110" Type="http://schemas.openxmlformats.org/officeDocument/2006/relationships/image" Target="../media/image1109.png"/><Relationship Id="rId1111" Type="http://schemas.openxmlformats.org/officeDocument/2006/relationships/image" Target="../media/image1110.png"/><Relationship Id="rId1112" Type="http://schemas.openxmlformats.org/officeDocument/2006/relationships/image" Target="../media/image1111.png"/><Relationship Id="rId1113" Type="http://schemas.openxmlformats.org/officeDocument/2006/relationships/image" Target="../media/image1112.png"/><Relationship Id="rId1114" Type="http://schemas.openxmlformats.org/officeDocument/2006/relationships/image" Target="../media/image1113.png"/><Relationship Id="rId1115" Type="http://schemas.openxmlformats.org/officeDocument/2006/relationships/image" Target="../media/image1114.png"/><Relationship Id="rId1116" Type="http://schemas.openxmlformats.org/officeDocument/2006/relationships/image" Target="../media/image1115.png"/><Relationship Id="rId1117" Type="http://schemas.openxmlformats.org/officeDocument/2006/relationships/image" Target="../media/image1116.png"/><Relationship Id="rId1118" Type="http://schemas.openxmlformats.org/officeDocument/2006/relationships/image" Target="../media/image1117.png"/><Relationship Id="rId1119" Type="http://schemas.openxmlformats.org/officeDocument/2006/relationships/image" Target="../media/image1118.png"/><Relationship Id="rId1120" Type="http://schemas.openxmlformats.org/officeDocument/2006/relationships/image" Target="../media/image1119.png"/><Relationship Id="rId1121" Type="http://schemas.openxmlformats.org/officeDocument/2006/relationships/image" Target="../media/image1120.png"/><Relationship Id="rId1122" Type="http://schemas.openxmlformats.org/officeDocument/2006/relationships/image" Target="../media/image1121.png"/><Relationship Id="rId1123" Type="http://schemas.openxmlformats.org/officeDocument/2006/relationships/image" Target="../media/image1122.png"/><Relationship Id="rId1124" Type="http://schemas.openxmlformats.org/officeDocument/2006/relationships/image" Target="../media/image1123.png"/><Relationship Id="rId1125" Type="http://schemas.openxmlformats.org/officeDocument/2006/relationships/image" Target="../media/image1124.png"/><Relationship Id="rId1126" Type="http://schemas.openxmlformats.org/officeDocument/2006/relationships/image" Target="../media/image1125.png"/><Relationship Id="rId1127" Type="http://schemas.openxmlformats.org/officeDocument/2006/relationships/image" Target="../media/image1126.png"/><Relationship Id="rId1128" Type="http://schemas.openxmlformats.org/officeDocument/2006/relationships/image" Target="../media/image1127.png"/><Relationship Id="rId1129" Type="http://schemas.openxmlformats.org/officeDocument/2006/relationships/image" Target="../media/image1128.png"/><Relationship Id="rId1130" Type="http://schemas.openxmlformats.org/officeDocument/2006/relationships/image" Target="../media/image1129.png"/><Relationship Id="rId1131" Type="http://schemas.openxmlformats.org/officeDocument/2006/relationships/image" Target="../media/image1130.png"/><Relationship Id="rId1132" Type="http://schemas.openxmlformats.org/officeDocument/2006/relationships/image" Target="../media/image1131.png"/><Relationship Id="rId1133" Type="http://schemas.openxmlformats.org/officeDocument/2006/relationships/image" Target="../media/image1132.png"/><Relationship Id="rId1134" Type="http://schemas.openxmlformats.org/officeDocument/2006/relationships/image" Target="../media/image1133.png"/><Relationship Id="rId1135" Type="http://schemas.openxmlformats.org/officeDocument/2006/relationships/image" Target="../media/image1134.png"/><Relationship Id="rId1136" Type="http://schemas.openxmlformats.org/officeDocument/2006/relationships/image" Target="../media/image1135.png"/><Relationship Id="rId1137" Type="http://schemas.openxmlformats.org/officeDocument/2006/relationships/image" Target="../media/image1136.png"/><Relationship Id="rId1138" Type="http://schemas.openxmlformats.org/officeDocument/2006/relationships/image" Target="../media/image1137.png"/><Relationship Id="rId1139" Type="http://schemas.openxmlformats.org/officeDocument/2006/relationships/image" Target="../media/image1138.png"/><Relationship Id="rId1140" Type="http://schemas.openxmlformats.org/officeDocument/2006/relationships/image" Target="../media/image1139.png"/><Relationship Id="rId1141" Type="http://schemas.openxmlformats.org/officeDocument/2006/relationships/image" Target="../media/image1140.png"/><Relationship Id="rId1142" Type="http://schemas.openxmlformats.org/officeDocument/2006/relationships/image" Target="../media/image1141.png"/><Relationship Id="rId1143" Type="http://schemas.openxmlformats.org/officeDocument/2006/relationships/image" Target="../media/image1142.png"/><Relationship Id="rId1144" Type="http://schemas.openxmlformats.org/officeDocument/2006/relationships/image" Target="../media/image1143.png"/><Relationship Id="rId1145" Type="http://schemas.openxmlformats.org/officeDocument/2006/relationships/image" Target="../media/image1144.png"/><Relationship Id="rId1146" Type="http://schemas.openxmlformats.org/officeDocument/2006/relationships/image" Target="../media/image1145.png"/><Relationship Id="rId1147" Type="http://schemas.openxmlformats.org/officeDocument/2006/relationships/image" Target="../media/image1146.png"/><Relationship Id="rId1148" Type="http://schemas.openxmlformats.org/officeDocument/2006/relationships/image" Target="../media/image1147.png"/><Relationship Id="rId1149" Type="http://schemas.openxmlformats.org/officeDocument/2006/relationships/image" Target="../media/image1148.png"/><Relationship Id="rId1150" Type="http://schemas.openxmlformats.org/officeDocument/2006/relationships/image" Target="../media/image1149.png"/><Relationship Id="rId1151" Type="http://schemas.openxmlformats.org/officeDocument/2006/relationships/image" Target="../media/image1150.png"/><Relationship Id="rId1152" Type="http://schemas.openxmlformats.org/officeDocument/2006/relationships/image" Target="../media/image1151.png"/><Relationship Id="rId1153" Type="http://schemas.openxmlformats.org/officeDocument/2006/relationships/image" Target="../media/image1152.png"/><Relationship Id="rId1154" Type="http://schemas.openxmlformats.org/officeDocument/2006/relationships/image" Target="../media/image1153.png"/><Relationship Id="rId1155" Type="http://schemas.openxmlformats.org/officeDocument/2006/relationships/image" Target="../media/image1154.png"/><Relationship Id="rId1156" Type="http://schemas.openxmlformats.org/officeDocument/2006/relationships/image" Target="../media/image1155.png"/><Relationship Id="rId1157" Type="http://schemas.openxmlformats.org/officeDocument/2006/relationships/image" Target="../media/image1156.png"/><Relationship Id="rId1158" Type="http://schemas.openxmlformats.org/officeDocument/2006/relationships/image" Target="../media/image1157.png"/><Relationship Id="rId1159" Type="http://schemas.openxmlformats.org/officeDocument/2006/relationships/image" Target="../media/image1158.png"/><Relationship Id="rId1160" Type="http://schemas.openxmlformats.org/officeDocument/2006/relationships/image" Target="../media/image1159.png"/><Relationship Id="rId1161" Type="http://schemas.openxmlformats.org/officeDocument/2006/relationships/image" Target="../media/image1160.png"/><Relationship Id="rId1162" Type="http://schemas.openxmlformats.org/officeDocument/2006/relationships/image" Target="../media/image1161.png"/><Relationship Id="rId1163" Type="http://schemas.openxmlformats.org/officeDocument/2006/relationships/image" Target="../media/image1162.png"/><Relationship Id="rId1164" Type="http://schemas.openxmlformats.org/officeDocument/2006/relationships/image" Target="../media/image1163.png"/><Relationship Id="rId1165" Type="http://schemas.openxmlformats.org/officeDocument/2006/relationships/image" Target="../media/image1164.png"/><Relationship Id="rId1166" Type="http://schemas.openxmlformats.org/officeDocument/2006/relationships/image" Target="../media/image1165.png"/><Relationship Id="rId1167" Type="http://schemas.openxmlformats.org/officeDocument/2006/relationships/image" Target="../media/image1166.png"/><Relationship Id="rId1168" Type="http://schemas.openxmlformats.org/officeDocument/2006/relationships/image" Target="../media/image1167.png"/><Relationship Id="rId1169" Type="http://schemas.openxmlformats.org/officeDocument/2006/relationships/image" Target="../media/image1168.png"/><Relationship Id="rId1170" Type="http://schemas.openxmlformats.org/officeDocument/2006/relationships/image" Target="../media/image1169.png"/><Relationship Id="rId1171" Type="http://schemas.openxmlformats.org/officeDocument/2006/relationships/image" Target="../media/image1170.png"/><Relationship Id="rId1172" Type="http://schemas.openxmlformats.org/officeDocument/2006/relationships/image" Target="../media/image1171.png"/><Relationship Id="rId1173" Type="http://schemas.openxmlformats.org/officeDocument/2006/relationships/image" Target="../media/image1172.png"/><Relationship Id="rId1174" Type="http://schemas.openxmlformats.org/officeDocument/2006/relationships/image" Target="../media/image1173.png"/><Relationship Id="rId1175" Type="http://schemas.openxmlformats.org/officeDocument/2006/relationships/image" Target="../media/image1174.png"/><Relationship Id="rId1176" Type="http://schemas.openxmlformats.org/officeDocument/2006/relationships/image" Target="../media/image1175.png"/><Relationship Id="rId1177" Type="http://schemas.openxmlformats.org/officeDocument/2006/relationships/image" Target="../media/image1176.png"/><Relationship Id="rId1178" Type="http://schemas.openxmlformats.org/officeDocument/2006/relationships/image" Target="../media/image1177.png"/><Relationship Id="rId1179" Type="http://schemas.openxmlformats.org/officeDocument/2006/relationships/image" Target="../media/image1178.png"/><Relationship Id="rId1180" Type="http://schemas.openxmlformats.org/officeDocument/2006/relationships/image" Target="../media/image1179.png"/><Relationship Id="rId1181" Type="http://schemas.openxmlformats.org/officeDocument/2006/relationships/image" Target="../media/image1180.png"/><Relationship Id="rId1182" Type="http://schemas.openxmlformats.org/officeDocument/2006/relationships/image" Target="../media/image1181.png"/><Relationship Id="rId1183" Type="http://schemas.openxmlformats.org/officeDocument/2006/relationships/image" Target="../media/image1182.png"/><Relationship Id="rId1184" Type="http://schemas.openxmlformats.org/officeDocument/2006/relationships/image" Target="../media/image1183.png"/><Relationship Id="rId1185" Type="http://schemas.openxmlformats.org/officeDocument/2006/relationships/image" Target="../media/image1184.png"/><Relationship Id="rId1186" Type="http://schemas.openxmlformats.org/officeDocument/2006/relationships/image" Target="../media/image1185.png"/><Relationship Id="rId1187" Type="http://schemas.openxmlformats.org/officeDocument/2006/relationships/image" Target="../media/image1186.png"/><Relationship Id="rId1188" Type="http://schemas.openxmlformats.org/officeDocument/2006/relationships/image" Target="../media/image1187.png"/><Relationship Id="rId1189" Type="http://schemas.openxmlformats.org/officeDocument/2006/relationships/image" Target="../media/image1188.png"/><Relationship Id="rId1190" Type="http://schemas.openxmlformats.org/officeDocument/2006/relationships/image" Target="../media/image1189.png"/><Relationship Id="rId1191" Type="http://schemas.openxmlformats.org/officeDocument/2006/relationships/image" Target="../media/image1190.png"/><Relationship Id="rId1192" Type="http://schemas.openxmlformats.org/officeDocument/2006/relationships/image" Target="../media/image1191.png"/><Relationship Id="rId1193" Type="http://schemas.openxmlformats.org/officeDocument/2006/relationships/image" Target="../media/image1192.png"/><Relationship Id="rId1194" Type="http://schemas.openxmlformats.org/officeDocument/2006/relationships/image" Target="../media/image1193.png"/><Relationship Id="rId1195" Type="http://schemas.openxmlformats.org/officeDocument/2006/relationships/image" Target="../media/image1194.png"/><Relationship Id="rId1196" Type="http://schemas.openxmlformats.org/officeDocument/2006/relationships/image" Target="../media/image1195.png"/><Relationship Id="rId1197" Type="http://schemas.openxmlformats.org/officeDocument/2006/relationships/image" Target="../media/image1196.png"/><Relationship Id="rId1198" Type="http://schemas.openxmlformats.org/officeDocument/2006/relationships/image" Target="../media/image1197.png"/><Relationship Id="rId1199" Type="http://schemas.openxmlformats.org/officeDocument/2006/relationships/image" Target="../media/image1198.png"/><Relationship Id="rId1200" Type="http://schemas.openxmlformats.org/officeDocument/2006/relationships/image" Target="../media/image1199.png"/><Relationship Id="rId1201" Type="http://schemas.openxmlformats.org/officeDocument/2006/relationships/image" Target="../media/image1200.png"/><Relationship Id="rId1202" Type="http://schemas.openxmlformats.org/officeDocument/2006/relationships/image" Target="../media/image1201.png"/><Relationship Id="rId1203" Type="http://schemas.openxmlformats.org/officeDocument/2006/relationships/image" Target="../media/image1202.png"/><Relationship Id="rId1204" Type="http://schemas.openxmlformats.org/officeDocument/2006/relationships/image" Target="../media/image1203.png"/><Relationship Id="rId1205" Type="http://schemas.openxmlformats.org/officeDocument/2006/relationships/image" Target="../media/image1204.png"/><Relationship Id="rId1206" Type="http://schemas.openxmlformats.org/officeDocument/2006/relationships/image" Target="../media/image1205.png"/><Relationship Id="rId1207" Type="http://schemas.openxmlformats.org/officeDocument/2006/relationships/image" Target="../media/image1206.png"/><Relationship Id="rId1208" Type="http://schemas.openxmlformats.org/officeDocument/2006/relationships/image" Target="../media/image1207.png"/><Relationship Id="rId1209" Type="http://schemas.openxmlformats.org/officeDocument/2006/relationships/image" Target="../media/image1208.png"/><Relationship Id="rId1210" Type="http://schemas.openxmlformats.org/officeDocument/2006/relationships/image" Target="../media/image1209.png"/><Relationship Id="rId1211" Type="http://schemas.openxmlformats.org/officeDocument/2006/relationships/image" Target="../media/image1210.png"/><Relationship Id="rId1212" Type="http://schemas.openxmlformats.org/officeDocument/2006/relationships/image" Target="../media/image1211.png"/><Relationship Id="rId1213" Type="http://schemas.openxmlformats.org/officeDocument/2006/relationships/image" Target="../media/image1212.png"/><Relationship Id="rId1214" Type="http://schemas.openxmlformats.org/officeDocument/2006/relationships/image" Target="../media/image1213.png"/><Relationship Id="rId1215" Type="http://schemas.openxmlformats.org/officeDocument/2006/relationships/image" Target="../media/image1214.png"/><Relationship Id="rId1216" Type="http://schemas.openxmlformats.org/officeDocument/2006/relationships/image" Target="../media/image1215.png"/><Relationship Id="rId1217" Type="http://schemas.openxmlformats.org/officeDocument/2006/relationships/image" Target="../media/image1216.png"/><Relationship Id="rId1218" Type="http://schemas.openxmlformats.org/officeDocument/2006/relationships/image" Target="../media/image1217.png"/><Relationship Id="rId1219" Type="http://schemas.openxmlformats.org/officeDocument/2006/relationships/image" Target="../media/image1218.png"/><Relationship Id="rId1220" Type="http://schemas.openxmlformats.org/officeDocument/2006/relationships/image" Target="../media/image1219.png"/><Relationship Id="rId1221" Type="http://schemas.openxmlformats.org/officeDocument/2006/relationships/image" Target="../media/image1220.png"/><Relationship Id="rId1222" Type="http://schemas.openxmlformats.org/officeDocument/2006/relationships/image" Target="../media/image1221.png"/><Relationship Id="rId1223" Type="http://schemas.openxmlformats.org/officeDocument/2006/relationships/image" Target="../media/image1222.png"/><Relationship Id="rId1224" Type="http://schemas.openxmlformats.org/officeDocument/2006/relationships/image" Target="../media/image1223.png"/><Relationship Id="rId1225" Type="http://schemas.openxmlformats.org/officeDocument/2006/relationships/image" Target="../media/image1224.png"/><Relationship Id="rId1226" Type="http://schemas.openxmlformats.org/officeDocument/2006/relationships/image" Target="../media/image1225.png"/><Relationship Id="rId1227" Type="http://schemas.openxmlformats.org/officeDocument/2006/relationships/image" Target="../media/image1226.png"/><Relationship Id="rId1228" Type="http://schemas.openxmlformats.org/officeDocument/2006/relationships/image" Target="../media/image1227.png"/><Relationship Id="rId1229" Type="http://schemas.openxmlformats.org/officeDocument/2006/relationships/image" Target="../media/image1228.png"/><Relationship Id="rId1230" Type="http://schemas.openxmlformats.org/officeDocument/2006/relationships/image" Target="../media/image1229.png"/><Relationship Id="rId1231" Type="http://schemas.openxmlformats.org/officeDocument/2006/relationships/image" Target="../media/image1230.png"/><Relationship Id="rId1232" Type="http://schemas.openxmlformats.org/officeDocument/2006/relationships/image" Target="../media/image1231.png"/><Relationship Id="rId1233" Type="http://schemas.openxmlformats.org/officeDocument/2006/relationships/image" Target="../media/image1232.png"/><Relationship Id="rId1234" Type="http://schemas.openxmlformats.org/officeDocument/2006/relationships/image" Target="../media/image1233.png"/><Relationship Id="rId1235" Type="http://schemas.openxmlformats.org/officeDocument/2006/relationships/image" Target="../media/image1234.png"/><Relationship Id="rId1236" Type="http://schemas.openxmlformats.org/officeDocument/2006/relationships/image" Target="../media/image1235.png"/><Relationship Id="rId1237" Type="http://schemas.openxmlformats.org/officeDocument/2006/relationships/image" Target="../media/image1236.png"/><Relationship Id="rId1238" Type="http://schemas.openxmlformats.org/officeDocument/2006/relationships/image" Target="../media/image1237.png"/><Relationship Id="rId1239" Type="http://schemas.openxmlformats.org/officeDocument/2006/relationships/image" Target="../media/image1238.png"/><Relationship Id="rId1240" Type="http://schemas.openxmlformats.org/officeDocument/2006/relationships/image" Target="../media/image1239.png"/><Relationship Id="rId1241" Type="http://schemas.openxmlformats.org/officeDocument/2006/relationships/image" Target="../media/image1240.png"/><Relationship Id="rId1242" Type="http://schemas.openxmlformats.org/officeDocument/2006/relationships/image" Target="../media/image1241.png"/><Relationship Id="rId1243" Type="http://schemas.openxmlformats.org/officeDocument/2006/relationships/image" Target="../media/image1242.png"/><Relationship Id="rId1244" Type="http://schemas.openxmlformats.org/officeDocument/2006/relationships/image" Target="../media/image1243.png"/><Relationship Id="rId1245" Type="http://schemas.openxmlformats.org/officeDocument/2006/relationships/image" Target="../media/image1244.png"/><Relationship Id="rId1246" Type="http://schemas.openxmlformats.org/officeDocument/2006/relationships/image" Target="../media/image1245.png"/><Relationship Id="rId1247" Type="http://schemas.openxmlformats.org/officeDocument/2006/relationships/image" Target="../media/image1246.png"/><Relationship Id="rId1248" Type="http://schemas.openxmlformats.org/officeDocument/2006/relationships/image" Target="../media/image1247.png"/><Relationship Id="rId1249" Type="http://schemas.openxmlformats.org/officeDocument/2006/relationships/image" Target="../media/image1248.png"/><Relationship Id="rId1250" Type="http://schemas.openxmlformats.org/officeDocument/2006/relationships/image" Target="../media/image1249.png"/><Relationship Id="rId1251" Type="http://schemas.openxmlformats.org/officeDocument/2006/relationships/image" Target="../media/image1250.png"/><Relationship Id="rId1252" Type="http://schemas.openxmlformats.org/officeDocument/2006/relationships/image" Target="../media/image1251.png"/><Relationship Id="rId1253" Type="http://schemas.openxmlformats.org/officeDocument/2006/relationships/image" Target="../media/image1252.png"/><Relationship Id="rId1254" Type="http://schemas.openxmlformats.org/officeDocument/2006/relationships/image" Target="../media/image1253.png"/><Relationship Id="rId1255" Type="http://schemas.openxmlformats.org/officeDocument/2006/relationships/image" Target="../media/image1254.png"/><Relationship Id="rId1256" Type="http://schemas.openxmlformats.org/officeDocument/2006/relationships/image" Target="../media/image1255.png"/><Relationship Id="rId1257" Type="http://schemas.openxmlformats.org/officeDocument/2006/relationships/image" Target="../media/image1256.png"/><Relationship Id="rId1258" Type="http://schemas.openxmlformats.org/officeDocument/2006/relationships/image" Target="../media/image1257.png"/><Relationship Id="rId1259" Type="http://schemas.openxmlformats.org/officeDocument/2006/relationships/image" Target="../media/image1258.png"/><Relationship Id="rId1260" Type="http://schemas.openxmlformats.org/officeDocument/2006/relationships/image" Target="../media/image1259.png"/><Relationship Id="rId1261" Type="http://schemas.openxmlformats.org/officeDocument/2006/relationships/image" Target="../media/image1260.png"/><Relationship Id="rId1262" Type="http://schemas.openxmlformats.org/officeDocument/2006/relationships/image" Target="../media/image1261.png"/><Relationship Id="rId1263" Type="http://schemas.openxmlformats.org/officeDocument/2006/relationships/image" Target="../media/image1262.png"/><Relationship Id="rId1264" Type="http://schemas.openxmlformats.org/officeDocument/2006/relationships/image" Target="../media/image1263.png"/><Relationship Id="rId1265" Type="http://schemas.openxmlformats.org/officeDocument/2006/relationships/image" Target="../media/image1264.png"/><Relationship Id="rId1266" Type="http://schemas.openxmlformats.org/officeDocument/2006/relationships/image" Target="../media/image1265.png"/><Relationship Id="rId1267" Type="http://schemas.openxmlformats.org/officeDocument/2006/relationships/image" Target="../media/image1266.png"/><Relationship Id="rId1268" Type="http://schemas.openxmlformats.org/officeDocument/2006/relationships/image" Target="../media/image1267.png"/><Relationship Id="rId1269" Type="http://schemas.openxmlformats.org/officeDocument/2006/relationships/image" Target="../media/image1268.png"/><Relationship Id="rId1270" Type="http://schemas.openxmlformats.org/officeDocument/2006/relationships/image" Target="../media/image1269.png"/><Relationship Id="rId1271" Type="http://schemas.openxmlformats.org/officeDocument/2006/relationships/image" Target="../media/image1270.png"/><Relationship Id="rId1272" Type="http://schemas.openxmlformats.org/officeDocument/2006/relationships/image" Target="../media/image1271.png"/><Relationship Id="rId1273" Type="http://schemas.openxmlformats.org/officeDocument/2006/relationships/image" Target="../media/image1272.png"/><Relationship Id="rId1274" Type="http://schemas.openxmlformats.org/officeDocument/2006/relationships/image" Target="../media/image1273.png"/><Relationship Id="rId1275" Type="http://schemas.openxmlformats.org/officeDocument/2006/relationships/image" Target="../media/image1274.png"/><Relationship Id="rId1276" Type="http://schemas.openxmlformats.org/officeDocument/2006/relationships/image" Target="../media/image1275.png"/><Relationship Id="rId1277" Type="http://schemas.openxmlformats.org/officeDocument/2006/relationships/image" Target="../media/image1276.png"/><Relationship Id="rId1278" Type="http://schemas.openxmlformats.org/officeDocument/2006/relationships/image" Target="../media/image1277.png"/><Relationship Id="rId1279" Type="http://schemas.openxmlformats.org/officeDocument/2006/relationships/image" Target="../media/image1278.png"/><Relationship Id="rId1280" Type="http://schemas.openxmlformats.org/officeDocument/2006/relationships/image" Target="../media/image1279.png"/><Relationship Id="rId1281" Type="http://schemas.openxmlformats.org/officeDocument/2006/relationships/image" Target="../media/image1280.png"/><Relationship Id="rId1282" Type="http://schemas.openxmlformats.org/officeDocument/2006/relationships/image" Target="../media/image1281.png"/><Relationship Id="rId1283" Type="http://schemas.openxmlformats.org/officeDocument/2006/relationships/image" Target="../media/image1282.png"/><Relationship Id="rId1284" Type="http://schemas.openxmlformats.org/officeDocument/2006/relationships/image" Target="../media/image1283.png"/><Relationship Id="rId1285" Type="http://schemas.openxmlformats.org/officeDocument/2006/relationships/image" Target="../media/image1284.png"/><Relationship Id="rId1286" Type="http://schemas.openxmlformats.org/officeDocument/2006/relationships/image" Target="../media/image1285.png"/><Relationship Id="rId1287" Type="http://schemas.openxmlformats.org/officeDocument/2006/relationships/image" Target="../media/image1286.png"/><Relationship Id="rId1288" Type="http://schemas.openxmlformats.org/officeDocument/2006/relationships/image" Target="../media/image1287.png"/><Relationship Id="rId1289" Type="http://schemas.openxmlformats.org/officeDocument/2006/relationships/image" Target="../media/image1288.png"/><Relationship Id="rId1290" Type="http://schemas.openxmlformats.org/officeDocument/2006/relationships/image" Target="../media/image1289.png"/><Relationship Id="rId1291" Type="http://schemas.openxmlformats.org/officeDocument/2006/relationships/image" Target="../media/image1290.png"/><Relationship Id="rId1292" Type="http://schemas.openxmlformats.org/officeDocument/2006/relationships/image" Target="../media/image1291.png"/><Relationship Id="rId1293" Type="http://schemas.openxmlformats.org/officeDocument/2006/relationships/image" Target="../media/image1292.png"/><Relationship Id="rId1294" Type="http://schemas.openxmlformats.org/officeDocument/2006/relationships/image" Target="../media/image1293.png"/><Relationship Id="rId1295" Type="http://schemas.openxmlformats.org/officeDocument/2006/relationships/image" Target="../media/image1294.png"/><Relationship Id="rId1296" Type="http://schemas.openxmlformats.org/officeDocument/2006/relationships/image" Target="../media/image1295.png"/><Relationship Id="rId1297" Type="http://schemas.openxmlformats.org/officeDocument/2006/relationships/image" Target="../media/image1296.png"/><Relationship Id="rId1298" Type="http://schemas.openxmlformats.org/officeDocument/2006/relationships/image" Target="../media/image1297.png"/><Relationship Id="rId1299" Type="http://schemas.openxmlformats.org/officeDocument/2006/relationships/image" Target="../media/image1298.png"/><Relationship Id="rId1300" Type="http://schemas.openxmlformats.org/officeDocument/2006/relationships/image" Target="../media/image1299.png"/><Relationship Id="rId1301" Type="http://schemas.openxmlformats.org/officeDocument/2006/relationships/image" Target="../media/image1300.png"/><Relationship Id="rId1302" Type="http://schemas.openxmlformats.org/officeDocument/2006/relationships/image" Target="../media/image1301.png"/><Relationship Id="rId1303" Type="http://schemas.openxmlformats.org/officeDocument/2006/relationships/image" Target="../media/image1302.png"/><Relationship Id="rId1304" Type="http://schemas.openxmlformats.org/officeDocument/2006/relationships/image" Target="../media/image1303.png"/><Relationship Id="rId1305" Type="http://schemas.openxmlformats.org/officeDocument/2006/relationships/image" Target="../media/image1304.png"/><Relationship Id="rId1306" Type="http://schemas.openxmlformats.org/officeDocument/2006/relationships/image" Target="../media/image1305.png"/><Relationship Id="rId1307" Type="http://schemas.openxmlformats.org/officeDocument/2006/relationships/image" Target="../media/image1306.png"/><Relationship Id="rId1308" Type="http://schemas.openxmlformats.org/officeDocument/2006/relationships/image" Target="../media/image1307.png"/><Relationship Id="rId1309" Type="http://schemas.openxmlformats.org/officeDocument/2006/relationships/image" Target="../media/image1308.png"/><Relationship Id="rId1310" Type="http://schemas.openxmlformats.org/officeDocument/2006/relationships/image" Target="../media/image1309.png"/><Relationship Id="rId1311" Type="http://schemas.openxmlformats.org/officeDocument/2006/relationships/image" Target="../media/image1310.png"/><Relationship Id="rId1312" Type="http://schemas.openxmlformats.org/officeDocument/2006/relationships/image" Target="../media/image1311.png"/><Relationship Id="rId1313" Type="http://schemas.openxmlformats.org/officeDocument/2006/relationships/image" Target="../media/image1312.png"/><Relationship Id="rId1314" Type="http://schemas.openxmlformats.org/officeDocument/2006/relationships/image" Target="../media/image1313.png"/><Relationship Id="rId1315" Type="http://schemas.openxmlformats.org/officeDocument/2006/relationships/image" Target="../media/image1314.png"/><Relationship Id="rId1316" Type="http://schemas.openxmlformats.org/officeDocument/2006/relationships/image" Target="../media/image1315.png"/><Relationship Id="rId1317" Type="http://schemas.openxmlformats.org/officeDocument/2006/relationships/image" Target="../media/image1316.png"/><Relationship Id="rId1318" Type="http://schemas.openxmlformats.org/officeDocument/2006/relationships/image" Target="../media/image1317.png"/><Relationship Id="rId1319" Type="http://schemas.openxmlformats.org/officeDocument/2006/relationships/image" Target="../media/image1318.png"/><Relationship Id="rId1320" Type="http://schemas.openxmlformats.org/officeDocument/2006/relationships/image" Target="../media/image1319.png"/><Relationship Id="rId1321" Type="http://schemas.openxmlformats.org/officeDocument/2006/relationships/image" Target="../media/image1320.png"/><Relationship Id="rId1322" Type="http://schemas.openxmlformats.org/officeDocument/2006/relationships/image" Target="../media/image1321.png"/><Relationship Id="rId1323" Type="http://schemas.openxmlformats.org/officeDocument/2006/relationships/image" Target="../media/image1322.png"/><Relationship Id="rId1324" Type="http://schemas.openxmlformats.org/officeDocument/2006/relationships/image" Target="../media/image1323.png"/><Relationship Id="rId1325" Type="http://schemas.openxmlformats.org/officeDocument/2006/relationships/image" Target="../media/image1324.png"/><Relationship Id="rId1326" Type="http://schemas.openxmlformats.org/officeDocument/2006/relationships/image" Target="../media/image1325.png"/><Relationship Id="rId1327" Type="http://schemas.openxmlformats.org/officeDocument/2006/relationships/image" Target="../media/image1326.png"/><Relationship Id="rId1328" Type="http://schemas.openxmlformats.org/officeDocument/2006/relationships/image" Target="../media/image1327.png"/><Relationship Id="rId1329" Type="http://schemas.openxmlformats.org/officeDocument/2006/relationships/image" Target="../media/image1328.png"/><Relationship Id="rId1330" Type="http://schemas.openxmlformats.org/officeDocument/2006/relationships/image" Target="../media/image1329.png"/><Relationship Id="rId1331" Type="http://schemas.openxmlformats.org/officeDocument/2006/relationships/image" Target="../media/image1330.png"/><Relationship Id="rId1332" Type="http://schemas.openxmlformats.org/officeDocument/2006/relationships/image" Target="../media/image1331.png"/><Relationship Id="rId1333" Type="http://schemas.openxmlformats.org/officeDocument/2006/relationships/image" Target="../media/image1332.png"/><Relationship Id="rId1334" Type="http://schemas.openxmlformats.org/officeDocument/2006/relationships/image" Target="../media/image1333.png"/><Relationship Id="rId1335" Type="http://schemas.openxmlformats.org/officeDocument/2006/relationships/image" Target="../media/image1334.png"/><Relationship Id="rId1336" Type="http://schemas.openxmlformats.org/officeDocument/2006/relationships/image" Target="../media/image1335.png"/><Relationship Id="rId1337" Type="http://schemas.openxmlformats.org/officeDocument/2006/relationships/image" Target="../media/image1336.png"/><Relationship Id="rId1338" Type="http://schemas.openxmlformats.org/officeDocument/2006/relationships/image" Target="../media/image1337.png"/><Relationship Id="rId1339" Type="http://schemas.openxmlformats.org/officeDocument/2006/relationships/image" Target="../media/image1338.png"/><Relationship Id="rId1340" Type="http://schemas.openxmlformats.org/officeDocument/2006/relationships/image" Target="../media/image1339.png"/><Relationship Id="rId1341" Type="http://schemas.openxmlformats.org/officeDocument/2006/relationships/image" Target="../media/image1340.png"/><Relationship Id="rId1342" Type="http://schemas.openxmlformats.org/officeDocument/2006/relationships/image" Target="../media/image1341.png"/><Relationship Id="rId1343" Type="http://schemas.openxmlformats.org/officeDocument/2006/relationships/image" Target="../media/image1342.png"/><Relationship Id="rId1344" Type="http://schemas.openxmlformats.org/officeDocument/2006/relationships/image" Target="../media/image1343.png"/><Relationship Id="rId1345" Type="http://schemas.openxmlformats.org/officeDocument/2006/relationships/image" Target="../media/image1344.png"/><Relationship Id="rId1346" Type="http://schemas.openxmlformats.org/officeDocument/2006/relationships/image" Target="../media/image1345.png"/><Relationship Id="rId1347" Type="http://schemas.openxmlformats.org/officeDocument/2006/relationships/image" Target="../media/image1346.png"/><Relationship Id="rId1348" Type="http://schemas.openxmlformats.org/officeDocument/2006/relationships/image" Target="../media/image1347.png"/><Relationship Id="rId1349" Type="http://schemas.openxmlformats.org/officeDocument/2006/relationships/image" Target="../media/image1348.png"/><Relationship Id="rId1350" Type="http://schemas.openxmlformats.org/officeDocument/2006/relationships/image" Target="../media/image1349.png"/><Relationship Id="rId1351" Type="http://schemas.openxmlformats.org/officeDocument/2006/relationships/image" Target="../media/image1350.png"/><Relationship Id="rId1352" Type="http://schemas.openxmlformats.org/officeDocument/2006/relationships/image" Target="../media/image1351.png"/><Relationship Id="rId1353" Type="http://schemas.openxmlformats.org/officeDocument/2006/relationships/image" Target="../media/image1352.png"/><Relationship Id="rId1354" Type="http://schemas.openxmlformats.org/officeDocument/2006/relationships/image" Target="../media/image1353.png"/><Relationship Id="rId1355" Type="http://schemas.openxmlformats.org/officeDocument/2006/relationships/image" Target="../media/image1354.png"/><Relationship Id="rId1356" Type="http://schemas.openxmlformats.org/officeDocument/2006/relationships/image" Target="../media/image1355.png"/><Relationship Id="rId1357" Type="http://schemas.openxmlformats.org/officeDocument/2006/relationships/image" Target="../media/image1356.png"/><Relationship Id="rId1358" Type="http://schemas.openxmlformats.org/officeDocument/2006/relationships/image" Target="../media/image1357.png"/><Relationship Id="rId1359" Type="http://schemas.openxmlformats.org/officeDocument/2006/relationships/image" Target="../media/image1358.png"/><Relationship Id="rId1360" Type="http://schemas.openxmlformats.org/officeDocument/2006/relationships/image" Target="../media/image1359.png"/><Relationship Id="rId1361" Type="http://schemas.openxmlformats.org/officeDocument/2006/relationships/image" Target="../media/image1360.png"/><Relationship Id="rId1362" Type="http://schemas.openxmlformats.org/officeDocument/2006/relationships/image" Target="../media/image1361.png"/><Relationship Id="rId1363" Type="http://schemas.openxmlformats.org/officeDocument/2006/relationships/image" Target="../media/image1362.png"/><Relationship Id="rId1364" Type="http://schemas.openxmlformats.org/officeDocument/2006/relationships/image" Target="../media/image1363.png"/><Relationship Id="rId1365" Type="http://schemas.openxmlformats.org/officeDocument/2006/relationships/image" Target="../media/image1364.png"/><Relationship Id="rId1366" Type="http://schemas.openxmlformats.org/officeDocument/2006/relationships/image" Target="../media/image1365.png"/><Relationship Id="rId1367" Type="http://schemas.openxmlformats.org/officeDocument/2006/relationships/image" Target="../media/image1366.png"/><Relationship Id="rId1368" Type="http://schemas.openxmlformats.org/officeDocument/2006/relationships/image" Target="../media/image1367.png"/><Relationship Id="rId1369" Type="http://schemas.openxmlformats.org/officeDocument/2006/relationships/image" Target="../media/image1368.png"/><Relationship Id="rId1370" Type="http://schemas.openxmlformats.org/officeDocument/2006/relationships/image" Target="../media/image1369.png"/><Relationship Id="rId1371" Type="http://schemas.openxmlformats.org/officeDocument/2006/relationships/image" Target="../media/image1370.png"/><Relationship Id="rId1372" Type="http://schemas.openxmlformats.org/officeDocument/2006/relationships/image" Target="../media/image1371.png"/><Relationship Id="rId1373" Type="http://schemas.openxmlformats.org/officeDocument/2006/relationships/image" Target="../media/image1372.png"/><Relationship Id="rId1374" Type="http://schemas.openxmlformats.org/officeDocument/2006/relationships/image" Target="../media/image1373.png"/><Relationship Id="rId1375" Type="http://schemas.openxmlformats.org/officeDocument/2006/relationships/image" Target="../media/image1374.png"/><Relationship Id="rId1376" Type="http://schemas.openxmlformats.org/officeDocument/2006/relationships/image" Target="../media/image1375.png"/><Relationship Id="rId1377" Type="http://schemas.openxmlformats.org/officeDocument/2006/relationships/image" Target="../media/image1376.png"/><Relationship Id="rId1378" Type="http://schemas.openxmlformats.org/officeDocument/2006/relationships/image" Target="../media/image1377.png"/><Relationship Id="rId1379" Type="http://schemas.openxmlformats.org/officeDocument/2006/relationships/image" Target="../media/image1378.png"/><Relationship Id="rId1380" Type="http://schemas.openxmlformats.org/officeDocument/2006/relationships/image" Target="../media/image1379.png"/><Relationship Id="rId1381" Type="http://schemas.openxmlformats.org/officeDocument/2006/relationships/image" Target="../media/image1380.png"/><Relationship Id="rId1382" Type="http://schemas.openxmlformats.org/officeDocument/2006/relationships/image" Target="../media/image1381.png"/><Relationship Id="rId1383" Type="http://schemas.openxmlformats.org/officeDocument/2006/relationships/image" Target="../media/image1382.png"/><Relationship Id="rId1384" Type="http://schemas.openxmlformats.org/officeDocument/2006/relationships/image" Target="../media/image1383.png"/><Relationship Id="rId1385" Type="http://schemas.openxmlformats.org/officeDocument/2006/relationships/image" Target="../media/image1384.png"/><Relationship Id="rId1386" Type="http://schemas.openxmlformats.org/officeDocument/2006/relationships/image" Target="../media/image1385.png"/><Relationship Id="rId1387" Type="http://schemas.openxmlformats.org/officeDocument/2006/relationships/image" Target="../media/image1386.png"/><Relationship Id="rId1388" Type="http://schemas.openxmlformats.org/officeDocument/2006/relationships/image" Target="../media/image1387.png"/><Relationship Id="rId1389" Type="http://schemas.openxmlformats.org/officeDocument/2006/relationships/image" Target="../media/image1388.png"/><Relationship Id="rId1390" Type="http://schemas.openxmlformats.org/officeDocument/2006/relationships/image" Target="../media/image1389.png"/><Relationship Id="rId1391" Type="http://schemas.openxmlformats.org/officeDocument/2006/relationships/image" Target="../media/image1390.png"/><Relationship Id="rId1392" Type="http://schemas.openxmlformats.org/officeDocument/2006/relationships/image" Target="../media/image1391.png"/><Relationship Id="rId1393" Type="http://schemas.openxmlformats.org/officeDocument/2006/relationships/image" Target="../media/image1392.png"/><Relationship Id="rId1394" Type="http://schemas.openxmlformats.org/officeDocument/2006/relationships/image" Target="../media/image1393.png"/><Relationship Id="rId1395" Type="http://schemas.openxmlformats.org/officeDocument/2006/relationships/image" Target="../media/image1394.png"/><Relationship Id="rId1396" Type="http://schemas.openxmlformats.org/officeDocument/2006/relationships/image" Target="../media/image1395.png"/><Relationship Id="rId1397" Type="http://schemas.openxmlformats.org/officeDocument/2006/relationships/image" Target="../media/image1396.png"/><Relationship Id="rId1398" Type="http://schemas.openxmlformats.org/officeDocument/2006/relationships/image" Target="../media/image1397.png"/><Relationship Id="rId1399" Type="http://schemas.openxmlformats.org/officeDocument/2006/relationships/image" Target="../media/image1398.png"/><Relationship Id="rId1400" Type="http://schemas.openxmlformats.org/officeDocument/2006/relationships/image" Target="../media/image1399.png"/><Relationship Id="rId1401" Type="http://schemas.openxmlformats.org/officeDocument/2006/relationships/image" Target="../media/image1400.png"/><Relationship Id="rId1402" Type="http://schemas.openxmlformats.org/officeDocument/2006/relationships/image" Target="../media/image1401.png"/><Relationship Id="rId1403" Type="http://schemas.openxmlformats.org/officeDocument/2006/relationships/image" Target="../media/image1402.png"/><Relationship Id="rId1404" Type="http://schemas.openxmlformats.org/officeDocument/2006/relationships/image" Target="../media/image1403.png"/><Relationship Id="rId1405" Type="http://schemas.openxmlformats.org/officeDocument/2006/relationships/image" Target="../media/image1404.png"/><Relationship Id="rId1406" Type="http://schemas.openxmlformats.org/officeDocument/2006/relationships/image" Target="../media/image1405.png"/><Relationship Id="rId1407" Type="http://schemas.openxmlformats.org/officeDocument/2006/relationships/image" Target="../media/image1406.png"/><Relationship Id="rId1408" Type="http://schemas.openxmlformats.org/officeDocument/2006/relationships/image" Target="../media/image1407.png"/><Relationship Id="rId1409" Type="http://schemas.openxmlformats.org/officeDocument/2006/relationships/image" Target="../media/image1408.png"/><Relationship Id="rId1410" Type="http://schemas.openxmlformats.org/officeDocument/2006/relationships/image" Target="../media/image1409.png"/><Relationship Id="rId1411" Type="http://schemas.openxmlformats.org/officeDocument/2006/relationships/image" Target="../media/image1410.png"/><Relationship Id="rId1412" Type="http://schemas.openxmlformats.org/officeDocument/2006/relationships/image" Target="../media/image1411.png"/><Relationship Id="rId1413" Type="http://schemas.openxmlformats.org/officeDocument/2006/relationships/image" Target="../media/image1412.png"/><Relationship Id="rId1414" Type="http://schemas.openxmlformats.org/officeDocument/2006/relationships/image" Target="../media/image1413.png"/><Relationship Id="rId1415" Type="http://schemas.openxmlformats.org/officeDocument/2006/relationships/image" Target="../media/image1414.png"/><Relationship Id="rId1416" Type="http://schemas.openxmlformats.org/officeDocument/2006/relationships/image" Target="../media/image1415.png"/><Relationship Id="rId1417" Type="http://schemas.openxmlformats.org/officeDocument/2006/relationships/image" Target="../media/image1416.png"/><Relationship Id="rId1418" Type="http://schemas.openxmlformats.org/officeDocument/2006/relationships/image" Target="../media/image1417.png"/><Relationship Id="rId1419" Type="http://schemas.openxmlformats.org/officeDocument/2006/relationships/image" Target="../media/image1418.png"/><Relationship Id="rId1420" Type="http://schemas.openxmlformats.org/officeDocument/2006/relationships/image" Target="../media/image1419.png"/><Relationship Id="rId1421" Type="http://schemas.openxmlformats.org/officeDocument/2006/relationships/image" Target="../media/image1420.png"/><Relationship Id="rId1422" Type="http://schemas.openxmlformats.org/officeDocument/2006/relationships/image" Target="../media/image1421.png"/><Relationship Id="rId1423" Type="http://schemas.openxmlformats.org/officeDocument/2006/relationships/image" Target="../media/image1422.png"/><Relationship Id="rId1424" Type="http://schemas.openxmlformats.org/officeDocument/2006/relationships/image" Target="../media/image1423.png"/><Relationship Id="rId1425" Type="http://schemas.openxmlformats.org/officeDocument/2006/relationships/image" Target="../media/image1424.png"/><Relationship Id="rId1426" Type="http://schemas.openxmlformats.org/officeDocument/2006/relationships/image" Target="../media/image1425.png"/><Relationship Id="rId1427" Type="http://schemas.openxmlformats.org/officeDocument/2006/relationships/image" Target="../media/image1426.png"/><Relationship Id="rId1428" Type="http://schemas.openxmlformats.org/officeDocument/2006/relationships/image" Target="../media/image1427.png"/><Relationship Id="rId1429" Type="http://schemas.openxmlformats.org/officeDocument/2006/relationships/image" Target="../media/image1428.png"/><Relationship Id="rId1430" Type="http://schemas.openxmlformats.org/officeDocument/2006/relationships/image" Target="../media/image1429.png"/><Relationship Id="rId1431" Type="http://schemas.openxmlformats.org/officeDocument/2006/relationships/image" Target="../media/image1430.png"/><Relationship Id="rId1432" Type="http://schemas.openxmlformats.org/officeDocument/2006/relationships/image" Target="../media/image1431.png"/><Relationship Id="rId1433" Type="http://schemas.openxmlformats.org/officeDocument/2006/relationships/image" Target="../media/image1432.png"/><Relationship Id="rId1434" Type="http://schemas.openxmlformats.org/officeDocument/2006/relationships/image" Target="../media/image1433.png"/><Relationship Id="rId1435" Type="http://schemas.openxmlformats.org/officeDocument/2006/relationships/image" Target="../media/image1434.png"/><Relationship Id="rId1436" Type="http://schemas.openxmlformats.org/officeDocument/2006/relationships/image" Target="../media/image1435.png"/><Relationship Id="rId1437" Type="http://schemas.openxmlformats.org/officeDocument/2006/relationships/image" Target="../media/image1436.png"/><Relationship Id="rId1438" Type="http://schemas.openxmlformats.org/officeDocument/2006/relationships/image" Target="../media/image1437.png"/><Relationship Id="rId1439" Type="http://schemas.openxmlformats.org/officeDocument/2006/relationships/image" Target="../media/image1438.png"/><Relationship Id="rId1440" Type="http://schemas.openxmlformats.org/officeDocument/2006/relationships/image" Target="../media/image1439.png"/><Relationship Id="rId1441" Type="http://schemas.openxmlformats.org/officeDocument/2006/relationships/image" Target="../media/image1440.png"/><Relationship Id="rId1442" Type="http://schemas.openxmlformats.org/officeDocument/2006/relationships/image" Target="../media/image1441.png"/><Relationship Id="rId1443" Type="http://schemas.openxmlformats.org/officeDocument/2006/relationships/image" Target="../media/image1442.png"/><Relationship Id="rId1444" Type="http://schemas.openxmlformats.org/officeDocument/2006/relationships/image" Target="../media/image1443.png"/><Relationship Id="rId1445" Type="http://schemas.openxmlformats.org/officeDocument/2006/relationships/image" Target="../media/image1444.png"/><Relationship Id="rId1446" Type="http://schemas.openxmlformats.org/officeDocument/2006/relationships/image" Target="../media/image1445.png"/><Relationship Id="rId1447" Type="http://schemas.openxmlformats.org/officeDocument/2006/relationships/image" Target="../media/image1446.png"/><Relationship Id="rId1448" Type="http://schemas.openxmlformats.org/officeDocument/2006/relationships/image" Target="../media/image1447.png"/><Relationship Id="rId1449" Type="http://schemas.openxmlformats.org/officeDocument/2006/relationships/image" Target="../media/image1448.png"/><Relationship Id="rId1450" Type="http://schemas.openxmlformats.org/officeDocument/2006/relationships/image" Target="../media/image1449.png"/><Relationship Id="rId1451" Type="http://schemas.openxmlformats.org/officeDocument/2006/relationships/image" Target="../media/image1450.png"/><Relationship Id="rId1452" Type="http://schemas.openxmlformats.org/officeDocument/2006/relationships/image" Target="../media/image1451.png"/><Relationship Id="rId1453" Type="http://schemas.openxmlformats.org/officeDocument/2006/relationships/image" Target="../media/image1452.png"/><Relationship Id="rId1454" Type="http://schemas.openxmlformats.org/officeDocument/2006/relationships/image" Target="../media/image1453.png"/><Relationship Id="rId1455" Type="http://schemas.openxmlformats.org/officeDocument/2006/relationships/image" Target="../media/image1454.png"/><Relationship Id="rId1456" Type="http://schemas.openxmlformats.org/officeDocument/2006/relationships/image" Target="../media/image1455.png"/><Relationship Id="rId1457" Type="http://schemas.openxmlformats.org/officeDocument/2006/relationships/image" Target="../media/image1456.png"/><Relationship Id="rId1458" Type="http://schemas.openxmlformats.org/officeDocument/2006/relationships/image" Target="../media/image1457.png"/><Relationship Id="rId1459" Type="http://schemas.openxmlformats.org/officeDocument/2006/relationships/image" Target="../media/image1458.png"/><Relationship Id="rId1460" Type="http://schemas.openxmlformats.org/officeDocument/2006/relationships/image" Target="../media/image1459.png"/><Relationship Id="rId1461" Type="http://schemas.openxmlformats.org/officeDocument/2006/relationships/image" Target="../media/image1460.png"/><Relationship Id="rId1462" Type="http://schemas.openxmlformats.org/officeDocument/2006/relationships/image" Target="../media/image1461.png"/><Relationship Id="rId1463" Type="http://schemas.openxmlformats.org/officeDocument/2006/relationships/image" Target="../media/image1462.png"/><Relationship Id="rId1464" Type="http://schemas.openxmlformats.org/officeDocument/2006/relationships/image" Target="../media/image1463.png"/><Relationship Id="rId1465" Type="http://schemas.openxmlformats.org/officeDocument/2006/relationships/image" Target="../media/image1464.png"/><Relationship Id="rId1466" Type="http://schemas.openxmlformats.org/officeDocument/2006/relationships/image" Target="../media/image1465.png"/><Relationship Id="rId1467" Type="http://schemas.openxmlformats.org/officeDocument/2006/relationships/image" Target="../media/image1466.png"/><Relationship Id="rId1468" Type="http://schemas.openxmlformats.org/officeDocument/2006/relationships/image" Target="../media/image1467.png"/><Relationship Id="rId1469" Type="http://schemas.openxmlformats.org/officeDocument/2006/relationships/image" Target="../media/image1468.png"/><Relationship Id="rId1470" Type="http://schemas.openxmlformats.org/officeDocument/2006/relationships/image" Target="../media/image1469.png"/><Relationship Id="rId1471" Type="http://schemas.openxmlformats.org/officeDocument/2006/relationships/image" Target="../media/image1470.png"/><Relationship Id="rId1472" Type="http://schemas.openxmlformats.org/officeDocument/2006/relationships/image" Target="../media/image1471.png"/><Relationship Id="rId1473" Type="http://schemas.openxmlformats.org/officeDocument/2006/relationships/image" Target="../media/image1472.png"/><Relationship Id="rId1474" Type="http://schemas.openxmlformats.org/officeDocument/2006/relationships/image" Target="../media/image1473.png"/><Relationship Id="rId1475" Type="http://schemas.openxmlformats.org/officeDocument/2006/relationships/image" Target="../media/image1474.png"/><Relationship Id="rId1476" Type="http://schemas.openxmlformats.org/officeDocument/2006/relationships/image" Target="../media/image1475.png"/><Relationship Id="rId1477" Type="http://schemas.openxmlformats.org/officeDocument/2006/relationships/image" Target="../media/image1476.png"/><Relationship Id="rId1478" Type="http://schemas.openxmlformats.org/officeDocument/2006/relationships/image" Target="../media/image1477.png"/><Relationship Id="rId1479" Type="http://schemas.openxmlformats.org/officeDocument/2006/relationships/image" Target="../media/image1478.png"/><Relationship Id="rId1480" Type="http://schemas.openxmlformats.org/officeDocument/2006/relationships/image" Target="../media/image1479.png"/><Relationship Id="rId1481" Type="http://schemas.openxmlformats.org/officeDocument/2006/relationships/image" Target="../media/image1480.png"/><Relationship Id="rId1482" Type="http://schemas.openxmlformats.org/officeDocument/2006/relationships/image" Target="../media/image1481.png"/><Relationship Id="rId1483" Type="http://schemas.openxmlformats.org/officeDocument/2006/relationships/image" Target="../media/image1482.png"/><Relationship Id="rId1484" Type="http://schemas.openxmlformats.org/officeDocument/2006/relationships/image" Target="../media/image1483.png"/><Relationship Id="rId1485" Type="http://schemas.openxmlformats.org/officeDocument/2006/relationships/image" Target="../media/image1484.png"/><Relationship Id="rId1486" Type="http://schemas.openxmlformats.org/officeDocument/2006/relationships/image" Target="../media/image1485.png"/><Relationship Id="rId1487" Type="http://schemas.openxmlformats.org/officeDocument/2006/relationships/image" Target="../media/image1486.png"/><Relationship Id="rId1488" Type="http://schemas.openxmlformats.org/officeDocument/2006/relationships/image" Target="../media/image1487.png"/><Relationship Id="rId1489" Type="http://schemas.openxmlformats.org/officeDocument/2006/relationships/image" Target="../media/image1488.png"/><Relationship Id="rId1490" Type="http://schemas.openxmlformats.org/officeDocument/2006/relationships/image" Target="../media/image1489.png"/><Relationship Id="rId1491" Type="http://schemas.openxmlformats.org/officeDocument/2006/relationships/image" Target="../media/image1490.png"/><Relationship Id="rId1492" Type="http://schemas.openxmlformats.org/officeDocument/2006/relationships/image" Target="../media/image1491.png"/><Relationship Id="rId1493" Type="http://schemas.openxmlformats.org/officeDocument/2006/relationships/image" Target="../media/image1492.png"/><Relationship Id="rId1494" Type="http://schemas.openxmlformats.org/officeDocument/2006/relationships/image" Target="../media/image1493.png"/><Relationship Id="rId1495" Type="http://schemas.openxmlformats.org/officeDocument/2006/relationships/image" Target="../media/image1494.png"/><Relationship Id="rId1496" Type="http://schemas.openxmlformats.org/officeDocument/2006/relationships/image" Target="../media/image1495.png"/><Relationship Id="rId1497" Type="http://schemas.openxmlformats.org/officeDocument/2006/relationships/image" Target="../media/image1496.png"/><Relationship Id="rId1498" Type="http://schemas.openxmlformats.org/officeDocument/2006/relationships/image" Target="../media/image1497.png"/><Relationship Id="rId1499" Type="http://schemas.openxmlformats.org/officeDocument/2006/relationships/image" Target="../media/image1498.png"/><Relationship Id="rId1500" Type="http://schemas.openxmlformats.org/officeDocument/2006/relationships/image" Target="../media/image1499.png"/><Relationship Id="rId1501" Type="http://schemas.openxmlformats.org/officeDocument/2006/relationships/image" Target="../media/image1500.png"/><Relationship Id="rId1502" Type="http://schemas.openxmlformats.org/officeDocument/2006/relationships/image" Target="../media/image1501.png"/><Relationship Id="rId1503" Type="http://schemas.openxmlformats.org/officeDocument/2006/relationships/image" Target="../media/image1502.png"/><Relationship Id="rId1504" Type="http://schemas.openxmlformats.org/officeDocument/2006/relationships/image" Target="../media/image1503.png"/><Relationship Id="rId1505" Type="http://schemas.openxmlformats.org/officeDocument/2006/relationships/image" Target="../media/image1504.png"/><Relationship Id="rId1506" Type="http://schemas.openxmlformats.org/officeDocument/2006/relationships/image" Target="../media/image1505.png"/><Relationship Id="rId1507" Type="http://schemas.openxmlformats.org/officeDocument/2006/relationships/image" Target="../media/image1506.png"/><Relationship Id="rId1508" Type="http://schemas.openxmlformats.org/officeDocument/2006/relationships/image" Target="../media/image1507.png"/><Relationship Id="rId1509" Type="http://schemas.openxmlformats.org/officeDocument/2006/relationships/image" Target="../media/image1508.png"/><Relationship Id="rId1510" Type="http://schemas.openxmlformats.org/officeDocument/2006/relationships/image" Target="../media/image1509.png"/><Relationship Id="rId1511" Type="http://schemas.openxmlformats.org/officeDocument/2006/relationships/image" Target="../media/image1510.png"/><Relationship Id="rId1512" Type="http://schemas.openxmlformats.org/officeDocument/2006/relationships/image" Target="../media/image1511.png"/><Relationship Id="rId1513" Type="http://schemas.openxmlformats.org/officeDocument/2006/relationships/image" Target="../media/image1512.png"/><Relationship Id="rId1514" Type="http://schemas.openxmlformats.org/officeDocument/2006/relationships/image" Target="../media/image1513.png"/><Relationship Id="rId1515" Type="http://schemas.openxmlformats.org/officeDocument/2006/relationships/image" Target="../media/image1514.png"/><Relationship Id="rId1516" Type="http://schemas.openxmlformats.org/officeDocument/2006/relationships/image" Target="../media/image1515.png"/><Relationship Id="rId1517" Type="http://schemas.openxmlformats.org/officeDocument/2006/relationships/image" Target="../media/image1516.png"/><Relationship Id="rId1518" Type="http://schemas.openxmlformats.org/officeDocument/2006/relationships/image" Target="../media/image1517.png"/><Relationship Id="rId1519" Type="http://schemas.openxmlformats.org/officeDocument/2006/relationships/image" Target="../media/image1518.png"/><Relationship Id="rId1520" Type="http://schemas.openxmlformats.org/officeDocument/2006/relationships/image" Target="../media/image1519.png"/><Relationship Id="rId1521" Type="http://schemas.openxmlformats.org/officeDocument/2006/relationships/image" Target="../media/image1520.png"/><Relationship Id="rId1522" Type="http://schemas.openxmlformats.org/officeDocument/2006/relationships/image" Target="../media/image1521.png"/><Relationship Id="rId1523" Type="http://schemas.openxmlformats.org/officeDocument/2006/relationships/image" Target="../media/image1522.png"/><Relationship Id="rId1524" Type="http://schemas.openxmlformats.org/officeDocument/2006/relationships/image" Target="../media/image1523.png"/><Relationship Id="rId1525" Type="http://schemas.openxmlformats.org/officeDocument/2006/relationships/image" Target="../media/image1524.png"/><Relationship Id="rId1526" Type="http://schemas.openxmlformats.org/officeDocument/2006/relationships/image" Target="../media/image1525.png"/><Relationship Id="rId1527" Type="http://schemas.openxmlformats.org/officeDocument/2006/relationships/image" Target="../media/image1526.png"/><Relationship Id="rId1528" Type="http://schemas.openxmlformats.org/officeDocument/2006/relationships/image" Target="../media/image1527.png"/><Relationship Id="rId1529" Type="http://schemas.openxmlformats.org/officeDocument/2006/relationships/image" Target="../media/image1528.png"/><Relationship Id="rId1530" Type="http://schemas.openxmlformats.org/officeDocument/2006/relationships/image" Target="../media/image1529.png"/><Relationship Id="rId1531" Type="http://schemas.openxmlformats.org/officeDocument/2006/relationships/image" Target="../media/image1530.png"/><Relationship Id="rId1532" Type="http://schemas.openxmlformats.org/officeDocument/2006/relationships/image" Target="../media/image1531.png"/><Relationship Id="rId1533" Type="http://schemas.openxmlformats.org/officeDocument/2006/relationships/image" Target="../media/image1532.png"/><Relationship Id="rId1534" Type="http://schemas.openxmlformats.org/officeDocument/2006/relationships/image" Target="../media/image1533.png"/><Relationship Id="rId1535" Type="http://schemas.openxmlformats.org/officeDocument/2006/relationships/image" Target="../media/image1534.png"/><Relationship Id="rId1536" Type="http://schemas.openxmlformats.org/officeDocument/2006/relationships/image" Target="../media/image1535.png"/><Relationship Id="rId1537" Type="http://schemas.openxmlformats.org/officeDocument/2006/relationships/image" Target="../media/image1536.png"/><Relationship Id="rId1538" Type="http://schemas.openxmlformats.org/officeDocument/2006/relationships/image" Target="../media/image1537.png"/><Relationship Id="rId1539" Type="http://schemas.openxmlformats.org/officeDocument/2006/relationships/image" Target="../media/image1538.png"/><Relationship Id="rId1540" Type="http://schemas.openxmlformats.org/officeDocument/2006/relationships/image" Target="../media/image1539.png"/><Relationship Id="rId1541" Type="http://schemas.openxmlformats.org/officeDocument/2006/relationships/image" Target="../media/image1540.png"/><Relationship Id="rId1542" Type="http://schemas.openxmlformats.org/officeDocument/2006/relationships/image" Target="../media/image1541.png"/><Relationship Id="rId1543" Type="http://schemas.openxmlformats.org/officeDocument/2006/relationships/image" Target="../media/image1542.png"/><Relationship Id="rId1544" Type="http://schemas.openxmlformats.org/officeDocument/2006/relationships/image" Target="../media/image1543.png"/><Relationship Id="rId1545" Type="http://schemas.openxmlformats.org/officeDocument/2006/relationships/image" Target="../media/image1544.png"/><Relationship Id="rId1546" Type="http://schemas.openxmlformats.org/officeDocument/2006/relationships/image" Target="../media/image1545.png"/><Relationship Id="rId1547" Type="http://schemas.openxmlformats.org/officeDocument/2006/relationships/image" Target="../media/image1546.png"/><Relationship Id="rId1548" Type="http://schemas.openxmlformats.org/officeDocument/2006/relationships/image" Target="../media/image1547.png"/><Relationship Id="rId1549" Type="http://schemas.openxmlformats.org/officeDocument/2006/relationships/image" Target="../media/image1548.png"/><Relationship Id="rId1550" Type="http://schemas.openxmlformats.org/officeDocument/2006/relationships/image" Target="../media/image1549.png"/><Relationship Id="rId1551" Type="http://schemas.openxmlformats.org/officeDocument/2006/relationships/image" Target="../media/image1550.png"/><Relationship Id="rId1552" Type="http://schemas.openxmlformats.org/officeDocument/2006/relationships/image" Target="../media/image1551.png"/><Relationship Id="rId1553" Type="http://schemas.openxmlformats.org/officeDocument/2006/relationships/image" Target="../media/image1552.png"/><Relationship Id="rId1554" Type="http://schemas.openxmlformats.org/officeDocument/2006/relationships/image" Target="../media/image1553.png"/><Relationship Id="rId1555" Type="http://schemas.openxmlformats.org/officeDocument/2006/relationships/image" Target="../media/image1554.png"/><Relationship Id="rId1556" Type="http://schemas.openxmlformats.org/officeDocument/2006/relationships/image" Target="../media/image1555.png"/><Relationship Id="rId1557" Type="http://schemas.openxmlformats.org/officeDocument/2006/relationships/image" Target="../media/image1556.png"/><Relationship Id="rId1558" Type="http://schemas.openxmlformats.org/officeDocument/2006/relationships/image" Target="../media/image1557.png"/><Relationship Id="rId1559" Type="http://schemas.openxmlformats.org/officeDocument/2006/relationships/image" Target="../media/image1558.png"/><Relationship Id="rId1560" Type="http://schemas.openxmlformats.org/officeDocument/2006/relationships/image" Target="../media/image1559.png"/><Relationship Id="rId1561" Type="http://schemas.openxmlformats.org/officeDocument/2006/relationships/image" Target="../media/image1560.png"/><Relationship Id="rId1562" Type="http://schemas.openxmlformats.org/officeDocument/2006/relationships/image" Target="../media/image1561.png"/><Relationship Id="rId1563" Type="http://schemas.openxmlformats.org/officeDocument/2006/relationships/image" Target="../media/image1562.png"/><Relationship Id="rId1564" Type="http://schemas.openxmlformats.org/officeDocument/2006/relationships/image" Target="../media/image1563.png"/><Relationship Id="rId1565" Type="http://schemas.openxmlformats.org/officeDocument/2006/relationships/image" Target="../media/image1564.png"/><Relationship Id="rId1566" Type="http://schemas.openxmlformats.org/officeDocument/2006/relationships/image" Target="../media/image1565.png"/><Relationship Id="rId1567" Type="http://schemas.openxmlformats.org/officeDocument/2006/relationships/image" Target="../media/image1566.png"/><Relationship Id="rId1568" Type="http://schemas.openxmlformats.org/officeDocument/2006/relationships/image" Target="../media/image1567.png"/><Relationship Id="rId1569" Type="http://schemas.openxmlformats.org/officeDocument/2006/relationships/image" Target="../media/image1568.png"/><Relationship Id="rId1570" Type="http://schemas.openxmlformats.org/officeDocument/2006/relationships/image" Target="../media/image1569.png"/><Relationship Id="rId1571" Type="http://schemas.openxmlformats.org/officeDocument/2006/relationships/image" Target="../media/image1570.png"/><Relationship Id="rId1572" Type="http://schemas.openxmlformats.org/officeDocument/2006/relationships/image" Target="../media/image1571.png"/><Relationship Id="rId1573" Type="http://schemas.openxmlformats.org/officeDocument/2006/relationships/image" Target="../media/image1572.png"/><Relationship Id="rId1574" Type="http://schemas.openxmlformats.org/officeDocument/2006/relationships/image" Target="../media/image1573.png"/><Relationship Id="rId1575" Type="http://schemas.openxmlformats.org/officeDocument/2006/relationships/image" Target="../media/image1574.png"/><Relationship Id="rId1576" Type="http://schemas.openxmlformats.org/officeDocument/2006/relationships/image" Target="../media/image1575.png"/><Relationship Id="rId1577" Type="http://schemas.openxmlformats.org/officeDocument/2006/relationships/image" Target="../media/image1576.png"/><Relationship Id="rId1578" Type="http://schemas.openxmlformats.org/officeDocument/2006/relationships/image" Target="../media/image1577.png"/><Relationship Id="rId1579" Type="http://schemas.openxmlformats.org/officeDocument/2006/relationships/image" Target="../media/image1578.png"/><Relationship Id="rId1580" Type="http://schemas.openxmlformats.org/officeDocument/2006/relationships/image" Target="../media/image1579.png"/><Relationship Id="rId1581" Type="http://schemas.openxmlformats.org/officeDocument/2006/relationships/image" Target="../media/image1580.png"/><Relationship Id="rId1582" Type="http://schemas.openxmlformats.org/officeDocument/2006/relationships/image" Target="../media/image1581.png"/><Relationship Id="rId1583" Type="http://schemas.openxmlformats.org/officeDocument/2006/relationships/image" Target="../media/image1582.png"/><Relationship Id="rId1584" Type="http://schemas.openxmlformats.org/officeDocument/2006/relationships/image" Target="../media/image1583.png"/><Relationship Id="rId1585" Type="http://schemas.openxmlformats.org/officeDocument/2006/relationships/image" Target="../media/image1584.png"/><Relationship Id="rId1586" Type="http://schemas.openxmlformats.org/officeDocument/2006/relationships/image" Target="../media/image1585.png"/><Relationship Id="rId1587" Type="http://schemas.openxmlformats.org/officeDocument/2006/relationships/image" Target="../media/image1586.png"/><Relationship Id="rId1588" Type="http://schemas.openxmlformats.org/officeDocument/2006/relationships/image" Target="../media/image1587.png"/><Relationship Id="rId1589" Type="http://schemas.openxmlformats.org/officeDocument/2006/relationships/image" Target="../media/image1588.png"/><Relationship Id="rId1590" Type="http://schemas.openxmlformats.org/officeDocument/2006/relationships/image" Target="../media/image1589.png"/><Relationship Id="rId1591" Type="http://schemas.openxmlformats.org/officeDocument/2006/relationships/image" Target="../media/image1590.png"/><Relationship Id="rId1592" Type="http://schemas.openxmlformats.org/officeDocument/2006/relationships/image" Target="../media/image1591.png"/><Relationship Id="rId1593" Type="http://schemas.openxmlformats.org/officeDocument/2006/relationships/image" Target="../media/image1592.png"/><Relationship Id="rId1594" Type="http://schemas.openxmlformats.org/officeDocument/2006/relationships/image" Target="../media/image1593.png"/><Relationship Id="rId1595" Type="http://schemas.openxmlformats.org/officeDocument/2006/relationships/image" Target="../media/image1594.png"/><Relationship Id="rId1596" Type="http://schemas.openxmlformats.org/officeDocument/2006/relationships/image" Target="../media/image1595.png"/><Relationship Id="rId1597" Type="http://schemas.openxmlformats.org/officeDocument/2006/relationships/image" Target="../media/image1596.png"/><Relationship Id="rId1598" Type="http://schemas.openxmlformats.org/officeDocument/2006/relationships/image" Target="../media/image1597.png"/><Relationship Id="rId1599" Type="http://schemas.openxmlformats.org/officeDocument/2006/relationships/image" Target="../media/image1598.png"/><Relationship Id="rId1600" Type="http://schemas.openxmlformats.org/officeDocument/2006/relationships/image" Target="../media/image1599.png"/><Relationship Id="rId1601" Type="http://schemas.openxmlformats.org/officeDocument/2006/relationships/image" Target="../media/image1600.png"/><Relationship Id="rId1602" Type="http://schemas.openxmlformats.org/officeDocument/2006/relationships/image" Target="../media/image1601.png"/><Relationship Id="rId1603" Type="http://schemas.openxmlformats.org/officeDocument/2006/relationships/image" Target="../media/image1602.png"/><Relationship Id="rId1604" Type="http://schemas.openxmlformats.org/officeDocument/2006/relationships/image" Target="../media/image1603.png"/><Relationship Id="rId1605" Type="http://schemas.openxmlformats.org/officeDocument/2006/relationships/image" Target="../media/image1604.png"/><Relationship Id="rId1606" Type="http://schemas.openxmlformats.org/officeDocument/2006/relationships/image" Target="../media/image1605.png"/><Relationship Id="rId1607" Type="http://schemas.openxmlformats.org/officeDocument/2006/relationships/image" Target="../media/image1606.png"/><Relationship Id="rId1608" Type="http://schemas.openxmlformats.org/officeDocument/2006/relationships/image" Target="../media/image1607.png"/><Relationship Id="rId1609" Type="http://schemas.openxmlformats.org/officeDocument/2006/relationships/image" Target="../media/image1608.png"/><Relationship Id="rId1610" Type="http://schemas.openxmlformats.org/officeDocument/2006/relationships/image" Target="../media/image1609.png"/><Relationship Id="rId1611" Type="http://schemas.openxmlformats.org/officeDocument/2006/relationships/image" Target="../media/image1610.png"/><Relationship Id="rId1612" Type="http://schemas.openxmlformats.org/officeDocument/2006/relationships/image" Target="../media/image1611.png"/><Relationship Id="rId1613" Type="http://schemas.openxmlformats.org/officeDocument/2006/relationships/image" Target="../media/image1612.png"/><Relationship Id="rId1614" Type="http://schemas.openxmlformats.org/officeDocument/2006/relationships/image" Target="../media/image1613.png"/><Relationship Id="rId1615" Type="http://schemas.openxmlformats.org/officeDocument/2006/relationships/image" Target="../media/image1614.png"/><Relationship Id="rId1616" Type="http://schemas.openxmlformats.org/officeDocument/2006/relationships/image" Target="../media/image1615.png"/><Relationship Id="rId1617" Type="http://schemas.openxmlformats.org/officeDocument/2006/relationships/image" Target="../media/image1616.png"/><Relationship Id="rId1618" Type="http://schemas.openxmlformats.org/officeDocument/2006/relationships/image" Target="../media/image1617.png"/><Relationship Id="rId1619" Type="http://schemas.openxmlformats.org/officeDocument/2006/relationships/image" Target="../media/image1618.png"/><Relationship Id="rId1620" Type="http://schemas.openxmlformats.org/officeDocument/2006/relationships/image" Target="../media/image1619.png"/><Relationship Id="rId1621" Type="http://schemas.openxmlformats.org/officeDocument/2006/relationships/image" Target="../media/image1620.png"/><Relationship Id="rId1622" Type="http://schemas.openxmlformats.org/officeDocument/2006/relationships/image" Target="../media/image1621.png"/><Relationship Id="rId1623" Type="http://schemas.openxmlformats.org/officeDocument/2006/relationships/image" Target="../media/image1622.png"/><Relationship Id="rId1624" Type="http://schemas.openxmlformats.org/officeDocument/2006/relationships/image" Target="../media/image1623.png"/><Relationship Id="rId1625" Type="http://schemas.openxmlformats.org/officeDocument/2006/relationships/image" Target="../media/image1624.png"/><Relationship Id="rId1626" Type="http://schemas.openxmlformats.org/officeDocument/2006/relationships/image" Target="../media/image1625.png"/><Relationship Id="rId1627" Type="http://schemas.openxmlformats.org/officeDocument/2006/relationships/image" Target="../media/image1626.png"/><Relationship Id="rId1628" Type="http://schemas.openxmlformats.org/officeDocument/2006/relationships/image" Target="../media/image1627.png"/><Relationship Id="rId1629" Type="http://schemas.openxmlformats.org/officeDocument/2006/relationships/image" Target="../media/image1628.png"/><Relationship Id="rId1630" Type="http://schemas.openxmlformats.org/officeDocument/2006/relationships/image" Target="../media/image1629.png"/><Relationship Id="rId1631" Type="http://schemas.openxmlformats.org/officeDocument/2006/relationships/image" Target="../media/image1630.png"/><Relationship Id="rId1632" Type="http://schemas.openxmlformats.org/officeDocument/2006/relationships/image" Target="../media/image1631.png"/><Relationship Id="rId1633" Type="http://schemas.openxmlformats.org/officeDocument/2006/relationships/image" Target="../media/image1632.png"/><Relationship Id="rId1634" Type="http://schemas.openxmlformats.org/officeDocument/2006/relationships/image" Target="../media/image1633.png"/><Relationship Id="rId1635" Type="http://schemas.openxmlformats.org/officeDocument/2006/relationships/image" Target="../media/image1634.png"/><Relationship Id="rId1636" Type="http://schemas.openxmlformats.org/officeDocument/2006/relationships/image" Target="../media/image1635.png"/><Relationship Id="rId1637" Type="http://schemas.openxmlformats.org/officeDocument/2006/relationships/image" Target="../media/image1636.png"/><Relationship Id="rId1638" Type="http://schemas.openxmlformats.org/officeDocument/2006/relationships/image" Target="../media/image1637.png"/><Relationship Id="rId1639" Type="http://schemas.openxmlformats.org/officeDocument/2006/relationships/image" Target="../media/image1638.png"/><Relationship Id="rId1640" Type="http://schemas.openxmlformats.org/officeDocument/2006/relationships/image" Target="../media/image1639.png"/><Relationship Id="rId1641" Type="http://schemas.openxmlformats.org/officeDocument/2006/relationships/image" Target="../media/image1640.png"/><Relationship Id="rId1642" Type="http://schemas.openxmlformats.org/officeDocument/2006/relationships/image" Target="../media/image1641.png"/><Relationship Id="rId1643" Type="http://schemas.openxmlformats.org/officeDocument/2006/relationships/image" Target="../media/image1642.png"/><Relationship Id="rId1644" Type="http://schemas.openxmlformats.org/officeDocument/2006/relationships/image" Target="../media/image1643.png"/><Relationship Id="rId1645" Type="http://schemas.openxmlformats.org/officeDocument/2006/relationships/image" Target="../media/image1644.png"/><Relationship Id="rId1646" Type="http://schemas.openxmlformats.org/officeDocument/2006/relationships/image" Target="../media/image1645.png"/><Relationship Id="rId1647" Type="http://schemas.openxmlformats.org/officeDocument/2006/relationships/image" Target="../media/image1646.png"/><Relationship Id="rId1648" Type="http://schemas.openxmlformats.org/officeDocument/2006/relationships/image" Target="../media/image1647.png"/><Relationship Id="rId1649" Type="http://schemas.openxmlformats.org/officeDocument/2006/relationships/image" Target="../media/image1648.png"/><Relationship Id="rId1650" Type="http://schemas.openxmlformats.org/officeDocument/2006/relationships/image" Target="../media/image1649.png"/><Relationship Id="rId1651" Type="http://schemas.openxmlformats.org/officeDocument/2006/relationships/image" Target="../media/image1650.png"/><Relationship Id="rId1652" Type="http://schemas.openxmlformats.org/officeDocument/2006/relationships/image" Target="../media/image1651.png"/><Relationship Id="rId1653" Type="http://schemas.openxmlformats.org/officeDocument/2006/relationships/image" Target="../media/image1652.png"/><Relationship Id="rId1654" Type="http://schemas.openxmlformats.org/officeDocument/2006/relationships/image" Target="../media/image1653.png"/><Relationship Id="rId1655" Type="http://schemas.openxmlformats.org/officeDocument/2006/relationships/image" Target="../media/image1654.png"/><Relationship Id="rId1656" Type="http://schemas.openxmlformats.org/officeDocument/2006/relationships/image" Target="../media/image1655.png"/><Relationship Id="rId1657" Type="http://schemas.openxmlformats.org/officeDocument/2006/relationships/image" Target="../media/image1656.png"/><Relationship Id="rId1658" Type="http://schemas.openxmlformats.org/officeDocument/2006/relationships/image" Target="../media/image1657.png"/><Relationship Id="rId1659" Type="http://schemas.openxmlformats.org/officeDocument/2006/relationships/image" Target="../media/image1658.png"/><Relationship Id="rId1660" Type="http://schemas.openxmlformats.org/officeDocument/2006/relationships/image" Target="../media/image1659.png"/><Relationship Id="rId1661" Type="http://schemas.openxmlformats.org/officeDocument/2006/relationships/image" Target="../media/image1660.png"/><Relationship Id="rId1662" Type="http://schemas.openxmlformats.org/officeDocument/2006/relationships/image" Target="../media/image1661.png"/><Relationship Id="rId1663" Type="http://schemas.openxmlformats.org/officeDocument/2006/relationships/image" Target="../media/image1662.png"/><Relationship Id="rId1664" Type="http://schemas.openxmlformats.org/officeDocument/2006/relationships/image" Target="../media/image1663.png"/><Relationship Id="rId1665" Type="http://schemas.openxmlformats.org/officeDocument/2006/relationships/image" Target="../media/image1664.png"/><Relationship Id="rId1666" Type="http://schemas.openxmlformats.org/officeDocument/2006/relationships/image" Target="../media/image1665.png"/><Relationship Id="rId1667" Type="http://schemas.openxmlformats.org/officeDocument/2006/relationships/image" Target="../media/image1666.png"/><Relationship Id="rId1668" Type="http://schemas.openxmlformats.org/officeDocument/2006/relationships/image" Target="../media/image1667.png"/><Relationship Id="rId1669" Type="http://schemas.openxmlformats.org/officeDocument/2006/relationships/image" Target="../media/image1668.png"/><Relationship Id="rId1670" Type="http://schemas.openxmlformats.org/officeDocument/2006/relationships/image" Target="../media/image1669.png"/><Relationship Id="rId1671" Type="http://schemas.openxmlformats.org/officeDocument/2006/relationships/image" Target="../media/image1670.png"/><Relationship Id="rId1672" Type="http://schemas.openxmlformats.org/officeDocument/2006/relationships/image" Target="../media/image1671.png"/><Relationship Id="rId1673" Type="http://schemas.openxmlformats.org/officeDocument/2006/relationships/image" Target="../media/image1672.png"/><Relationship Id="rId1674" Type="http://schemas.openxmlformats.org/officeDocument/2006/relationships/image" Target="../media/image1673.png"/><Relationship Id="rId1675" Type="http://schemas.openxmlformats.org/officeDocument/2006/relationships/image" Target="../media/image1674.png"/><Relationship Id="rId1676" Type="http://schemas.openxmlformats.org/officeDocument/2006/relationships/image" Target="../media/image1675.png"/><Relationship Id="rId1677" Type="http://schemas.openxmlformats.org/officeDocument/2006/relationships/image" Target="../media/image1676.png"/><Relationship Id="rId1678" Type="http://schemas.openxmlformats.org/officeDocument/2006/relationships/image" Target="../media/image1677.png"/><Relationship Id="rId1679" Type="http://schemas.openxmlformats.org/officeDocument/2006/relationships/image" Target="../media/image1678.png"/><Relationship Id="rId1680" Type="http://schemas.openxmlformats.org/officeDocument/2006/relationships/image" Target="../media/image1679.png"/><Relationship Id="rId1681" Type="http://schemas.openxmlformats.org/officeDocument/2006/relationships/image" Target="../media/image1680.png"/><Relationship Id="rId1682" Type="http://schemas.openxmlformats.org/officeDocument/2006/relationships/image" Target="../media/image1681.png"/><Relationship Id="rId1683" Type="http://schemas.openxmlformats.org/officeDocument/2006/relationships/image" Target="../media/image1682.png"/><Relationship Id="rId1684" Type="http://schemas.openxmlformats.org/officeDocument/2006/relationships/image" Target="../media/image1683.png"/><Relationship Id="rId1685" Type="http://schemas.openxmlformats.org/officeDocument/2006/relationships/image" Target="../media/image1684.png"/><Relationship Id="rId1686" Type="http://schemas.openxmlformats.org/officeDocument/2006/relationships/image" Target="../media/image1685.png"/><Relationship Id="rId1687" Type="http://schemas.openxmlformats.org/officeDocument/2006/relationships/image" Target="../media/image1686.png"/><Relationship Id="rId1688" Type="http://schemas.openxmlformats.org/officeDocument/2006/relationships/image" Target="../media/image1687.png"/><Relationship Id="rId1689" Type="http://schemas.openxmlformats.org/officeDocument/2006/relationships/image" Target="../media/image1688.png"/><Relationship Id="rId1690" Type="http://schemas.openxmlformats.org/officeDocument/2006/relationships/image" Target="../media/image1689.png"/><Relationship Id="rId1691" Type="http://schemas.openxmlformats.org/officeDocument/2006/relationships/image" Target="../media/image1690.png"/><Relationship Id="rId1692" Type="http://schemas.openxmlformats.org/officeDocument/2006/relationships/image" Target="../media/image1691.png"/><Relationship Id="rId1693" Type="http://schemas.openxmlformats.org/officeDocument/2006/relationships/image" Target="../media/image1692.png"/><Relationship Id="rId1694" Type="http://schemas.openxmlformats.org/officeDocument/2006/relationships/image" Target="../media/image1693.png"/><Relationship Id="rId1695" Type="http://schemas.openxmlformats.org/officeDocument/2006/relationships/image" Target="../media/image1694.png"/><Relationship Id="rId1696" Type="http://schemas.openxmlformats.org/officeDocument/2006/relationships/image" Target="../media/image1695.png"/><Relationship Id="rId1697" Type="http://schemas.openxmlformats.org/officeDocument/2006/relationships/image" Target="../media/image1696.png"/><Relationship Id="rId1698" Type="http://schemas.openxmlformats.org/officeDocument/2006/relationships/image" Target="../media/image1697.png"/><Relationship Id="rId1699" Type="http://schemas.openxmlformats.org/officeDocument/2006/relationships/image" Target="../media/image1698.png"/><Relationship Id="rId1700" Type="http://schemas.openxmlformats.org/officeDocument/2006/relationships/image" Target="../media/image1699.png"/><Relationship Id="rId1701" Type="http://schemas.openxmlformats.org/officeDocument/2006/relationships/image" Target="../media/image1700.png"/><Relationship Id="rId1702" Type="http://schemas.openxmlformats.org/officeDocument/2006/relationships/image" Target="../media/image1701.png"/><Relationship Id="rId1703" Type="http://schemas.openxmlformats.org/officeDocument/2006/relationships/image" Target="../media/image1702.png"/><Relationship Id="rId1704" Type="http://schemas.openxmlformats.org/officeDocument/2006/relationships/image" Target="../media/image1703.png"/><Relationship Id="rId1705" Type="http://schemas.openxmlformats.org/officeDocument/2006/relationships/image" Target="../media/image1704.png"/><Relationship Id="rId1706" Type="http://schemas.openxmlformats.org/officeDocument/2006/relationships/image" Target="../media/image1705.png"/><Relationship Id="rId1707" Type="http://schemas.openxmlformats.org/officeDocument/2006/relationships/image" Target="../media/image1706.png"/><Relationship Id="rId1708" Type="http://schemas.openxmlformats.org/officeDocument/2006/relationships/image" Target="../media/image1707.png"/><Relationship Id="rId1709" Type="http://schemas.openxmlformats.org/officeDocument/2006/relationships/image" Target="../media/image1708.png"/><Relationship Id="rId1710" Type="http://schemas.openxmlformats.org/officeDocument/2006/relationships/image" Target="../media/image1709.png"/><Relationship Id="rId1711" Type="http://schemas.openxmlformats.org/officeDocument/2006/relationships/image" Target="../media/image1710.png"/><Relationship Id="rId1712" Type="http://schemas.openxmlformats.org/officeDocument/2006/relationships/image" Target="../media/image1711.png"/><Relationship Id="rId1713" Type="http://schemas.openxmlformats.org/officeDocument/2006/relationships/image" Target="../media/image1712.png"/><Relationship Id="rId1714" Type="http://schemas.openxmlformats.org/officeDocument/2006/relationships/image" Target="../media/image1713.png"/><Relationship Id="rId1715" Type="http://schemas.openxmlformats.org/officeDocument/2006/relationships/image" Target="../media/image1714.png"/><Relationship Id="rId1716" Type="http://schemas.openxmlformats.org/officeDocument/2006/relationships/image" Target="../media/image1715.png"/><Relationship Id="rId1717" Type="http://schemas.openxmlformats.org/officeDocument/2006/relationships/image" Target="../media/image1716.png"/><Relationship Id="rId1718" Type="http://schemas.openxmlformats.org/officeDocument/2006/relationships/image" Target="../media/image1717.png"/><Relationship Id="rId1719" Type="http://schemas.openxmlformats.org/officeDocument/2006/relationships/image" Target="../media/image1718.png"/><Relationship Id="rId1720" Type="http://schemas.openxmlformats.org/officeDocument/2006/relationships/image" Target="../media/image1719.png"/><Relationship Id="rId1721" Type="http://schemas.openxmlformats.org/officeDocument/2006/relationships/image" Target="../media/image1720.png"/><Relationship Id="rId1722" Type="http://schemas.openxmlformats.org/officeDocument/2006/relationships/image" Target="../media/image1721.png"/><Relationship Id="rId1723" Type="http://schemas.openxmlformats.org/officeDocument/2006/relationships/image" Target="../media/image1722.png"/><Relationship Id="rId1724" Type="http://schemas.openxmlformats.org/officeDocument/2006/relationships/image" Target="../media/image1723.png"/><Relationship Id="rId1725" Type="http://schemas.openxmlformats.org/officeDocument/2006/relationships/image" Target="../media/image1724.png"/><Relationship Id="rId1726" Type="http://schemas.openxmlformats.org/officeDocument/2006/relationships/image" Target="../media/image1725.png"/><Relationship Id="rId1727" Type="http://schemas.openxmlformats.org/officeDocument/2006/relationships/image" Target="../media/image1726.png"/><Relationship Id="rId1728" Type="http://schemas.openxmlformats.org/officeDocument/2006/relationships/image" Target="../media/image1727.png"/><Relationship Id="rId1729" Type="http://schemas.openxmlformats.org/officeDocument/2006/relationships/image" Target="../media/image1728.png"/><Relationship Id="rId1730" Type="http://schemas.openxmlformats.org/officeDocument/2006/relationships/image" Target="../media/image1729.png"/><Relationship Id="rId1731" Type="http://schemas.openxmlformats.org/officeDocument/2006/relationships/image" Target="../media/image1730.png"/><Relationship Id="rId1732" Type="http://schemas.openxmlformats.org/officeDocument/2006/relationships/image" Target="../media/image1731.png"/><Relationship Id="rId1733" Type="http://schemas.openxmlformats.org/officeDocument/2006/relationships/image" Target="../media/image1732.png"/><Relationship Id="rId1734" Type="http://schemas.openxmlformats.org/officeDocument/2006/relationships/image" Target="../media/image1733.png"/><Relationship Id="rId1735" Type="http://schemas.openxmlformats.org/officeDocument/2006/relationships/image" Target="../media/image1734.png"/><Relationship Id="rId1736" Type="http://schemas.openxmlformats.org/officeDocument/2006/relationships/image" Target="../media/image1735.png"/><Relationship Id="rId1737" Type="http://schemas.openxmlformats.org/officeDocument/2006/relationships/image" Target="../media/image1736.png"/><Relationship Id="rId1738" Type="http://schemas.openxmlformats.org/officeDocument/2006/relationships/image" Target="../media/image1737.png"/><Relationship Id="rId1739" Type="http://schemas.openxmlformats.org/officeDocument/2006/relationships/image" Target="../media/image1738.png"/><Relationship Id="rId1740" Type="http://schemas.openxmlformats.org/officeDocument/2006/relationships/image" Target="../media/image1739.png"/><Relationship Id="rId1741" Type="http://schemas.openxmlformats.org/officeDocument/2006/relationships/image" Target="../media/image1740.png"/><Relationship Id="rId1742" Type="http://schemas.openxmlformats.org/officeDocument/2006/relationships/image" Target="../media/image1741.png"/><Relationship Id="rId1743" Type="http://schemas.openxmlformats.org/officeDocument/2006/relationships/image" Target="../media/image1742.png"/><Relationship Id="rId1744" Type="http://schemas.openxmlformats.org/officeDocument/2006/relationships/image" Target="../media/image1743.png"/><Relationship Id="rId1745" Type="http://schemas.openxmlformats.org/officeDocument/2006/relationships/image" Target="../media/image1744.png"/><Relationship Id="rId1746" Type="http://schemas.openxmlformats.org/officeDocument/2006/relationships/image" Target="../media/image1745.png"/><Relationship Id="rId1747" Type="http://schemas.openxmlformats.org/officeDocument/2006/relationships/image" Target="../media/image1746.png"/><Relationship Id="rId1748" Type="http://schemas.openxmlformats.org/officeDocument/2006/relationships/image" Target="../media/image1747.png"/><Relationship Id="rId1749" Type="http://schemas.openxmlformats.org/officeDocument/2006/relationships/image" Target="../media/image1748.png"/><Relationship Id="rId1750" Type="http://schemas.openxmlformats.org/officeDocument/2006/relationships/image" Target="../media/image1749.png"/><Relationship Id="rId1751" Type="http://schemas.openxmlformats.org/officeDocument/2006/relationships/image" Target="../media/image1750.png"/><Relationship Id="rId1752" Type="http://schemas.openxmlformats.org/officeDocument/2006/relationships/image" Target="../media/image1751.png"/><Relationship Id="rId1753" Type="http://schemas.openxmlformats.org/officeDocument/2006/relationships/image" Target="../media/image1752.png"/><Relationship Id="rId1754" Type="http://schemas.openxmlformats.org/officeDocument/2006/relationships/image" Target="../media/image1753.png"/><Relationship Id="rId1755" Type="http://schemas.openxmlformats.org/officeDocument/2006/relationships/image" Target="../media/image1754.png"/><Relationship Id="rId1756" Type="http://schemas.openxmlformats.org/officeDocument/2006/relationships/image" Target="../media/image1755.png"/><Relationship Id="rId1757" Type="http://schemas.openxmlformats.org/officeDocument/2006/relationships/image" Target="../media/image1756.png"/><Relationship Id="rId1758" Type="http://schemas.openxmlformats.org/officeDocument/2006/relationships/image" Target="../media/image1757.png"/><Relationship Id="rId1759" Type="http://schemas.openxmlformats.org/officeDocument/2006/relationships/image" Target="../media/image1758.png"/><Relationship Id="rId1760" Type="http://schemas.openxmlformats.org/officeDocument/2006/relationships/image" Target="../media/image1759.png"/><Relationship Id="rId1761" Type="http://schemas.openxmlformats.org/officeDocument/2006/relationships/image" Target="../media/image1760.png"/><Relationship Id="rId1762" Type="http://schemas.openxmlformats.org/officeDocument/2006/relationships/image" Target="../media/image1761.png"/><Relationship Id="rId1763" Type="http://schemas.openxmlformats.org/officeDocument/2006/relationships/image" Target="../media/image1762.png"/><Relationship Id="rId1764" Type="http://schemas.openxmlformats.org/officeDocument/2006/relationships/image" Target="../media/image1763.png"/><Relationship Id="rId1765" Type="http://schemas.openxmlformats.org/officeDocument/2006/relationships/image" Target="../media/image1764.png"/><Relationship Id="rId1766" Type="http://schemas.openxmlformats.org/officeDocument/2006/relationships/image" Target="../media/image1765.png"/><Relationship Id="rId1767" Type="http://schemas.openxmlformats.org/officeDocument/2006/relationships/image" Target="../media/image1766.png"/><Relationship Id="rId1768" Type="http://schemas.openxmlformats.org/officeDocument/2006/relationships/image" Target="../media/image1767.png"/><Relationship Id="rId1769" Type="http://schemas.openxmlformats.org/officeDocument/2006/relationships/image" Target="../media/image1768.png"/><Relationship Id="rId1770" Type="http://schemas.openxmlformats.org/officeDocument/2006/relationships/image" Target="../media/image1769.png"/><Relationship Id="rId1771" Type="http://schemas.openxmlformats.org/officeDocument/2006/relationships/image" Target="../media/image1770.png"/><Relationship Id="rId1772" Type="http://schemas.openxmlformats.org/officeDocument/2006/relationships/image" Target="../media/image1771.png"/><Relationship Id="rId1773" Type="http://schemas.openxmlformats.org/officeDocument/2006/relationships/image" Target="../media/image1772.png"/><Relationship Id="rId1774" Type="http://schemas.openxmlformats.org/officeDocument/2006/relationships/image" Target="../media/image1773.png"/><Relationship Id="rId1775" Type="http://schemas.openxmlformats.org/officeDocument/2006/relationships/image" Target="../media/image1774.png"/><Relationship Id="rId1776" Type="http://schemas.openxmlformats.org/officeDocument/2006/relationships/image" Target="../media/image1775.png"/><Relationship Id="rId1777" Type="http://schemas.openxmlformats.org/officeDocument/2006/relationships/image" Target="../media/image1776.png"/><Relationship Id="rId1778" Type="http://schemas.openxmlformats.org/officeDocument/2006/relationships/image" Target="../media/image1777.png"/><Relationship Id="rId1779" Type="http://schemas.openxmlformats.org/officeDocument/2006/relationships/image" Target="../media/image1778.png"/><Relationship Id="rId1780" Type="http://schemas.openxmlformats.org/officeDocument/2006/relationships/image" Target="../media/image1779.png"/><Relationship Id="rId1781" Type="http://schemas.openxmlformats.org/officeDocument/2006/relationships/image" Target="../media/image1780.png"/><Relationship Id="rId1782" Type="http://schemas.openxmlformats.org/officeDocument/2006/relationships/image" Target="../media/image1781.png"/><Relationship Id="rId1783" Type="http://schemas.openxmlformats.org/officeDocument/2006/relationships/image" Target="../media/image1782.png"/><Relationship Id="rId1784" Type="http://schemas.openxmlformats.org/officeDocument/2006/relationships/image" Target="../media/image1783.png"/><Relationship Id="rId1785" Type="http://schemas.openxmlformats.org/officeDocument/2006/relationships/image" Target="../media/image1784.png"/><Relationship Id="rId1786" Type="http://schemas.openxmlformats.org/officeDocument/2006/relationships/image" Target="../media/image1785.png"/><Relationship Id="rId1787" Type="http://schemas.openxmlformats.org/officeDocument/2006/relationships/image" Target="../media/image1786.png"/><Relationship Id="rId1788" Type="http://schemas.openxmlformats.org/officeDocument/2006/relationships/image" Target="../media/image1787.png"/><Relationship Id="rId1789" Type="http://schemas.openxmlformats.org/officeDocument/2006/relationships/image" Target="../media/image1788.png"/><Relationship Id="rId1790" Type="http://schemas.openxmlformats.org/officeDocument/2006/relationships/image" Target="../media/image1789.png"/><Relationship Id="rId1791" Type="http://schemas.openxmlformats.org/officeDocument/2006/relationships/image" Target="../media/image1790.png"/><Relationship Id="rId1792" Type="http://schemas.openxmlformats.org/officeDocument/2006/relationships/image" Target="../media/image1791.png"/><Relationship Id="rId1793" Type="http://schemas.openxmlformats.org/officeDocument/2006/relationships/image" Target="../media/image1792.png"/><Relationship Id="rId1794" Type="http://schemas.openxmlformats.org/officeDocument/2006/relationships/image" Target="../media/image1793.png"/><Relationship Id="rId1795" Type="http://schemas.openxmlformats.org/officeDocument/2006/relationships/image" Target="../media/image1794.png"/><Relationship Id="rId1796" Type="http://schemas.openxmlformats.org/officeDocument/2006/relationships/image" Target="../media/image1795.png"/><Relationship Id="rId1797" Type="http://schemas.openxmlformats.org/officeDocument/2006/relationships/image" Target="../media/image1796.png"/><Relationship Id="rId1798" Type="http://schemas.openxmlformats.org/officeDocument/2006/relationships/image" Target="../media/image1797.png"/><Relationship Id="rId1799" Type="http://schemas.openxmlformats.org/officeDocument/2006/relationships/image" Target="../media/image1798.png"/><Relationship Id="rId1800" Type="http://schemas.openxmlformats.org/officeDocument/2006/relationships/image" Target="../media/image1799.png"/><Relationship Id="rId1801" Type="http://schemas.openxmlformats.org/officeDocument/2006/relationships/image" Target="../media/image1800.png"/><Relationship Id="rId1802" Type="http://schemas.openxmlformats.org/officeDocument/2006/relationships/image" Target="../media/image1801.png"/><Relationship Id="rId1803" Type="http://schemas.openxmlformats.org/officeDocument/2006/relationships/image" Target="../media/image1802.png"/><Relationship Id="rId1804" Type="http://schemas.openxmlformats.org/officeDocument/2006/relationships/image" Target="../media/image1803.png"/><Relationship Id="rId1805" Type="http://schemas.openxmlformats.org/officeDocument/2006/relationships/image" Target="../media/image1804.png"/><Relationship Id="rId1806" Type="http://schemas.openxmlformats.org/officeDocument/2006/relationships/image" Target="../media/image1805.png"/><Relationship Id="rId1807" Type="http://schemas.openxmlformats.org/officeDocument/2006/relationships/image" Target="../media/image1806.png"/><Relationship Id="rId1808" Type="http://schemas.openxmlformats.org/officeDocument/2006/relationships/image" Target="../media/image1807.png"/><Relationship Id="rId1809" Type="http://schemas.openxmlformats.org/officeDocument/2006/relationships/image" Target="../media/image1808.png"/><Relationship Id="rId1810" Type="http://schemas.openxmlformats.org/officeDocument/2006/relationships/image" Target="../media/image1809.png"/><Relationship Id="rId1811" Type="http://schemas.openxmlformats.org/officeDocument/2006/relationships/image" Target="../media/image1810.png"/><Relationship Id="rId1812" Type="http://schemas.openxmlformats.org/officeDocument/2006/relationships/image" Target="../media/image1811.png"/><Relationship Id="rId1813" Type="http://schemas.openxmlformats.org/officeDocument/2006/relationships/image" Target="../media/image1812.png"/><Relationship Id="rId1814" Type="http://schemas.openxmlformats.org/officeDocument/2006/relationships/image" Target="../media/image1813.png"/><Relationship Id="rId1815" Type="http://schemas.openxmlformats.org/officeDocument/2006/relationships/image" Target="../media/image1814.png"/><Relationship Id="rId1816" Type="http://schemas.openxmlformats.org/officeDocument/2006/relationships/image" Target="../media/image1815.png"/><Relationship Id="rId1817" Type="http://schemas.openxmlformats.org/officeDocument/2006/relationships/image" Target="../media/image1816.png"/><Relationship Id="rId1818" Type="http://schemas.openxmlformats.org/officeDocument/2006/relationships/image" Target="../media/image1817.png"/><Relationship Id="rId1819" Type="http://schemas.openxmlformats.org/officeDocument/2006/relationships/image" Target="../media/image1818.png"/><Relationship Id="rId1820" Type="http://schemas.openxmlformats.org/officeDocument/2006/relationships/image" Target="../media/image1819.png"/><Relationship Id="rId1821" Type="http://schemas.openxmlformats.org/officeDocument/2006/relationships/image" Target="../media/image1820.png"/><Relationship Id="rId1822" Type="http://schemas.openxmlformats.org/officeDocument/2006/relationships/image" Target="../media/image1821.png"/><Relationship Id="rId1823" Type="http://schemas.openxmlformats.org/officeDocument/2006/relationships/image" Target="../media/image1822.png"/><Relationship Id="rId1824" Type="http://schemas.openxmlformats.org/officeDocument/2006/relationships/image" Target="../media/image1823.png"/><Relationship Id="rId1825" Type="http://schemas.openxmlformats.org/officeDocument/2006/relationships/image" Target="../media/image1824.png"/><Relationship Id="rId1826" Type="http://schemas.openxmlformats.org/officeDocument/2006/relationships/image" Target="../media/image1825.png"/><Relationship Id="rId1827" Type="http://schemas.openxmlformats.org/officeDocument/2006/relationships/image" Target="../media/image1826.png"/><Relationship Id="rId1828" Type="http://schemas.openxmlformats.org/officeDocument/2006/relationships/image" Target="../media/image1827.png"/><Relationship Id="rId1829" Type="http://schemas.openxmlformats.org/officeDocument/2006/relationships/image" Target="../media/image1828.png"/><Relationship Id="rId1830" Type="http://schemas.openxmlformats.org/officeDocument/2006/relationships/image" Target="../media/image1829.png"/><Relationship Id="rId1831" Type="http://schemas.openxmlformats.org/officeDocument/2006/relationships/image" Target="../media/image1830.png"/><Relationship Id="rId1832" Type="http://schemas.openxmlformats.org/officeDocument/2006/relationships/image" Target="../media/image1831.png"/><Relationship Id="rId1833" Type="http://schemas.openxmlformats.org/officeDocument/2006/relationships/image" Target="../media/image1832.png"/><Relationship Id="rId1834" Type="http://schemas.openxmlformats.org/officeDocument/2006/relationships/image" Target="../media/image1833.png"/><Relationship Id="rId1835" Type="http://schemas.openxmlformats.org/officeDocument/2006/relationships/image" Target="../media/image1834.png"/><Relationship Id="rId1836" Type="http://schemas.openxmlformats.org/officeDocument/2006/relationships/image" Target="../media/image1835.png"/><Relationship Id="rId1837" Type="http://schemas.openxmlformats.org/officeDocument/2006/relationships/image" Target="../media/image1836.png"/><Relationship Id="rId1838" Type="http://schemas.openxmlformats.org/officeDocument/2006/relationships/image" Target="../media/image1837.png"/><Relationship Id="rId1839" Type="http://schemas.openxmlformats.org/officeDocument/2006/relationships/image" Target="../media/image1838.png"/><Relationship Id="rId1840" Type="http://schemas.openxmlformats.org/officeDocument/2006/relationships/image" Target="../media/image1839.png"/><Relationship Id="rId1841" Type="http://schemas.openxmlformats.org/officeDocument/2006/relationships/image" Target="../media/image1840.png"/><Relationship Id="rId1842" Type="http://schemas.openxmlformats.org/officeDocument/2006/relationships/image" Target="../media/image1841.png"/><Relationship Id="rId1843" Type="http://schemas.openxmlformats.org/officeDocument/2006/relationships/image" Target="../media/image1842.png"/><Relationship Id="rId1844" Type="http://schemas.openxmlformats.org/officeDocument/2006/relationships/image" Target="../media/image1843.png"/><Relationship Id="rId1845" Type="http://schemas.openxmlformats.org/officeDocument/2006/relationships/image" Target="../media/image1844.png"/><Relationship Id="rId1846" Type="http://schemas.openxmlformats.org/officeDocument/2006/relationships/image" Target="../media/image1845.png"/><Relationship Id="rId1847" Type="http://schemas.openxmlformats.org/officeDocument/2006/relationships/image" Target="../media/image1846.png"/><Relationship Id="rId1848" Type="http://schemas.openxmlformats.org/officeDocument/2006/relationships/image" Target="../media/image1847.png"/><Relationship Id="rId1849" Type="http://schemas.openxmlformats.org/officeDocument/2006/relationships/image" Target="../media/image1848.png"/><Relationship Id="rId1850" Type="http://schemas.openxmlformats.org/officeDocument/2006/relationships/image" Target="../media/image1849.png"/><Relationship Id="rId1851" Type="http://schemas.openxmlformats.org/officeDocument/2006/relationships/image" Target="../media/image1850.png"/><Relationship Id="rId1852" Type="http://schemas.openxmlformats.org/officeDocument/2006/relationships/image" Target="../media/image1851.png"/><Relationship Id="rId1853" Type="http://schemas.openxmlformats.org/officeDocument/2006/relationships/image" Target="../media/image1852.png"/><Relationship Id="rId1854" Type="http://schemas.openxmlformats.org/officeDocument/2006/relationships/image" Target="../media/image1853.png"/><Relationship Id="rId1855" Type="http://schemas.openxmlformats.org/officeDocument/2006/relationships/image" Target="../media/image1854.png"/><Relationship Id="rId1856" Type="http://schemas.openxmlformats.org/officeDocument/2006/relationships/image" Target="../media/image1855.png"/><Relationship Id="rId1857" Type="http://schemas.openxmlformats.org/officeDocument/2006/relationships/image" Target="../media/image1856.png"/><Relationship Id="rId1858" Type="http://schemas.openxmlformats.org/officeDocument/2006/relationships/image" Target="../media/image1857.png"/><Relationship Id="rId1859" Type="http://schemas.openxmlformats.org/officeDocument/2006/relationships/image" Target="../media/image1858.png"/><Relationship Id="rId1860" Type="http://schemas.openxmlformats.org/officeDocument/2006/relationships/image" Target="../media/image1859.png"/><Relationship Id="rId1861" Type="http://schemas.openxmlformats.org/officeDocument/2006/relationships/image" Target="../media/image1860.png"/><Relationship Id="rId1862" Type="http://schemas.openxmlformats.org/officeDocument/2006/relationships/image" Target="../media/image1861.png"/><Relationship Id="rId1863" Type="http://schemas.openxmlformats.org/officeDocument/2006/relationships/image" Target="../media/image1862.png"/><Relationship Id="rId1864" Type="http://schemas.openxmlformats.org/officeDocument/2006/relationships/image" Target="../media/image1863.png"/><Relationship Id="rId1865" Type="http://schemas.openxmlformats.org/officeDocument/2006/relationships/image" Target="../media/image1864.png"/><Relationship Id="rId1866" Type="http://schemas.openxmlformats.org/officeDocument/2006/relationships/image" Target="../media/image1865.png"/><Relationship Id="rId1867" Type="http://schemas.openxmlformats.org/officeDocument/2006/relationships/image" Target="../media/image1866.png"/><Relationship Id="rId1868" Type="http://schemas.openxmlformats.org/officeDocument/2006/relationships/image" Target="../media/image1867.png"/><Relationship Id="rId1869" Type="http://schemas.openxmlformats.org/officeDocument/2006/relationships/image" Target="../media/image1868.png"/><Relationship Id="rId1870" Type="http://schemas.openxmlformats.org/officeDocument/2006/relationships/image" Target="../media/image1869.png"/><Relationship Id="rId1871" Type="http://schemas.openxmlformats.org/officeDocument/2006/relationships/image" Target="../media/image1870.png"/><Relationship Id="rId1872" Type="http://schemas.openxmlformats.org/officeDocument/2006/relationships/image" Target="../media/image1871.png"/><Relationship Id="rId1873" Type="http://schemas.openxmlformats.org/officeDocument/2006/relationships/image" Target="../media/image1872.png"/><Relationship Id="rId1874" Type="http://schemas.openxmlformats.org/officeDocument/2006/relationships/image" Target="../media/image1873.png"/><Relationship Id="rId1875" Type="http://schemas.openxmlformats.org/officeDocument/2006/relationships/image" Target="../media/image1874.png"/><Relationship Id="rId1876" Type="http://schemas.openxmlformats.org/officeDocument/2006/relationships/image" Target="../media/image1875.png"/><Relationship Id="rId1877" Type="http://schemas.openxmlformats.org/officeDocument/2006/relationships/image" Target="../media/image1876.png"/><Relationship Id="rId1878" Type="http://schemas.openxmlformats.org/officeDocument/2006/relationships/image" Target="../media/image1877.png"/><Relationship Id="rId1879" Type="http://schemas.openxmlformats.org/officeDocument/2006/relationships/image" Target="../media/image1878.png"/><Relationship Id="rId1880" Type="http://schemas.openxmlformats.org/officeDocument/2006/relationships/image" Target="../media/image1879.png"/><Relationship Id="rId1881" Type="http://schemas.openxmlformats.org/officeDocument/2006/relationships/image" Target="../media/image1880.png"/><Relationship Id="rId1882" Type="http://schemas.openxmlformats.org/officeDocument/2006/relationships/image" Target="../media/image1881.png"/><Relationship Id="rId1883" Type="http://schemas.openxmlformats.org/officeDocument/2006/relationships/image" Target="../media/image1882.png"/><Relationship Id="rId1884" Type="http://schemas.openxmlformats.org/officeDocument/2006/relationships/image" Target="../media/image1883.png"/><Relationship Id="rId1885" Type="http://schemas.openxmlformats.org/officeDocument/2006/relationships/image" Target="../media/image1884.png"/><Relationship Id="rId1886" Type="http://schemas.openxmlformats.org/officeDocument/2006/relationships/image" Target="../media/image1885.png"/><Relationship Id="rId1887" Type="http://schemas.openxmlformats.org/officeDocument/2006/relationships/image" Target="../media/image1886.png"/><Relationship Id="rId1888" Type="http://schemas.openxmlformats.org/officeDocument/2006/relationships/image" Target="../media/image1887.png"/><Relationship Id="rId1889" Type="http://schemas.openxmlformats.org/officeDocument/2006/relationships/image" Target="../media/image1888.png"/><Relationship Id="rId1890" Type="http://schemas.openxmlformats.org/officeDocument/2006/relationships/image" Target="../media/image1889.png"/><Relationship Id="rId1891" Type="http://schemas.openxmlformats.org/officeDocument/2006/relationships/image" Target="../media/image1890.png"/><Relationship Id="rId1892" Type="http://schemas.openxmlformats.org/officeDocument/2006/relationships/image" Target="../media/image1891.png"/><Relationship Id="rId1893" Type="http://schemas.openxmlformats.org/officeDocument/2006/relationships/image" Target="../media/image1892.png"/><Relationship Id="rId1894" Type="http://schemas.openxmlformats.org/officeDocument/2006/relationships/image" Target="../media/image1893.png"/><Relationship Id="rId1895" Type="http://schemas.openxmlformats.org/officeDocument/2006/relationships/image" Target="../media/image1894.png"/><Relationship Id="rId1896" Type="http://schemas.openxmlformats.org/officeDocument/2006/relationships/image" Target="../media/image1895.png"/><Relationship Id="rId1897" Type="http://schemas.openxmlformats.org/officeDocument/2006/relationships/image" Target="../media/image1896.png"/><Relationship Id="rId1898" Type="http://schemas.openxmlformats.org/officeDocument/2006/relationships/image" Target="../media/image1897.png"/><Relationship Id="rId1899" Type="http://schemas.openxmlformats.org/officeDocument/2006/relationships/image" Target="../media/image1898.png"/><Relationship Id="rId1900" Type="http://schemas.openxmlformats.org/officeDocument/2006/relationships/image" Target="../media/image1899.png"/><Relationship Id="rId1901" Type="http://schemas.openxmlformats.org/officeDocument/2006/relationships/image" Target="../media/image1900.png"/><Relationship Id="rId1902" Type="http://schemas.openxmlformats.org/officeDocument/2006/relationships/image" Target="../media/image1901.png"/><Relationship Id="rId1903" Type="http://schemas.openxmlformats.org/officeDocument/2006/relationships/image" Target="../media/image1902.png"/><Relationship Id="rId1904" Type="http://schemas.openxmlformats.org/officeDocument/2006/relationships/image" Target="../media/image1903.png"/><Relationship Id="rId1905" Type="http://schemas.openxmlformats.org/officeDocument/2006/relationships/image" Target="../media/image1904.png"/><Relationship Id="rId1906" Type="http://schemas.openxmlformats.org/officeDocument/2006/relationships/image" Target="../media/image1905.png"/><Relationship Id="rId1907" Type="http://schemas.openxmlformats.org/officeDocument/2006/relationships/image" Target="../media/image1906.png"/><Relationship Id="rId1908" Type="http://schemas.openxmlformats.org/officeDocument/2006/relationships/image" Target="../media/image1907.png"/><Relationship Id="rId1909" Type="http://schemas.openxmlformats.org/officeDocument/2006/relationships/image" Target="../media/image1908.png"/><Relationship Id="rId1910" Type="http://schemas.openxmlformats.org/officeDocument/2006/relationships/image" Target="../media/image1909.png"/><Relationship Id="rId1911" Type="http://schemas.openxmlformats.org/officeDocument/2006/relationships/image" Target="../media/image1910.png"/><Relationship Id="rId1912" Type="http://schemas.openxmlformats.org/officeDocument/2006/relationships/image" Target="../media/image1911.png"/><Relationship Id="rId1913" Type="http://schemas.openxmlformats.org/officeDocument/2006/relationships/image" Target="../media/image1912.png"/><Relationship Id="rId1914" Type="http://schemas.openxmlformats.org/officeDocument/2006/relationships/image" Target="../media/image1913.png"/><Relationship Id="rId1915" Type="http://schemas.openxmlformats.org/officeDocument/2006/relationships/image" Target="../media/image1914.png"/><Relationship Id="rId1916" Type="http://schemas.openxmlformats.org/officeDocument/2006/relationships/image" Target="../media/image1915.png"/><Relationship Id="rId1917" Type="http://schemas.openxmlformats.org/officeDocument/2006/relationships/image" Target="../media/image1916.png"/><Relationship Id="rId1918" Type="http://schemas.openxmlformats.org/officeDocument/2006/relationships/image" Target="../media/image1917.png"/><Relationship Id="rId1919" Type="http://schemas.openxmlformats.org/officeDocument/2006/relationships/image" Target="../media/image1918.png"/><Relationship Id="rId1920" Type="http://schemas.openxmlformats.org/officeDocument/2006/relationships/image" Target="../media/image1919.png"/><Relationship Id="rId1921" Type="http://schemas.openxmlformats.org/officeDocument/2006/relationships/image" Target="../media/image1920.png"/><Relationship Id="rId1922" Type="http://schemas.openxmlformats.org/officeDocument/2006/relationships/image" Target="../media/image1921.png"/><Relationship Id="rId1923" Type="http://schemas.openxmlformats.org/officeDocument/2006/relationships/image" Target="../media/image1922.png"/><Relationship Id="rId1924" Type="http://schemas.openxmlformats.org/officeDocument/2006/relationships/image" Target="../media/image1923.png"/><Relationship Id="rId1925" Type="http://schemas.openxmlformats.org/officeDocument/2006/relationships/image" Target="../media/image1924.png"/><Relationship Id="rId1926" Type="http://schemas.openxmlformats.org/officeDocument/2006/relationships/image" Target="../media/image1925.png"/><Relationship Id="rId1927" Type="http://schemas.openxmlformats.org/officeDocument/2006/relationships/image" Target="../media/image1926.png"/><Relationship Id="rId1928" Type="http://schemas.openxmlformats.org/officeDocument/2006/relationships/image" Target="../media/image1927.png"/><Relationship Id="rId1929" Type="http://schemas.openxmlformats.org/officeDocument/2006/relationships/image" Target="../media/image1928.png"/><Relationship Id="rId1930" Type="http://schemas.openxmlformats.org/officeDocument/2006/relationships/image" Target="../media/image1929.png"/><Relationship Id="rId1931" Type="http://schemas.openxmlformats.org/officeDocument/2006/relationships/image" Target="../media/image1930.png"/><Relationship Id="rId1932" Type="http://schemas.openxmlformats.org/officeDocument/2006/relationships/image" Target="../media/image1931.png"/><Relationship Id="rId1933" Type="http://schemas.openxmlformats.org/officeDocument/2006/relationships/image" Target="../media/image1932.png"/><Relationship Id="rId1934" Type="http://schemas.openxmlformats.org/officeDocument/2006/relationships/image" Target="../media/image1933.png"/><Relationship Id="rId1935" Type="http://schemas.openxmlformats.org/officeDocument/2006/relationships/image" Target="../media/image1934.png"/><Relationship Id="rId1936" Type="http://schemas.openxmlformats.org/officeDocument/2006/relationships/image" Target="../media/image1935.png"/><Relationship Id="rId1937" Type="http://schemas.openxmlformats.org/officeDocument/2006/relationships/image" Target="../media/image1936.png"/><Relationship Id="rId1938" Type="http://schemas.openxmlformats.org/officeDocument/2006/relationships/image" Target="../media/image1937.png"/><Relationship Id="rId1939" Type="http://schemas.openxmlformats.org/officeDocument/2006/relationships/image" Target="../media/image1938.png"/><Relationship Id="rId1940" Type="http://schemas.openxmlformats.org/officeDocument/2006/relationships/image" Target="../media/image1939.png"/><Relationship Id="rId1941" Type="http://schemas.openxmlformats.org/officeDocument/2006/relationships/image" Target="../media/image1940.png"/><Relationship Id="rId1942" Type="http://schemas.openxmlformats.org/officeDocument/2006/relationships/image" Target="../media/image1941.png"/><Relationship Id="rId1943" Type="http://schemas.openxmlformats.org/officeDocument/2006/relationships/image" Target="../media/image1942.png"/><Relationship Id="rId1944" Type="http://schemas.openxmlformats.org/officeDocument/2006/relationships/image" Target="../media/image1943.png"/><Relationship Id="rId1945" Type="http://schemas.openxmlformats.org/officeDocument/2006/relationships/image" Target="../media/image1944.png"/><Relationship Id="rId1946" Type="http://schemas.openxmlformats.org/officeDocument/2006/relationships/image" Target="../media/image1945.png"/><Relationship Id="rId1947" Type="http://schemas.openxmlformats.org/officeDocument/2006/relationships/image" Target="../media/image1946.png"/><Relationship Id="rId1948" Type="http://schemas.openxmlformats.org/officeDocument/2006/relationships/image" Target="../media/image1947.png"/><Relationship Id="rId1949" Type="http://schemas.openxmlformats.org/officeDocument/2006/relationships/image" Target="../media/image1948.png"/><Relationship Id="rId1950" Type="http://schemas.openxmlformats.org/officeDocument/2006/relationships/image" Target="../media/image1949.png"/><Relationship Id="rId1951" Type="http://schemas.openxmlformats.org/officeDocument/2006/relationships/image" Target="../media/image1950.png"/><Relationship Id="rId1952" Type="http://schemas.openxmlformats.org/officeDocument/2006/relationships/image" Target="../media/image1951.png"/><Relationship Id="rId1953" Type="http://schemas.openxmlformats.org/officeDocument/2006/relationships/image" Target="../media/image1952.png"/><Relationship Id="rId1954" Type="http://schemas.openxmlformats.org/officeDocument/2006/relationships/image" Target="../media/image1953.png"/><Relationship Id="rId1955" Type="http://schemas.openxmlformats.org/officeDocument/2006/relationships/image" Target="../media/image1954.png"/><Relationship Id="rId1956" Type="http://schemas.openxmlformats.org/officeDocument/2006/relationships/image" Target="../media/image1955.png"/><Relationship Id="rId1957" Type="http://schemas.openxmlformats.org/officeDocument/2006/relationships/image" Target="../media/image1956.png"/><Relationship Id="rId1958" Type="http://schemas.openxmlformats.org/officeDocument/2006/relationships/image" Target="../media/image1957.png"/><Relationship Id="rId1959" Type="http://schemas.openxmlformats.org/officeDocument/2006/relationships/image" Target="../media/image1958.png"/><Relationship Id="rId1960" Type="http://schemas.openxmlformats.org/officeDocument/2006/relationships/image" Target="../media/image1959.png"/><Relationship Id="rId1961" Type="http://schemas.openxmlformats.org/officeDocument/2006/relationships/image" Target="../media/image1960.png"/><Relationship Id="rId1962" Type="http://schemas.openxmlformats.org/officeDocument/2006/relationships/image" Target="../media/image1961.png"/><Relationship Id="rId1963" Type="http://schemas.openxmlformats.org/officeDocument/2006/relationships/image" Target="../media/image1962.png"/><Relationship Id="rId1964" Type="http://schemas.openxmlformats.org/officeDocument/2006/relationships/image" Target="../media/image1963.png"/><Relationship Id="rId1965" Type="http://schemas.openxmlformats.org/officeDocument/2006/relationships/image" Target="../media/image1964.png"/><Relationship Id="rId1966" Type="http://schemas.openxmlformats.org/officeDocument/2006/relationships/image" Target="../media/image1965.png"/><Relationship Id="rId1967" Type="http://schemas.openxmlformats.org/officeDocument/2006/relationships/image" Target="../media/image1966.png"/><Relationship Id="rId1968" Type="http://schemas.openxmlformats.org/officeDocument/2006/relationships/image" Target="../media/image1967.png"/><Relationship Id="rId1969" Type="http://schemas.openxmlformats.org/officeDocument/2006/relationships/image" Target="../media/image1968.png"/><Relationship Id="rId1970" Type="http://schemas.openxmlformats.org/officeDocument/2006/relationships/image" Target="../media/image1969.png"/><Relationship Id="rId1971" Type="http://schemas.openxmlformats.org/officeDocument/2006/relationships/image" Target="../media/image1970.png"/><Relationship Id="rId1972" Type="http://schemas.openxmlformats.org/officeDocument/2006/relationships/image" Target="../media/image1971.png"/><Relationship Id="rId1973" Type="http://schemas.openxmlformats.org/officeDocument/2006/relationships/image" Target="../media/image1972.png"/><Relationship Id="rId1974" Type="http://schemas.openxmlformats.org/officeDocument/2006/relationships/image" Target="../media/image1973.png"/><Relationship Id="rId1975" Type="http://schemas.openxmlformats.org/officeDocument/2006/relationships/image" Target="../media/image1974.png"/><Relationship Id="rId1976" Type="http://schemas.openxmlformats.org/officeDocument/2006/relationships/image" Target="../media/image1975.png"/><Relationship Id="rId1977" Type="http://schemas.openxmlformats.org/officeDocument/2006/relationships/image" Target="../media/image1976.png"/><Relationship Id="rId1978" Type="http://schemas.openxmlformats.org/officeDocument/2006/relationships/image" Target="../media/image1977.png"/><Relationship Id="rId1979" Type="http://schemas.openxmlformats.org/officeDocument/2006/relationships/image" Target="../media/image1978.png"/><Relationship Id="rId1980" Type="http://schemas.openxmlformats.org/officeDocument/2006/relationships/image" Target="../media/image1979.png"/><Relationship Id="rId1981" Type="http://schemas.openxmlformats.org/officeDocument/2006/relationships/image" Target="../media/image1980.png"/><Relationship Id="rId1982" Type="http://schemas.openxmlformats.org/officeDocument/2006/relationships/image" Target="../media/image1981.png"/><Relationship Id="rId1983" Type="http://schemas.openxmlformats.org/officeDocument/2006/relationships/image" Target="../media/image1982.png"/><Relationship Id="rId1984" Type="http://schemas.openxmlformats.org/officeDocument/2006/relationships/image" Target="../media/image1983.png"/><Relationship Id="rId1985" Type="http://schemas.openxmlformats.org/officeDocument/2006/relationships/image" Target="../media/image1984.png"/><Relationship Id="rId1986" Type="http://schemas.openxmlformats.org/officeDocument/2006/relationships/image" Target="../media/image1985.png"/><Relationship Id="rId1987" Type="http://schemas.openxmlformats.org/officeDocument/2006/relationships/image" Target="../media/image1986.png"/><Relationship Id="rId1988" Type="http://schemas.openxmlformats.org/officeDocument/2006/relationships/image" Target="../media/image1987.png"/><Relationship Id="rId1989" Type="http://schemas.openxmlformats.org/officeDocument/2006/relationships/image" Target="../media/image1988.png"/><Relationship Id="rId1990" Type="http://schemas.openxmlformats.org/officeDocument/2006/relationships/image" Target="../media/image1989.png"/><Relationship Id="rId1991" Type="http://schemas.openxmlformats.org/officeDocument/2006/relationships/image" Target="../media/image1990.png"/><Relationship Id="rId1992" Type="http://schemas.openxmlformats.org/officeDocument/2006/relationships/image" Target="../media/image1991.png"/><Relationship Id="rId1993" Type="http://schemas.openxmlformats.org/officeDocument/2006/relationships/image" Target="../media/image1992.png"/><Relationship Id="rId1994" Type="http://schemas.openxmlformats.org/officeDocument/2006/relationships/image" Target="../media/image1993.png"/><Relationship Id="rId1995" Type="http://schemas.openxmlformats.org/officeDocument/2006/relationships/image" Target="../media/image1994.png"/><Relationship Id="rId1996" Type="http://schemas.openxmlformats.org/officeDocument/2006/relationships/image" Target="../media/image1995.png"/><Relationship Id="rId1997" Type="http://schemas.openxmlformats.org/officeDocument/2006/relationships/image" Target="../media/image1996.png"/><Relationship Id="rId1998" Type="http://schemas.openxmlformats.org/officeDocument/2006/relationships/image" Target="../media/image1997.png"/><Relationship Id="rId1999" Type="http://schemas.openxmlformats.org/officeDocument/2006/relationships/image" Target="../media/image1998.png"/><Relationship Id="rId2000" Type="http://schemas.openxmlformats.org/officeDocument/2006/relationships/image" Target="../media/image1999.png"/><Relationship Id="rId2001" Type="http://schemas.openxmlformats.org/officeDocument/2006/relationships/image" Target="../media/image200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0" name="Picture 69" descr="image.png"/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3" name="Picture 72" descr="image.png"/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5" name="Picture 74" descr="image.png"/>
          <p:cNvPicPr>
            <a:picLocks noChangeAspect="1"/>
          </p:cNvPicPr>
          <p:nvPr/>
        </p:nvPicPr>
        <p:blipFill>
          <a:blip r:embed="rId7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6" name="Picture 75" descr="image.png"/>
          <p:cNvPicPr>
            <a:picLocks noChangeAspect="1"/>
          </p:cNvPicPr>
          <p:nvPr/>
        </p:nvPicPr>
        <p:blipFill>
          <a:blip r:embed="rId7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7" name="Picture 76" descr="image.png"/>
          <p:cNvPicPr>
            <a:picLocks noChangeAspect="1"/>
          </p:cNvPicPr>
          <p:nvPr/>
        </p:nvPicPr>
        <p:blipFill>
          <a:blip r:embed="rId7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8" name="Picture 77" descr="image.png"/>
          <p:cNvPicPr>
            <a:picLocks noChangeAspect="1"/>
          </p:cNvPicPr>
          <p:nvPr/>
        </p:nvPicPr>
        <p:blipFill>
          <a:blip r:embed="rId7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7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0" name="Picture 79" descr="image.png"/>
          <p:cNvPicPr>
            <a:picLocks noChangeAspect="1"/>
          </p:cNvPicPr>
          <p:nvPr/>
        </p:nvPicPr>
        <p:blipFill>
          <a:blip r:embed="rId8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1" name="Picture 80" descr="image.png"/>
          <p:cNvPicPr>
            <a:picLocks noChangeAspect="1"/>
          </p:cNvPicPr>
          <p:nvPr/>
        </p:nvPicPr>
        <p:blipFill>
          <a:blip r:embed="rId8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2" name="Picture 81" descr="image.png"/>
          <p:cNvPicPr>
            <a:picLocks noChangeAspect="1"/>
          </p:cNvPicPr>
          <p:nvPr/>
        </p:nvPicPr>
        <p:blipFill>
          <a:blip r:embed="rId8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3" name="Picture 82" descr="image.png"/>
          <p:cNvPicPr>
            <a:picLocks noChangeAspect="1"/>
          </p:cNvPicPr>
          <p:nvPr/>
        </p:nvPicPr>
        <p:blipFill>
          <a:blip r:embed="rId8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4" name="Picture 83" descr="image.png"/>
          <p:cNvPicPr>
            <a:picLocks noChangeAspect="1"/>
          </p:cNvPicPr>
          <p:nvPr/>
        </p:nvPicPr>
        <p:blipFill>
          <a:blip r:embed="rId8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5" name="Picture 84" descr="image.png"/>
          <p:cNvPicPr>
            <a:picLocks noChangeAspect="1"/>
          </p:cNvPicPr>
          <p:nvPr/>
        </p:nvPicPr>
        <p:blipFill>
          <a:blip r:embed="rId8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6" name="Picture 85" descr="image.png"/>
          <p:cNvPicPr>
            <a:picLocks noChangeAspect="1"/>
          </p:cNvPicPr>
          <p:nvPr/>
        </p:nvPicPr>
        <p:blipFill>
          <a:blip r:embed="rId8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7" name="Picture 86" descr="image.png"/>
          <p:cNvPicPr>
            <a:picLocks noChangeAspect="1"/>
          </p:cNvPicPr>
          <p:nvPr/>
        </p:nvPicPr>
        <p:blipFill>
          <a:blip r:embed="rId8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8" name="Picture 87" descr="image.png"/>
          <p:cNvPicPr>
            <a:picLocks noChangeAspect="1"/>
          </p:cNvPicPr>
          <p:nvPr/>
        </p:nvPicPr>
        <p:blipFill>
          <a:blip r:embed="rId8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9" name="Picture 88" descr="image.png"/>
          <p:cNvPicPr>
            <a:picLocks noChangeAspect="1"/>
          </p:cNvPicPr>
          <p:nvPr/>
        </p:nvPicPr>
        <p:blipFill>
          <a:blip r:embed="rId8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0" name="Picture 89" descr="image.png"/>
          <p:cNvPicPr>
            <a:picLocks noChangeAspect="1"/>
          </p:cNvPicPr>
          <p:nvPr/>
        </p:nvPicPr>
        <p:blipFill>
          <a:blip r:embed="rId9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1" name="Picture 90" descr="image.png"/>
          <p:cNvPicPr>
            <a:picLocks noChangeAspect="1"/>
          </p:cNvPicPr>
          <p:nvPr/>
        </p:nvPicPr>
        <p:blipFill>
          <a:blip r:embed="rId9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2" name="Picture 91" descr="image.png"/>
          <p:cNvPicPr>
            <a:picLocks noChangeAspect="1"/>
          </p:cNvPicPr>
          <p:nvPr/>
        </p:nvPicPr>
        <p:blipFill>
          <a:blip r:embed="rId9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3" name="Picture 92" descr="image.png"/>
          <p:cNvPicPr>
            <a:picLocks noChangeAspect="1"/>
          </p:cNvPicPr>
          <p:nvPr/>
        </p:nvPicPr>
        <p:blipFill>
          <a:blip r:embed="rId9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4" name="Picture 93" descr="image.png"/>
          <p:cNvPicPr>
            <a:picLocks noChangeAspect="1"/>
          </p:cNvPicPr>
          <p:nvPr/>
        </p:nvPicPr>
        <p:blipFill>
          <a:blip r:embed="rId9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5" name="Picture 94" descr="image.png"/>
          <p:cNvPicPr>
            <a:picLocks noChangeAspect="1"/>
          </p:cNvPicPr>
          <p:nvPr/>
        </p:nvPicPr>
        <p:blipFill>
          <a:blip r:embed="rId9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6" name="Picture 95" descr="image.png"/>
          <p:cNvPicPr>
            <a:picLocks noChangeAspect="1"/>
          </p:cNvPicPr>
          <p:nvPr/>
        </p:nvPicPr>
        <p:blipFill>
          <a:blip r:embed="rId9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7" name="Picture 96" descr="image.png"/>
          <p:cNvPicPr>
            <a:picLocks noChangeAspect="1"/>
          </p:cNvPicPr>
          <p:nvPr/>
        </p:nvPicPr>
        <p:blipFill>
          <a:blip r:embed="rId9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8" name="Picture 97" descr="image.png"/>
          <p:cNvPicPr>
            <a:picLocks noChangeAspect="1"/>
          </p:cNvPicPr>
          <p:nvPr/>
        </p:nvPicPr>
        <p:blipFill>
          <a:blip r:embed="rId9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9" name="Picture 98" descr="image.png"/>
          <p:cNvPicPr>
            <a:picLocks noChangeAspect="1"/>
          </p:cNvPicPr>
          <p:nvPr/>
        </p:nvPicPr>
        <p:blipFill>
          <a:blip r:embed="rId9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0" name="Picture 99" descr="image.png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1" name="Picture 100" descr="image.png"/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2" name="Picture 101" descr="image.png"/>
          <p:cNvPicPr>
            <a:picLocks noChangeAspect="1"/>
          </p:cNvPicPr>
          <p:nvPr/>
        </p:nvPicPr>
        <p:blipFill>
          <a:blip r:embed="rId10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3" name="Picture 102" descr="image.png"/>
          <p:cNvPicPr>
            <a:picLocks noChangeAspect="1"/>
          </p:cNvPicPr>
          <p:nvPr/>
        </p:nvPicPr>
        <p:blipFill>
          <a:blip r:embed="rId10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4" name="Picture 103" descr="image.png"/>
          <p:cNvPicPr>
            <a:picLocks noChangeAspect="1"/>
          </p:cNvPicPr>
          <p:nvPr/>
        </p:nvPicPr>
        <p:blipFill>
          <a:blip r:embed="rId10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5" name="Picture 104" descr="image.png"/>
          <p:cNvPicPr>
            <a:picLocks noChangeAspect="1"/>
          </p:cNvPicPr>
          <p:nvPr/>
        </p:nvPicPr>
        <p:blipFill>
          <a:blip r:embed="rId10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6" name="Picture 105" descr="image.png"/>
          <p:cNvPicPr>
            <a:picLocks noChangeAspect="1"/>
          </p:cNvPicPr>
          <p:nvPr/>
        </p:nvPicPr>
        <p:blipFill>
          <a:blip r:embed="rId10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7" name="Picture 106" descr="image.png"/>
          <p:cNvPicPr>
            <a:picLocks noChangeAspect="1"/>
          </p:cNvPicPr>
          <p:nvPr/>
        </p:nvPicPr>
        <p:blipFill>
          <a:blip r:embed="rId10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8" name="Picture 107" descr="image.png"/>
          <p:cNvPicPr>
            <a:picLocks noChangeAspect="1"/>
          </p:cNvPicPr>
          <p:nvPr/>
        </p:nvPicPr>
        <p:blipFill>
          <a:blip r:embed="rId10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9" name="Picture 108" descr="image.png"/>
          <p:cNvPicPr>
            <a:picLocks noChangeAspect="1"/>
          </p:cNvPicPr>
          <p:nvPr/>
        </p:nvPicPr>
        <p:blipFill>
          <a:blip r:embed="rId10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0" name="Picture 109" descr="image.png"/>
          <p:cNvPicPr>
            <a:picLocks noChangeAspect="1"/>
          </p:cNvPicPr>
          <p:nvPr/>
        </p:nvPicPr>
        <p:blipFill>
          <a:blip r:embed="rId11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1" name="Picture 110" descr="image.png"/>
          <p:cNvPicPr>
            <a:picLocks noChangeAspect="1"/>
          </p:cNvPicPr>
          <p:nvPr/>
        </p:nvPicPr>
        <p:blipFill>
          <a:blip r:embed="rId11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2" name="Picture 111" descr="image.png"/>
          <p:cNvPicPr>
            <a:picLocks noChangeAspect="1"/>
          </p:cNvPicPr>
          <p:nvPr/>
        </p:nvPicPr>
        <p:blipFill>
          <a:blip r:embed="rId11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3" name="Picture 112" descr="image.png"/>
          <p:cNvPicPr>
            <a:picLocks noChangeAspect="1"/>
          </p:cNvPicPr>
          <p:nvPr/>
        </p:nvPicPr>
        <p:blipFill>
          <a:blip r:embed="rId11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4" name="Picture 113" descr="image.png"/>
          <p:cNvPicPr>
            <a:picLocks noChangeAspect="1"/>
          </p:cNvPicPr>
          <p:nvPr/>
        </p:nvPicPr>
        <p:blipFill>
          <a:blip r:embed="rId11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5" name="Picture 114" descr="image.png"/>
          <p:cNvPicPr>
            <a:picLocks noChangeAspect="1"/>
          </p:cNvPicPr>
          <p:nvPr/>
        </p:nvPicPr>
        <p:blipFill>
          <a:blip r:embed="rId11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6" name="Picture 115" descr="image.png"/>
          <p:cNvPicPr>
            <a:picLocks noChangeAspect="1"/>
          </p:cNvPicPr>
          <p:nvPr/>
        </p:nvPicPr>
        <p:blipFill>
          <a:blip r:embed="rId11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7" name="Picture 116" descr="image.png"/>
          <p:cNvPicPr>
            <a:picLocks noChangeAspect="1"/>
          </p:cNvPicPr>
          <p:nvPr/>
        </p:nvPicPr>
        <p:blipFill>
          <a:blip r:embed="rId11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8" name="Picture 117" descr="image.png"/>
          <p:cNvPicPr>
            <a:picLocks noChangeAspect="1"/>
          </p:cNvPicPr>
          <p:nvPr/>
        </p:nvPicPr>
        <p:blipFill>
          <a:blip r:embed="rId11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9" name="Picture 118" descr="image.png"/>
          <p:cNvPicPr>
            <a:picLocks noChangeAspect="1"/>
          </p:cNvPicPr>
          <p:nvPr/>
        </p:nvPicPr>
        <p:blipFill>
          <a:blip r:embed="rId11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0" name="Picture 119" descr="image.png"/>
          <p:cNvPicPr>
            <a:picLocks noChangeAspect="1"/>
          </p:cNvPicPr>
          <p:nvPr/>
        </p:nvPicPr>
        <p:blipFill>
          <a:blip r:embed="rId12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1" name="Picture 120" descr="image.png"/>
          <p:cNvPicPr>
            <a:picLocks noChangeAspect="1"/>
          </p:cNvPicPr>
          <p:nvPr/>
        </p:nvPicPr>
        <p:blipFill>
          <a:blip r:embed="rId12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2" name="Picture 121" descr="image.png"/>
          <p:cNvPicPr>
            <a:picLocks noChangeAspect="1"/>
          </p:cNvPicPr>
          <p:nvPr/>
        </p:nvPicPr>
        <p:blipFill>
          <a:blip r:embed="rId12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3" name="Picture 122" descr="image.png"/>
          <p:cNvPicPr>
            <a:picLocks noChangeAspect="1"/>
          </p:cNvPicPr>
          <p:nvPr/>
        </p:nvPicPr>
        <p:blipFill>
          <a:blip r:embed="rId12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4" name="Picture 123" descr="image.png"/>
          <p:cNvPicPr>
            <a:picLocks noChangeAspect="1"/>
          </p:cNvPicPr>
          <p:nvPr/>
        </p:nvPicPr>
        <p:blipFill>
          <a:blip r:embed="rId12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5" name="Picture 124" descr="image.png"/>
          <p:cNvPicPr>
            <a:picLocks noChangeAspect="1"/>
          </p:cNvPicPr>
          <p:nvPr/>
        </p:nvPicPr>
        <p:blipFill>
          <a:blip r:embed="rId12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6" name="Picture 125" descr="image.png"/>
          <p:cNvPicPr>
            <a:picLocks noChangeAspect="1"/>
          </p:cNvPicPr>
          <p:nvPr/>
        </p:nvPicPr>
        <p:blipFill>
          <a:blip r:embed="rId12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7" name="Picture 126" descr="image.png"/>
          <p:cNvPicPr>
            <a:picLocks noChangeAspect="1"/>
          </p:cNvPicPr>
          <p:nvPr/>
        </p:nvPicPr>
        <p:blipFill>
          <a:blip r:embed="rId12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8" name="Picture 127" descr="image.png"/>
          <p:cNvPicPr>
            <a:picLocks noChangeAspect="1"/>
          </p:cNvPicPr>
          <p:nvPr/>
        </p:nvPicPr>
        <p:blipFill>
          <a:blip r:embed="rId12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9" name="Picture 128" descr="image.png"/>
          <p:cNvPicPr>
            <a:picLocks noChangeAspect="1"/>
          </p:cNvPicPr>
          <p:nvPr/>
        </p:nvPicPr>
        <p:blipFill>
          <a:blip r:embed="rId12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0" name="Picture 129" descr="image.png"/>
          <p:cNvPicPr>
            <a:picLocks noChangeAspect="1"/>
          </p:cNvPicPr>
          <p:nvPr/>
        </p:nvPicPr>
        <p:blipFill>
          <a:blip r:embed="rId13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1" name="Picture 130" descr="image.png"/>
          <p:cNvPicPr>
            <a:picLocks noChangeAspect="1"/>
          </p:cNvPicPr>
          <p:nvPr/>
        </p:nvPicPr>
        <p:blipFill>
          <a:blip r:embed="rId13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2" name="Picture 131" descr="image.png"/>
          <p:cNvPicPr>
            <a:picLocks noChangeAspect="1"/>
          </p:cNvPicPr>
          <p:nvPr/>
        </p:nvPicPr>
        <p:blipFill>
          <a:blip r:embed="rId13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3" name="Picture 132" descr="image.png"/>
          <p:cNvPicPr>
            <a:picLocks noChangeAspect="1"/>
          </p:cNvPicPr>
          <p:nvPr/>
        </p:nvPicPr>
        <p:blipFill>
          <a:blip r:embed="rId13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4" name="Picture 133" descr="image.png"/>
          <p:cNvPicPr>
            <a:picLocks noChangeAspect="1"/>
          </p:cNvPicPr>
          <p:nvPr/>
        </p:nvPicPr>
        <p:blipFill>
          <a:blip r:embed="rId13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5" name="Picture 134" descr="image.png"/>
          <p:cNvPicPr>
            <a:picLocks noChangeAspect="1"/>
          </p:cNvPicPr>
          <p:nvPr/>
        </p:nvPicPr>
        <p:blipFill>
          <a:blip r:embed="rId13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6" name="Picture 135" descr="image.png"/>
          <p:cNvPicPr>
            <a:picLocks noChangeAspect="1"/>
          </p:cNvPicPr>
          <p:nvPr/>
        </p:nvPicPr>
        <p:blipFill>
          <a:blip r:embed="rId13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7" name="Picture 136" descr="image.png"/>
          <p:cNvPicPr>
            <a:picLocks noChangeAspect="1"/>
          </p:cNvPicPr>
          <p:nvPr/>
        </p:nvPicPr>
        <p:blipFill>
          <a:blip r:embed="rId13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8" name="Picture 137" descr="image.png"/>
          <p:cNvPicPr>
            <a:picLocks noChangeAspect="1"/>
          </p:cNvPicPr>
          <p:nvPr/>
        </p:nvPicPr>
        <p:blipFill>
          <a:blip r:embed="rId13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9" name="Picture 138" descr="image.png"/>
          <p:cNvPicPr>
            <a:picLocks noChangeAspect="1"/>
          </p:cNvPicPr>
          <p:nvPr/>
        </p:nvPicPr>
        <p:blipFill>
          <a:blip r:embed="rId13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0" name="Picture 139" descr="image.png"/>
          <p:cNvPicPr>
            <a:picLocks noChangeAspect="1"/>
          </p:cNvPicPr>
          <p:nvPr/>
        </p:nvPicPr>
        <p:blipFill>
          <a:blip r:embed="rId14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1" name="Picture 140" descr="image.png"/>
          <p:cNvPicPr>
            <a:picLocks noChangeAspect="1"/>
          </p:cNvPicPr>
          <p:nvPr/>
        </p:nvPicPr>
        <p:blipFill>
          <a:blip r:embed="rId14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2" name="Picture 141" descr="image.png"/>
          <p:cNvPicPr>
            <a:picLocks noChangeAspect="1"/>
          </p:cNvPicPr>
          <p:nvPr/>
        </p:nvPicPr>
        <p:blipFill>
          <a:blip r:embed="rId14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3" name="Picture 142" descr="image.png"/>
          <p:cNvPicPr>
            <a:picLocks noChangeAspect="1"/>
          </p:cNvPicPr>
          <p:nvPr/>
        </p:nvPicPr>
        <p:blipFill>
          <a:blip r:embed="rId14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4" name="Picture 143" descr="image.png"/>
          <p:cNvPicPr>
            <a:picLocks noChangeAspect="1"/>
          </p:cNvPicPr>
          <p:nvPr/>
        </p:nvPicPr>
        <p:blipFill>
          <a:blip r:embed="rId14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5" name="Picture 144" descr="image.png"/>
          <p:cNvPicPr>
            <a:picLocks noChangeAspect="1"/>
          </p:cNvPicPr>
          <p:nvPr/>
        </p:nvPicPr>
        <p:blipFill>
          <a:blip r:embed="rId14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6" name="Picture 145" descr="image.png"/>
          <p:cNvPicPr>
            <a:picLocks noChangeAspect="1"/>
          </p:cNvPicPr>
          <p:nvPr/>
        </p:nvPicPr>
        <p:blipFill>
          <a:blip r:embed="rId14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7" name="Picture 146" descr="image.png"/>
          <p:cNvPicPr>
            <a:picLocks noChangeAspect="1"/>
          </p:cNvPicPr>
          <p:nvPr/>
        </p:nvPicPr>
        <p:blipFill>
          <a:blip r:embed="rId14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8" name="Picture 147" descr="image.png"/>
          <p:cNvPicPr>
            <a:picLocks noChangeAspect="1"/>
          </p:cNvPicPr>
          <p:nvPr/>
        </p:nvPicPr>
        <p:blipFill>
          <a:blip r:embed="rId14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9" name="Picture 148" descr="image.png"/>
          <p:cNvPicPr>
            <a:picLocks noChangeAspect="1"/>
          </p:cNvPicPr>
          <p:nvPr/>
        </p:nvPicPr>
        <p:blipFill>
          <a:blip r:embed="rId14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0" name="Picture 149" descr="image.png"/>
          <p:cNvPicPr>
            <a:picLocks noChangeAspect="1"/>
          </p:cNvPicPr>
          <p:nvPr/>
        </p:nvPicPr>
        <p:blipFill>
          <a:blip r:embed="rId15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1" name="Picture 150" descr="image.png"/>
          <p:cNvPicPr>
            <a:picLocks noChangeAspect="1"/>
          </p:cNvPicPr>
          <p:nvPr/>
        </p:nvPicPr>
        <p:blipFill>
          <a:blip r:embed="rId15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2" name="Picture 151" descr="image.png"/>
          <p:cNvPicPr>
            <a:picLocks noChangeAspect="1"/>
          </p:cNvPicPr>
          <p:nvPr/>
        </p:nvPicPr>
        <p:blipFill>
          <a:blip r:embed="rId15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3" name="Picture 152" descr="image.png"/>
          <p:cNvPicPr>
            <a:picLocks noChangeAspect="1"/>
          </p:cNvPicPr>
          <p:nvPr/>
        </p:nvPicPr>
        <p:blipFill>
          <a:blip r:embed="rId15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4" name="Picture 153" descr="image.png"/>
          <p:cNvPicPr>
            <a:picLocks noChangeAspect="1"/>
          </p:cNvPicPr>
          <p:nvPr/>
        </p:nvPicPr>
        <p:blipFill>
          <a:blip r:embed="rId15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5" name="Picture 154" descr="image.png"/>
          <p:cNvPicPr>
            <a:picLocks noChangeAspect="1"/>
          </p:cNvPicPr>
          <p:nvPr/>
        </p:nvPicPr>
        <p:blipFill>
          <a:blip r:embed="rId15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6" name="Picture 155" descr="image.png"/>
          <p:cNvPicPr>
            <a:picLocks noChangeAspect="1"/>
          </p:cNvPicPr>
          <p:nvPr/>
        </p:nvPicPr>
        <p:blipFill>
          <a:blip r:embed="rId15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7" name="Picture 156" descr="image.png"/>
          <p:cNvPicPr>
            <a:picLocks noChangeAspect="1"/>
          </p:cNvPicPr>
          <p:nvPr/>
        </p:nvPicPr>
        <p:blipFill>
          <a:blip r:embed="rId15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8" name="Picture 157" descr="image.png"/>
          <p:cNvPicPr>
            <a:picLocks noChangeAspect="1"/>
          </p:cNvPicPr>
          <p:nvPr/>
        </p:nvPicPr>
        <p:blipFill>
          <a:blip r:embed="rId15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9" name="Picture 158" descr="image.png"/>
          <p:cNvPicPr>
            <a:picLocks noChangeAspect="1"/>
          </p:cNvPicPr>
          <p:nvPr/>
        </p:nvPicPr>
        <p:blipFill>
          <a:blip r:embed="rId15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0" name="Picture 159" descr="image.png"/>
          <p:cNvPicPr>
            <a:picLocks noChangeAspect="1"/>
          </p:cNvPicPr>
          <p:nvPr/>
        </p:nvPicPr>
        <p:blipFill>
          <a:blip r:embed="rId16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1" name="Picture 160" descr="image.png"/>
          <p:cNvPicPr>
            <a:picLocks noChangeAspect="1"/>
          </p:cNvPicPr>
          <p:nvPr/>
        </p:nvPicPr>
        <p:blipFill>
          <a:blip r:embed="rId16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2" name="Picture 161" descr="image.png"/>
          <p:cNvPicPr>
            <a:picLocks noChangeAspect="1"/>
          </p:cNvPicPr>
          <p:nvPr/>
        </p:nvPicPr>
        <p:blipFill>
          <a:blip r:embed="rId16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3" name="Picture 162" descr="image.png"/>
          <p:cNvPicPr>
            <a:picLocks noChangeAspect="1"/>
          </p:cNvPicPr>
          <p:nvPr/>
        </p:nvPicPr>
        <p:blipFill>
          <a:blip r:embed="rId16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4" name="Picture 163" descr="image.png"/>
          <p:cNvPicPr>
            <a:picLocks noChangeAspect="1"/>
          </p:cNvPicPr>
          <p:nvPr/>
        </p:nvPicPr>
        <p:blipFill>
          <a:blip r:embed="rId16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5" name="Picture 164" descr="image.png"/>
          <p:cNvPicPr>
            <a:picLocks noChangeAspect="1"/>
          </p:cNvPicPr>
          <p:nvPr/>
        </p:nvPicPr>
        <p:blipFill>
          <a:blip r:embed="rId16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6" name="Picture 165" descr="image.png"/>
          <p:cNvPicPr>
            <a:picLocks noChangeAspect="1"/>
          </p:cNvPicPr>
          <p:nvPr/>
        </p:nvPicPr>
        <p:blipFill>
          <a:blip r:embed="rId16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7" name="Picture 166" descr="image.png"/>
          <p:cNvPicPr>
            <a:picLocks noChangeAspect="1"/>
          </p:cNvPicPr>
          <p:nvPr/>
        </p:nvPicPr>
        <p:blipFill>
          <a:blip r:embed="rId16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8" name="Picture 167" descr="image.png"/>
          <p:cNvPicPr>
            <a:picLocks noChangeAspect="1"/>
          </p:cNvPicPr>
          <p:nvPr/>
        </p:nvPicPr>
        <p:blipFill>
          <a:blip r:embed="rId16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9" name="Picture 168" descr="image.png"/>
          <p:cNvPicPr>
            <a:picLocks noChangeAspect="1"/>
          </p:cNvPicPr>
          <p:nvPr/>
        </p:nvPicPr>
        <p:blipFill>
          <a:blip r:embed="rId16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0" name="Picture 169" descr="image.png"/>
          <p:cNvPicPr>
            <a:picLocks noChangeAspect="1"/>
          </p:cNvPicPr>
          <p:nvPr/>
        </p:nvPicPr>
        <p:blipFill>
          <a:blip r:embed="rId17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1" name="Picture 170" descr="image.png"/>
          <p:cNvPicPr>
            <a:picLocks noChangeAspect="1"/>
          </p:cNvPicPr>
          <p:nvPr/>
        </p:nvPicPr>
        <p:blipFill>
          <a:blip r:embed="rId17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2" name="Picture 171" descr="image.png"/>
          <p:cNvPicPr>
            <a:picLocks noChangeAspect="1"/>
          </p:cNvPicPr>
          <p:nvPr/>
        </p:nvPicPr>
        <p:blipFill>
          <a:blip r:embed="rId17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3" name="Picture 172" descr="image.png"/>
          <p:cNvPicPr>
            <a:picLocks noChangeAspect="1"/>
          </p:cNvPicPr>
          <p:nvPr/>
        </p:nvPicPr>
        <p:blipFill>
          <a:blip r:embed="rId17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4" name="Picture 173" descr="image.png"/>
          <p:cNvPicPr>
            <a:picLocks noChangeAspect="1"/>
          </p:cNvPicPr>
          <p:nvPr/>
        </p:nvPicPr>
        <p:blipFill>
          <a:blip r:embed="rId17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5" name="Picture 174" descr="image.png"/>
          <p:cNvPicPr>
            <a:picLocks noChangeAspect="1"/>
          </p:cNvPicPr>
          <p:nvPr/>
        </p:nvPicPr>
        <p:blipFill>
          <a:blip r:embed="rId17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6" name="Picture 175" descr="image.png"/>
          <p:cNvPicPr>
            <a:picLocks noChangeAspect="1"/>
          </p:cNvPicPr>
          <p:nvPr/>
        </p:nvPicPr>
        <p:blipFill>
          <a:blip r:embed="rId17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7" name="Picture 176" descr="image.png"/>
          <p:cNvPicPr>
            <a:picLocks noChangeAspect="1"/>
          </p:cNvPicPr>
          <p:nvPr/>
        </p:nvPicPr>
        <p:blipFill>
          <a:blip r:embed="rId17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8" name="Picture 177" descr="image.png"/>
          <p:cNvPicPr>
            <a:picLocks noChangeAspect="1"/>
          </p:cNvPicPr>
          <p:nvPr/>
        </p:nvPicPr>
        <p:blipFill>
          <a:blip r:embed="rId17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9" name="Picture 178" descr="image.png"/>
          <p:cNvPicPr>
            <a:picLocks noChangeAspect="1"/>
          </p:cNvPicPr>
          <p:nvPr/>
        </p:nvPicPr>
        <p:blipFill>
          <a:blip r:embed="rId17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0" name="Picture 179" descr="image.png"/>
          <p:cNvPicPr>
            <a:picLocks noChangeAspect="1"/>
          </p:cNvPicPr>
          <p:nvPr/>
        </p:nvPicPr>
        <p:blipFill>
          <a:blip r:embed="rId18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1" name="Picture 180" descr="image.png"/>
          <p:cNvPicPr>
            <a:picLocks noChangeAspect="1"/>
          </p:cNvPicPr>
          <p:nvPr/>
        </p:nvPicPr>
        <p:blipFill>
          <a:blip r:embed="rId18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2" name="Picture 181" descr="image.png"/>
          <p:cNvPicPr>
            <a:picLocks noChangeAspect="1"/>
          </p:cNvPicPr>
          <p:nvPr/>
        </p:nvPicPr>
        <p:blipFill>
          <a:blip r:embed="rId18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3" name="Picture 182" descr="image.png"/>
          <p:cNvPicPr>
            <a:picLocks noChangeAspect="1"/>
          </p:cNvPicPr>
          <p:nvPr/>
        </p:nvPicPr>
        <p:blipFill>
          <a:blip r:embed="rId18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4" name="Picture 183" descr="image.png"/>
          <p:cNvPicPr>
            <a:picLocks noChangeAspect="1"/>
          </p:cNvPicPr>
          <p:nvPr/>
        </p:nvPicPr>
        <p:blipFill>
          <a:blip r:embed="rId18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5" name="Picture 184" descr="image.png"/>
          <p:cNvPicPr>
            <a:picLocks noChangeAspect="1"/>
          </p:cNvPicPr>
          <p:nvPr/>
        </p:nvPicPr>
        <p:blipFill>
          <a:blip r:embed="rId18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6" name="Picture 185" descr="image.png"/>
          <p:cNvPicPr>
            <a:picLocks noChangeAspect="1"/>
          </p:cNvPicPr>
          <p:nvPr/>
        </p:nvPicPr>
        <p:blipFill>
          <a:blip r:embed="rId18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7" name="Picture 186" descr="image.png"/>
          <p:cNvPicPr>
            <a:picLocks noChangeAspect="1"/>
          </p:cNvPicPr>
          <p:nvPr/>
        </p:nvPicPr>
        <p:blipFill>
          <a:blip r:embed="rId18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8" name="Picture 187" descr="image.png"/>
          <p:cNvPicPr>
            <a:picLocks noChangeAspect="1"/>
          </p:cNvPicPr>
          <p:nvPr/>
        </p:nvPicPr>
        <p:blipFill>
          <a:blip r:embed="rId18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9" name="Picture 188" descr="image.png"/>
          <p:cNvPicPr>
            <a:picLocks noChangeAspect="1"/>
          </p:cNvPicPr>
          <p:nvPr/>
        </p:nvPicPr>
        <p:blipFill>
          <a:blip r:embed="rId18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0" name="Picture 189" descr="image.png"/>
          <p:cNvPicPr>
            <a:picLocks noChangeAspect="1"/>
          </p:cNvPicPr>
          <p:nvPr/>
        </p:nvPicPr>
        <p:blipFill>
          <a:blip r:embed="rId19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1" name="Picture 190" descr="image.png"/>
          <p:cNvPicPr>
            <a:picLocks noChangeAspect="1"/>
          </p:cNvPicPr>
          <p:nvPr/>
        </p:nvPicPr>
        <p:blipFill>
          <a:blip r:embed="rId19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2" name="Picture 191" descr="image.png"/>
          <p:cNvPicPr>
            <a:picLocks noChangeAspect="1"/>
          </p:cNvPicPr>
          <p:nvPr/>
        </p:nvPicPr>
        <p:blipFill>
          <a:blip r:embed="rId19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3" name="Picture 192" descr="image.png"/>
          <p:cNvPicPr>
            <a:picLocks noChangeAspect="1"/>
          </p:cNvPicPr>
          <p:nvPr/>
        </p:nvPicPr>
        <p:blipFill>
          <a:blip r:embed="rId19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4" name="Picture 193" descr="image.png"/>
          <p:cNvPicPr>
            <a:picLocks noChangeAspect="1"/>
          </p:cNvPicPr>
          <p:nvPr/>
        </p:nvPicPr>
        <p:blipFill>
          <a:blip r:embed="rId19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5" name="Picture 194" descr="image.png"/>
          <p:cNvPicPr>
            <a:picLocks noChangeAspect="1"/>
          </p:cNvPicPr>
          <p:nvPr/>
        </p:nvPicPr>
        <p:blipFill>
          <a:blip r:embed="rId19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6" name="Picture 195" descr="image.png"/>
          <p:cNvPicPr>
            <a:picLocks noChangeAspect="1"/>
          </p:cNvPicPr>
          <p:nvPr/>
        </p:nvPicPr>
        <p:blipFill>
          <a:blip r:embed="rId19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7" name="Picture 196" descr="image.png"/>
          <p:cNvPicPr>
            <a:picLocks noChangeAspect="1"/>
          </p:cNvPicPr>
          <p:nvPr/>
        </p:nvPicPr>
        <p:blipFill>
          <a:blip r:embed="rId19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8" name="Picture 197" descr="image.png"/>
          <p:cNvPicPr>
            <a:picLocks noChangeAspect="1"/>
          </p:cNvPicPr>
          <p:nvPr/>
        </p:nvPicPr>
        <p:blipFill>
          <a:blip r:embed="rId19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9" name="Picture 198" descr="image.png"/>
          <p:cNvPicPr>
            <a:picLocks noChangeAspect="1"/>
          </p:cNvPicPr>
          <p:nvPr/>
        </p:nvPicPr>
        <p:blipFill>
          <a:blip r:embed="rId19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00" name="Picture 199" descr="image.png"/>
          <p:cNvPicPr>
            <a:picLocks noChangeAspect="1"/>
          </p:cNvPicPr>
          <p:nvPr/>
        </p:nvPicPr>
        <p:blipFill>
          <a:blip r:embed="rId20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01" name="Picture 200" descr="image.png"/>
          <p:cNvPicPr>
            <a:picLocks noChangeAspect="1"/>
          </p:cNvPicPr>
          <p:nvPr/>
        </p:nvPicPr>
        <p:blipFill>
          <a:blip r:embed="rId20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02" name="Picture 201" descr="image.png"/>
          <p:cNvPicPr>
            <a:picLocks noChangeAspect="1"/>
          </p:cNvPicPr>
          <p:nvPr/>
        </p:nvPicPr>
        <p:blipFill>
          <a:blip r:embed="rId20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03" name="Picture 202" descr="image.png"/>
          <p:cNvPicPr>
            <a:picLocks noChangeAspect="1"/>
          </p:cNvPicPr>
          <p:nvPr/>
        </p:nvPicPr>
        <p:blipFill>
          <a:blip r:embed="rId20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04" name="Picture 203" descr="image.png"/>
          <p:cNvPicPr>
            <a:picLocks noChangeAspect="1"/>
          </p:cNvPicPr>
          <p:nvPr/>
        </p:nvPicPr>
        <p:blipFill>
          <a:blip r:embed="rId20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05" name="Picture 204" descr="image.png"/>
          <p:cNvPicPr>
            <a:picLocks noChangeAspect="1"/>
          </p:cNvPicPr>
          <p:nvPr/>
        </p:nvPicPr>
        <p:blipFill>
          <a:blip r:embed="rId20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06" name="Picture 205" descr="image.png"/>
          <p:cNvPicPr>
            <a:picLocks noChangeAspect="1"/>
          </p:cNvPicPr>
          <p:nvPr/>
        </p:nvPicPr>
        <p:blipFill>
          <a:blip r:embed="rId20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07" name="Picture 206" descr="image.png"/>
          <p:cNvPicPr>
            <a:picLocks noChangeAspect="1"/>
          </p:cNvPicPr>
          <p:nvPr/>
        </p:nvPicPr>
        <p:blipFill>
          <a:blip r:embed="rId20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08" name="Picture 207" descr="image.png"/>
          <p:cNvPicPr>
            <a:picLocks noChangeAspect="1"/>
          </p:cNvPicPr>
          <p:nvPr/>
        </p:nvPicPr>
        <p:blipFill>
          <a:blip r:embed="rId20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09" name="Picture 208" descr="image.png"/>
          <p:cNvPicPr>
            <a:picLocks noChangeAspect="1"/>
          </p:cNvPicPr>
          <p:nvPr/>
        </p:nvPicPr>
        <p:blipFill>
          <a:blip r:embed="rId20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10" name="Picture 209" descr="image.png"/>
          <p:cNvPicPr>
            <a:picLocks noChangeAspect="1"/>
          </p:cNvPicPr>
          <p:nvPr/>
        </p:nvPicPr>
        <p:blipFill>
          <a:blip r:embed="rId21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11" name="Picture 210" descr="image.png"/>
          <p:cNvPicPr>
            <a:picLocks noChangeAspect="1"/>
          </p:cNvPicPr>
          <p:nvPr/>
        </p:nvPicPr>
        <p:blipFill>
          <a:blip r:embed="rId21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12" name="Picture 211" descr="image.png"/>
          <p:cNvPicPr>
            <a:picLocks noChangeAspect="1"/>
          </p:cNvPicPr>
          <p:nvPr/>
        </p:nvPicPr>
        <p:blipFill>
          <a:blip r:embed="rId21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13" name="Picture 212" descr="image.png"/>
          <p:cNvPicPr>
            <a:picLocks noChangeAspect="1"/>
          </p:cNvPicPr>
          <p:nvPr/>
        </p:nvPicPr>
        <p:blipFill>
          <a:blip r:embed="rId21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14" name="Picture 213" descr="image.png"/>
          <p:cNvPicPr>
            <a:picLocks noChangeAspect="1"/>
          </p:cNvPicPr>
          <p:nvPr/>
        </p:nvPicPr>
        <p:blipFill>
          <a:blip r:embed="rId21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15" name="Picture 214" descr="image.png"/>
          <p:cNvPicPr>
            <a:picLocks noChangeAspect="1"/>
          </p:cNvPicPr>
          <p:nvPr/>
        </p:nvPicPr>
        <p:blipFill>
          <a:blip r:embed="rId21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16" name="Picture 215" descr="image.png"/>
          <p:cNvPicPr>
            <a:picLocks noChangeAspect="1"/>
          </p:cNvPicPr>
          <p:nvPr/>
        </p:nvPicPr>
        <p:blipFill>
          <a:blip r:embed="rId21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17" name="Picture 216" descr="image.png"/>
          <p:cNvPicPr>
            <a:picLocks noChangeAspect="1"/>
          </p:cNvPicPr>
          <p:nvPr/>
        </p:nvPicPr>
        <p:blipFill>
          <a:blip r:embed="rId21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18" name="Picture 217" descr="image.png"/>
          <p:cNvPicPr>
            <a:picLocks noChangeAspect="1"/>
          </p:cNvPicPr>
          <p:nvPr/>
        </p:nvPicPr>
        <p:blipFill>
          <a:blip r:embed="rId21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19" name="Picture 218" descr="image.png"/>
          <p:cNvPicPr>
            <a:picLocks noChangeAspect="1"/>
          </p:cNvPicPr>
          <p:nvPr/>
        </p:nvPicPr>
        <p:blipFill>
          <a:blip r:embed="rId21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20" name="Picture 219" descr="image.png"/>
          <p:cNvPicPr>
            <a:picLocks noChangeAspect="1"/>
          </p:cNvPicPr>
          <p:nvPr/>
        </p:nvPicPr>
        <p:blipFill>
          <a:blip r:embed="rId22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21" name="Picture 220" descr="image.png"/>
          <p:cNvPicPr>
            <a:picLocks noChangeAspect="1"/>
          </p:cNvPicPr>
          <p:nvPr/>
        </p:nvPicPr>
        <p:blipFill>
          <a:blip r:embed="rId22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22" name="Picture 221" descr="image.png"/>
          <p:cNvPicPr>
            <a:picLocks noChangeAspect="1"/>
          </p:cNvPicPr>
          <p:nvPr/>
        </p:nvPicPr>
        <p:blipFill>
          <a:blip r:embed="rId22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23" name="Picture 222" descr="image.png"/>
          <p:cNvPicPr>
            <a:picLocks noChangeAspect="1"/>
          </p:cNvPicPr>
          <p:nvPr/>
        </p:nvPicPr>
        <p:blipFill>
          <a:blip r:embed="rId22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24" name="Picture 223" descr="image.png"/>
          <p:cNvPicPr>
            <a:picLocks noChangeAspect="1"/>
          </p:cNvPicPr>
          <p:nvPr/>
        </p:nvPicPr>
        <p:blipFill>
          <a:blip r:embed="rId22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25" name="Picture 224" descr="image.png"/>
          <p:cNvPicPr>
            <a:picLocks noChangeAspect="1"/>
          </p:cNvPicPr>
          <p:nvPr/>
        </p:nvPicPr>
        <p:blipFill>
          <a:blip r:embed="rId22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26" name="Picture 225" descr="image.png"/>
          <p:cNvPicPr>
            <a:picLocks noChangeAspect="1"/>
          </p:cNvPicPr>
          <p:nvPr/>
        </p:nvPicPr>
        <p:blipFill>
          <a:blip r:embed="rId22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27" name="Picture 226" descr="image.png"/>
          <p:cNvPicPr>
            <a:picLocks noChangeAspect="1"/>
          </p:cNvPicPr>
          <p:nvPr/>
        </p:nvPicPr>
        <p:blipFill>
          <a:blip r:embed="rId22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28" name="Picture 227" descr="image.png"/>
          <p:cNvPicPr>
            <a:picLocks noChangeAspect="1"/>
          </p:cNvPicPr>
          <p:nvPr/>
        </p:nvPicPr>
        <p:blipFill>
          <a:blip r:embed="rId22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29" name="Picture 228" descr="image.png"/>
          <p:cNvPicPr>
            <a:picLocks noChangeAspect="1"/>
          </p:cNvPicPr>
          <p:nvPr/>
        </p:nvPicPr>
        <p:blipFill>
          <a:blip r:embed="rId22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30" name="Picture 229" descr="image.png"/>
          <p:cNvPicPr>
            <a:picLocks noChangeAspect="1"/>
          </p:cNvPicPr>
          <p:nvPr/>
        </p:nvPicPr>
        <p:blipFill>
          <a:blip r:embed="rId23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31" name="Picture 230" descr="image.png"/>
          <p:cNvPicPr>
            <a:picLocks noChangeAspect="1"/>
          </p:cNvPicPr>
          <p:nvPr/>
        </p:nvPicPr>
        <p:blipFill>
          <a:blip r:embed="rId23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32" name="Picture 231" descr="image.png"/>
          <p:cNvPicPr>
            <a:picLocks noChangeAspect="1"/>
          </p:cNvPicPr>
          <p:nvPr/>
        </p:nvPicPr>
        <p:blipFill>
          <a:blip r:embed="rId23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33" name="Picture 232" descr="image.png"/>
          <p:cNvPicPr>
            <a:picLocks noChangeAspect="1"/>
          </p:cNvPicPr>
          <p:nvPr/>
        </p:nvPicPr>
        <p:blipFill>
          <a:blip r:embed="rId23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34" name="Picture 233" descr="image.png"/>
          <p:cNvPicPr>
            <a:picLocks noChangeAspect="1"/>
          </p:cNvPicPr>
          <p:nvPr/>
        </p:nvPicPr>
        <p:blipFill>
          <a:blip r:embed="rId23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35" name="Picture 234" descr="image.png"/>
          <p:cNvPicPr>
            <a:picLocks noChangeAspect="1"/>
          </p:cNvPicPr>
          <p:nvPr/>
        </p:nvPicPr>
        <p:blipFill>
          <a:blip r:embed="rId23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36" name="Picture 235" descr="image.png"/>
          <p:cNvPicPr>
            <a:picLocks noChangeAspect="1"/>
          </p:cNvPicPr>
          <p:nvPr/>
        </p:nvPicPr>
        <p:blipFill>
          <a:blip r:embed="rId23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37" name="Picture 236" descr="image.png"/>
          <p:cNvPicPr>
            <a:picLocks noChangeAspect="1"/>
          </p:cNvPicPr>
          <p:nvPr/>
        </p:nvPicPr>
        <p:blipFill>
          <a:blip r:embed="rId23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38" name="Picture 237" descr="image.png"/>
          <p:cNvPicPr>
            <a:picLocks noChangeAspect="1"/>
          </p:cNvPicPr>
          <p:nvPr/>
        </p:nvPicPr>
        <p:blipFill>
          <a:blip r:embed="rId23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39" name="Picture 238" descr="image.png"/>
          <p:cNvPicPr>
            <a:picLocks noChangeAspect="1"/>
          </p:cNvPicPr>
          <p:nvPr/>
        </p:nvPicPr>
        <p:blipFill>
          <a:blip r:embed="rId23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40" name="Picture 239" descr="image.png"/>
          <p:cNvPicPr>
            <a:picLocks noChangeAspect="1"/>
          </p:cNvPicPr>
          <p:nvPr/>
        </p:nvPicPr>
        <p:blipFill>
          <a:blip r:embed="rId24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41" name="Picture 240" descr="image.png"/>
          <p:cNvPicPr>
            <a:picLocks noChangeAspect="1"/>
          </p:cNvPicPr>
          <p:nvPr/>
        </p:nvPicPr>
        <p:blipFill>
          <a:blip r:embed="rId24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42" name="Picture 241" descr="image.png"/>
          <p:cNvPicPr>
            <a:picLocks noChangeAspect="1"/>
          </p:cNvPicPr>
          <p:nvPr/>
        </p:nvPicPr>
        <p:blipFill>
          <a:blip r:embed="rId24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43" name="Picture 242" descr="image.png"/>
          <p:cNvPicPr>
            <a:picLocks noChangeAspect="1"/>
          </p:cNvPicPr>
          <p:nvPr/>
        </p:nvPicPr>
        <p:blipFill>
          <a:blip r:embed="rId24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44" name="Picture 243" descr="image.png"/>
          <p:cNvPicPr>
            <a:picLocks noChangeAspect="1"/>
          </p:cNvPicPr>
          <p:nvPr/>
        </p:nvPicPr>
        <p:blipFill>
          <a:blip r:embed="rId24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45" name="Picture 244" descr="image.png"/>
          <p:cNvPicPr>
            <a:picLocks noChangeAspect="1"/>
          </p:cNvPicPr>
          <p:nvPr/>
        </p:nvPicPr>
        <p:blipFill>
          <a:blip r:embed="rId24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46" name="Picture 245" descr="image.png"/>
          <p:cNvPicPr>
            <a:picLocks noChangeAspect="1"/>
          </p:cNvPicPr>
          <p:nvPr/>
        </p:nvPicPr>
        <p:blipFill>
          <a:blip r:embed="rId24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47" name="Picture 246" descr="image.png"/>
          <p:cNvPicPr>
            <a:picLocks noChangeAspect="1"/>
          </p:cNvPicPr>
          <p:nvPr/>
        </p:nvPicPr>
        <p:blipFill>
          <a:blip r:embed="rId24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48" name="Picture 247" descr="image.png"/>
          <p:cNvPicPr>
            <a:picLocks noChangeAspect="1"/>
          </p:cNvPicPr>
          <p:nvPr/>
        </p:nvPicPr>
        <p:blipFill>
          <a:blip r:embed="rId24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49" name="Picture 248" descr="image.png"/>
          <p:cNvPicPr>
            <a:picLocks noChangeAspect="1"/>
          </p:cNvPicPr>
          <p:nvPr/>
        </p:nvPicPr>
        <p:blipFill>
          <a:blip r:embed="rId24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50" name="Picture 249" descr="image.png"/>
          <p:cNvPicPr>
            <a:picLocks noChangeAspect="1"/>
          </p:cNvPicPr>
          <p:nvPr/>
        </p:nvPicPr>
        <p:blipFill>
          <a:blip r:embed="rId25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51" name="Picture 250" descr="image.png"/>
          <p:cNvPicPr>
            <a:picLocks noChangeAspect="1"/>
          </p:cNvPicPr>
          <p:nvPr/>
        </p:nvPicPr>
        <p:blipFill>
          <a:blip r:embed="rId25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52" name="Picture 251" descr="image.png"/>
          <p:cNvPicPr>
            <a:picLocks noChangeAspect="1"/>
          </p:cNvPicPr>
          <p:nvPr/>
        </p:nvPicPr>
        <p:blipFill>
          <a:blip r:embed="rId25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53" name="Picture 252" descr="image.png"/>
          <p:cNvPicPr>
            <a:picLocks noChangeAspect="1"/>
          </p:cNvPicPr>
          <p:nvPr/>
        </p:nvPicPr>
        <p:blipFill>
          <a:blip r:embed="rId25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54" name="Picture 253" descr="image.png"/>
          <p:cNvPicPr>
            <a:picLocks noChangeAspect="1"/>
          </p:cNvPicPr>
          <p:nvPr/>
        </p:nvPicPr>
        <p:blipFill>
          <a:blip r:embed="rId25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55" name="Picture 254" descr="image.png"/>
          <p:cNvPicPr>
            <a:picLocks noChangeAspect="1"/>
          </p:cNvPicPr>
          <p:nvPr/>
        </p:nvPicPr>
        <p:blipFill>
          <a:blip r:embed="rId25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56" name="Picture 255" descr="image.png"/>
          <p:cNvPicPr>
            <a:picLocks noChangeAspect="1"/>
          </p:cNvPicPr>
          <p:nvPr/>
        </p:nvPicPr>
        <p:blipFill>
          <a:blip r:embed="rId25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57" name="Picture 256" descr="image.png"/>
          <p:cNvPicPr>
            <a:picLocks noChangeAspect="1"/>
          </p:cNvPicPr>
          <p:nvPr/>
        </p:nvPicPr>
        <p:blipFill>
          <a:blip r:embed="rId25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58" name="Picture 257" descr="image.png"/>
          <p:cNvPicPr>
            <a:picLocks noChangeAspect="1"/>
          </p:cNvPicPr>
          <p:nvPr/>
        </p:nvPicPr>
        <p:blipFill>
          <a:blip r:embed="rId25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59" name="Picture 258" descr="image.png"/>
          <p:cNvPicPr>
            <a:picLocks noChangeAspect="1"/>
          </p:cNvPicPr>
          <p:nvPr/>
        </p:nvPicPr>
        <p:blipFill>
          <a:blip r:embed="rId25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60" name="Picture 259" descr="image.png"/>
          <p:cNvPicPr>
            <a:picLocks noChangeAspect="1"/>
          </p:cNvPicPr>
          <p:nvPr/>
        </p:nvPicPr>
        <p:blipFill>
          <a:blip r:embed="rId26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61" name="Picture 260" descr="image.png"/>
          <p:cNvPicPr>
            <a:picLocks noChangeAspect="1"/>
          </p:cNvPicPr>
          <p:nvPr/>
        </p:nvPicPr>
        <p:blipFill>
          <a:blip r:embed="rId26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62" name="Picture 261" descr="image.png"/>
          <p:cNvPicPr>
            <a:picLocks noChangeAspect="1"/>
          </p:cNvPicPr>
          <p:nvPr/>
        </p:nvPicPr>
        <p:blipFill>
          <a:blip r:embed="rId26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63" name="Picture 262" descr="image.png"/>
          <p:cNvPicPr>
            <a:picLocks noChangeAspect="1"/>
          </p:cNvPicPr>
          <p:nvPr/>
        </p:nvPicPr>
        <p:blipFill>
          <a:blip r:embed="rId26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64" name="Picture 263" descr="image.png"/>
          <p:cNvPicPr>
            <a:picLocks noChangeAspect="1"/>
          </p:cNvPicPr>
          <p:nvPr/>
        </p:nvPicPr>
        <p:blipFill>
          <a:blip r:embed="rId26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65" name="Picture 264" descr="image.png"/>
          <p:cNvPicPr>
            <a:picLocks noChangeAspect="1"/>
          </p:cNvPicPr>
          <p:nvPr/>
        </p:nvPicPr>
        <p:blipFill>
          <a:blip r:embed="rId26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66" name="Picture 265" descr="image.png"/>
          <p:cNvPicPr>
            <a:picLocks noChangeAspect="1"/>
          </p:cNvPicPr>
          <p:nvPr/>
        </p:nvPicPr>
        <p:blipFill>
          <a:blip r:embed="rId26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67" name="Picture 266" descr="image.png"/>
          <p:cNvPicPr>
            <a:picLocks noChangeAspect="1"/>
          </p:cNvPicPr>
          <p:nvPr/>
        </p:nvPicPr>
        <p:blipFill>
          <a:blip r:embed="rId26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68" name="Picture 267" descr="image.png"/>
          <p:cNvPicPr>
            <a:picLocks noChangeAspect="1"/>
          </p:cNvPicPr>
          <p:nvPr/>
        </p:nvPicPr>
        <p:blipFill>
          <a:blip r:embed="rId26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69" name="Picture 268" descr="image.png"/>
          <p:cNvPicPr>
            <a:picLocks noChangeAspect="1"/>
          </p:cNvPicPr>
          <p:nvPr/>
        </p:nvPicPr>
        <p:blipFill>
          <a:blip r:embed="rId26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70" name="Picture 269" descr="image.png"/>
          <p:cNvPicPr>
            <a:picLocks noChangeAspect="1"/>
          </p:cNvPicPr>
          <p:nvPr/>
        </p:nvPicPr>
        <p:blipFill>
          <a:blip r:embed="rId27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71" name="Picture 270" descr="image.png"/>
          <p:cNvPicPr>
            <a:picLocks noChangeAspect="1"/>
          </p:cNvPicPr>
          <p:nvPr/>
        </p:nvPicPr>
        <p:blipFill>
          <a:blip r:embed="rId27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72" name="Picture 271" descr="image.png"/>
          <p:cNvPicPr>
            <a:picLocks noChangeAspect="1"/>
          </p:cNvPicPr>
          <p:nvPr/>
        </p:nvPicPr>
        <p:blipFill>
          <a:blip r:embed="rId27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73" name="Picture 272" descr="image.png"/>
          <p:cNvPicPr>
            <a:picLocks noChangeAspect="1"/>
          </p:cNvPicPr>
          <p:nvPr/>
        </p:nvPicPr>
        <p:blipFill>
          <a:blip r:embed="rId27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74" name="Picture 273" descr="image.png"/>
          <p:cNvPicPr>
            <a:picLocks noChangeAspect="1"/>
          </p:cNvPicPr>
          <p:nvPr/>
        </p:nvPicPr>
        <p:blipFill>
          <a:blip r:embed="rId27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75" name="Picture 274" descr="image.png"/>
          <p:cNvPicPr>
            <a:picLocks noChangeAspect="1"/>
          </p:cNvPicPr>
          <p:nvPr/>
        </p:nvPicPr>
        <p:blipFill>
          <a:blip r:embed="rId27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76" name="Picture 275" descr="image.png"/>
          <p:cNvPicPr>
            <a:picLocks noChangeAspect="1"/>
          </p:cNvPicPr>
          <p:nvPr/>
        </p:nvPicPr>
        <p:blipFill>
          <a:blip r:embed="rId27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77" name="Picture 276" descr="image.png"/>
          <p:cNvPicPr>
            <a:picLocks noChangeAspect="1"/>
          </p:cNvPicPr>
          <p:nvPr/>
        </p:nvPicPr>
        <p:blipFill>
          <a:blip r:embed="rId27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78" name="Picture 277" descr="image.png"/>
          <p:cNvPicPr>
            <a:picLocks noChangeAspect="1"/>
          </p:cNvPicPr>
          <p:nvPr/>
        </p:nvPicPr>
        <p:blipFill>
          <a:blip r:embed="rId27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79" name="Picture 278" descr="image.png"/>
          <p:cNvPicPr>
            <a:picLocks noChangeAspect="1"/>
          </p:cNvPicPr>
          <p:nvPr/>
        </p:nvPicPr>
        <p:blipFill>
          <a:blip r:embed="rId27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80" name="Picture 279" descr="image.png"/>
          <p:cNvPicPr>
            <a:picLocks noChangeAspect="1"/>
          </p:cNvPicPr>
          <p:nvPr/>
        </p:nvPicPr>
        <p:blipFill>
          <a:blip r:embed="rId28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81" name="Picture 280" descr="image.png"/>
          <p:cNvPicPr>
            <a:picLocks noChangeAspect="1"/>
          </p:cNvPicPr>
          <p:nvPr/>
        </p:nvPicPr>
        <p:blipFill>
          <a:blip r:embed="rId28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82" name="Picture 281" descr="image.png"/>
          <p:cNvPicPr>
            <a:picLocks noChangeAspect="1"/>
          </p:cNvPicPr>
          <p:nvPr/>
        </p:nvPicPr>
        <p:blipFill>
          <a:blip r:embed="rId28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83" name="Picture 282" descr="image.png"/>
          <p:cNvPicPr>
            <a:picLocks noChangeAspect="1"/>
          </p:cNvPicPr>
          <p:nvPr/>
        </p:nvPicPr>
        <p:blipFill>
          <a:blip r:embed="rId28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84" name="Picture 283" descr="image.png"/>
          <p:cNvPicPr>
            <a:picLocks noChangeAspect="1"/>
          </p:cNvPicPr>
          <p:nvPr/>
        </p:nvPicPr>
        <p:blipFill>
          <a:blip r:embed="rId28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85" name="Picture 284" descr="image.png"/>
          <p:cNvPicPr>
            <a:picLocks noChangeAspect="1"/>
          </p:cNvPicPr>
          <p:nvPr/>
        </p:nvPicPr>
        <p:blipFill>
          <a:blip r:embed="rId28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86" name="Picture 285" descr="image.png"/>
          <p:cNvPicPr>
            <a:picLocks noChangeAspect="1"/>
          </p:cNvPicPr>
          <p:nvPr/>
        </p:nvPicPr>
        <p:blipFill>
          <a:blip r:embed="rId28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87" name="Picture 286" descr="image.png"/>
          <p:cNvPicPr>
            <a:picLocks noChangeAspect="1"/>
          </p:cNvPicPr>
          <p:nvPr/>
        </p:nvPicPr>
        <p:blipFill>
          <a:blip r:embed="rId28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88" name="Picture 287" descr="image.png"/>
          <p:cNvPicPr>
            <a:picLocks noChangeAspect="1"/>
          </p:cNvPicPr>
          <p:nvPr/>
        </p:nvPicPr>
        <p:blipFill>
          <a:blip r:embed="rId28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89" name="Picture 288" descr="image.png"/>
          <p:cNvPicPr>
            <a:picLocks noChangeAspect="1"/>
          </p:cNvPicPr>
          <p:nvPr/>
        </p:nvPicPr>
        <p:blipFill>
          <a:blip r:embed="rId28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90" name="Picture 289" descr="image.png"/>
          <p:cNvPicPr>
            <a:picLocks noChangeAspect="1"/>
          </p:cNvPicPr>
          <p:nvPr/>
        </p:nvPicPr>
        <p:blipFill>
          <a:blip r:embed="rId29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91" name="Picture 290" descr="image.png"/>
          <p:cNvPicPr>
            <a:picLocks noChangeAspect="1"/>
          </p:cNvPicPr>
          <p:nvPr/>
        </p:nvPicPr>
        <p:blipFill>
          <a:blip r:embed="rId29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92" name="Picture 291" descr="image.png"/>
          <p:cNvPicPr>
            <a:picLocks noChangeAspect="1"/>
          </p:cNvPicPr>
          <p:nvPr/>
        </p:nvPicPr>
        <p:blipFill>
          <a:blip r:embed="rId29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93" name="Picture 292" descr="image.png"/>
          <p:cNvPicPr>
            <a:picLocks noChangeAspect="1"/>
          </p:cNvPicPr>
          <p:nvPr/>
        </p:nvPicPr>
        <p:blipFill>
          <a:blip r:embed="rId29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94" name="Picture 293" descr="image.png"/>
          <p:cNvPicPr>
            <a:picLocks noChangeAspect="1"/>
          </p:cNvPicPr>
          <p:nvPr/>
        </p:nvPicPr>
        <p:blipFill>
          <a:blip r:embed="rId29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95" name="Picture 294" descr="image.png"/>
          <p:cNvPicPr>
            <a:picLocks noChangeAspect="1"/>
          </p:cNvPicPr>
          <p:nvPr/>
        </p:nvPicPr>
        <p:blipFill>
          <a:blip r:embed="rId29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96" name="Picture 295" descr="image.png"/>
          <p:cNvPicPr>
            <a:picLocks noChangeAspect="1"/>
          </p:cNvPicPr>
          <p:nvPr/>
        </p:nvPicPr>
        <p:blipFill>
          <a:blip r:embed="rId29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97" name="Picture 296" descr="image.png"/>
          <p:cNvPicPr>
            <a:picLocks noChangeAspect="1"/>
          </p:cNvPicPr>
          <p:nvPr/>
        </p:nvPicPr>
        <p:blipFill>
          <a:blip r:embed="rId29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98" name="Picture 297" descr="image.png"/>
          <p:cNvPicPr>
            <a:picLocks noChangeAspect="1"/>
          </p:cNvPicPr>
          <p:nvPr/>
        </p:nvPicPr>
        <p:blipFill>
          <a:blip r:embed="rId29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99" name="Picture 298" descr="image.png"/>
          <p:cNvPicPr>
            <a:picLocks noChangeAspect="1"/>
          </p:cNvPicPr>
          <p:nvPr/>
        </p:nvPicPr>
        <p:blipFill>
          <a:blip r:embed="rId29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00" name="Picture 299" descr="image.png"/>
          <p:cNvPicPr>
            <a:picLocks noChangeAspect="1"/>
          </p:cNvPicPr>
          <p:nvPr/>
        </p:nvPicPr>
        <p:blipFill>
          <a:blip r:embed="rId30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01" name="Picture 300" descr="image.png"/>
          <p:cNvPicPr>
            <a:picLocks noChangeAspect="1"/>
          </p:cNvPicPr>
          <p:nvPr/>
        </p:nvPicPr>
        <p:blipFill>
          <a:blip r:embed="rId30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02" name="Picture 301" descr="image.png"/>
          <p:cNvPicPr>
            <a:picLocks noChangeAspect="1"/>
          </p:cNvPicPr>
          <p:nvPr/>
        </p:nvPicPr>
        <p:blipFill>
          <a:blip r:embed="rId30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03" name="Picture 302" descr="image.png"/>
          <p:cNvPicPr>
            <a:picLocks noChangeAspect="1"/>
          </p:cNvPicPr>
          <p:nvPr/>
        </p:nvPicPr>
        <p:blipFill>
          <a:blip r:embed="rId30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04" name="Picture 303" descr="image.png"/>
          <p:cNvPicPr>
            <a:picLocks noChangeAspect="1"/>
          </p:cNvPicPr>
          <p:nvPr/>
        </p:nvPicPr>
        <p:blipFill>
          <a:blip r:embed="rId30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05" name="Picture 304" descr="image.png"/>
          <p:cNvPicPr>
            <a:picLocks noChangeAspect="1"/>
          </p:cNvPicPr>
          <p:nvPr/>
        </p:nvPicPr>
        <p:blipFill>
          <a:blip r:embed="rId30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06" name="Picture 305" descr="image.png"/>
          <p:cNvPicPr>
            <a:picLocks noChangeAspect="1"/>
          </p:cNvPicPr>
          <p:nvPr/>
        </p:nvPicPr>
        <p:blipFill>
          <a:blip r:embed="rId30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07" name="Picture 306" descr="image.png"/>
          <p:cNvPicPr>
            <a:picLocks noChangeAspect="1"/>
          </p:cNvPicPr>
          <p:nvPr/>
        </p:nvPicPr>
        <p:blipFill>
          <a:blip r:embed="rId30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08" name="Picture 307" descr="image.png"/>
          <p:cNvPicPr>
            <a:picLocks noChangeAspect="1"/>
          </p:cNvPicPr>
          <p:nvPr/>
        </p:nvPicPr>
        <p:blipFill>
          <a:blip r:embed="rId30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09" name="Picture 308" descr="image.png"/>
          <p:cNvPicPr>
            <a:picLocks noChangeAspect="1"/>
          </p:cNvPicPr>
          <p:nvPr/>
        </p:nvPicPr>
        <p:blipFill>
          <a:blip r:embed="rId30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10" name="Picture 309" descr="image.png"/>
          <p:cNvPicPr>
            <a:picLocks noChangeAspect="1"/>
          </p:cNvPicPr>
          <p:nvPr/>
        </p:nvPicPr>
        <p:blipFill>
          <a:blip r:embed="rId31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11" name="Picture 310" descr="image.png"/>
          <p:cNvPicPr>
            <a:picLocks noChangeAspect="1"/>
          </p:cNvPicPr>
          <p:nvPr/>
        </p:nvPicPr>
        <p:blipFill>
          <a:blip r:embed="rId31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12" name="Picture 311" descr="image.png"/>
          <p:cNvPicPr>
            <a:picLocks noChangeAspect="1"/>
          </p:cNvPicPr>
          <p:nvPr/>
        </p:nvPicPr>
        <p:blipFill>
          <a:blip r:embed="rId31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13" name="Picture 312" descr="image.png"/>
          <p:cNvPicPr>
            <a:picLocks noChangeAspect="1"/>
          </p:cNvPicPr>
          <p:nvPr/>
        </p:nvPicPr>
        <p:blipFill>
          <a:blip r:embed="rId31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14" name="Picture 313" descr="image.png"/>
          <p:cNvPicPr>
            <a:picLocks noChangeAspect="1"/>
          </p:cNvPicPr>
          <p:nvPr/>
        </p:nvPicPr>
        <p:blipFill>
          <a:blip r:embed="rId31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15" name="Picture 314" descr="image.png"/>
          <p:cNvPicPr>
            <a:picLocks noChangeAspect="1"/>
          </p:cNvPicPr>
          <p:nvPr/>
        </p:nvPicPr>
        <p:blipFill>
          <a:blip r:embed="rId31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16" name="Picture 315" descr="image.png"/>
          <p:cNvPicPr>
            <a:picLocks noChangeAspect="1"/>
          </p:cNvPicPr>
          <p:nvPr/>
        </p:nvPicPr>
        <p:blipFill>
          <a:blip r:embed="rId31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17" name="Picture 316" descr="image.png"/>
          <p:cNvPicPr>
            <a:picLocks noChangeAspect="1"/>
          </p:cNvPicPr>
          <p:nvPr/>
        </p:nvPicPr>
        <p:blipFill>
          <a:blip r:embed="rId31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18" name="Picture 317" descr="image.png"/>
          <p:cNvPicPr>
            <a:picLocks noChangeAspect="1"/>
          </p:cNvPicPr>
          <p:nvPr/>
        </p:nvPicPr>
        <p:blipFill>
          <a:blip r:embed="rId31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19" name="Picture 318" descr="image.png"/>
          <p:cNvPicPr>
            <a:picLocks noChangeAspect="1"/>
          </p:cNvPicPr>
          <p:nvPr/>
        </p:nvPicPr>
        <p:blipFill>
          <a:blip r:embed="rId31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20" name="Picture 319" descr="image.png"/>
          <p:cNvPicPr>
            <a:picLocks noChangeAspect="1"/>
          </p:cNvPicPr>
          <p:nvPr/>
        </p:nvPicPr>
        <p:blipFill>
          <a:blip r:embed="rId32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21" name="Picture 320" descr="image.png"/>
          <p:cNvPicPr>
            <a:picLocks noChangeAspect="1"/>
          </p:cNvPicPr>
          <p:nvPr/>
        </p:nvPicPr>
        <p:blipFill>
          <a:blip r:embed="rId32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22" name="Picture 321" descr="image.png"/>
          <p:cNvPicPr>
            <a:picLocks noChangeAspect="1"/>
          </p:cNvPicPr>
          <p:nvPr/>
        </p:nvPicPr>
        <p:blipFill>
          <a:blip r:embed="rId32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23" name="Picture 322" descr="image.png"/>
          <p:cNvPicPr>
            <a:picLocks noChangeAspect="1"/>
          </p:cNvPicPr>
          <p:nvPr/>
        </p:nvPicPr>
        <p:blipFill>
          <a:blip r:embed="rId32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24" name="Picture 323" descr="image.png"/>
          <p:cNvPicPr>
            <a:picLocks noChangeAspect="1"/>
          </p:cNvPicPr>
          <p:nvPr/>
        </p:nvPicPr>
        <p:blipFill>
          <a:blip r:embed="rId32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25" name="Picture 324" descr="image.png"/>
          <p:cNvPicPr>
            <a:picLocks noChangeAspect="1"/>
          </p:cNvPicPr>
          <p:nvPr/>
        </p:nvPicPr>
        <p:blipFill>
          <a:blip r:embed="rId32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26" name="Picture 325" descr="image.png"/>
          <p:cNvPicPr>
            <a:picLocks noChangeAspect="1"/>
          </p:cNvPicPr>
          <p:nvPr/>
        </p:nvPicPr>
        <p:blipFill>
          <a:blip r:embed="rId32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27" name="Picture 326" descr="image.png"/>
          <p:cNvPicPr>
            <a:picLocks noChangeAspect="1"/>
          </p:cNvPicPr>
          <p:nvPr/>
        </p:nvPicPr>
        <p:blipFill>
          <a:blip r:embed="rId32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28" name="Picture 327" descr="image.png"/>
          <p:cNvPicPr>
            <a:picLocks noChangeAspect="1"/>
          </p:cNvPicPr>
          <p:nvPr/>
        </p:nvPicPr>
        <p:blipFill>
          <a:blip r:embed="rId32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29" name="Picture 328" descr="image.png"/>
          <p:cNvPicPr>
            <a:picLocks noChangeAspect="1"/>
          </p:cNvPicPr>
          <p:nvPr/>
        </p:nvPicPr>
        <p:blipFill>
          <a:blip r:embed="rId32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30" name="Picture 329" descr="image.png"/>
          <p:cNvPicPr>
            <a:picLocks noChangeAspect="1"/>
          </p:cNvPicPr>
          <p:nvPr/>
        </p:nvPicPr>
        <p:blipFill>
          <a:blip r:embed="rId33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31" name="Picture 330" descr="image.png"/>
          <p:cNvPicPr>
            <a:picLocks noChangeAspect="1"/>
          </p:cNvPicPr>
          <p:nvPr/>
        </p:nvPicPr>
        <p:blipFill>
          <a:blip r:embed="rId33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32" name="Picture 331" descr="image.png"/>
          <p:cNvPicPr>
            <a:picLocks noChangeAspect="1"/>
          </p:cNvPicPr>
          <p:nvPr/>
        </p:nvPicPr>
        <p:blipFill>
          <a:blip r:embed="rId33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33" name="Picture 332" descr="image.png"/>
          <p:cNvPicPr>
            <a:picLocks noChangeAspect="1"/>
          </p:cNvPicPr>
          <p:nvPr/>
        </p:nvPicPr>
        <p:blipFill>
          <a:blip r:embed="rId33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34" name="Picture 333" descr="image.png"/>
          <p:cNvPicPr>
            <a:picLocks noChangeAspect="1"/>
          </p:cNvPicPr>
          <p:nvPr/>
        </p:nvPicPr>
        <p:blipFill>
          <a:blip r:embed="rId33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35" name="Picture 334" descr="image.png"/>
          <p:cNvPicPr>
            <a:picLocks noChangeAspect="1"/>
          </p:cNvPicPr>
          <p:nvPr/>
        </p:nvPicPr>
        <p:blipFill>
          <a:blip r:embed="rId33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36" name="Picture 335" descr="image.png"/>
          <p:cNvPicPr>
            <a:picLocks noChangeAspect="1"/>
          </p:cNvPicPr>
          <p:nvPr/>
        </p:nvPicPr>
        <p:blipFill>
          <a:blip r:embed="rId33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37" name="Picture 336" descr="image.png"/>
          <p:cNvPicPr>
            <a:picLocks noChangeAspect="1"/>
          </p:cNvPicPr>
          <p:nvPr/>
        </p:nvPicPr>
        <p:blipFill>
          <a:blip r:embed="rId33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38" name="Picture 337" descr="image.png"/>
          <p:cNvPicPr>
            <a:picLocks noChangeAspect="1"/>
          </p:cNvPicPr>
          <p:nvPr/>
        </p:nvPicPr>
        <p:blipFill>
          <a:blip r:embed="rId33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39" name="Picture 338" descr="image.png"/>
          <p:cNvPicPr>
            <a:picLocks noChangeAspect="1"/>
          </p:cNvPicPr>
          <p:nvPr/>
        </p:nvPicPr>
        <p:blipFill>
          <a:blip r:embed="rId33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40" name="Picture 339" descr="image.png"/>
          <p:cNvPicPr>
            <a:picLocks noChangeAspect="1"/>
          </p:cNvPicPr>
          <p:nvPr/>
        </p:nvPicPr>
        <p:blipFill>
          <a:blip r:embed="rId34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41" name="Picture 340" descr="image.png"/>
          <p:cNvPicPr>
            <a:picLocks noChangeAspect="1"/>
          </p:cNvPicPr>
          <p:nvPr/>
        </p:nvPicPr>
        <p:blipFill>
          <a:blip r:embed="rId34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42" name="Picture 341" descr="image.png"/>
          <p:cNvPicPr>
            <a:picLocks noChangeAspect="1"/>
          </p:cNvPicPr>
          <p:nvPr/>
        </p:nvPicPr>
        <p:blipFill>
          <a:blip r:embed="rId34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43" name="Picture 342" descr="image.png"/>
          <p:cNvPicPr>
            <a:picLocks noChangeAspect="1"/>
          </p:cNvPicPr>
          <p:nvPr/>
        </p:nvPicPr>
        <p:blipFill>
          <a:blip r:embed="rId34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44" name="Picture 343" descr="image.png"/>
          <p:cNvPicPr>
            <a:picLocks noChangeAspect="1"/>
          </p:cNvPicPr>
          <p:nvPr/>
        </p:nvPicPr>
        <p:blipFill>
          <a:blip r:embed="rId34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45" name="Picture 344" descr="image.png"/>
          <p:cNvPicPr>
            <a:picLocks noChangeAspect="1"/>
          </p:cNvPicPr>
          <p:nvPr/>
        </p:nvPicPr>
        <p:blipFill>
          <a:blip r:embed="rId34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46" name="Picture 345" descr="image.png"/>
          <p:cNvPicPr>
            <a:picLocks noChangeAspect="1"/>
          </p:cNvPicPr>
          <p:nvPr/>
        </p:nvPicPr>
        <p:blipFill>
          <a:blip r:embed="rId34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47" name="Picture 346" descr="image.png"/>
          <p:cNvPicPr>
            <a:picLocks noChangeAspect="1"/>
          </p:cNvPicPr>
          <p:nvPr/>
        </p:nvPicPr>
        <p:blipFill>
          <a:blip r:embed="rId34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48" name="Picture 347" descr="image.png"/>
          <p:cNvPicPr>
            <a:picLocks noChangeAspect="1"/>
          </p:cNvPicPr>
          <p:nvPr/>
        </p:nvPicPr>
        <p:blipFill>
          <a:blip r:embed="rId34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49" name="Picture 348" descr="image.png"/>
          <p:cNvPicPr>
            <a:picLocks noChangeAspect="1"/>
          </p:cNvPicPr>
          <p:nvPr/>
        </p:nvPicPr>
        <p:blipFill>
          <a:blip r:embed="rId34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50" name="Picture 349" descr="image.png"/>
          <p:cNvPicPr>
            <a:picLocks noChangeAspect="1"/>
          </p:cNvPicPr>
          <p:nvPr/>
        </p:nvPicPr>
        <p:blipFill>
          <a:blip r:embed="rId35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51" name="Picture 350" descr="image.png"/>
          <p:cNvPicPr>
            <a:picLocks noChangeAspect="1"/>
          </p:cNvPicPr>
          <p:nvPr/>
        </p:nvPicPr>
        <p:blipFill>
          <a:blip r:embed="rId35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52" name="Picture 351" descr="image.png"/>
          <p:cNvPicPr>
            <a:picLocks noChangeAspect="1"/>
          </p:cNvPicPr>
          <p:nvPr/>
        </p:nvPicPr>
        <p:blipFill>
          <a:blip r:embed="rId35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53" name="Picture 352" descr="image.png"/>
          <p:cNvPicPr>
            <a:picLocks noChangeAspect="1"/>
          </p:cNvPicPr>
          <p:nvPr/>
        </p:nvPicPr>
        <p:blipFill>
          <a:blip r:embed="rId35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54" name="Picture 353" descr="image.png"/>
          <p:cNvPicPr>
            <a:picLocks noChangeAspect="1"/>
          </p:cNvPicPr>
          <p:nvPr/>
        </p:nvPicPr>
        <p:blipFill>
          <a:blip r:embed="rId35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55" name="Picture 354" descr="image.png"/>
          <p:cNvPicPr>
            <a:picLocks noChangeAspect="1"/>
          </p:cNvPicPr>
          <p:nvPr/>
        </p:nvPicPr>
        <p:blipFill>
          <a:blip r:embed="rId35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56" name="Picture 355" descr="image.png"/>
          <p:cNvPicPr>
            <a:picLocks noChangeAspect="1"/>
          </p:cNvPicPr>
          <p:nvPr/>
        </p:nvPicPr>
        <p:blipFill>
          <a:blip r:embed="rId35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57" name="Picture 356" descr="image.png"/>
          <p:cNvPicPr>
            <a:picLocks noChangeAspect="1"/>
          </p:cNvPicPr>
          <p:nvPr/>
        </p:nvPicPr>
        <p:blipFill>
          <a:blip r:embed="rId35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58" name="Picture 357" descr="image.png"/>
          <p:cNvPicPr>
            <a:picLocks noChangeAspect="1"/>
          </p:cNvPicPr>
          <p:nvPr/>
        </p:nvPicPr>
        <p:blipFill>
          <a:blip r:embed="rId35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59" name="Picture 358" descr="image.png"/>
          <p:cNvPicPr>
            <a:picLocks noChangeAspect="1"/>
          </p:cNvPicPr>
          <p:nvPr/>
        </p:nvPicPr>
        <p:blipFill>
          <a:blip r:embed="rId35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60" name="Picture 359" descr="image.png"/>
          <p:cNvPicPr>
            <a:picLocks noChangeAspect="1"/>
          </p:cNvPicPr>
          <p:nvPr/>
        </p:nvPicPr>
        <p:blipFill>
          <a:blip r:embed="rId36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61" name="Picture 360" descr="image.png"/>
          <p:cNvPicPr>
            <a:picLocks noChangeAspect="1"/>
          </p:cNvPicPr>
          <p:nvPr/>
        </p:nvPicPr>
        <p:blipFill>
          <a:blip r:embed="rId36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62" name="Picture 361" descr="image.png"/>
          <p:cNvPicPr>
            <a:picLocks noChangeAspect="1"/>
          </p:cNvPicPr>
          <p:nvPr/>
        </p:nvPicPr>
        <p:blipFill>
          <a:blip r:embed="rId36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63" name="Picture 362" descr="image.png"/>
          <p:cNvPicPr>
            <a:picLocks noChangeAspect="1"/>
          </p:cNvPicPr>
          <p:nvPr/>
        </p:nvPicPr>
        <p:blipFill>
          <a:blip r:embed="rId36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64" name="Picture 363" descr="image.png"/>
          <p:cNvPicPr>
            <a:picLocks noChangeAspect="1"/>
          </p:cNvPicPr>
          <p:nvPr/>
        </p:nvPicPr>
        <p:blipFill>
          <a:blip r:embed="rId36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65" name="Picture 364" descr="image.png"/>
          <p:cNvPicPr>
            <a:picLocks noChangeAspect="1"/>
          </p:cNvPicPr>
          <p:nvPr/>
        </p:nvPicPr>
        <p:blipFill>
          <a:blip r:embed="rId36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66" name="Picture 365" descr="image.png"/>
          <p:cNvPicPr>
            <a:picLocks noChangeAspect="1"/>
          </p:cNvPicPr>
          <p:nvPr/>
        </p:nvPicPr>
        <p:blipFill>
          <a:blip r:embed="rId36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67" name="Picture 366" descr="image.png"/>
          <p:cNvPicPr>
            <a:picLocks noChangeAspect="1"/>
          </p:cNvPicPr>
          <p:nvPr/>
        </p:nvPicPr>
        <p:blipFill>
          <a:blip r:embed="rId36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68" name="Picture 367" descr="image.png"/>
          <p:cNvPicPr>
            <a:picLocks noChangeAspect="1"/>
          </p:cNvPicPr>
          <p:nvPr/>
        </p:nvPicPr>
        <p:blipFill>
          <a:blip r:embed="rId36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69" name="Picture 368" descr="image.png"/>
          <p:cNvPicPr>
            <a:picLocks noChangeAspect="1"/>
          </p:cNvPicPr>
          <p:nvPr/>
        </p:nvPicPr>
        <p:blipFill>
          <a:blip r:embed="rId36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70" name="Picture 369" descr="image.png"/>
          <p:cNvPicPr>
            <a:picLocks noChangeAspect="1"/>
          </p:cNvPicPr>
          <p:nvPr/>
        </p:nvPicPr>
        <p:blipFill>
          <a:blip r:embed="rId37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71" name="Picture 370" descr="image.png"/>
          <p:cNvPicPr>
            <a:picLocks noChangeAspect="1"/>
          </p:cNvPicPr>
          <p:nvPr/>
        </p:nvPicPr>
        <p:blipFill>
          <a:blip r:embed="rId37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72" name="Picture 371" descr="image.png"/>
          <p:cNvPicPr>
            <a:picLocks noChangeAspect="1"/>
          </p:cNvPicPr>
          <p:nvPr/>
        </p:nvPicPr>
        <p:blipFill>
          <a:blip r:embed="rId37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73" name="Picture 372" descr="image.png"/>
          <p:cNvPicPr>
            <a:picLocks noChangeAspect="1"/>
          </p:cNvPicPr>
          <p:nvPr/>
        </p:nvPicPr>
        <p:blipFill>
          <a:blip r:embed="rId37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74" name="Picture 373" descr="image.png"/>
          <p:cNvPicPr>
            <a:picLocks noChangeAspect="1"/>
          </p:cNvPicPr>
          <p:nvPr/>
        </p:nvPicPr>
        <p:blipFill>
          <a:blip r:embed="rId37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75" name="Picture 374" descr="image.png"/>
          <p:cNvPicPr>
            <a:picLocks noChangeAspect="1"/>
          </p:cNvPicPr>
          <p:nvPr/>
        </p:nvPicPr>
        <p:blipFill>
          <a:blip r:embed="rId37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76" name="Picture 375" descr="image.png"/>
          <p:cNvPicPr>
            <a:picLocks noChangeAspect="1"/>
          </p:cNvPicPr>
          <p:nvPr/>
        </p:nvPicPr>
        <p:blipFill>
          <a:blip r:embed="rId37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77" name="Picture 376" descr="image.png"/>
          <p:cNvPicPr>
            <a:picLocks noChangeAspect="1"/>
          </p:cNvPicPr>
          <p:nvPr/>
        </p:nvPicPr>
        <p:blipFill>
          <a:blip r:embed="rId37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78" name="Picture 377" descr="image.png"/>
          <p:cNvPicPr>
            <a:picLocks noChangeAspect="1"/>
          </p:cNvPicPr>
          <p:nvPr/>
        </p:nvPicPr>
        <p:blipFill>
          <a:blip r:embed="rId37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79" name="Picture 378" descr="image.png"/>
          <p:cNvPicPr>
            <a:picLocks noChangeAspect="1"/>
          </p:cNvPicPr>
          <p:nvPr/>
        </p:nvPicPr>
        <p:blipFill>
          <a:blip r:embed="rId37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80" name="Picture 379" descr="image.png"/>
          <p:cNvPicPr>
            <a:picLocks noChangeAspect="1"/>
          </p:cNvPicPr>
          <p:nvPr/>
        </p:nvPicPr>
        <p:blipFill>
          <a:blip r:embed="rId38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81" name="Picture 380" descr="image.png"/>
          <p:cNvPicPr>
            <a:picLocks noChangeAspect="1"/>
          </p:cNvPicPr>
          <p:nvPr/>
        </p:nvPicPr>
        <p:blipFill>
          <a:blip r:embed="rId38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82" name="Picture 381" descr="image.png"/>
          <p:cNvPicPr>
            <a:picLocks noChangeAspect="1"/>
          </p:cNvPicPr>
          <p:nvPr/>
        </p:nvPicPr>
        <p:blipFill>
          <a:blip r:embed="rId38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83" name="Picture 382" descr="image.png"/>
          <p:cNvPicPr>
            <a:picLocks noChangeAspect="1"/>
          </p:cNvPicPr>
          <p:nvPr/>
        </p:nvPicPr>
        <p:blipFill>
          <a:blip r:embed="rId38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84" name="Picture 383" descr="image.png"/>
          <p:cNvPicPr>
            <a:picLocks noChangeAspect="1"/>
          </p:cNvPicPr>
          <p:nvPr/>
        </p:nvPicPr>
        <p:blipFill>
          <a:blip r:embed="rId38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85" name="Picture 384" descr="image.png"/>
          <p:cNvPicPr>
            <a:picLocks noChangeAspect="1"/>
          </p:cNvPicPr>
          <p:nvPr/>
        </p:nvPicPr>
        <p:blipFill>
          <a:blip r:embed="rId38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86" name="Picture 385" descr="image.png"/>
          <p:cNvPicPr>
            <a:picLocks noChangeAspect="1"/>
          </p:cNvPicPr>
          <p:nvPr/>
        </p:nvPicPr>
        <p:blipFill>
          <a:blip r:embed="rId38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87" name="Picture 386" descr="image.png"/>
          <p:cNvPicPr>
            <a:picLocks noChangeAspect="1"/>
          </p:cNvPicPr>
          <p:nvPr/>
        </p:nvPicPr>
        <p:blipFill>
          <a:blip r:embed="rId38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88" name="Picture 387" descr="image.png"/>
          <p:cNvPicPr>
            <a:picLocks noChangeAspect="1"/>
          </p:cNvPicPr>
          <p:nvPr/>
        </p:nvPicPr>
        <p:blipFill>
          <a:blip r:embed="rId38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89" name="Picture 388" descr="image.png"/>
          <p:cNvPicPr>
            <a:picLocks noChangeAspect="1"/>
          </p:cNvPicPr>
          <p:nvPr/>
        </p:nvPicPr>
        <p:blipFill>
          <a:blip r:embed="rId38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90" name="Picture 389" descr="image.png"/>
          <p:cNvPicPr>
            <a:picLocks noChangeAspect="1"/>
          </p:cNvPicPr>
          <p:nvPr/>
        </p:nvPicPr>
        <p:blipFill>
          <a:blip r:embed="rId39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91" name="Picture 390" descr="image.png"/>
          <p:cNvPicPr>
            <a:picLocks noChangeAspect="1"/>
          </p:cNvPicPr>
          <p:nvPr/>
        </p:nvPicPr>
        <p:blipFill>
          <a:blip r:embed="rId39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92" name="Picture 391" descr="image.png"/>
          <p:cNvPicPr>
            <a:picLocks noChangeAspect="1"/>
          </p:cNvPicPr>
          <p:nvPr/>
        </p:nvPicPr>
        <p:blipFill>
          <a:blip r:embed="rId39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93" name="Picture 392" descr="image.png"/>
          <p:cNvPicPr>
            <a:picLocks noChangeAspect="1"/>
          </p:cNvPicPr>
          <p:nvPr/>
        </p:nvPicPr>
        <p:blipFill>
          <a:blip r:embed="rId39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94" name="Picture 393" descr="image.png"/>
          <p:cNvPicPr>
            <a:picLocks noChangeAspect="1"/>
          </p:cNvPicPr>
          <p:nvPr/>
        </p:nvPicPr>
        <p:blipFill>
          <a:blip r:embed="rId39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95" name="Picture 394" descr="image.png"/>
          <p:cNvPicPr>
            <a:picLocks noChangeAspect="1"/>
          </p:cNvPicPr>
          <p:nvPr/>
        </p:nvPicPr>
        <p:blipFill>
          <a:blip r:embed="rId39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96" name="Picture 395" descr="image.png"/>
          <p:cNvPicPr>
            <a:picLocks noChangeAspect="1"/>
          </p:cNvPicPr>
          <p:nvPr/>
        </p:nvPicPr>
        <p:blipFill>
          <a:blip r:embed="rId39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97" name="Picture 396" descr="image.png"/>
          <p:cNvPicPr>
            <a:picLocks noChangeAspect="1"/>
          </p:cNvPicPr>
          <p:nvPr/>
        </p:nvPicPr>
        <p:blipFill>
          <a:blip r:embed="rId39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98" name="Picture 397" descr="image.png"/>
          <p:cNvPicPr>
            <a:picLocks noChangeAspect="1"/>
          </p:cNvPicPr>
          <p:nvPr/>
        </p:nvPicPr>
        <p:blipFill>
          <a:blip r:embed="rId39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399" name="Picture 398" descr="image.png"/>
          <p:cNvPicPr>
            <a:picLocks noChangeAspect="1"/>
          </p:cNvPicPr>
          <p:nvPr/>
        </p:nvPicPr>
        <p:blipFill>
          <a:blip r:embed="rId39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00" name="Picture 399" descr="image.png"/>
          <p:cNvPicPr>
            <a:picLocks noChangeAspect="1"/>
          </p:cNvPicPr>
          <p:nvPr/>
        </p:nvPicPr>
        <p:blipFill>
          <a:blip r:embed="rId40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01" name="Picture 400" descr="image.png"/>
          <p:cNvPicPr>
            <a:picLocks noChangeAspect="1"/>
          </p:cNvPicPr>
          <p:nvPr/>
        </p:nvPicPr>
        <p:blipFill>
          <a:blip r:embed="rId40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02" name="Picture 401" descr="image.png"/>
          <p:cNvPicPr>
            <a:picLocks noChangeAspect="1"/>
          </p:cNvPicPr>
          <p:nvPr/>
        </p:nvPicPr>
        <p:blipFill>
          <a:blip r:embed="rId40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03" name="Picture 402" descr="image.png"/>
          <p:cNvPicPr>
            <a:picLocks noChangeAspect="1"/>
          </p:cNvPicPr>
          <p:nvPr/>
        </p:nvPicPr>
        <p:blipFill>
          <a:blip r:embed="rId40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04" name="Picture 403" descr="image.png"/>
          <p:cNvPicPr>
            <a:picLocks noChangeAspect="1"/>
          </p:cNvPicPr>
          <p:nvPr/>
        </p:nvPicPr>
        <p:blipFill>
          <a:blip r:embed="rId40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05" name="Picture 404" descr="image.png"/>
          <p:cNvPicPr>
            <a:picLocks noChangeAspect="1"/>
          </p:cNvPicPr>
          <p:nvPr/>
        </p:nvPicPr>
        <p:blipFill>
          <a:blip r:embed="rId40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06" name="Picture 405" descr="image.png"/>
          <p:cNvPicPr>
            <a:picLocks noChangeAspect="1"/>
          </p:cNvPicPr>
          <p:nvPr/>
        </p:nvPicPr>
        <p:blipFill>
          <a:blip r:embed="rId40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07" name="Picture 406" descr="image.png"/>
          <p:cNvPicPr>
            <a:picLocks noChangeAspect="1"/>
          </p:cNvPicPr>
          <p:nvPr/>
        </p:nvPicPr>
        <p:blipFill>
          <a:blip r:embed="rId40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08" name="Picture 407" descr="image.png"/>
          <p:cNvPicPr>
            <a:picLocks noChangeAspect="1"/>
          </p:cNvPicPr>
          <p:nvPr/>
        </p:nvPicPr>
        <p:blipFill>
          <a:blip r:embed="rId40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09" name="Picture 408" descr="image.png"/>
          <p:cNvPicPr>
            <a:picLocks noChangeAspect="1"/>
          </p:cNvPicPr>
          <p:nvPr/>
        </p:nvPicPr>
        <p:blipFill>
          <a:blip r:embed="rId40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10" name="Picture 409" descr="image.png"/>
          <p:cNvPicPr>
            <a:picLocks noChangeAspect="1"/>
          </p:cNvPicPr>
          <p:nvPr/>
        </p:nvPicPr>
        <p:blipFill>
          <a:blip r:embed="rId41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11" name="Picture 410" descr="image.png"/>
          <p:cNvPicPr>
            <a:picLocks noChangeAspect="1"/>
          </p:cNvPicPr>
          <p:nvPr/>
        </p:nvPicPr>
        <p:blipFill>
          <a:blip r:embed="rId41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12" name="Picture 411" descr="image.png"/>
          <p:cNvPicPr>
            <a:picLocks noChangeAspect="1"/>
          </p:cNvPicPr>
          <p:nvPr/>
        </p:nvPicPr>
        <p:blipFill>
          <a:blip r:embed="rId41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13" name="Picture 412" descr="image.png"/>
          <p:cNvPicPr>
            <a:picLocks noChangeAspect="1"/>
          </p:cNvPicPr>
          <p:nvPr/>
        </p:nvPicPr>
        <p:blipFill>
          <a:blip r:embed="rId41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14" name="Picture 413" descr="image.png"/>
          <p:cNvPicPr>
            <a:picLocks noChangeAspect="1"/>
          </p:cNvPicPr>
          <p:nvPr/>
        </p:nvPicPr>
        <p:blipFill>
          <a:blip r:embed="rId41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15" name="Picture 414" descr="image.png"/>
          <p:cNvPicPr>
            <a:picLocks noChangeAspect="1"/>
          </p:cNvPicPr>
          <p:nvPr/>
        </p:nvPicPr>
        <p:blipFill>
          <a:blip r:embed="rId41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16" name="Picture 415" descr="image.png"/>
          <p:cNvPicPr>
            <a:picLocks noChangeAspect="1"/>
          </p:cNvPicPr>
          <p:nvPr/>
        </p:nvPicPr>
        <p:blipFill>
          <a:blip r:embed="rId41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17" name="Picture 416" descr="image.png"/>
          <p:cNvPicPr>
            <a:picLocks noChangeAspect="1"/>
          </p:cNvPicPr>
          <p:nvPr/>
        </p:nvPicPr>
        <p:blipFill>
          <a:blip r:embed="rId41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18" name="Picture 417" descr="image.png"/>
          <p:cNvPicPr>
            <a:picLocks noChangeAspect="1"/>
          </p:cNvPicPr>
          <p:nvPr/>
        </p:nvPicPr>
        <p:blipFill>
          <a:blip r:embed="rId41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19" name="Picture 418" descr="image.png"/>
          <p:cNvPicPr>
            <a:picLocks noChangeAspect="1"/>
          </p:cNvPicPr>
          <p:nvPr/>
        </p:nvPicPr>
        <p:blipFill>
          <a:blip r:embed="rId41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20" name="Picture 419" descr="image.png"/>
          <p:cNvPicPr>
            <a:picLocks noChangeAspect="1"/>
          </p:cNvPicPr>
          <p:nvPr/>
        </p:nvPicPr>
        <p:blipFill>
          <a:blip r:embed="rId42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21" name="Picture 420" descr="image.png"/>
          <p:cNvPicPr>
            <a:picLocks noChangeAspect="1"/>
          </p:cNvPicPr>
          <p:nvPr/>
        </p:nvPicPr>
        <p:blipFill>
          <a:blip r:embed="rId42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22" name="Picture 421" descr="image.png"/>
          <p:cNvPicPr>
            <a:picLocks noChangeAspect="1"/>
          </p:cNvPicPr>
          <p:nvPr/>
        </p:nvPicPr>
        <p:blipFill>
          <a:blip r:embed="rId42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23" name="Picture 422" descr="image.png"/>
          <p:cNvPicPr>
            <a:picLocks noChangeAspect="1"/>
          </p:cNvPicPr>
          <p:nvPr/>
        </p:nvPicPr>
        <p:blipFill>
          <a:blip r:embed="rId42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24" name="Picture 423" descr="image.png"/>
          <p:cNvPicPr>
            <a:picLocks noChangeAspect="1"/>
          </p:cNvPicPr>
          <p:nvPr/>
        </p:nvPicPr>
        <p:blipFill>
          <a:blip r:embed="rId42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25" name="Picture 424" descr="image.png"/>
          <p:cNvPicPr>
            <a:picLocks noChangeAspect="1"/>
          </p:cNvPicPr>
          <p:nvPr/>
        </p:nvPicPr>
        <p:blipFill>
          <a:blip r:embed="rId42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26" name="Picture 425" descr="image.png"/>
          <p:cNvPicPr>
            <a:picLocks noChangeAspect="1"/>
          </p:cNvPicPr>
          <p:nvPr/>
        </p:nvPicPr>
        <p:blipFill>
          <a:blip r:embed="rId42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27" name="Picture 426" descr="image.png"/>
          <p:cNvPicPr>
            <a:picLocks noChangeAspect="1"/>
          </p:cNvPicPr>
          <p:nvPr/>
        </p:nvPicPr>
        <p:blipFill>
          <a:blip r:embed="rId42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28" name="Picture 427" descr="image.png"/>
          <p:cNvPicPr>
            <a:picLocks noChangeAspect="1"/>
          </p:cNvPicPr>
          <p:nvPr/>
        </p:nvPicPr>
        <p:blipFill>
          <a:blip r:embed="rId42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29" name="Picture 428" descr="image.png"/>
          <p:cNvPicPr>
            <a:picLocks noChangeAspect="1"/>
          </p:cNvPicPr>
          <p:nvPr/>
        </p:nvPicPr>
        <p:blipFill>
          <a:blip r:embed="rId42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30" name="Picture 429" descr="image.png"/>
          <p:cNvPicPr>
            <a:picLocks noChangeAspect="1"/>
          </p:cNvPicPr>
          <p:nvPr/>
        </p:nvPicPr>
        <p:blipFill>
          <a:blip r:embed="rId43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31" name="Picture 430" descr="image.png"/>
          <p:cNvPicPr>
            <a:picLocks noChangeAspect="1"/>
          </p:cNvPicPr>
          <p:nvPr/>
        </p:nvPicPr>
        <p:blipFill>
          <a:blip r:embed="rId43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32" name="Picture 431" descr="image.png"/>
          <p:cNvPicPr>
            <a:picLocks noChangeAspect="1"/>
          </p:cNvPicPr>
          <p:nvPr/>
        </p:nvPicPr>
        <p:blipFill>
          <a:blip r:embed="rId43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33" name="Picture 432" descr="image.png"/>
          <p:cNvPicPr>
            <a:picLocks noChangeAspect="1"/>
          </p:cNvPicPr>
          <p:nvPr/>
        </p:nvPicPr>
        <p:blipFill>
          <a:blip r:embed="rId43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34" name="Picture 433" descr="image.png"/>
          <p:cNvPicPr>
            <a:picLocks noChangeAspect="1"/>
          </p:cNvPicPr>
          <p:nvPr/>
        </p:nvPicPr>
        <p:blipFill>
          <a:blip r:embed="rId43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35" name="Picture 434" descr="image.png"/>
          <p:cNvPicPr>
            <a:picLocks noChangeAspect="1"/>
          </p:cNvPicPr>
          <p:nvPr/>
        </p:nvPicPr>
        <p:blipFill>
          <a:blip r:embed="rId43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36" name="Picture 435" descr="image.png"/>
          <p:cNvPicPr>
            <a:picLocks noChangeAspect="1"/>
          </p:cNvPicPr>
          <p:nvPr/>
        </p:nvPicPr>
        <p:blipFill>
          <a:blip r:embed="rId43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37" name="Picture 436" descr="image.png"/>
          <p:cNvPicPr>
            <a:picLocks noChangeAspect="1"/>
          </p:cNvPicPr>
          <p:nvPr/>
        </p:nvPicPr>
        <p:blipFill>
          <a:blip r:embed="rId43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38" name="Picture 437" descr="image.png"/>
          <p:cNvPicPr>
            <a:picLocks noChangeAspect="1"/>
          </p:cNvPicPr>
          <p:nvPr/>
        </p:nvPicPr>
        <p:blipFill>
          <a:blip r:embed="rId43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39" name="Picture 438" descr="image.png"/>
          <p:cNvPicPr>
            <a:picLocks noChangeAspect="1"/>
          </p:cNvPicPr>
          <p:nvPr/>
        </p:nvPicPr>
        <p:blipFill>
          <a:blip r:embed="rId43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40" name="Picture 439" descr="image.png"/>
          <p:cNvPicPr>
            <a:picLocks noChangeAspect="1"/>
          </p:cNvPicPr>
          <p:nvPr/>
        </p:nvPicPr>
        <p:blipFill>
          <a:blip r:embed="rId44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41" name="Picture 440" descr="image.png"/>
          <p:cNvPicPr>
            <a:picLocks noChangeAspect="1"/>
          </p:cNvPicPr>
          <p:nvPr/>
        </p:nvPicPr>
        <p:blipFill>
          <a:blip r:embed="rId44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42" name="Picture 441" descr="image.png"/>
          <p:cNvPicPr>
            <a:picLocks noChangeAspect="1"/>
          </p:cNvPicPr>
          <p:nvPr/>
        </p:nvPicPr>
        <p:blipFill>
          <a:blip r:embed="rId44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43" name="Picture 442" descr="image.png"/>
          <p:cNvPicPr>
            <a:picLocks noChangeAspect="1"/>
          </p:cNvPicPr>
          <p:nvPr/>
        </p:nvPicPr>
        <p:blipFill>
          <a:blip r:embed="rId44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44" name="Picture 443" descr="image.png"/>
          <p:cNvPicPr>
            <a:picLocks noChangeAspect="1"/>
          </p:cNvPicPr>
          <p:nvPr/>
        </p:nvPicPr>
        <p:blipFill>
          <a:blip r:embed="rId44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45" name="Picture 444" descr="image.png"/>
          <p:cNvPicPr>
            <a:picLocks noChangeAspect="1"/>
          </p:cNvPicPr>
          <p:nvPr/>
        </p:nvPicPr>
        <p:blipFill>
          <a:blip r:embed="rId44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46" name="Picture 445" descr="image.png"/>
          <p:cNvPicPr>
            <a:picLocks noChangeAspect="1"/>
          </p:cNvPicPr>
          <p:nvPr/>
        </p:nvPicPr>
        <p:blipFill>
          <a:blip r:embed="rId44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47" name="Picture 446" descr="image.png"/>
          <p:cNvPicPr>
            <a:picLocks noChangeAspect="1"/>
          </p:cNvPicPr>
          <p:nvPr/>
        </p:nvPicPr>
        <p:blipFill>
          <a:blip r:embed="rId44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48" name="Picture 447" descr="image.png"/>
          <p:cNvPicPr>
            <a:picLocks noChangeAspect="1"/>
          </p:cNvPicPr>
          <p:nvPr/>
        </p:nvPicPr>
        <p:blipFill>
          <a:blip r:embed="rId44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49" name="Picture 448" descr="image.png"/>
          <p:cNvPicPr>
            <a:picLocks noChangeAspect="1"/>
          </p:cNvPicPr>
          <p:nvPr/>
        </p:nvPicPr>
        <p:blipFill>
          <a:blip r:embed="rId44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50" name="Picture 449" descr="image.png"/>
          <p:cNvPicPr>
            <a:picLocks noChangeAspect="1"/>
          </p:cNvPicPr>
          <p:nvPr/>
        </p:nvPicPr>
        <p:blipFill>
          <a:blip r:embed="rId45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51" name="Picture 450" descr="image.png"/>
          <p:cNvPicPr>
            <a:picLocks noChangeAspect="1"/>
          </p:cNvPicPr>
          <p:nvPr/>
        </p:nvPicPr>
        <p:blipFill>
          <a:blip r:embed="rId45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52" name="Picture 451" descr="image.png"/>
          <p:cNvPicPr>
            <a:picLocks noChangeAspect="1"/>
          </p:cNvPicPr>
          <p:nvPr/>
        </p:nvPicPr>
        <p:blipFill>
          <a:blip r:embed="rId45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53" name="Picture 452" descr="image.png"/>
          <p:cNvPicPr>
            <a:picLocks noChangeAspect="1"/>
          </p:cNvPicPr>
          <p:nvPr/>
        </p:nvPicPr>
        <p:blipFill>
          <a:blip r:embed="rId45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54" name="Picture 453" descr="image.png"/>
          <p:cNvPicPr>
            <a:picLocks noChangeAspect="1"/>
          </p:cNvPicPr>
          <p:nvPr/>
        </p:nvPicPr>
        <p:blipFill>
          <a:blip r:embed="rId45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55" name="Picture 454" descr="image.png"/>
          <p:cNvPicPr>
            <a:picLocks noChangeAspect="1"/>
          </p:cNvPicPr>
          <p:nvPr/>
        </p:nvPicPr>
        <p:blipFill>
          <a:blip r:embed="rId45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56" name="Picture 455" descr="image.png"/>
          <p:cNvPicPr>
            <a:picLocks noChangeAspect="1"/>
          </p:cNvPicPr>
          <p:nvPr/>
        </p:nvPicPr>
        <p:blipFill>
          <a:blip r:embed="rId45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57" name="Picture 456" descr="image.png"/>
          <p:cNvPicPr>
            <a:picLocks noChangeAspect="1"/>
          </p:cNvPicPr>
          <p:nvPr/>
        </p:nvPicPr>
        <p:blipFill>
          <a:blip r:embed="rId45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58" name="Picture 457" descr="image.png"/>
          <p:cNvPicPr>
            <a:picLocks noChangeAspect="1"/>
          </p:cNvPicPr>
          <p:nvPr/>
        </p:nvPicPr>
        <p:blipFill>
          <a:blip r:embed="rId45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59" name="Picture 458" descr="image.png"/>
          <p:cNvPicPr>
            <a:picLocks noChangeAspect="1"/>
          </p:cNvPicPr>
          <p:nvPr/>
        </p:nvPicPr>
        <p:blipFill>
          <a:blip r:embed="rId45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60" name="Picture 459" descr="image.png"/>
          <p:cNvPicPr>
            <a:picLocks noChangeAspect="1"/>
          </p:cNvPicPr>
          <p:nvPr/>
        </p:nvPicPr>
        <p:blipFill>
          <a:blip r:embed="rId46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61" name="Picture 460" descr="image.png"/>
          <p:cNvPicPr>
            <a:picLocks noChangeAspect="1"/>
          </p:cNvPicPr>
          <p:nvPr/>
        </p:nvPicPr>
        <p:blipFill>
          <a:blip r:embed="rId46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62" name="Picture 461" descr="image.png"/>
          <p:cNvPicPr>
            <a:picLocks noChangeAspect="1"/>
          </p:cNvPicPr>
          <p:nvPr/>
        </p:nvPicPr>
        <p:blipFill>
          <a:blip r:embed="rId46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63" name="Picture 462" descr="image.png"/>
          <p:cNvPicPr>
            <a:picLocks noChangeAspect="1"/>
          </p:cNvPicPr>
          <p:nvPr/>
        </p:nvPicPr>
        <p:blipFill>
          <a:blip r:embed="rId46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64" name="Picture 463" descr="image.png"/>
          <p:cNvPicPr>
            <a:picLocks noChangeAspect="1"/>
          </p:cNvPicPr>
          <p:nvPr/>
        </p:nvPicPr>
        <p:blipFill>
          <a:blip r:embed="rId46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65" name="Picture 464" descr="image.png"/>
          <p:cNvPicPr>
            <a:picLocks noChangeAspect="1"/>
          </p:cNvPicPr>
          <p:nvPr/>
        </p:nvPicPr>
        <p:blipFill>
          <a:blip r:embed="rId46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66" name="Picture 465" descr="image.png"/>
          <p:cNvPicPr>
            <a:picLocks noChangeAspect="1"/>
          </p:cNvPicPr>
          <p:nvPr/>
        </p:nvPicPr>
        <p:blipFill>
          <a:blip r:embed="rId46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67" name="Picture 466" descr="image.png"/>
          <p:cNvPicPr>
            <a:picLocks noChangeAspect="1"/>
          </p:cNvPicPr>
          <p:nvPr/>
        </p:nvPicPr>
        <p:blipFill>
          <a:blip r:embed="rId46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68" name="Picture 467" descr="image.png"/>
          <p:cNvPicPr>
            <a:picLocks noChangeAspect="1"/>
          </p:cNvPicPr>
          <p:nvPr/>
        </p:nvPicPr>
        <p:blipFill>
          <a:blip r:embed="rId46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69" name="Picture 468" descr="image.png"/>
          <p:cNvPicPr>
            <a:picLocks noChangeAspect="1"/>
          </p:cNvPicPr>
          <p:nvPr/>
        </p:nvPicPr>
        <p:blipFill>
          <a:blip r:embed="rId46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70" name="Picture 469" descr="image.png"/>
          <p:cNvPicPr>
            <a:picLocks noChangeAspect="1"/>
          </p:cNvPicPr>
          <p:nvPr/>
        </p:nvPicPr>
        <p:blipFill>
          <a:blip r:embed="rId47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71" name="Picture 470" descr="image.png"/>
          <p:cNvPicPr>
            <a:picLocks noChangeAspect="1"/>
          </p:cNvPicPr>
          <p:nvPr/>
        </p:nvPicPr>
        <p:blipFill>
          <a:blip r:embed="rId47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72" name="Picture 471" descr="image.png"/>
          <p:cNvPicPr>
            <a:picLocks noChangeAspect="1"/>
          </p:cNvPicPr>
          <p:nvPr/>
        </p:nvPicPr>
        <p:blipFill>
          <a:blip r:embed="rId47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73" name="Picture 472" descr="image.png"/>
          <p:cNvPicPr>
            <a:picLocks noChangeAspect="1"/>
          </p:cNvPicPr>
          <p:nvPr/>
        </p:nvPicPr>
        <p:blipFill>
          <a:blip r:embed="rId47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74" name="Picture 473" descr="image.png"/>
          <p:cNvPicPr>
            <a:picLocks noChangeAspect="1"/>
          </p:cNvPicPr>
          <p:nvPr/>
        </p:nvPicPr>
        <p:blipFill>
          <a:blip r:embed="rId47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75" name="Picture 474" descr="image.png"/>
          <p:cNvPicPr>
            <a:picLocks noChangeAspect="1"/>
          </p:cNvPicPr>
          <p:nvPr/>
        </p:nvPicPr>
        <p:blipFill>
          <a:blip r:embed="rId47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76" name="Picture 475" descr="image.png"/>
          <p:cNvPicPr>
            <a:picLocks noChangeAspect="1"/>
          </p:cNvPicPr>
          <p:nvPr/>
        </p:nvPicPr>
        <p:blipFill>
          <a:blip r:embed="rId47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77" name="Picture 476" descr="image.png"/>
          <p:cNvPicPr>
            <a:picLocks noChangeAspect="1"/>
          </p:cNvPicPr>
          <p:nvPr/>
        </p:nvPicPr>
        <p:blipFill>
          <a:blip r:embed="rId47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78" name="Picture 477" descr="image.png"/>
          <p:cNvPicPr>
            <a:picLocks noChangeAspect="1"/>
          </p:cNvPicPr>
          <p:nvPr/>
        </p:nvPicPr>
        <p:blipFill>
          <a:blip r:embed="rId47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79" name="Picture 478" descr="image.png"/>
          <p:cNvPicPr>
            <a:picLocks noChangeAspect="1"/>
          </p:cNvPicPr>
          <p:nvPr/>
        </p:nvPicPr>
        <p:blipFill>
          <a:blip r:embed="rId47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80" name="Picture 479" descr="image.png"/>
          <p:cNvPicPr>
            <a:picLocks noChangeAspect="1"/>
          </p:cNvPicPr>
          <p:nvPr/>
        </p:nvPicPr>
        <p:blipFill>
          <a:blip r:embed="rId48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81" name="Picture 480" descr="image.png"/>
          <p:cNvPicPr>
            <a:picLocks noChangeAspect="1"/>
          </p:cNvPicPr>
          <p:nvPr/>
        </p:nvPicPr>
        <p:blipFill>
          <a:blip r:embed="rId48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82" name="Picture 481" descr="image.png"/>
          <p:cNvPicPr>
            <a:picLocks noChangeAspect="1"/>
          </p:cNvPicPr>
          <p:nvPr/>
        </p:nvPicPr>
        <p:blipFill>
          <a:blip r:embed="rId48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83" name="Picture 482" descr="image.png"/>
          <p:cNvPicPr>
            <a:picLocks noChangeAspect="1"/>
          </p:cNvPicPr>
          <p:nvPr/>
        </p:nvPicPr>
        <p:blipFill>
          <a:blip r:embed="rId48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84" name="Picture 483" descr="image.png"/>
          <p:cNvPicPr>
            <a:picLocks noChangeAspect="1"/>
          </p:cNvPicPr>
          <p:nvPr/>
        </p:nvPicPr>
        <p:blipFill>
          <a:blip r:embed="rId48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85" name="Picture 484" descr="image.png"/>
          <p:cNvPicPr>
            <a:picLocks noChangeAspect="1"/>
          </p:cNvPicPr>
          <p:nvPr/>
        </p:nvPicPr>
        <p:blipFill>
          <a:blip r:embed="rId48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86" name="Picture 485" descr="image.png"/>
          <p:cNvPicPr>
            <a:picLocks noChangeAspect="1"/>
          </p:cNvPicPr>
          <p:nvPr/>
        </p:nvPicPr>
        <p:blipFill>
          <a:blip r:embed="rId48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87" name="Picture 486" descr="image.png"/>
          <p:cNvPicPr>
            <a:picLocks noChangeAspect="1"/>
          </p:cNvPicPr>
          <p:nvPr/>
        </p:nvPicPr>
        <p:blipFill>
          <a:blip r:embed="rId48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88" name="Picture 487" descr="image.png"/>
          <p:cNvPicPr>
            <a:picLocks noChangeAspect="1"/>
          </p:cNvPicPr>
          <p:nvPr/>
        </p:nvPicPr>
        <p:blipFill>
          <a:blip r:embed="rId48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89" name="Picture 488" descr="image.png"/>
          <p:cNvPicPr>
            <a:picLocks noChangeAspect="1"/>
          </p:cNvPicPr>
          <p:nvPr/>
        </p:nvPicPr>
        <p:blipFill>
          <a:blip r:embed="rId48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90" name="Picture 489" descr="image.png"/>
          <p:cNvPicPr>
            <a:picLocks noChangeAspect="1"/>
          </p:cNvPicPr>
          <p:nvPr/>
        </p:nvPicPr>
        <p:blipFill>
          <a:blip r:embed="rId49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91" name="Picture 490" descr="image.png"/>
          <p:cNvPicPr>
            <a:picLocks noChangeAspect="1"/>
          </p:cNvPicPr>
          <p:nvPr/>
        </p:nvPicPr>
        <p:blipFill>
          <a:blip r:embed="rId49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92" name="Picture 491" descr="image.png"/>
          <p:cNvPicPr>
            <a:picLocks noChangeAspect="1"/>
          </p:cNvPicPr>
          <p:nvPr/>
        </p:nvPicPr>
        <p:blipFill>
          <a:blip r:embed="rId49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93" name="Picture 492" descr="image.png"/>
          <p:cNvPicPr>
            <a:picLocks noChangeAspect="1"/>
          </p:cNvPicPr>
          <p:nvPr/>
        </p:nvPicPr>
        <p:blipFill>
          <a:blip r:embed="rId49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94" name="Picture 493" descr="image.png"/>
          <p:cNvPicPr>
            <a:picLocks noChangeAspect="1"/>
          </p:cNvPicPr>
          <p:nvPr/>
        </p:nvPicPr>
        <p:blipFill>
          <a:blip r:embed="rId49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95" name="Picture 494" descr="image.png"/>
          <p:cNvPicPr>
            <a:picLocks noChangeAspect="1"/>
          </p:cNvPicPr>
          <p:nvPr/>
        </p:nvPicPr>
        <p:blipFill>
          <a:blip r:embed="rId49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96" name="Picture 495" descr="image.png"/>
          <p:cNvPicPr>
            <a:picLocks noChangeAspect="1"/>
          </p:cNvPicPr>
          <p:nvPr/>
        </p:nvPicPr>
        <p:blipFill>
          <a:blip r:embed="rId49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97" name="Picture 496" descr="image.png"/>
          <p:cNvPicPr>
            <a:picLocks noChangeAspect="1"/>
          </p:cNvPicPr>
          <p:nvPr/>
        </p:nvPicPr>
        <p:blipFill>
          <a:blip r:embed="rId49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98" name="Picture 497" descr="image.png"/>
          <p:cNvPicPr>
            <a:picLocks noChangeAspect="1"/>
          </p:cNvPicPr>
          <p:nvPr/>
        </p:nvPicPr>
        <p:blipFill>
          <a:blip r:embed="rId49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499" name="Picture 498" descr="image.png"/>
          <p:cNvPicPr>
            <a:picLocks noChangeAspect="1"/>
          </p:cNvPicPr>
          <p:nvPr/>
        </p:nvPicPr>
        <p:blipFill>
          <a:blip r:embed="rId49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00" name="Picture 499" descr="image.png"/>
          <p:cNvPicPr>
            <a:picLocks noChangeAspect="1"/>
          </p:cNvPicPr>
          <p:nvPr/>
        </p:nvPicPr>
        <p:blipFill>
          <a:blip r:embed="rId50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01" name="Picture 500" descr="image.png"/>
          <p:cNvPicPr>
            <a:picLocks noChangeAspect="1"/>
          </p:cNvPicPr>
          <p:nvPr/>
        </p:nvPicPr>
        <p:blipFill>
          <a:blip r:embed="rId50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02" name="Picture 501" descr="image.png"/>
          <p:cNvPicPr>
            <a:picLocks noChangeAspect="1"/>
          </p:cNvPicPr>
          <p:nvPr/>
        </p:nvPicPr>
        <p:blipFill>
          <a:blip r:embed="rId50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03" name="Picture 502" descr="image.png"/>
          <p:cNvPicPr>
            <a:picLocks noChangeAspect="1"/>
          </p:cNvPicPr>
          <p:nvPr/>
        </p:nvPicPr>
        <p:blipFill>
          <a:blip r:embed="rId50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04" name="Picture 503" descr="image.png"/>
          <p:cNvPicPr>
            <a:picLocks noChangeAspect="1"/>
          </p:cNvPicPr>
          <p:nvPr/>
        </p:nvPicPr>
        <p:blipFill>
          <a:blip r:embed="rId50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05" name="Picture 504" descr="image.png"/>
          <p:cNvPicPr>
            <a:picLocks noChangeAspect="1"/>
          </p:cNvPicPr>
          <p:nvPr/>
        </p:nvPicPr>
        <p:blipFill>
          <a:blip r:embed="rId50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06" name="Picture 505" descr="image.png"/>
          <p:cNvPicPr>
            <a:picLocks noChangeAspect="1"/>
          </p:cNvPicPr>
          <p:nvPr/>
        </p:nvPicPr>
        <p:blipFill>
          <a:blip r:embed="rId50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07" name="Picture 506" descr="image.png"/>
          <p:cNvPicPr>
            <a:picLocks noChangeAspect="1"/>
          </p:cNvPicPr>
          <p:nvPr/>
        </p:nvPicPr>
        <p:blipFill>
          <a:blip r:embed="rId50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08" name="Picture 507" descr="image.png"/>
          <p:cNvPicPr>
            <a:picLocks noChangeAspect="1"/>
          </p:cNvPicPr>
          <p:nvPr/>
        </p:nvPicPr>
        <p:blipFill>
          <a:blip r:embed="rId50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09" name="Picture 508" descr="image.png"/>
          <p:cNvPicPr>
            <a:picLocks noChangeAspect="1"/>
          </p:cNvPicPr>
          <p:nvPr/>
        </p:nvPicPr>
        <p:blipFill>
          <a:blip r:embed="rId50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10" name="Picture 509" descr="image.png"/>
          <p:cNvPicPr>
            <a:picLocks noChangeAspect="1"/>
          </p:cNvPicPr>
          <p:nvPr/>
        </p:nvPicPr>
        <p:blipFill>
          <a:blip r:embed="rId51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11" name="Picture 510" descr="image.png"/>
          <p:cNvPicPr>
            <a:picLocks noChangeAspect="1"/>
          </p:cNvPicPr>
          <p:nvPr/>
        </p:nvPicPr>
        <p:blipFill>
          <a:blip r:embed="rId51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12" name="Picture 511" descr="image.png"/>
          <p:cNvPicPr>
            <a:picLocks noChangeAspect="1"/>
          </p:cNvPicPr>
          <p:nvPr/>
        </p:nvPicPr>
        <p:blipFill>
          <a:blip r:embed="rId51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13" name="Picture 512" descr="image.png"/>
          <p:cNvPicPr>
            <a:picLocks noChangeAspect="1"/>
          </p:cNvPicPr>
          <p:nvPr/>
        </p:nvPicPr>
        <p:blipFill>
          <a:blip r:embed="rId51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14" name="Picture 513" descr="image.png"/>
          <p:cNvPicPr>
            <a:picLocks noChangeAspect="1"/>
          </p:cNvPicPr>
          <p:nvPr/>
        </p:nvPicPr>
        <p:blipFill>
          <a:blip r:embed="rId51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15" name="Picture 514" descr="image.png"/>
          <p:cNvPicPr>
            <a:picLocks noChangeAspect="1"/>
          </p:cNvPicPr>
          <p:nvPr/>
        </p:nvPicPr>
        <p:blipFill>
          <a:blip r:embed="rId51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16" name="Picture 515" descr="image.png"/>
          <p:cNvPicPr>
            <a:picLocks noChangeAspect="1"/>
          </p:cNvPicPr>
          <p:nvPr/>
        </p:nvPicPr>
        <p:blipFill>
          <a:blip r:embed="rId51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17" name="Picture 516" descr="image.png"/>
          <p:cNvPicPr>
            <a:picLocks noChangeAspect="1"/>
          </p:cNvPicPr>
          <p:nvPr/>
        </p:nvPicPr>
        <p:blipFill>
          <a:blip r:embed="rId51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18" name="Picture 517" descr="image.png"/>
          <p:cNvPicPr>
            <a:picLocks noChangeAspect="1"/>
          </p:cNvPicPr>
          <p:nvPr/>
        </p:nvPicPr>
        <p:blipFill>
          <a:blip r:embed="rId51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19" name="Picture 518" descr="image.png"/>
          <p:cNvPicPr>
            <a:picLocks noChangeAspect="1"/>
          </p:cNvPicPr>
          <p:nvPr/>
        </p:nvPicPr>
        <p:blipFill>
          <a:blip r:embed="rId51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20" name="Picture 519" descr="image.png"/>
          <p:cNvPicPr>
            <a:picLocks noChangeAspect="1"/>
          </p:cNvPicPr>
          <p:nvPr/>
        </p:nvPicPr>
        <p:blipFill>
          <a:blip r:embed="rId52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21" name="Picture 520" descr="image.png"/>
          <p:cNvPicPr>
            <a:picLocks noChangeAspect="1"/>
          </p:cNvPicPr>
          <p:nvPr/>
        </p:nvPicPr>
        <p:blipFill>
          <a:blip r:embed="rId52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22" name="Picture 521" descr="image.png"/>
          <p:cNvPicPr>
            <a:picLocks noChangeAspect="1"/>
          </p:cNvPicPr>
          <p:nvPr/>
        </p:nvPicPr>
        <p:blipFill>
          <a:blip r:embed="rId52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23" name="Picture 522" descr="image.png"/>
          <p:cNvPicPr>
            <a:picLocks noChangeAspect="1"/>
          </p:cNvPicPr>
          <p:nvPr/>
        </p:nvPicPr>
        <p:blipFill>
          <a:blip r:embed="rId52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24" name="Picture 523" descr="image.png"/>
          <p:cNvPicPr>
            <a:picLocks noChangeAspect="1"/>
          </p:cNvPicPr>
          <p:nvPr/>
        </p:nvPicPr>
        <p:blipFill>
          <a:blip r:embed="rId52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25" name="Picture 524" descr="image.png"/>
          <p:cNvPicPr>
            <a:picLocks noChangeAspect="1"/>
          </p:cNvPicPr>
          <p:nvPr/>
        </p:nvPicPr>
        <p:blipFill>
          <a:blip r:embed="rId52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26" name="Picture 525" descr="image.png"/>
          <p:cNvPicPr>
            <a:picLocks noChangeAspect="1"/>
          </p:cNvPicPr>
          <p:nvPr/>
        </p:nvPicPr>
        <p:blipFill>
          <a:blip r:embed="rId52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27" name="Picture 526" descr="image.png"/>
          <p:cNvPicPr>
            <a:picLocks noChangeAspect="1"/>
          </p:cNvPicPr>
          <p:nvPr/>
        </p:nvPicPr>
        <p:blipFill>
          <a:blip r:embed="rId52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28" name="Picture 527" descr="image.png"/>
          <p:cNvPicPr>
            <a:picLocks noChangeAspect="1"/>
          </p:cNvPicPr>
          <p:nvPr/>
        </p:nvPicPr>
        <p:blipFill>
          <a:blip r:embed="rId52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29" name="Picture 528" descr="image.png"/>
          <p:cNvPicPr>
            <a:picLocks noChangeAspect="1"/>
          </p:cNvPicPr>
          <p:nvPr/>
        </p:nvPicPr>
        <p:blipFill>
          <a:blip r:embed="rId52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30" name="Picture 529" descr="image.png"/>
          <p:cNvPicPr>
            <a:picLocks noChangeAspect="1"/>
          </p:cNvPicPr>
          <p:nvPr/>
        </p:nvPicPr>
        <p:blipFill>
          <a:blip r:embed="rId53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31" name="Picture 530" descr="image.png"/>
          <p:cNvPicPr>
            <a:picLocks noChangeAspect="1"/>
          </p:cNvPicPr>
          <p:nvPr/>
        </p:nvPicPr>
        <p:blipFill>
          <a:blip r:embed="rId53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32" name="Picture 531" descr="image.png"/>
          <p:cNvPicPr>
            <a:picLocks noChangeAspect="1"/>
          </p:cNvPicPr>
          <p:nvPr/>
        </p:nvPicPr>
        <p:blipFill>
          <a:blip r:embed="rId53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33" name="Picture 532" descr="image.png"/>
          <p:cNvPicPr>
            <a:picLocks noChangeAspect="1"/>
          </p:cNvPicPr>
          <p:nvPr/>
        </p:nvPicPr>
        <p:blipFill>
          <a:blip r:embed="rId53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34" name="Picture 533" descr="image.png"/>
          <p:cNvPicPr>
            <a:picLocks noChangeAspect="1"/>
          </p:cNvPicPr>
          <p:nvPr/>
        </p:nvPicPr>
        <p:blipFill>
          <a:blip r:embed="rId53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35" name="Picture 534" descr="image.png"/>
          <p:cNvPicPr>
            <a:picLocks noChangeAspect="1"/>
          </p:cNvPicPr>
          <p:nvPr/>
        </p:nvPicPr>
        <p:blipFill>
          <a:blip r:embed="rId53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36" name="Picture 535" descr="image.png"/>
          <p:cNvPicPr>
            <a:picLocks noChangeAspect="1"/>
          </p:cNvPicPr>
          <p:nvPr/>
        </p:nvPicPr>
        <p:blipFill>
          <a:blip r:embed="rId53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37" name="Picture 536" descr="image.png"/>
          <p:cNvPicPr>
            <a:picLocks noChangeAspect="1"/>
          </p:cNvPicPr>
          <p:nvPr/>
        </p:nvPicPr>
        <p:blipFill>
          <a:blip r:embed="rId53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38" name="Picture 537" descr="image.png"/>
          <p:cNvPicPr>
            <a:picLocks noChangeAspect="1"/>
          </p:cNvPicPr>
          <p:nvPr/>
        </p:nvPicPr>
        <p:blipFill>
          <a:blip r:embed="rId53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39" name="Picture 538" descr="image.png"/>
          <p:cNvPicPr>
            <a:picLocks noChangeAspect="1"/>
          </p:cNvPicPr>
          <p:nvPr/>
        </p:nvPicPr>
        <p:blipFill>
          <a:blip r:embed="rId53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40" name="Picture 539" descr="image.png"/>
          <p:cNvPicPr>
            <a:picLocks noChangeAspect="1"/>
          </p:cNvPicPr>
          <p:nvPr/>
        </p:nvPicPr>
        <p:blipFill>
          <a:blip r:embed="rId54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41" name="Picture 540" descr="image.png"/>
          <p:cNvPicPr>
            <a:picLocks noChangeAspect="1"/>
          </p:cNvPicPr>
          <p:nvPr/>
        </p:nvPicPr>
        <p:blipFill>
          <a:blip r:embed="rId54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42" name="Picture 541" descr="image.png"/>
          <p:cNvPicPr>
            <a:picLocks noChangeAspect="1"/>
          </p:cNvPicPr>
          <p:nvPr/>
        </p:nvPicPr>
        <p:blipFill>
          <a:blip r:embed="rId54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43" name="Picture 542" descr="image.png"/>
          <p:cNvPicPr>
            <a:picLocks noChangeAspect="1"/>
          </p:cNvPicPr>
          <p:nvPr/>
        </p:nvPicPr>
        <p:blipFill>
          <a:blip r:embed="rId54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44" name="Picture 543" descr="image.png"/>
          <p:cNvPicPr>
            <a:picLocks noChangeAspect="1"/>
          </p:cNvPicPr>
          <p:nvPr/>
        </p:nvPicPr>
        <p:blipFill>
          <a:blip r:embed="rId54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45" name="Picture 544" descr="image.png"/>
          <p:cNvPicPr>
            <a:picLocks noChangeAspect="1"/>
          </p:cNvPicPr>
          <p:nvPr/>
        </p:nvPicPr>
        <p:blipFill>
          <a:blip r:embed="rId54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46" name="Picture 545" descr="image.png"/>
          <p:cNvPicPr>
            <a:picLocks noChangeAspect="1"/>
          </p:cNvPicPr>
          <p:nvPr/>
        </p:nvPicPr>
        <p:blipFill>
          <a:blip r:embed="rId54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47" name="Picture 546" descr="image.png"/>
          <p:cNvPicPr>
            <a:picLocks noChangeAspect="1"/>
          </p:cNvPicPr>
          <p:nvPr/>
        </p:nvPicPr>
        <p:blipFill>
          <a:blip r:embed="rId54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48" name="Picture 547" descr="image.png"/>
          <p:cNvPicPr>
            <a:picLocks noChangeAspect="1"/>
          </p:cNvPicPr>
          <p:nvPr/>
        </p:nvPicPr>
        <p:blipFill>
          <a:blip r:embed="rId54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49" name="Picture 548" descr="image.png"/>
          <p:cNvPicPr>
            <a:picLocks noChangeAspect="1"/>
          </p:cNvPicPr>
          <p:nvPr/>
        </p:nvPicPr>
        <p:blipFill>
          <a:blip r:embed="rId54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50" name="Picture 549" descr="image.png"/>
          <p:cNvPicPr>
            <a:picLocks noChangeAspect="1"/>
          </p:cNvPicPr>
          <p:nvPr/>
        </p:nvPicPr>
        <p:blipFill>
          <a:blip r:embed="rId55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51" name="Picture 550" descr="image.png"/>
          <p:cNvPicPr>
            <a:picLocks noChangeAspect="1"/>
          </p:cNvPicPr>
          <p:nvPr/>
        </p:nvPicPr>
        <p:blipFill>
          <a:blip r:embed="rId55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52" name="Picture 551" descr="image.png"/>
          <p:cNvPicPr>
            <a:picLocks noChangeAspect="1"/>
          </p:cNvPicPr>
          <p:nvPr/>
        </p:nvPicPr>
        <p:blipFill>
          <a:blip r:embed="rId55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53" name="Picture 552" descr="image.png"/>
          <p:cNvPicPr>
            <a:picLocks noChangeAspect="1"/>
          </p:cNvPicPr>
          <p:nvPr/>
        </p:nvPicPr>
        <p:blipFill>
          <a:blip r:embed="rId55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54" name="Picture 553" descr="image.png"/>
          <p:cNvPicPr>
            <a:picLocks noChangeAspect="1"/>
          </p:cNvPicPr>
          <p:nvPr/>
        </p:nvPicPr>
        <p:blipFill>
          <a:blip r:embed="rId55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55" name="Picture 554" descr="image.png"/>
          <p:cNvPicPr>
            <a:picLocks noChangeAspect="1"/>
          </p:cNvPicPr>
          <p:nvPr/>
        </p:nvPicPr>
        <p:blipFill>
          <a:blip r:embed="rId55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56" name="Picture 555" descr="image.png"/>
          <p:cNvPicPr>
            <a:picLocks noChangeAspect="1"/>
          </p:cNvPicPr>
          <p:nvPr/>
        </p:nvPicPr>
        <p:blipFill>
          <a:blip r:embed="rId55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57" name="Picture 556" descr="image.png"/>
          <p:cNvPicPr>
            <a:picLocks noChangeAspect="1"/>
          </p:cNvPicPr>
          <p:nvPr/>
        </p:nvPicPr>
        <p:blipFill>
          <a:blip r:embed="rId55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58" name="Picture 557" descr="image.png"/>
          <p:cNvPicPr>
            <a:picLocks noChangeAspect="1"/>
          </p:cNvPicPr>
          <p:nvPr/>
        </p:nvPicPr>
        <p:blipFill>
          <a:blip r:embed="rId55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59" name="Picture 558" descr="image.png"/>
          <p:cNvPicPr>
            <a:picLocks noChangeAspect="1"/>
          </p:cNvPicPr>
          <p:nvPr/>
        </p:nvPicPr>
        <p:blipFill>
          <a:blip r:embed="rId55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60" name="Picture 559" descr="image.png"/>
          <p:cNvPicPr>
            <a:picLocks noChangeAspect="1"/>
          </p:cNvPicPr>
          <p:nvPr/>
        </p:nvPicPr>
        <p:blipFill>
          <a:blip r:embed="rId56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61" name="Picture 560" descr="image.png"/>
          <p:cNvPicPr>
            <a:picLocks noChangeAspect="1"/>
          </p:cNvPicPr>
          <p:nvPr/>
        </p:nvPicPr>
        <p:blipFill>
          <a:blip r:embed="rId56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62" name="Picture 561" descr="image.png"/>
          <p:cNvPicPr>
            <a:picLocks noChangeAspect="1"/>
          </p:cNvPicPr>
          <p:nvPr/>
        </p:nvPicPr>
        <p:blipFill>
          <a:blip r:embed="rId56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63" name="Picture 562" descr="image.png"/>
          <p:cNvPicPr>
            <a:picLocks noChangeAspect="1"/>
          </p:cNvPicPr>
          <p:nvPr/>
        </p:nvPicPr>
        <p:blipFill>
          <a:blip r:embed="rId56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64" name="Picture 563" descr="image.png"/>
          <p:cNvPicPr>
            <a:picLocks noChangeAspect="1"/>
          </p:cNvPicPr>
          <p:nvPr/>
        </p:nvPicPr>
        <p:blipFill>
          <a:blip r:embed="rId56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65" name="Picture 564" descr="image.png"/>
          <p:cNvPicPr>
            <a:picLocks noChangeAspect="1"/>
          </p:cNvPicPr>
          <p:nvPr/>
        </p:nvPicPr>
        <p:blipFill>
          <a:blip r:embed="rId56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66" name="Picture 565" descr="image.png"/>
          <p:cNvPicPr>
            <a:picLocks noChangeAspect="1"/>
          </p:cNvPicPr>
          <p:nvPr/>
        </p:nvPicPr>
        <p:blipFill>
          <a:blip r:embed="rId56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67" name="Picture 566" descr="image.png"/>
          <p:cNvPicPr>
            <a:picLocks noChangeAspect="1"/>
          </p:cNvPicPr>
          <p:nvPr/>
        </p:nvPicPr>
        <p:blipFill>
          <a:blip r:embed="rId56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68" name="Picture 567" descr="image.png"/>
          <p:cNvPicPr>
            <a:picLocks noChangeAspect="1"/>
          </p:cNvPicPr>
          <p:nvPr/>
        </p:nvPicPr>
        <p:blipFill>
          <a:blip r:embed="rId56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69" name="Picture 568" descr="image.png"/>
          <p:cNvPicPr>
            <a:picLocks noChangeAspect="1"/>
          </p:cNvPicPr>
          <p:nvPr/>
        </p:nvPicPr>
        <p:blipFill>
          <a:blip r:embed="rId56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70" name="Picture 569" descr="image.png"/>
          <p:cNvPicPr>
            <a:picLocks noChangeAspect="1"/>
          </p:cNvPicPr>
          <p:nvPr/>
        </p:nvPicPr>
        <p:blipFill>
          <a:blip r:embed="rId57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71" name="Picture 570" descr="image.png"/>
          <p:cNvPicPr>
            <a:picLocks noChangeAspect="1"/>
          </p:cNvPicPr>
          <p:nvPr/>
        </p:nvPicPr>
        <p:blipFill>
          <a:blip r:embed="rId57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72" name="Picture 571" descr="image.png"/>
          <p:cNvPicPr>
            <a:picLocks noChangeAspect="1"/>
          </p:cNvPicPr>
          <p:nvPr/>
        </p:nvPicPr>
        <p:blipFill>
          <a:blip r:embed="rId57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73" name="Picture 572" descr="image.png"/>
          <p:cNvPicPr>
            <a:picLocks noChangeAspect="1"/>
          </p:cNvPicPr>
          <p:nvPr/>
        </p:nvPicPr>
        <p:blipFill>
          <a:blip r:embed="rId57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74" name="Picture 573" descr="image.png"/>
          <p:cNvPicPr>
            <a:picLocks noChangeAspect="1"/>
          </p:cNvPicPr>
          <p:nvPr/>
        </p:nvPicPr>
        <p:blipFill>
          <a:blip r:embed="rId57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75" name="Picture 574" descr="image.png"/>
          <p:cNvPicPr>
            <a:picLocks noChangeAspect="1"/>
          </p:cNvPicPr>
          <p:nvPr/>
        </p:nvPicPr>
        <p:blipFill>
          <a:blip r:embed="rId57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76" name="Picture 575" descr="image.png"/>
          <p:cNvPicPr>
            <a:picLocks noChangeAspect="1"/>
          </p:cNvPicPr>
          <p:nvPr/>
        </p:nvPicPr>
        <p:blipFill>
          <a:blip r:embed="rId57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77" name="Picture 576" descr="image.png"/>
          <p:cNvPicPr>
            <a:picLocks noChangeAspect="1"/>
          </p:cNvPicPr>
          <p:nvPr/>
        </p:nvPicPr>
        <p:blipFill>
          <a:blip r:embed="rId57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78" name="Picture 577" descr="image.png"/>
          <p:cNvPicPr>
            <a:picLocks noChangeAspect="1"/>
          </p:cNvPicPr>
          <p:nvPr/>
        </p:nvPicPr>
        <p:blipFill>
          <a:blip r:embed="rId57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79" name="Picture 578" descr="image.png"/>
          <p:cNvPicPr>
            <a:picLocks noChangeAspect="1"/>
          </p:cNvPicPr>
          <p:nvPr/>
        </p:nvPicPr>
        <p:blipFill>
          <a:blip r:embed="rId57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80" name="Picture 579" descr="image.png"/>
          <p:cNvPicPr>
            <a:picLocks noChangeAspect="1"/>
          </p:cNvPicPr>
          <p:nvPr/>
        </p:nvPicPr>
        <p:blipFill>
          <a:blip r:embed="rId58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81" name="Picture 580" descr="image.png"/>
          <p:cNvPicPr>
            <a:picLocks noChangeAspect="1"/>
          </p:cNvPicPr>
          <p:nvPr/>
        </p:nvPicPr>
        <p:blipFill>
          <a:blip r:embed="rId58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82" name="Picture 581" descr="image.png"/>
          <p:cNvPicPr>
            <a:picLocks noChangeAspect="1"/>
          </p:cNvPicPr>
          <p:nvPr/>
        </p:nvPicPr>
        <p:blipFill>
          <a:blip r:embed="rId58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83" name="Picture 582" descr="image.png"/>
          <p:cNvPicPr>
            <a:picLocks noChangeAspect="1"/>
          </p:cNvPicPr>
          <p:nvPr/>
        </p:nvPicPr>
        <p:blipFill>
          <a:blip r:embed="rId58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84" name="Picture 583" descr="image.png"/>
          <p:cNvPicPr>
            <a:picLocks noChangeAspect="1"/>
          </p:cNvPicPr>
          <p:nvPr/>
        </p:nvPicPr>
        <p:blipFill>
          <a:blip r:embed="rId58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85" name="Picture 584" descr="image.png"/>
          <p:cNvPicPr>
            <a:picLocks noChangeAspect="1"/>
          </p:cNvPicPr>
          <p:nvPr/>
        </p:nvPicPr>
        <p:blipFill>
          <a:blip r:embed="rId58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86" name="Picture 585" descr="image.png"/>
          <p:cNvPicPr>
            <a:picLocks noChangeAspect="1"/>
          </p:cNvPicPr>
          <p:nvPr/>
        </p:nvPicPr>
        <p:blipFill>
          <a:blip r:embed="rId58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87" name="Picture 586" descr="image.png"/>
          <p:cNvPicPr>
            <a:picLocks noChangeAspect="1"/>
          </p:cNvPicPr>
          <p:nvPr/>
        </p:nvPicPr>
        <p:blipFill>
          <a:blip r:embed="rId58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88" name="Picture 587" descr="image.png"/>
          <p:cNvPicPr>
            <a:picLocks noChangeAspect="1"/>
          </p:cNvPicPr>
          <p:nvPr/>
        </p:nvPicPr>
        <p:blipFill>
          <a:blip r:embed="rId58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89" name="Picture 588" descr="image.png"/>
          <p:cNvPicPr>
            <a:picLocks noChangeAspect="1"/>
          </p:cNvPicPr>
          <p:nvPr/>
        </p:nvPicPr>
        <p:blipFill>
          <a:blip r:embed="rId58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90" name="Picture 589" descr="image.png"/>
          <p:cNvPicPr>
            <a:picLocks noChangeAspect="1"/>
          </p:cNvPicPr>
          <p:nvPr/>
        </p:nvPicPr>
        <p:blipFill>
          <a:blip r:embed="rId59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91" name="Picture 590" descr="image.png"/>
          <p:cNvPicPr>
            <a:picLocks noChangeAspect="1"/>
          </p:cNvPicPr>
          <p:nvPr/>
        </p:nvPicPr>
        <p:blipFill>
          <a:blip r:embed="rId59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92" name="Picture 591" descr="image.png"/>
          <p:cNvPicPr>
            <a:picLocks noChangeAspect="1"/>
          </p:cNvPicPr>
          <p:nvPr/>
        </p:nvPicPr>
        <p:blipFill>
          <a:blip r:embed="rId59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93" name="Picture 592" descr="image.png"/>
          <p:cNvPicPr>
            <a:picLocks noChangeAspect="1"/>
          </p:cNvPicPr>
          <p:nvPr/>
        </p:nvPicPr>
        <p:blipFill>
          <a:blip r:embed="rId59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94" name="Picture 593" descr="image.png"/>
          <p:cNvPicPr>
            <a:picLocks noChangeAspect="1"/>
          </p:cNvPicPr>
          <p:nvPr/>
        </p:nvPicPr>
        <p:blipFill>
          <a:blip r:embed="rId59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95" name="Picture 594" descr="image.png"/>
          <p:cNvPicPr>
            <a:picLocks noChangeAspect="1"/>
          </p:cNvPicPr>
          <p:nvPr/>
        </p:nvPicPr>
        <p:blipFill>
          <a:blip r:embed="rId59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96" name="Picture 595" descr="image.png"/>
          <p:cNvPicPr>
            <a:picLocks noChangeAspect="1"/>
          </p:cNvPicPr>
          <p:nvPr/>
        </p:nvPicPr>
        <p:blipFill>
          <a:blip r:embed="rId59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97" name="Picture 596" descr="image.png"/>
          <p:cNvPicPr>
            <a:picLocks noChangeAspect="1"/>
          </p:cNvPicPr>
          <p:nvPr/>
        </p:nvPicPr>
        <p:blipFill>
          <a:blip r:embed="rId59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98" name="Picture 597" descr="image.png"/>
          <p:cNvPicPr>
            <a:picLocks noChangeAspect="1"/>
          </p:cNvPicPr>
          <p:nvPr/>
        </p:nvPicPr>
        <p:blipFill>
          <a:blip r:embed="rId59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599" name="Picture 598" descr="image.png"/>
          <p:cNvPicPr>
            <a:picLocks noChangeAspect="1"/>
          </p:cNvPicPr>
          <p:nvPr/>
        </p:nvPicPr>
        <p:blipFill>
          <a:blip r:embed="rId59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00" name="Picture 599" descr="image.png"/>
          <p:cNvPicPr>
            <a:picLocks noChangeAspect="1"/>
          </p:cNvPicPr>
          <p:nvPr/>
        </p:nvPicPr>
        <p:blipFill>
          <a:blip r:embed="rId60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01" name="Picture 600" descr="image.png"/>
          <p:cNvPicPr>
            <a:picLocks noChangeAspect="1"/>
          </p:cNvPicPr>
          <p:nvPr/>
        </p:nvPicPr>
        <p:blipFill>
          <a:blip r:embed="rId60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02" name="Picture 601" descr="image.png"/>
          <p:cNvPicPr>
            <a:picLocks noChangeAspect="1"/>
          </p:cNvPicPr>
          <p:nvPr/>
        </p:nvPicPr>
        <p:blipFill>
          <a:blip r:embed="rId60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03" name="Picture 602" descr="image.png"/>
          <p:cNvPicPr>
            <a:picLocks noChangeAspect="1"/>
          </p:cNvPicPr>
          <p:nvPr/>
        </p:nvPicPr>
        <p:blipFill>
          <a:blip r:embed="rId60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04" name="Picture 603" descr="image.png"/>
          <p:cNvPicPr>
            <a:picLocks noChangeAspect="1"/>
          </p:cNvPicPr>
          <p:nvPr/>
        </p:nvPicPr>
        <p:blipFill>
          <a:blip r:embed="rId60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05" name="Picture 604" descr="image.png"/>
          <p:cNvPicPr>
            <a:picLocks noChangeAspect="1"/>
          </p:cNvPicPr>
          <p:nvPr/>
        </p:nvPicPr>
        <p:blipFill>
          <a:blip r:embed="rId60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06" name="Picture 605" descr="image.png"/>
          <p:cNvPicPr>
            <a:picLocks noChangeAspect="1"/>
          </p:cNvPicPr>
          <p:nvPr/>
        </p:nvPicPr>
        <p:blipFill>
          <a:blip r:embed="rId60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07" name="Picture 606" descr="image.png"/>
          <p:cNvPicPr>
            <a:picLocks noChangeAspect="1"/>
          </p:cNvPicPr>
          <p:nvPr/>
        </p:nvPicPr>
        <p:blipFill>
          <a:blip r:embed="rId60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08" name="Picture 607" descr="image.png"/>
          <p:cNvPicPr>
            <a:picLocks noChangeAspect="1"/>
          </p:cNvPicPr>
          <p:nvPr/>
        </p:nvPicPr>
        <p:blipFill>
          <a:blip r:embed="rId60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09" name="Picture 608" descr="image.png"/>
          <p:cNvPicPr>
            <a:picLocks noChangeAspect="1"/>
          </p:cNvPicPr>
          <p:nvPr/>
        </p:nvPicPr>
        <p:blipFill>
          <a:blip r:embed="rId60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10" name="Picture 609" descr="image.png"/>
          <p:cNvPicPr>
            <a:picLocks noChangeAspect="1"/>
          </p:cNvPicPr>
          <p:nvPr/>
        </p:nvPicPr>
        <p:blipFill>
          <a:blip r:embed="rId61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11" name="Picture 610" descr="image.png"/>
          <p:cNvPicPr>
            <a:picLocks noChangeAspect="1"/>
          </p:cNvPicPr>
          <p:nvPr/>
        </p:nvPicPr>
        <p:blipFill>
          <a:blip r:embed="rId61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12" name="Picture 611" descr="image.png"/>
          <p:cNvPicPr>
            <a:picLocks noChangeAspect="1"/>
          </p:cNvPicPr>
          <p:nvPr/>
        </p:nvPicPr>
        <p:blipFill>
          <a:blip r:embed="rId61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13" name="Picture 612" descr="image.png"/>
          <p:cNvPicPr>
            <a:picLocks noChangeAspect="1"/>
          </p:cNvPicPr>
          <p:nvPr/>
        </p:nvPicPr>
        <p:blipFill>
          <a:blip r:embed="rId61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14" name="Picture 613" descr="image.png"/>
          <p:cNvPicPr>
            <a:picLocks noChangeAspect="1"/>
          </p:cNvPicPr>
          <p:nvPr/>
        </p:nvPicPr>
        <p:blipFill>
          <a:blip r:embed="rId61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15" name="Picture 614" descr="image.png"/>
          <p:cNvPicPr>
            <a:picLocks noChangeAspect="1"/>
          </p:cNvPicPr>
          <p:nvPr/>
        </p:nvPicPr>
        <p:blipFill>
          <a:blip r:embed="rId61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16" name="Picture 615" descr="image.png"/>
          <p:cNvPicPr>
            <a:picLocks noChangeAspect="1"/>
          </p:cNvPicPr>
          <p:nvPr/>
        </p:nvPicPr>
        <p:blipFill>
          <a:blip r:embed="rId61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17" name="Picture 616" descr="image.png"/>
          <p:cNvPicPr>
            <a:picLocks noChangeAspect="1"/>
          </p:cNvPicPr>
          <p:nvPr/>
        </p:nvPicPr>
        <p:blipFill>
          <a:blip r:embed="rId61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18" name="Picture 617" descr="image.png"/>
          <p:cNvPicPr>
            <a:picLocks noChangeAspect="1"/>
          </p:cNvPicPr>
          <p:nvPr/>
        </p:nvPicPr>
        <p:blipFill>
          <a:blip r:embed="rId61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19" name="Picture 618" descr="image.png"/>
          <p:cNvPicPr>
            <a:picLocks noChangeAspect="1"/>
          </p:cNvPicPr>
          <p:nvPr/>
        </p:nvPicPr>
        <p:blipFill>
          <a:blip r:embed="rId61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20" name="Picture 619" descr="image.png"/>
          <p:cNvPicPr>
            <a:picLocks noChangeAspect="1"/>
          </p:cNvPicPr>
          <p:nvPr/>
        </p:nvPicPr>
        <p:blipFill>
          <a:blip r:embed="rId62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21" name="Picture 620" descr="image.png"/>
          <p:cNvPicPr>
            <a:picLocks noChangeAspect="1"/>
          </p:cNvPicPr>
          <p:nvPr/>
        </p:nvPicPr>
        <p:blipFill>
          <a:blip r:embed="rId62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22" name="Picture 621" descr="image.png"/>
          <p:cNvPicPr>
            <a:picLocks noChangeAspect="1"/>
          </p:cNvPicPr>
          <p:nvPr/>
        </p:nvPicPr>
        <p:blipFill>
          <a:blip r:embed="rId62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23" name="Picture 622" descr="image.png"/>
          <p:cNvPicPr>
            <a:picLocks noChangeAspect="1"/>
          </p:cNvPicPr>
          <p:nvPr/>
        </p:nvPicPr>
        <p:blipFill>
          <a:blip r:embed="rId62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24" name="Picture 623" descr="image.png"/>
          <p:cNvPicPr>
            <a:picLocks noChangeAspect="1"/>
          </p:cNvPicPr>
          <p:nvPr/>
        </p:nvPicPr>
        <p:blipFill>
          <a:blip r:embed="rId62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25" name="Picture 624" descr="image.png"/>
          <p:cNvPicPr>
            <a:picLocks noChangeAspect="1"/>
          </p:cNvPicPr>
          <p:nvPr/>
        </p:nvPicPr>
        <p:blipFill>
          <a:blip r:embed="rId62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26" name="Picture 625" descr="image.png"/>
          <p:cNvPicPr>
            <a:picLocks noChangeAspect="1"/>
          </p:cNvPicPr>
          <p:nvPr/>
        </p:nvPicPr>
        <p:blipFill>
          <a:blip r:embed="rId62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27" name="Picture 626" descr="image.png"/>
          <p:cNvPicPr>
            <a:picLocks noChangeAspect="1"/>
          </p:cNvPicPr>
          <p:nvPr/>
        </p:nvPicPr>
        <p:blipFill>
          <a:blip r:embed="rId62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28" name="Picture 627" descr="image.png"/>
          <p:cNvPicPr>
            <a:picLocks noChangeAspect="1"/>
          </p:cNvPicPr>
          <p:nvPr/>
        </p:nvPicPr>
        <p:blipFill>
          <a:blip r:embed="rId62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29" name="Picture 628" descr="image.png"/>
          <p:cNvPicPr>
            <a:picLocks noChangeAspect="1"/>
          </p:cNvPicPr>
          <p:nvPr/>
        </p:nvPicPr>
        <p:blipFill>
          <a:blip r:embed="rId62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30" name="Picture 629" descr="image.png"/>
          <p:cNvPicPr>
            <a:picLocks noChangeAspect="1"/>
          </p:cNvPicPr>
          <p:nvPr/>
        </p:nvPicPr>
        <p:blipFill>
          <a:blip r:embed="rId63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31" name="Picture 630" descr="image.png"/>
          <p:cNvPicPr>
            <a:picLocks noChangeAspect="1"/>
          </p:cNvPicPr>
          <p:nvPr/>
        </p:nvPicPr>
        <p:blipFill>
          <a:blip r:embed="rId63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32" name="Picture 631" descr="image.png"/>
          <p:cNvPicPr>
            <a:picLocks noChangeAspect="1"/>
          </p:cNvPicPr>
          <p:nvPr/>
        </p:nvPicPr>
        <p:blipFill>
          <a:blip r:embed="rId63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33" name="Picture 632" descr="image.png"/>
          <p:cNvPicPr>
            <a:picLocks noChangeAspect="1"/>
          </p:cNvPicPr>
          <p:nvPr/>
        </p:nvPicPr>
        <p:blipFill>
          <a:blip r:embed="rId63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34" name="Picture 633" descr="image.png"/>
          <p:cNvPicPr>
            <a:picLocks noChangeAspect="1"/>
          </p:cNvPicPr>
          <p:nvPr/>
        </p:nvPicPr>
        <p:blipFill>
          <a:blip r:embed="rId63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35" name="Picture 634" descr="image.png"/>
          <p:cNvPicPr>
            <a:picLocks noChangeAspect="1"/>
          </p:cNvPicPr>
          <p:nvPr/>
        </p:nvPicPr>
        <p:blipFill>
          <a:blip r:embed="rId63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36" name="Picture 635" descr="image.png"/>
          <p:cNvPicPr>
            <a:picLocks noChangeAspect="1"/>
          </p:cNvPicPr>
          <p:nvPr/>
        </p:nvPicPr>
        <p:blipFill>
          <a:blip r:embed="rId63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37" name="Picture 636" descr="image.png"/>
          <p:cNvPicPr>
            <a:picLocks noChangeAspect="1"/>
          </p:cNvPicPr>
          <p:nvPr/>
        </p:nvPicPr>
        <p:blipFill>
          <a:blip r:embed="rId63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38" name="Picture 637" descr="image.png"/>
          <p:cNvPicPr>
            <a:picLocks noChangeAspect="1"/>
          </p:cNvPicPr>
          <p:nvPr/>
        </p:nvPicPr>
        <p:blipFill>
          <a:blip r:embed="rId63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39" name="Picture 638" descr="image.png"/>
          <p:cNvPicPr>
            <a:picLocks noChangeAspect="1"/>
          </p:cNvPicPr>
          <p:nvPr/>
        </p:nvPicPr>
        <p:blipFill>
          <a:blip r:embed="rId63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40" name="Picture 639" descr="image.png"/>
          <p:cNvPicPr>
            <a:picLocks noChangeAspect="1"/>
          </p:cNvPicPr>
          <p:nvPr/>
        </p:nvPicPr>
        <p:blipFill>
          <a:blip r:embed="rId64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41" name="Picture 640" descr="image.png"/>
          <p:cNvPicPr>
            <a:picLocks noChangeAspect="1"/>
          </p:cNvPicPr>
          <p:nvPr/>
        </p:nvPicPr>
        <p:blipFill>
          <a:blip r:embed="rId64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42" name="Picture 641" descr="image.png"/>
          <p:cNvPicPr>
            <a:picLocks noChangeAspect="1"/>
          </p:cNvPicPr>
          <p:nvPr/>
        </p:nvPicPr>
        <p:blipFill>
          <a:blip r:embed="rId64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43" name="Picture 642" descr="image.png"/>
          <p:cNvPicPr>
            <a:picLocks noChangeAspect="1"/>
          </p:cNvPicPr>
          <p:nvPr/>
        </p:nvPicPr>
        <p:blipFill>
          <a:blip r:embed="rId64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44" name="Picture 643" descr="image.png"/>
          <p:cNvPicPr>
            <a:picLocks noChangeAspect="1"/>
          </p:cNvPicPr>
          <p:nvPr/>
        </p:nvPicPr>
        <p:blipFill>
          <a:blip r:embed="rId64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45" name="Picture 644" descr="image.png"/>
          <p:cNvPicPr>
            <a:picLocks noChangeAspect="1"/>
          </p:cNvPicPr>
          <p:nvPr/>
        </p:nvPicPr>
        <p:blipFill>
          <a:blip r:embed="rId64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46" name="Picture 645" descr="image.png"/>
          <p:cNvPicPr>
            <a:picLocks noChangeAspect="1"/>
          </p:cNvPicPr>
          <p:nvPr/>
        </p:nvPicPr>
        <p:blipFill>
          <a:blip r:embed="rId64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47" name="Picture 646" descr="image.png"/>
          <p:cNvPicPr>
            <a:picLocks noChangeAspect="1"/>
          </p:cNvPicPr>
          <p:nvPr/>
        </p:nvPicPr>
        <p:blipFill>
          <a:blip r:embed="rId64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48" name="Picture 647" descr="image.png"/>
          <p:cNvPicPr>
            <a:picLocks noChangeAspect="1"/>
          </p:cNvPicPr>
          <p:nvPr/>
        </p:nvPicPr>
        <p:blipFill>
          <a:blip r:embed="rId64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49" name="Picture 648" descr="image.png"/>
          <p:cNvPicPr>
            <a:picLocks noChangeAspect="1"/>
          </p:cNvPicPr>
          <p:nvPr/>
        </p:nvPicPr>
        <p:blipFill>
          <a:blip r:embed="rId64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50" name="Picture 649" descr="image.png"/>
          <p:cNvPicPr>
            <a:picLocks noChangeAspect="1"/>
          </p:cNvPicPr>
          <p:nvPr/>
        </p:nvPicPr>
        <p:blipFill>
          <a:blip r:embed="rId65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51" name="Picture 650" descr="image.png"/>
          <p:cNvPicPr>
            <a:picLocks noChangeAspect="1"/>
          </p:cNvPicPr>
          <p:nvPr/>
        </p:nvPicPr>
        <p:blipFill>
          <a:blip r:embed="rId65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52" name="Picture 651" descr="image.png"/>
          <p:cNvPicPr>
            <a:picLocks noChangeAspect="1"/>
          </p:cNvPicPr>
          <p:nvPr/>
        </p:nvPicPr>
        <p:blipFill>
          <a:blip r:embed="rId65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53" name="Picture 652" descr="image.png"/>
          <p:cNvPicPr>
            <a:picLocks noChangeAspect="1"/>
          </p:cNvPicPr>
          <p:nvPr/>
        </p:nvPicPr>
        <p:blipFill>
          <a:blip r:embed="rId65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54" name="Picture 653" descr="image.png"/>
          <p:cNvPicPr>
            <a:picLocks noChangeAspect="1"/>
          </p:cNvPicPr>
          <p:nvPr/>
        </p:nvPicPr>
        <p:blipFill>
          <a:blip r:embed="rId65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55" name="Picture 654" descr="image.png"/>
          <p:cNvPicPr>
            <a:picLocks noChangeAspect="1"/>
          </p:cNvPicPr>
          <p:nvPr/>
        </p:nvPicPr>
        <p:blipFill>
          <a:blip r:embed="rId65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56" name="Picture 655" descr="image.png"/>
          <p:cNvPicPr>
            <a:picLocks noChangeAspect="1"/>
          </p:cNvPicPr>
          <p:nvPr/>
        </p:nvPicPr>
        <p:blipFill>
          <a:blip r:embed="rId65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57" name="Picture 656" descr="image.png"/>
          <p:cNvPicPr>
            <a:picLocks noChangeAspect="1"/>
          </p:cNvPicPr>
          <p:nvPr/>
        </p:nvPicPr>
        <p:blipFill>
          <a:blip r:embed="rId65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58" name="Picture 657" descr="image.png"/>
          <p:cNvPicPr>
            <a:picLocks noChangeAspect="1"/>
          </p:cNvPicPr>
          <p:nvPr/>
        </p:nvPicPr>
        <p:blipFill>
          <a:blip r:embed="rId65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59" name="Picture 658" descr="image.png"/>
          <p:cNvPicPr>
            <a:picLocks noChangeAspect="1"/>
          </p:cNvPicPr>
          <p:nvPr/>
        </p:nvPicPr>
        <p:blipFill>
          <a:blip r:embed="rId65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60" name="Picture 659" descr="image.png"/>
          <p:cNvPicPr>
            <a:picLocks noChangeAspect="1"/>
          </p:cNvPicPr>
          <p:nvPr/>
        </p:nvPicPr>
        <p:blipFill>
          <a:blip r:embed="rId66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61" name="Picture 660" descr="image.png"/>
          <p:cNvPicPr>
            <a:picLocks noChangeAspect="1"/>
          </p:cNvPicPr>
          <p:nvPr/>
        </p:nvPicPr>
        <p:blipFill>
          <a:blip r:embed="rId66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62" name="Picture 661" descr="image.png"/>
          <p:cNvPicPr>
            <a:picLocks noChangeAspect="1"/>
          </p:cNvPicPr>
          <p:nvPr/>
        </p:nvPicPr>
        <p:blipFill>
          <a:blip r:embed="rId66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63" name="Picture 662" descr="image.png"/>
          <p:cNvPicPr>
            <a:picLocks noChangeAspect="1"/>
          </p:cNvPicPr>
          <p:nvPr/>
        </p:nvPicPr>
        <p:blipFill>
          <a:blip r:embed="rId66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64" name="Picture 663" descr="image.png"/>
          <p:cNvPicPr>
            <a:picLocks noChangeAspect="1"/>
          </p:cNvPicPr>
          <p:nvPr/>
        </p:nvPicPr>
        <p:blipFill>
          <a:blip r:embed="rId66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65" name="Picture 664" descr="image.png"/>
          <p:cNvPicPr>
            <a:picLocks noChangeAspect="1"/>
          </p:cNvPicPr>
          <p:nvPr/>
        </p:nvPicPr>
        <p:blipFill>
          <a:blip r:embed="rId66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66" name="Picture 665" descr="image.png"/>
          <p:cNvPicPr>
            <a:picLocks noChangeAspect="1"/>
          </p:cNvPicPr>
          <p:nvPr/>
        </p:nvPicPr>
        <p:blipFill>
          <a:blip r:embed="rId66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67" name="Picture 666" descr="image.png"/>
          <p:cNvPicPr>
            <a:picLocks noChangeAspect="1"/>
          </p:cNvPicPr>
          <p:nvPr/>
        </p:nvPicPr>
        <p:blipFill>
          <a:blip r:embed="rId66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68" name="Picture 667" descr="image.png"/>
          <p:cNvPicPr>
            <a:picLocks noChangeAspect="1"/>
          </p:cNvPicPr>
          <p:nvPr/>
        </p:nvPicPr>
        <p:blipFill>
          <a:blip r:embed="rId66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69" name="Picture 668" descr="image.png"/>
          <p:cNvPicPr>
            <a:picLocks noChangeAspect="1"/>
          </p:cNvPicPr>
          <p:nvPr/>
        </p:nvPicPr>
        <p:blipFill>
          <a:blip r:embed="rId66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70" name="Picture 669" descr="image.png"/>
          <p:cNvPicPr>
            <a:picLocks noChangeAspect="1"/>
          </p:cNvPicPr>
          <p:nvPr/>
        </p:nvPicPr>
        <p:blipFill>
          <a:blip r:embed="rId67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71" name="Picture 670" descr="image.png"/>
          <p:cNvPicPr>
            <a:picLocks noChangeAspect="1"/>
          </p:cNvPicPr>
          <p:nvPr/>
        </p:nvPicPr>
        <p:blipFill>
          <a:blip r:embed="rId67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72" name="Picture 671" descr="image.png"/>
          <p:cNvPicPr>
            <a:picLocks noChangeAspect="1"/>
          </p:cNvPicPr>
          <p:nvPr/>
        </p:nvPicPr>
        <p:blipFill>
          <a:blip r:embed="rId67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73" name="Picture 672" descr="image.png"/>
          <p:cNvPicPr>
            <a:picLocks noChangeAspect="1"/>
          </p:cNvPicPr>
          <p:nvPr/>
        </p:nvPicPr>
        <p:blipFill>
          <a:blip r:embed="rId67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74" name="Picture 673" descr="image.png"/>
          <p:cNvPicPr>
            <a:picLocks noChangeAspect="1"/>
          </p:cNvPicPr>
          <p:nvPr/>
        </p:nvPicPr>
        <p:blipFill>
          <a:blip r:embed="rId67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75" name="Picture 674" descr="image.png"/>
          <p:cNvPicPr>
            <a:picLocks noChangeAspect="1"/>
          </p:cNvPicPr>
          <p:nvPr/>
        </p:nvPicPr>
        <p:blipFill>
          <a:blip r:embed="rId67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76" name="Picture 675" descr="image.png"/>
          <p:cNvPicPr>
            <a:picLocks noChangeAspect="1"/>
          </p:cNvPicPr>
          <p:nvPr/>
        </p:nvPicPr>
        <p:blipFill>
          <a:blip r:embed="rId67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77" name="Picture 676" descr="image.png"/>
          <p:cNvPicPr>
            <a:picLocks noChangeAspect="1"/>
          </p:cNvPicPr>
          <p:nvPr/>
        </p:nvPicPr>
        <p:blipFill>
          <a:blip r:embed="rId67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78" name="Picture 677" descr="image.png"/>
          <p:cNvPicPr>
            <a:picLocks noChangeAspect="1"/>
          </p:cNvPicPr>
          <p:nvPr/>
        </p:nvPicPr>
        <p:blipFill>
          <a:blip r:embed="rId67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79" name="Picture 678" descr="image.png"/>
          <p:cNvPicPr>
            <a:picLocks noChangeAspect="1"/>
          </p:cNvPicPr>
          <p:nvPr/>
        </p:nvPicPr>
        <p:blipFill>
          <a:blip r:embed="rId67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80" name="Picture 679" descr="image.png"/>
          <p:cNvPicPr>
            <a:picLocks noChangeAspect="1"/>
          </p:cNvPicPr>
          <p:nvPr/>
        </p:nvPicPr>
        <p:blipFill>
          <a:blip r:embed="rId68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81" name="Picture 680" descr="image.png"/>
          <p:cNvPicPr>
            <a:picLocks noChangeAspect="1"/>
          </p:cNvPicPr>
          <p:nvPr/>
        </p:nvPicPr>
        <p:blipFill>
          <a:blip r:embed="rId68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82" name="Picture 681" descr="image.png"/>
          <p:cNvPicPr>
            <a:picLocks noChangeAspect="1"/>
          </p:cNvPicPr>
          <p:nvPr/>
        </p:nvPicPr>
        <p:blipFill>
          <a:blip r:embed="rId68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83" name="Picture 682" descr="image.png"/>
          <p:cNvPicPr>
            <a:picLocks noChangeAspect="1"/>
          </p:cNvPicPr>
          <p:nvPr/>
        </p:nvPicPr>
        <p:blipFill>
          <a:blip r:embed="rId68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84" name="Picture 683" descr="image.png"/>
          <p:cNvPicPr>
            <a:picLocks noChangeAspect="1"/>
          </p:cNvPicPr>
          <p:nvPr/>
        </p:nvPicPr>
        <p:blipFill>
          <a:blip r:embed="rId68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85" name="Picture 684" descr="image.png"/>
          <p:cNvPicPr>
            <a:picLocks noChangeAspect="1"/>
          </p:cNvPicPr>
          <p:nvPr/>
        </p:nvPicPr>
        <p:blipFill>
          <a:blip r:embed="rId68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86" name="Picture 685" descr="image.png"/>
          <p:cNvPicPr>
            <a:picLocks noChangeAspect="1"/>
          </p:cNvPicPr>
          <p:nvPr/>
        </p:nvPicPr>
        <p:blipFill>
          <a:blip r:embed="rId68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87" name="Picture 686" descr="image.png"/>
          <p:cNvPicPr>
            <a:picLocks noChangeAspect="1"/>
          </p:cNvPicPr>
          <p:nvPr/>
        </p:nvPicPr>
        <p:blipFill>
          <a:blip r:embed="rId68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88" name="Picture 687" descr="image.png"/>
          <p:cNvPicPr>
            <a:picLocks noChangeAspect="1"/>
          </p:cNvPicPr>
          <p:nvPr/>
        </p:nvPicPr>
        <p:blipFill>
          <a:blip r:embed="rId68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89" name="Picture 688" descr="image.png"/>
          <p:cNvPicPr>
            <a:picLocks noChangeAspect="1"/>
          </p:cNvPicPr>
          <p:nvPr/>
        </p:nvPicPr>
        <p:blipFill>
          <a:blip r:embed="rId68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90" name="Picture 689" descr="image.png"/>
          <p:cNvPicPr>
            <a:picLocks noChangeAspect="1"/>
          </p:cNvPicPr>
          <p:nvPr/>
        </p:nvPicPr>
        <p:blipFill>
          <a:blip r:embed="rId69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91" name="Picture 690" descr="image.png"/>
          <p:cNvPicPr>
            <a:picLocks noChangeAspect="1"/>
          </p:cNvPicPr>
          <p:nvPr/>
        </p:nvPicPr>
        <p:blipFill>
          <a:blip r:embed="rId69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92" name="Picture 691" descr="image.png"/>
          <p:cNvPicPr>
            <a:picLocks noChangeAspect="1"/>
          </p:cNvPicPr>
          <p:nvPr/>
        </p:nvPicPr>
        <p:blipFill>
          <a:blip r:embed="rId69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93" name="Picture 692" descr="image.png"/>
          <p:cNvPicPr>
            <a:picLocks noChangeAspect="1"/>
          </p:cNvPicPr>
          <p:nvPr/>
        </p:nvPicPr>
        <p:blipFill>
          <a:blip r:embed="rId69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94" name="Picture 693" descr="image.png"/>
          <p:cNvPicPr>
            <a:picLocks noChangeAspect="1"/>
          </p:cNvPicPr>
          <p:nvPr/>
        </p:nvPicPr>
        <p:blipFill>
          <a:blip r:embed="rId69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95" name="Picture 694" descr="image.png"/>
          <p:cNvPicPr>
            <a:picLocks noChangeAspect="1"/>
          </p:cNvPicPr>
          <p:nvPr/>
        </p:nvPicPr>
        <p:blipFill>
          <a:blip r:embed="rId69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96" name="Picture 695" descr="image.png"/>
          <p:cNvPicPr>
            <a:picLocks noChangeAspect="1"/>
          </p:cNvPicPr>
          <p:nvPr/>
        </p:nvPicPr>
        <p:blipFill>
          <a:blip r:embed="rId69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97" name="Picture 696" descr="image.png"/>
          <p:cNvPicPr>
            <a:picLocks noChangeAspect="1"/>
          </p:cNvPicPr>
          <p:nvPr/>
        </p:nvPicPr>
        <p:blipFill>
          <a:blip r:embed="rId69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98" name="Picture 697" descr="image.png"/>
          <p:cNvPicPr>
            <a:picLocks noChangeAspect="1"/>
          </p:cNvPicPr>
          <p:nvPr/>
        </p:nvPicPr>
        <p:blipFill>
          <a:blip r:embed="rId69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699" name="Picture 698" descr="image.png"/>
          <p:cNvPicPr>
            <a:picLocks noChangeAspect="1"/>
          </p:cNvPicPr>
          <p:nvPr/>
        </p:nvPicPr>
        <p:blipFill>
          <a:blip r:embed="rId69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00" name="Picture 699" descr="image.png"/>
          <p:cNvPicPr>
            <a:picLocks noChangeAspect="1"/>
          </p:cNvPicPr>
          <p:nvPr/>
        </p:nvPicPr>
        <p:blipFill>
          <a:blip r:embed="rId70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01" name="Picture 700" descr="image.png"/>
          <p:cNvPicPr>
            <a:picLocks noChangeAspect="1"/>
          </p:cNvPicPr>
          <p:nvPr/>
        </p:nvPicPr>
        <p:blipFill>
          <a:blip r:embed="rId70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02" name="Picture 701" descr="image.png"/>
          <p:cNvPicPr>
            <a:picLocks noChangeAspect="1"/>
          </p:cNvPicPr>
          <p:nvPr/>
        </p:nvPicPr>
        <p:blipFill>
          <a:blip r:embed="rId70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03" name="Picture 702" descr="image.png"/>
          <p:cNvPicPr>
            <a:picLocks noChangeAspect="1"/>
          </p:cNvPicPr>
          <p:nvPr/>
        </p:nvPicPr>
        <p:blipFill>
          <a:blip r:embed="rId70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04" name="Picture 703" descr="image.png"/>
          <p:cNvPicPr>
            <a:picLocks noChangeAspect="1"/>
          </p:cNvPicPr>
          <p:nvPr/>
        </p:nvPicPr>
        <p:blipFill>
          <a:blip r:embed="rId70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05" name="Picture 704" descr="image.png"/>
          <p:cNvPicPr>
            <a:picLocks noChangeAspect="1"/>
          </p:cNvPicPr>
          <p:nvPr/>
        </p:nvPicPr>
        <p:blipFill>
          <a:blip r:embed="rId70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06" name="Picture 705" descr="image.png"/>
          <p:cNvPicPr>
            <a:picLocks noChangeAspect="1"/>
          </p:cNvPicPr>
          <p:nvPr/>
        </p:nvPicPr>
        <p:blipFill>
          <a:blip r:embed="rId70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07" name="Picture 706" descr="image.png"/>
          <p:cNvPicPr>
            <a:picLocks noChangeAspect="1"/>
          </p:cNvPicPr>
          <p:nvPr/>
        </p:nvPicPr>
        <p:blipFill>
          <a:blip r:embed="rId70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08" name="Picture 707" descr="image.png"/>
          <p:cNvPicPr>
            <a:picLocks noChangeAspect="1"/>
          </p:cNvPicPr>
          <p:nvPr/>
        </p:nvPicPr>
        <p:blipFill>
          <a:blip r:embed="rId70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09" name="Picture 708" descr="image.png"/>
          <p:cNvPicPr>
            <a:picLocks noChangeAspect="1"/>
          </p:cNvPicPr>
          <p:nvPr/>
        </p:nvPicPr>
        <p:blipFill>
          <a:blip r:embed="rId70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10" name="Picture 709" descr="image.png"/>
          <p:cNvPicPr>
            <a:picLocks noChangeAspect="1"/>
          </p:cNvPicPr>
          <p:nvPr/>
        </p:nvPicPr>
        <p:blipFill>
          <a:blip r:embed="rId71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11" name="Picture 710" descr="image.png"/>
          <p:cNvPicPr>
            <a:picLocks noChangeAspect="1"/>
          </p:cNvPicPr>
          <p:nvPr/>
        </p:nvPicPr>
        <p:blipFill>
          <a:blip r:embed="rId71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12" name="Picture 711" descr="image.png"/>
          <p:cNvPicPr>
            <a:picLocks noChangeAspect="1"/>
          </p:cNvPicPr>
          <p:nvPr/>
        </p:nvPicPr>
        <p:blipFill>
          <a:blip r:embed="rId71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13" name="Picture 712" descr="image.png"/>
          <p:cNvPicPr>
            <a:picLocks noChangeAspect="1"/>
          </p:cNvPicPr>
          <p:nvPr/>
        </p:nvPicPr>
        <p:blipFill>
          <a:blip r:embed="rId71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14" name="Picture 713" descr="image.png"/>
          <p:cNvPicPr>
            <a:picLocks noChangeAspect="1"/>
          </p:cNvPicPr>
          <p:nvPr/>
        </p:nvPicPr>
        <p:blipFill>
          <a:blip r:embed="rId71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15" name="Picture 714" descr="image.png"/>
          <p:cNvPicPr>
            <a:picLocks noChangeAspect="1"/>
          </p:cNvPicPr>
          <p:nvPr/>
        </p:nvPicPr>
        <p:blipFill>
          <a:blip r:embed="rId71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16" name="Picture 715" descr="image.png"/>
          <p:cNvPicPr>
            <a:picLocks noChangeAspect="1"/>
          </p:cNvPicPr>
          <p:nvPr/>
        </p:nvPicPr>
        <p:blipFill>
          <a:blip r:embed="rId71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17" name="Picture 716" descr="image.png"/>
          <p:cNvPicPr>
            <a:picLocks noChangeAspect="1"/>
          </p:cNvPicPr>
          <p:nvPr/>
        </p:nvPicPr>
        <p:blipFill>
          <a:blip r:embed="rId71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18" name="Picture 717" descr="image.png"/>
          <p:cNvPicPr>
            <a:picLocks noChangeAspect="1"/>
          </p:cNvPicPr>
          <p:nvPr/>
        </p:nvPicPr>
        <p:blipFill>
          <a:blip r:embed="rId71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19" name="Picture 718" descr="image.png"/>
          <p:cNvPicPr>
            <a:picLocks noChangeAspect="1"/>
          </p:cNvPicPr>
          <p:nvPr/>
        </p:nvPicPr>
        <p:blipFill>
          <a:blip r:embed="rId71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20" name="Picture 719" descr="image.png"/>
          <p:cNvPicPr>
            <a:picLocks noChangeAspect="1"/>
          </p:cNvPicPr>
          <p:nvPr/>
        </p:nvPicPr>
        <p:blipFill>
          <a:blip r:embed="rId72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21" name="Picture 720" descr="image.png"/>
          <p:cNvPicPr>
            <a:picLocks noChangeAspect="1"/>
          </p:cNvPicPr>
          <p:nvPr/>
        </p:nvPicPr>
        <p:blipFill>
          <a:blip r:embed="rId72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22" name="Picture 721" descr="image.png"/>
          <p:cNvPicPr>
            <a:picLocks noChangeAspect="1"/>
          </p:cNvPicPr>
          <p:nvPr/>
        </p:nvPicPr>
        <p:blipFill>
          <a:blip r:embed="rId72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23" name="Picture 722" descr="image.png"/>
          <p:cNvPicPr>
            <a:picLocks noChangeAspect="1"/>
          </p:cNvPicPr>
          <p:nvPr/>
        </p:nvPicPr>
        <p:blipFill>
          <a:blip r:embed="rId72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24" name="Picture 723" descr="image.png"/>
          <p:cNvPicPr>
            <a:picLocks noChangeAspect="1"/>
          </p:cNvPicPr>
          <p:nvPr/>
        </p:nvPicPr>
        <p:blipFill>
          <a:blip r:embed="rId72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25" name="Picture 724" descr="image.png"/>
          <p:cNvPicPr>
            <a:picLocks noChangeAspect="1"/>
          </p:cNvPicPr>
          <p:nvPr/>
        </p:nvPicPr>
        <p:blipFill>
          <a:blip r:embed="rId72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26" name="Picture 725" descr="image.png"/>
          <p:cNvPicPr>
            <a:picLocks noChangeAspect="1"/>
          </p:cNvPicPr>
          <p:nvPr/>
        </p:nvPicPr>
        <p:blipFill>
          <a:blip r:embed="rId72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27" name="Picture 726" descr="image.png"/>
          <p:cNvPicPr>
            <a:picLocks noChangeAspect="1"/>
          </p:cNvPicPr>
          <p:nvPr/>
        </p:nvPicPr>
        <p:blipFill>
          <a:blip r:embed="rId72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28" name="Picture 727" descr="image.png"/>
          <p:cNvPicPr>
            <a:picLocks noChangeAspect="1"/>
          </p:cNvPicPr>
          <p:nvPr/>
        </p:nvPicPr>
        <p:blipFill>
          <a:blip r:embed="rId72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29" name="Picture 728" descr="image.png"/>
          <p:cNvPicPr>
            <a:picLocks noChangeAspect="1"/>
          </p:cNvPicPr>
          <p:nvPr/>
        </p:nvPicPr>
        <p:blipFill>
          <a:blip r:embed="rId72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30" name="Picture 729" descr="image.png"/>
          <p:cNvPicPr>
            <a:picLocks noChangeAspect="1"/>
          </p:cNvPicPr>
          <p:nvPr/>
        </p:nvPicPr>
        <p:blipFill>
          <a:blip r:embed="rId73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31" name="Picture 730" descr="image.png"/>
          <p:cNvPicPr>
            <a:picLocks noChangeAspect="1"/>
          </p:cNvPicPr>
          <p:nvPr/>
        </p:nvPicPr>
        <p:blipFill>
          <a:blip r:embed="rId73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32" name="Picture 731" descr="image.png"/>
          <p:cNvPicPr>
            <a:picLocks noChangeAspect="1"/>
          </p:cNvPicPr>
          <p:nvPr/>
        </p:nvPicPr>
        <p:blipFill>
          <a:blip r:embed="rId73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33" name="Picture 732" descr="image.png"/>
          <p:cNvPicPr>
            <a:picLocks noChangeAspect="1"/>
          </p:cNvPicPr>
          <p:nvPr/>
        </p:nvPicPr>
        <p:blipFill>
          <a:blip r:embed="rId73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34" name="Picture 733" descr="image.png"/>
          <p:cNvPicPr>
            <a:picLocks noChangeAspect="1"/>
          </p:cNvPicPr>
          <p:nvPr/>
        </p:nvPicPr>
        <p:blipFill>
          <a:blip r:embed="rId73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35" name="Picture 734" descr="image.png"/>
          <p:cNvPicPr>
            <a:picLocks noChangeAspect="1"/>
          </p:cNvPicPr>
          <p:nvPr/>
        </p:nvPicPr>
        <p:blipFill>
          <a:blip r:embed="rId73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36" name="Picture 735" descr="image.png"/>
          <p:cNvPicPr>
            <a:picLocks noChangeAspect="1"/>
          </p:cNvPicPr>
          <p:nvPr/>
        </p:nvPicPr>
        <p:blipFill>
          <a:blip r:embed="rId73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37" name="Picture 736" descr="image.png"/>
          <p:cNvPicPr>
            <a:picLocks noChangeAspect="1"/>
          </p:cNvPicPr>
          <p:nvPr/>
        </p:nvPicPr>
        <p:blipFill>
          <a:blip r:embed="rId73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38" name="Picture 737" descr="image.png"/>
          <p:cNvPicPr>
            <a:picLocks noChangeAspect="1"/>
          </p:cNvPicPr>
          <p:nvPr/>
        </p:nvPicPr>
        <p:blipFill>
          <a:blip r:embed="rId73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39" name="Picture 738" descr="image.png"/>
          <p:cNvPicPr>
            <a:picLocks noChangeAspect="1"/>
          </p:cNvPicPr>
          <p:nvPr/>
        </p:nvPicPr>
        <p:blipFill>
          <a:blip r:embed="rId73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40" name="Picture 739" descr="image.png"/>
          <p:cNvPicPr>
            <a:picLocks noChangeAspect="1"/>
          </p:cNvPicPr>
          <p:nvPr/>
        </p:nvPicPr>
        <p:blipFill>
          <a:blip r:embed="rId74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41" name="Picture 740" descr="image.png"/>
          <p:cNvPicPr>
            <a:picLocks noChangeAspect="1"/>
          </p:cNvPicPr>
          <p:nvPr/>
        </p:nvPicPr>
        <p:blipFill>
          <a:blip r:embed="rId74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42" name="Picture 741" descr="image.png"/>
          <p:cNvPicPr>
            <a:picLocks noChangeAspect="1"/>
          </p:cNvPicPr>
          <p:nvPr/>
        </p:nvPicPr>
        <p:blipFill>
          <a:blip r:embed="rId74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43" name="Picture 742" descr="image.png"/>
          <p:cNvPicPr>
            <a:picLocks noChangeAspect="1"/>
          </p:cNvPicPr>
          <p:nvPr/>
        </p:nvPicPr>
        <p:blipFill>
          <a:blip r:embed="rId74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44" name="Picture 743" descr="image.png"/>
          <p:cNvPicPr>
            <a:picLocks noChangeAspect="1"/>
          </p:cNvPicPr>
          <p:nvPr/>
        </p:nvPicPr>
        <p:blipFill>
          <a:blip r:embed="rId74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45" name="Picture 744" descr="image.png"/>
          <p:cNvPicPr>
            <a:picLocks noChangeAspect="1"/>
          </p:cNvPicPr>
          <p:nvPr/>
        </p:nvPicPr>
        <p:blipFill>
          <a:blip r:embed="rId74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46" name="Picture 745" descr="image.png"/>
          <p:cNvPicPr>
            <a:picLocks noChangeAspect="1"/>
          </p:cNvPicPr>
          <p:nvPr/>
        </p:nvPicPr>
        <p:blipFill>
          <a:blip r:embed="rId74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47" name="Picture 746" descr="image.png"/>
          <p:cNvPicPr>
            <a:picLocks noChangeAspect="1"/>
          </p:cNvPicPr>
          <p:nvPr/>
        </p:nvPicPr>
        <p:blipFill>
          <a:blip r:embed="rId74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48" name="Picture 747" descr="image.png"/>
          <p:cNvPicPr>
            <a:picLocks noChangeAspect="1"/>
          </p:cNvPicPr>
          <p:nvPr/>
        </p:nvPicPr>
        <p:blipFill>
          <a:blip r:embed="rId74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49" name="Picture 748" descr="image.png"/>
          <p:cNvPicPr>
            <a:picLocks noChangeAspect="1"/>
          </p:cNvPicPr>
          <p:nvPr/>
        </p:nvPicPr>
        <p:blipFill>
          <a:blip r:embed="rId74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50" name="Picture 749" descr="image.png"/>
          <p:cNvPicPr>
            <a:picLocks noChangeAspect="1"/>
          </p:cNvPicPr>
          <p:nvPr/>
        </p:nvPicPr>
        <p:blipFill>
          <a:blip r:embed="rId75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51" name="Picture 750" descr="image.png"/>
          <p:cNvPicPr>
            <a:picLocks noChangeAspect="1"/>
          </p:cNvPicPr>
          <p:nvPr/>
        </p:nvPicPr>
        <p:blipFill>
          <a:blip r:embed="rId75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52" name="Picture 751" descr="image.png"/>
          <p:cNvPicPr>
            <a:picLocks noChangeAspect="1"/>
          </p:cNvPicPr>
          <p:nvPr/>
        </p:nvPicPr>
        <p:blipFill>
          <a:blip r:embed="rId75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53" name="Picture 752" descr="image.png"/>
          <p:cNvPicPr>
            <a:picLocks noChangeAspect="1"/>
          </p:cNvPicPr>
          <p:nvPr/>
        </p:nvPicPr>
        <p:blipFill>
          <a:blip r:embed="rId75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54" name="Picture 753" descr="image.png"/>
          <p:cNvPicPr>
            <a:picLocks noChangeAspect="1"/>
          </p:cNvPicPr>
          <p:nvPr/>
        </p:nvPicPr>
        <p:blipFill>
          <a:blip r:embed="rId75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55" name="Picture 754" descr="image.png"/>
          <p:cNvPicPr>
            <a:picLocks noChangeAspect="1"/>
          </p:cNvPicPr>
          <p:nvPr/>
        </p:nvPicPr>
        <p:blipFill>
          <a:blip r:embed="rId75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56" name="Picture 755" descr="image.png"/>
          <p:cNvPicPr>
            <a:picLocks noChangeAspect="1"/>
          </p:cNvPicPr>
          <p:nvPr/>
        </p:nvPicPr>
        <p:blipFill>
          <a:blip r:embed="rId75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57" name="Picture 756" descr="image.png"/>
          <p:cNvPicPr>
            <a:picLocks noChangeAspect="1"/>
          </p:cNvPicPr>
          <p:nvPr/>
        </p:nvPicPr>
        <p:blipFill>
          <a:blip r:embed="rId75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58" name="Picture 757" descr="image.png"/>
          <p:cNvPicPr>
            <a:picLocks noChangeAspect="1"/>
          </p:cNvPicPr>
          <p:nvPr/>
        </p:nvPicPr>
        <p:blipFill>
          <a:blip r:embed="rId75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59" name="Picture 758" descr="image.png"/>
          <p:cNvPicPr>
            <a:picLocks noChangeAspect="1"/>
          </p:cNvPicPr>
          <p:nvPr/>
        </p:nvPicPr>
        <p:blipFill>
          <a:blip r:embed="rId75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60" name="Picture 759" descr="image.png"/>
          <p:cNvPicPr>
            <a:picLocks noChangeAspect="1"/>
          </p:cNvPicPr>
          <p:nvPr/>
        </p:nvPicPr>
        <p:blipFill>
          <a:blip r:embed="rId76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61" name="Picture 760" descr="image.png"/>
          <p:cNvPicPr>
            <a:picLocks noChangeAspect="1"/>
          </p:cNvPicPr>
          <p:nvPr/>
        </p:nvPicPr>
        <p:blipFill>
          <a:blip r:embed="rId76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62" name="Picture 761" descr="image.png"/>
          <p:cNvPicPr>
            <a:picLocks noChangeAspect="1"/>
          </p:cNvPicPr>
          <p:nvPr/>
        </p:nvPicPr>
        <p:blipFill>
          <a:blip r:embed="rId76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63" name="Picture 762" descr="image.png"/>
          <p:cNvPicPr>
            <a:picLocks noChangeAspect="1"/>
          </p:cNvPicPr>
          <p:nvPr/>
        </p:nvPicPr>
        <p:blipFill>
          <a:blip r:embed="rId76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64" name="Picture 763" descr="image.png"/>
          <p:cNvPicPr>
            <a:picLocks noChangeAspect="1"/>
          </p:cNvPicPr>
          <p:nvPr/>
        </p:nvPicPr>
        <p:blipFill>
          <a:blip r:embed="rId76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65" name="Picture 764" descr="image.png"/>
          <p:cNvPicPr>
            <a:picLocks noChangeAspect="1"/>
          </p:cNvPicPr>
          <p:nvPr/>
        </p:nvPicPr>
        <p:blipFill>
          <a:blip r:embed="rId76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66" name="Picture 765" descr="image.png"/>
          <p:cNvPicPr>
            <a:picLocks noChangeAspect="1"/>
          </p:cNvPicPr>
          <p:nvPr/>
        </p:nvPicPr>
        <p:blipFill>
          <a:blip r:embed="rId76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67" name="Picture 766" descr="image.png"/>
          <p:cNvPicPr>
            <a:picLocks noChangeAspect="1"/>
          </p:cNvPicPr>
          <p:nvPr/>
        </p:nvPicPr>
        <p:blipFill>
          <a:blip r:embed="rId76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68" name="Picture 767" descr="image.png"/>
          <p:cNvPicPr>
            <a:picLocks noChangeAspect="1"/>
          </p:cNvPicPr>
          <p:nvPr/>
        </p:nvPicPr>
        <p:blipFill>
          <a:blip r:embed="rId76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69" name="Picture 768" descr="image.png"/>
          <p:cNvPicPr>
            <a:picLocks noChangeAspect="1"/>
          </p:cNvPicPr>
          <p:nvPr/>
        </p:nvPicPr>
        <p:blipFill>
          <a:blip r:embed="rId76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70" name="Picture 769" descr="image.png"/>
          <p:cNvPicPr>
            <a:picLocks noChangeAspect="1"/>
          </p:cNvPicPr>
          <p:nvPr/>
        </p:nvPicPr>
        <p:blipFill>
          <a:blip r:embed="rId77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71" name="Picture 770" descr="image.png"/>
          <p:cNvPicPr>
            <a:picLocks noChangeAspect="1"/>
          </p:cNvPicPr>
          <p:nvPr/>
        </p:nvPicPr>
        <p:blipFill>
          <a:blip r:embed="rId77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72" name="Picture 771" descr="image.png"/>
          <p:cNvPicPr>
            <a:picLocks noChangeAspect="1"/>
          </p:cNvPicPr>
          <p:nvPr/>
        </p:nvPicPr>
        <p:blipFill>
          <a:blip r:embed="rId77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73" name="Picture 772" descr="image.png"/>
          <p:cNvPicPr>
            <a:picLocks noChangeAspect="1"/>
          </p:cNvPicPr>
          <p:nvPr/>
        </p:nvPicPr>
        <p:blipFill>
          <a:blip r:embed="rId77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74" name="Picture 773" descr="image.png"/>
          <p:cNvPicPr>
            <a:picLocks noChangeAspect="1"/>
          </p:cNvPicPr>
          <p:nvPr/>
        </p:nvPicPr>
        <p:blipFill>
          <a:blip r:embed="rId77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75" name="Picture 774" descr="image.png"/>
          <p:cNvPicPr>
            <a:picLocks noChangeAspect="1"/>
          </p:cNvPicPr>
          <p:nvPr/>
        </p:nvPicPr>
        <p:blipFill>
          <a:blip r:embed="rId77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76" name="Picture 775" descr="image.png"/>
          <p:cNvPicPr>
            <a:picLocks noChangeAspect="1"/>
          </p:cNvPicPr>
          <p:nvPr/>
        </p:nvPicPr>
        <p:blipFill>
          <a:blip r:embed="rId77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77" name="Picture 776" descr="image.png"/>
          <p:cNvPicPr>
            <a:picLocks noChangeAspect="1"/>
          </p:cNvPicPr>
          <p:nvPr/>
        </p:nvPicPr>
        <p:blipFill>
          <a:blip r:embed="rId77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78" name="Picture 777" descr="image.png"/>
          <p:cNvPicPr>
            <a:picLocks noChangeAspect="1"/>
          </p:cNvPicPr>
          <p:nvPr/>
        </p:nvPicPr>
        <p:blipFill>
          <a:blip r:embed="rId77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79" name="Picture 778" descr="image.png"/>
          <p:cNvPicPr>
            <a:picLocks noChangeAspect="1"/>
          </p:cNvPicPr>
          <p:nvPr/>
        </p:nvPicPr>
        <p:blipFill>
          <a:blip r:embed="rId77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80" name="Picture 779" descr="image.png"/>
          <p:cNvPicPr>
            <a:picLocks noChangeAspect="1"/>
          </p:cNvPicPr>
          <p:nvPr/>
        </p:nvPicPr>
        <p:blipFill>
          <a:blip r:embed="rId78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81" name="Picture 780" descr="image.png"/>
          <p:cNvPicPr>
            <a:picLocks noChangeAspect="1"/>
          </p:cNvPicPr>
          <p:nvPr/>
        </p:nvPicPr>
        <p:blipFill>
          <a:blip r:embed="rId78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82" name="Picture 781" descr="image.png"/>
          <p:cNvPicPr>
            <a:picLocks noChangeAspect="1"/>
          </p:cNvPicPr>
          <p:nvPr/>
        </p:nvPicPr>
        <p:blipFill>
          <a:blip r:embed="rId78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83" name="Picture 782" descr="image.png"/>
          <p:cNvPicPr>
            <a:picLocks noChangeAspect="1"/>
          </p:cNvPicPr>
          <p:nvPr/>
        </p:nvPicPr>
        <p:blipFill>
          <a:blip r:embed="rId78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84" name="Picture 783" descr="image.png"/>
          <p:cNvPicPr>
            <a:picLocks noChangeAspect="1"/>
          </p:cNvPicPr>
          <p:nvPr/>
        </p:nvPicPr>
        <p:blipFill>
          <a:blip r:embed="rId78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85" name="Picture 784" descr="image.png"/>
          <p:cNvPicPr>
            <a:picLocks noChangeAspect="1"/>
          </p:cNvPicPr>
          <p:nvPr/>
        </p:nvPicPr>
        <p:blipFill>
          <a:blip r:embed="rId78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86" name="Picture 785" descr="image.png"/>
          <p:cNvPicPr>
            <a:picLocks noChangeAspect="1"/>
          </p:cNvPicPr>
          <p:nvPr/>
        </p:nvPicPr>
        <p:blipFill>
          <a:blip r:embed="rId78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87" name="Picture 786" descr="image.png"/>
          <p:cNvPicPr>
            <a:picLocks noChangeAspect="1"/>
          </p:cNvPicPr>
          <p:nvPr/>
        </p:nvPicPr>
        <p:blipFill>
          <a:blip r:embed="rId78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88" name="Picture 787" descr="image.png"/>
          <p:cNvPicPr>
            <a:picLocks noChangeAspect="1"/>
          </p:cNvPicPr>
          <p:nvPr/>
        </p:nvPicPr>
        <p:blipFill>
          <a:blip r:embed="rId78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89" name="Picture 788" descr="image.png"/>
          <p:cNvPicPr>
            <a:picLocks noChangeAspect="1"/>
          </p:cNvPicPr>
          <p:nvPr/>
        </p:nvPicPr>
        <p:blipFill>
          <a:blip r:embed="rId78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90" name="Picture 789" descr="image.png"/>
          <p:cNvPicPr>
            <a:picLocks noChangeAspect="1"/>
          </p:cNvPicPr>
          <p:nvPr/>
        </p:nvPicPr>
        <p:blipFill>
          <a:blip r:embed="rId79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91" name="Picture 790" descr="image.png"/>
          <p:cNvPicPr>
            <a:picLocks noChangeAspect="1"/>
          </p:cNvPicPr>
          <p:nvPr/>
        </p:nvPicPr>
        <p:blipFill>
          <a:blip r:embed="rId79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92" name="Picture 791" descr="image.png"/>
          <p:cNvPicPr>
            <a:picLocks noChangeAspect="1"/>
          </p:cNvPicPr>
          <p:nvPr/>
        </p:nvPicPr>
        <p:blipFill>
          <a:blip r:embed="rId79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93" name="Picture 792" descr="image.png"/>
          <p:cNvPicPr>
            <a:picLocks noChangeAspect="1"/>
          </p:cNvPicPr>
          <p:nvPr/>
        </p:nvPicPr>
        <p:blipFill>
          <a:blip r:embed="rId79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94" name="Picture 793" descr="image.png"/>
          <p:cNvPicPr>
            <a:picLocks noChangeAspect="1"/>
          </p:cNvPicPr>
          <p:nvPr/>
        </p:nvPicPr>
        <p:blipFill>
          <a:blip r:embed="rId79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95" name="Picture 794" descr="image.png"/>
          <p:cNvPicPr>
            <a:picLocks noChangeAspect="1"/>
          </p:cNvPicPr>
          <p:nvPr/>
        </p:nvPicPr>
        <p:blipFill>
          <a:blip r:embed="rId79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96" name="Picture 795" descr="image.png"/>
          <p:cNvPicPr>
            <a:picLocks noChangeAspect="1"/>
          </p:cNvPicPr>
          <p:nvPr/>
        </p:nvPicPr>
        <p:blipFill>
          <a:blip r:embed="rId79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97" name="Picture 796" descr="image.png"/>
          <p:cNvPicPr>
            <a:picLocks noChangeAspect="1"/>
          </p:cNvPicPr>
          <p:nvPr/>
        </p:nvPicPr>
        <p:blipFill>
          <a:blip r:embed="rId79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98" name="Picture 797" descr="image.png"/>
          <p:cNvPicPr>
            <a:picLocks noChangeAspect="1"/>
          </p:cNvPicPr>
          <p:nvPr/>
        </p:nvPicPr>
        <p:blipFill>
          <a:blip r:embed="rId79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799" name="Picture 798" descr="image.png"/>
          <p:cNvPicPr>
            <a:picLocks noChangeAspect="1"/>
          </p:cNvPicPr>
          <p:nvPr/>
        </p:nvPicPr>
        <p:blipFill>
          <a:blip r:embed="rId79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00" name="Picture 799" descr="image.png"/>
          <p:cNvPicPr>
            <a:picLocks noChangeAspect="1"/>
          </p:cNvPicPr>
          <p:nvPr/>
        </p:nvPicPr>
        <p:blipFill>
          <a:blip r:embed="rId80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01" name="Picture 800" descr="image.png"/>
          <p:cNvPicPr>
            <a:picLocks noChangeAspect="1"/>
          </p:cNvPicPr>
          <p:nvPr/>
        </p:nvPicPr>
        <p:blipFill>
          <a:blip r:embed="rId80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02" name="Picture 801" descr="image.png"/>
          <p:cNvPicPr>
            <a:picLocks noChangeAspect="1"/>
          </p:cNvPicPr>
          <p:nvPr/>
        </p:nvPicPr>
        <p:blipFill>
          <a:blip r:embed="rId80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03" name="Picture 802" descr="image.png"/>
          <p:cNvPicPr>
            <a:picLocks noChangeAspect="1"/>
          </p:cNvPicPr>
          <p:nvPr/>
        </p:nvPicPr>
        <p:blipFill>
          <a:blip r:embed="rId80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04" name="Picture 803" descr="image.png"/>
          <p:cNvPicPr>
            <a:picLocks noChangeAspect="1"/>
          </p:cNvPicPr>
          <p:nvPr/>
        </p:nvPicPr>
        <p:blipFill>
          <a:blip r:embed="rId80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05" name="Picture 804" descr="image.png"/>
          <p:cNvPicPr>
            <a:picLocks noChangeAspect="1"/>
          </p:cNvPicPr>
          <p:nvPr/>
        </p:nvPicPr>
        <p:blipFill>
          <a:blip r:embed="rId80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06" name="Picture 805" descr="image.png"/>
          <p:cNvPicPr>
            <a:picLocks noChangeAspect="1"/>
          </p:cNvPicPr>
          <p:nvPr/>
        </p:nvPicPr>
        <p:blipFill>
          <a:blip r:embed="rId80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07" name="Picture 806" descr="image.png"/>
          <p:cNvPicPr>
            <a:picLocks noChangeAspect="1"/>
          </p:cNvPicPr>
          <p:nvPr/>
        </p:nvPicPr>
        <p:blipFill>
          <a:blip r:embed="rId80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08" name="Picture 807" descr="image.png"/>
          <p:cNvPicPr>
            <a:picLocks noChangeAspect="1"/>
          </p:cNvPicPr>
          <p:nvPr/>
        </p:nvPicPr>
        <p:blipFill>
          <a:blip r:embed="rId80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09" name="Picture 808" descr="image.png"/>
          <p:cNvPicPr>
            <a:picLocks noChangeAspect="1"/>
          </p:cNvPicPr>
          <p:nvPr/>
        </p:nvPicPr>
        <p:blipFill>
          <a:blip r:embed="rId80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10" name="Picture 809" descr="image.png"/>
          <p:cNvPicPr>
            <a:picLocks noChangeAspect="1"/>
          </p:cNvPicPr>
          <p:nvPr/>
        </p:nvPicPr>
        <p:blipFill>
          <a:blip r:embed="rId81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11" name="Picture 810" descr="image.png"/>
          <p:cNvPicPr>
            <a:picLocks noChangeAspect="1"/>
          </p:cNvPicPr>
          <p:nvPr/>
        </p:nvPicPr>
        <p:blipFill>
          <a:blip r:embed="rId81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12" name="Picture 811" descr="image.png"/>
          <p:cNvPicPr>
            <a:picLocks noChangeAspect="1"/>
          </p:cNvPicPr>
          <p:nvPr/>
        </p:nvPicPr>
        <p:blipFill>
          <a:blip r:embed="rId81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13" name="Picture 812" descr="image.png"/>
          <p:cNvPicPr>
            <a:picLocks noChangeAspect="1"/>
          </p:cNvPicPr>
          <p:nvPr/>
        </p:nvPicPr>
        <p:blipFill>
          <a:blip r:embed="rId81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14" name="Picture 813" descr="image.png"/>
          <p:cNvPicPr>
            <a:picLocks noChangeAspect="1"/>
          </p:cNvPicPr>
          <p:nvPr/>
        </p:nvPicPr>
        <p:blipFill>
          <a:blip r:embed="rId81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15" name="Picture 814" descr="image.png"/>
          <p:cNvPicPr>
            <a:picLocks noChangeAspect="1"/>
          </p:cNvPicPr>
          <p:nvPr/>
        </p:nvPicPr>
        <p:blipFill>
          <a:blip r:embed="rId81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16" name="Picture 815" descr="image.png"/>
          <p:cNvPicPr>
            <a:picLocks noChangeAspect="1"/>
          </p:cNvPicPr>
          <p:nvPr/>
        </p:nvPicPr>
        <p:blipFill>
          <a:blip r:embed="rId81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17" name="Picture 816" descr="image.png"/>
          <p:cNvPicPr>
            <a:picLocks noChangeAspect="1"/>
          </p:cNvPicPr>
          <p:nvPr/>
        </p:nvPicPr>
        <p:blipFill>
          <a:blip r:embed="rId81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18" name="Picture 817" descr="image.png"/>
          <p:cNvPicPr>
            <a:picLocks noChangeAspect="1"/>
          </p:cNvPicPr>
          <p:nvPr/>
        </p:nvPicPr>
        <p:blipFill>
          <a:blip r:embed="rId81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19" name="Picture 818" descr="image.png"/>
          <p:cNvPicPr>
            <a:picLocks noChangeAspect="1"/>
          </p:cNvPicPr>
          <p:nvPr/>
        </p:nvPicPr>
        <p:blipFill>
          <a:blip r:embed="rId81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20" name="Picture 819" descr="image.png"/>
          <p:cNvPicPr>
            <a:picLocks noChangeAspect="1"/>
          </p:cNvPicPr>
          <p:nvPr/>
        </p:nvPicPr>
        <p:blipFill>
          <a:blip r:embed="rId82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21" name="Picture 820" descr="image.png"/>
          <p:cNvPicPr>
            <a:picLocks noChangeAspect="1"/>
          </p:cNvPicPr>
          <p:nvPr/>
        </p:nvPicPr>
        <p:blipFill>
          <a:blip r:embed="rId82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22" name="Picture 821" descr="image.png"/>
          <p:cNvPicPr>
            <a:picLocks noChangeAspect="1"/>
          </p:cNvPicPr>
          <p:nvPr/>
        </p:nvPicPr>
        <p:blipFill>
          <a:blip r:embed="rId82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23" name="Picture 822" descr="image.png"/>
          <p:cNvPicPr>
            <a:picLocks noChangeAspect="1"/>
          </p:cNvPicPr>
          <p:nvPr/>
        </p:nvPicPr>
        <p:blipFill>
          <a:blip r:embed="rId82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24" name="Picture 823" descr="image.png"/>
          <p:cNvPicPr>
            <a:picLocks noChangeAspect="1"/>
          </p:cNvPicPr>
          <p:nvPr/>
        </p:nvPicPr>
        <p:blipFill>
          <a:blip r:embed="rId82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25" name="Picture 824" descr="image.png"/>
          <p:cNvPicPr>
            <a:picLocks noChangeAspect="1"/>
          </p:cNvPicPr>
          <p:nvPr/>
        </p:nvPicPr>
        <p:blipFill>
          <a:blip r:embed="rId82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26" name="Picture 825" descr="image.png"/>
          <p:cNvPicPr>
            <a:picLocks noChangeAspect="1"/>
          </p:cNvPicPr>
          <p:nvPr/>
        </p:nvPicPr>
        <p:blipFill>
          <a:blip r:embed="rId82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27" name="Picture 826" descr="image.png"/>
          <p:cNvPicPr>
            <a:picLocks noChangeAspect="1"/>
          </p:cNvPicPr>
          <p:nvPr/>
        </p:nvPicPr>
        <p:blipFill>
          <a:blip r:embed="rId82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28" name="Picture 827" descr="image.png"/>
          <p:cNvPicPr>
            <a:picLocks noChangeAspect="1"/>
          </p:cNvPicPr>
          <p:nvPr/>
        </p:nvPicPr>
        <p:blipFill>
          <a:blip r:embed="rId82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29" name="Picture 828" descr="image.png"/>
          <p:cNvPicPr>
            <a:picLocks noChangeAspect="1"/>
          </p:cNvPicPr>
          <p:nvPr/>
        </p:nvPicPr>
        <p:blipFill>
          <a:blip r:embed="rId82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30" name="Picture 829" descr="image.png"/>
          <p:cNvPicPr>
            <a:picLocks noChangeAspect="1"/>
          </p:cNvPicPr>
          <p:nvPr/>
        </p:nvPicPr>
        <p:blipFill>
          <a:blip r:embed="rId83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31" name="Picture 830" descr="image.png"/>
          <p:cNvPicPr>
            <a:picLocks noChangeAspect="1"/>
          </p:cNvPicPr>
          <p:nvPr/>
        </p:nvPicPr>
        <p:blipFill>
          <a:blip r:embed="rId83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32" name="Picture 831" descr="image.png"/>
          <p:cNvPicPr>
            <a:picLocks noChangeAspect="1"/>
          </p:cNvPicPr>
          <p:nvPr/>
        </p:nvPicPr>
        <p:blipFill>
          <a:blip r:embed="rId83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33" name="Picture 832" descr="image.png"/>
          <p:cNvPicPr>
            <a:picLocks noChangeAspect="1"/>
          </p:cNvPicPr>
          <p:nvPr/>
        </p:nvPicPr>
        <p:blipFill>
          <a:blip r:embed="rId83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34" name="Picture 833" descr="image.png"/>
          <p:cNvPicPr>
            <a:picLocks noChangeAspect="1"/>
          </p:cNvPicPr>
          <p:nvPr/>
        </p:nvPicPr>
        <p:blipFill>
          <a:blip r:embed="rId83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35" name="Picture 834" descr="image.png"/>
          <p:cNvPicPr>
            <a:picLocks noChangeAspect="1"/>
          </p:cNvPicPr>
          <p:nvPr/>
        </p:nvPicPr>
        <p:blipFill>
          <a:blip r:embed="rId83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36" name="Picture 835" descr="image.png"/>
          <p:cNvPicPr>
            <a:picLocks noChangeAspect="1"/>
          </p:cNvPicPr>
          <p:nvPr/>
        </p:nvPicPr>
        <p:blipFill>
          <a:blip r:embed="rId83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37" name="Picture 836" descr="image.png"/>
          <p:cNvPicPr>
            <a:picLocks noChangeAspect="1"/>
          </p:cNvPicPr>
          <p:nvPr/>
        </p:nvPicPr>
        <p:blipFill>
          <a:blip r:embed="rId83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38" name="Picture 837" descr="image.png"/>
          <p:cNvPicPr>
            <a:picLocks noChangeAspect="1"/>
          </p:cNvPicPr>
          <p:nvPr/>
        </p:nvPicPr>
        <p:blipFill>
          <a:blip r:embed="rId83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39" name="Picture 838" descr="image.png"/>
          <p:cNvPicPr>
            <a:picLocks noChangeAspect="1"/>
          </p:cNvPicPr>
          <p:nvPr/>
        </p:nvPicPr>
        <p:blipFill>
          <a:blip r:embed="rId83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40" name="Picture 839" descr="image.png"/>
          <p:cNvPicPr>
            <a:picLocks noChangeAspect="1"/>
          </p:cNvPicPr>
          <p:nvPr/>
        </p:nvPicPr>
        <p:blipFill>
          <a:blip r:embed="rId84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41" name="Picture 840" descr="image.png"/>
          <p:cNvPicPr>
            <a:picLocks noChangeAspect="1"/>
          </p:cNvPicPr>
          <p:nvPr/>
        </p:nvPicPr>
        <p:blipFill>
          <a:blip r:embed="rId84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42" name="Picture 841" descr="image.png"/>
          <p:cNvPicPr>
            <a:picLocks noChangeAspect="1"/>
          </p:cNvPicPr>
          <p:nvPr/>
        </p:nvPicPr>
        <p:blipFill>
          <a:blip r:embed="rId84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43" name="Picture 842" descr="image.png"/>
          <p:cNvPicPr>
            <a:picLocks noChangeAspect="1"/>
          </p:cNvPicPr>
          <p:nvPr/>
        </p:nvPicPr>
        <p:blipFill>
          <a:blip r:embed="rId84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44" name="Picture 843" descr="image.png"/>
          <p:cNvPicPr>
            <a:picLocks noChangeAspect="1"/>
          </p:cNvPicPr>
          <p:nvPr/>
        </p:nvPicPr>
        <p:blipFill>
          <a:blip r:embed="rId84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45" name="Picture 844" descr="image.png"/>
          <p:cNvPicPr>
            <a:picLocks noChangeAspect="1"/>
          </p:cNvPicPr>
          <p:nvPr/>
        </p:nvPicPr>
        <p:blipFill>
          <a:blip r:embed="rId84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46" name="Picture 845" descr="image.png"/>
          <p:cNvPicPr>
            <a:picLocks noChangeAspect="1"/>
          </p:cNvPicPr>
          <p:nvPr/>
        </p:nvPicPr>
        <p:blipFill>
          <a:blip r:embed="rId84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47" name="Picture 846" descr="image.png"/>
          <p:cNvPicPr>
            <a:picLocks noChangeAspect="1"/>
          </p:cNvPicPr>
          <p:nvPr/>
        </p:nvPicPr>
        <p:blipFill>
          <a:blip r:embed="rId84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48" name="Picture 847" descr="image.png"/>
          <p:cNvPicPr>
            <a:picLocks noChangeAspect="1"/>
          </p:cNvPicPr>
          <p:nvPr/>
        </p:nvPicPr>
        <p:blipFill>
          <a:blip r:embed="rId84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49" name="Picture 848" descr="image.png"/>
          <p:cNvPicPr>
            <a:picLocks noChangeAspect="1"/>
          </p:cNvPicPr>
          <p:nvPr/>
        </p:nvPicPr>
        <p:blipFill>
          <a:blip r:embed="rId84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50" name="Picture 849" descr="image.png"/>
          <p:cNvPicPr>
            <a:picLocks noChangeAspect="1"/>
          </p:cNvPicPr>
          <p:nvPr/>
        </p:nvPicPr>
        <p:blipFill>
          <a:blip r:embed="rId85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51" name="Picture 850" descr="image.png"/>
          <p:cNvPicPr>
            <a:picLocks noChangeAspect="1"/>
          </p:cNvPicPr>
          <p:nvPr/>
        </p:nvPicPr>
        <p:blipFill>
          <a:blip r:embed="rId85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52" name="Picture 851" descr="image.png"/>
          <p:cNvPicPr>
            <a:picLocks noChangeAspect="1"/>
          </p:cNvPicPr>
          <p:nvPr/>
        </p:nvPicPr>
        <p:blipFill>
          <a:blip r:embed="rId85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53" name="Picture 852" descr="image.png"/>
          <p:cNvPicPr>
            <a:picLocks noChangeAspect="1"/>
          </p:cNvPicPr>
          <p:nvPr/>
        </p:nvPicPr>
        <p:blipFill>
          <a:blip r:embed="rId85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54" name="Picture 853" descr="image.png"/>
          <p:cNvPicPr>
            <a:picLocks noChangeAspect="1"/>
          </p:cNvPicPr>
          <p:nvPr/>
        </p:nvPicPr>
        <p:blipFill>
          <a:blip r:embed="rId85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55" name="Picture 854" descr="image.png"/>
          <p:cNvPicPr>
            <a:picLocks noChangeAspect="1"/>
          </p:cNvPicPr>
          <p:nvPr/>
        </p:nvPicPr>
        <p:blipFill>
          <a:blip r:embed="rId85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56" name="Picture 855" descr="image.png"/>
          <p:cNvPicPr>
            <a:picLocks noChangeAspect="1"/>
          </p:cNvPicPr>
          <p:nvPr/>
        </p:nvPicPr>
        <p:blipFill>
          <a:blip r:embed="rId85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57" name="Picture 856" descr="image.png"/>
          <p:cNvPicPr>
            <a:picLocks noChangeAspect="1"/>
          </p:cNvPicPr>
          <p:nvPr/>
        </p:nvPicPr>
        <p:blipFill>
          <a:blip r:embed="rId85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58" name="Picture 857" descr="image.png"/>
          <p:cNvPicPr>
            <a:picLocks noChangeAspect="1"/>
          </p:cNvPicPr>
          <p:nvPr/>
        </p:nvPicPr>
        <p:blipFill>
          <a:blip r:embed="rId85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59" name="Picture 858" descr="image.png"/>
          <p:cNvPicPr>
            <a:picLocks noChangeAspect="1"/>
          </p:cNvPicPr>
          <p:nvPr/>
        </p:nvPicPr>
        <p:blipFill>
          <a:blip r:embed="rId85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60" name="Picture 859" descr="image.png"/>
          <p:cNvPicPr>
            <a:picLocks noChangeAspect="1"/>
          </p:cNvPicPr>
          <p:nvPr/>
        </p:nvPicPr>
        <p:blipFill>
          <a:blip r:embed="rId86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61" name="Picture 860" descr="image.png"/>
          <p:cNvPicPr>
            <a:picLocks noChangeAspect="1"/>
          </p:cNvPicPr>
          <p:nvPr/>
        </p:nvPicPr>
        <p:blipFill>
          <a:blip r:embed="rId86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62" name="Picture 861" descr="image.png"/>
          <p:cNvPicPr>
            <a:picLocks noChangeAspect="1"/>
          </p:cNvPicPr>
          <p:nvPr/>
        </p:nvPicPr>
        <p:blipFill>
          <a:blip r:embed="rId86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63" name="Picture 862" descr="image.png"/>
          <p:cNvPicPr>
            <a:picLocks noChangeAspect="1"/>
          </p:cNvPicPr>
          <p:nvPr/>
        </p:nvPicPr>
        <p:blipFill>
          <a:blip r:embed="rId86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64" name="Picture 863" descr="image.png"/>
          <p:cNvPicPr>
            <a:picLocks noChangeAspect="1"/>
          </p:cNvPicPr>
          <p:nvPr/>
        </p:nvPicPr>
        <p:blipFill>
          <a:blip r:embed="rId86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65" name="Picture 864" descr="image.png"/>
          <p:cNvPicPr>
            <a:picLocks noChangeAspect="1"/>
          </p:cNvPicPr>
          <p:nvPr/>
        </p:nvPicPr>
        <p:blipFill>
          <a:blip r:embed="rId86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66" name="Picture 865" descr="image.png"/>
          <p:cNvPicPr>
            <a:picLocks noChangeAspect="1"/>
          </p:cNvPicPr>
          <p:nvPr/>
        </p:nvPicPr>
        <p:blipFill>
          <a:blip r:embed="rId86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67" name="Picture 866" descr="image.png"/>
          <p:cNvPicPr>
            <a:picLocks noChangeAspect="1"/>
          </p:cNvPicPr>
          <p:nvPr/>
        </p:nvPicPr>
        <p:blipFill>
          <a:blip r:embed="rId86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68" name="Picture 867" descr="image.png"/>
          <p:cNvPicPr>
            <a:picLocks noChangeAspect="1"/>
          </p:cNvPicPr>
          <p:nvPr/>
        </p:nvPicPr>
        <p:blipFill>
          <a:blip r:embed="rId86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69" name="Picture 868" descr="image.png"/>
          <p:cNvPicPr>
            <a:picLocks noChangeAspect="1"/>
          </p:cNvPicPr>
          <p:nvPr/>
        </p:nvPicPr>
        <p:blipFill>
          <a:blip r:embed="rId86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70" name="Picture 869" descr="image.png"/>
          <p:cNvPicPr>
            <a:picLocks noChangeAspect="1"/>
          </p:cNvPicPr>
          <p:nvPr/>
        </p:nvPicPr>
        <p:blipFill>
          <a:blip r:embed="rId87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71" name="Picture 870" descr="image.png"/>
          <p:cNvPicPr>
            <a:picLocks noChangeAspect="1"/>
          </p:cNvPicPr>
          <p:nvPr/>
        </p:nvPicPr>
        <p:blipFill>
          <a:blip r:embed="rId87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72" name="Picture 871" descr="image.png"/>
          <p:cNvPicPr>
            <a:picLocks noChangeAspect="1"/>
          </p:cNvPicPr>
          <p:nvPr/>
        </p:nvPicPr>
        <p:blipFill>
          <a:blip r:embed="rId87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73" name="Picture 872" descr="image.png"/>
          <p:cNvPicPr>
            <a:picLocks noChangeAspect="1"/>
          </p:cNvPicPr>
          <p:nvPr/>
        </p:nvPicPr>
        <p:blipFill>
          <a:blip r:embed="rId87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74" name="Picture 873" descr="image.png"/>
          <p:cNvPicPr>
            <a:picLocks noChangeAspect="1"/>
          </p:cNvPicPr>
          <p:nvPr/>
        </p:nvPicPr>
        <p:blipFill>
          <a:blip r:embed="rId87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75" name="Picture 874" descr="image.png"/>
          <p:cNvPicPr>
            <a:picLocks noChangeAspect="1"/>
          </p:cNvPicPr>
          <p:nvPr/>
        </p:nvPicPr>
        <p:blipFill>
          <a:blip r:embed="rId87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76" name="Picture 875" descr="image.png"/>
          <p:cNvPicPr>
            <a:picLocks noChangeAspect="1"/>
          </p:cNvPicPr>
          <p:nvPr/>
        </p:nvPicPr>
        <p:blipFill>
          <a:blip r:embed="rId87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77" name="Picture 876" descr="image.png"/>
          <p:cNvPicPr>
            <a:picLocks noChangeAspect="1"/>
          </p:cNvPicPr>
          <p:nvPr/>
        </p:nvPicPr>
        <p:blipFill>
          <a:blip r:embed="rId87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78" name="Picture 877" descr="image.png"/>
          <p:cNvPicPr>
            <a:picLocks noChangeAspect="1"/>
          </p:cNvPicPr>
          <p:nvPr/>
        </p:nvPicPr>
        <p:blipFill>
          <a:blip r:embed="rId87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79" name="Picture 878" descr="image.png"/>
          <p:cNvPicPr>
            <a:picLocks noChangeAspect="1"/>
          </p:cNvPicPr>
          <p:nvPr/>
        </p:nvPicPr>
        <p:blipFill>
          <a:blip r:embed="rId87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80" name="Picture 879" descr="image.png"/>
          <p:cNvPicPr>
            <a:picLocks noChangeAspect="1"/>
          </p:cNvPicPr>
          <p:nvPr/>
        </p:nvPicPr>
        <p:blipFill>
          <a:blip r:embed="rId88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81" name="Picture 880" descr="image.png"/>
          <p:cNvPicPr>
            <a:picLocks noChangeAspect="1"/>
          </p:cNvPicPr>
          <p:nvPr/>
        </p:nvPicPr>
        <p:blipFill>
          <a:blip r:embed="rId88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82" name="Picture 881" descr="image.png"/>
          <p:cNvPicPr>
            <a:picLocks noChangeAspect="1"/>
          </p:cNvPicPr>
          <p:nvPr/>
        </p:nvPicPr>
        <p:blipFill>
          <a:blip r:embed="rId88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83" name="Picture 882" descr="image.png"/>
          <p:cNvPicPr>
            <a:picLocks noChangeAspect="1"/>
          </p:cNvPicPr>
          <p:nvPr/>
        </p:nvPicPr>
        <p:blipFill>
          <a:blip r:embed="rId88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84" name="Picture 883" descr="image.png"/>
          <p:cNvPicPr>
            <a:picLocks noChangeAspect="1"/>
          </p:cNvPicPr>
          <p:nvPr/>
        </p:nvPicPr>
        <p:blipFill>
          <a:blip r:embed="rId88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85" name="Picture 884" descr="image.png"/>
          <p:cNvPicPr>
            <a:picLocks noChangeAspect="1"/>
          </p:cNvPicPr>
          <p:nvPr/>
        </p:nvPicPr>
        <p:blipFill>
          <a:blip r:embed="rId88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86" name="Picture 885" descr="image.png"/>
          <p:cNvPicPr>
            <a:picLocks noChangeAspect="1"/>
          </p:cNvPicPr>
          <p:nvPr/>
        </p:nvPicPr>
        <p:blipFill>
          <a:blip r:embed="rId88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87" name="Picture 886" descr="image.png"/>
          <p:cNvPicPr>
            <a:picLocks noChangeAspect="1"/>
          </p:cNvPicPr>
          <p:nvPr/>
        </p:nvPicPr>
        <p:blipFill>
          <a:blip r:embed="rId88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88" name="Picture 887" descr="image.png"/>
          <p:cNvPicPr>
            <a:picLocks noChangeAspect="1"/>
          </p:cNvPicPr>
          <p:nvPr/>
        </p:nvPicPr>
        <p:blipFill>
          <a:blip r:embed="rId88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89" name="Picture 888" descr="image.png"/>
          <p:cNvPicPr>
            <a:picLocks noChangeAspect="1"/>
          </p:cNvPicPr>
          <p:nvPr/>
        </p:nvPicPr>
        <p:blipFill>
          <a:blip r:embed="rId88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90" name="Picture 889" descr="image.png"/>
          <p:cNvPicPr>
            <a:picLocks noChangeAspect="1"/>
          </p:cNvPicPr>
          <p:nvPr/>
        </p:nvPicPr>
        <p:blipFill>
          <a:blip r:embed="rId89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91" name="Picture 890" descr="image.png"/>
          <p:cNvPicPr>
            <a:picLocks noChangeAspect="1"/>
          </p:cNvPicPr>
          <p:nvPr/>
        </p:nvPicPr>
        <p:blipFill>
          <a:blip r:embed="rId89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92" name="Picture 891" descr="image.png"/>
          <p:cNvPicPr>
            <a:picLocks noChangeAspect="1"/>
          </p:cNvPicPr>
          <p:nvPr/>
        </p:nvPicPr>
        <p:blipFill>
          <a:blip r:embed="rId89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93" name="Picture 892" descr="image.png"/>
          <p:cNvPicPr>
            <a:picLocks noChangeAspect="1"/>
          </p:cNvPicPr>
          <p:nvPr/>
        </p:nvPicPr>
        <p:blipFill>
          <a:blip r:embed="rId89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94" name="Picture 893" descr="image.png"/>
          <p:cNvPicPr>
            <a:picLocks noChangeAspect="1"/>
          </p:cNvPicPr>
          <p:nvPr/>
        </p:nvPicPr>
        <p:blipFill>
          <a:blip r:embed="rId89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95" name="Picture 894" descr="image.png"/>
          <p:cNvPicPr>
            <a:picLocks noChangeAspect="1"/>
          </p:cNvPicPr>
          <p:nvPr/>
        </p:nvPicPr>
        <p:blipFill>
          <a:blip r:embed="rId89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96" name="Picture 895" descr="image.png"/>
          <p:cNvPicPr>
            <a:picLocks noChangeAspect="1"/>
          </p:cNvPicPr>
          <p:nvPr/>
        </p:nvPicPr>
        <p:blipFill>
          <a:blip r:embed="rId89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97" name="Picture 896" descr="image.png"/>
          <p:cNvPicPr>
            <a:picLocks noChangeAspect="1"/>
          </p:cNvPicPr>
          <p:nvPr/>
        </p:nvPicPr>
        <p:blipFill>
          <a:blip r:embed="rId89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98" name="Picture 897" descr="image.png"/>
          <p:cNvPicPr>
            <a:picLocks noChangeAspect="1"/>
          </p:cNvPicPr>
          <p:nvPr/>
        </p:nvPicPr>
        <p:blipFill>
          <a:blip r:embed="rId89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899" name="Picture 898" descr="image.png"/>
          <p:cNvPicPr>
            <a:picLocks noChangeAspect="1"/>
          </p:cNvPicPr>
          <p:nvPr/>
        </p:nvPicPr>
        <p:blipFill>
          <a:blip r:embed="rId89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00" name="Picture 899" descr="image.png"/>
          <p:cNvPicPr>
            <a:picLocks noChangeAspect="1"/>
          </p:cNvPicPr>
          <p:nvPr/>
        </p:nvPicPr>
        <p:blipFill>
          <a:blip r:embed="rId90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01" name="Picture 900" descr="image.png"/>
          <p:cNvPicPr>
            <a:picLocks noChangeAspect="1"/>
          </p:cNvPicPr>
          <p:nvPr/>
        </p:nvPicPr>
        <p:blipFill>
          <a:blip r:embed="rId90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02" name="Picture 901" descr="image.png"/>
          <p:cNvPicPr>
            <a:picLocks noChangeAspect="1"/>
          </p:cNvPicPr>
          <p:nvPr/>
        </p:nvPicPr>
        <p:blipFill>
          <a:blip r:embed="rId90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03" name="Picture 902" descr="image.png"/>
          <p:cNvPicPr>
            <a:picLocks noChangeAspect="1"/>
          </p:cNvPicPr>
          <p:nvPr/>
        </p:nvPicPr>
        <p:blipFill>
          <a:blip r:embed="rId90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04" name="Picture 903" descr="image.png"/>
          <p:cNvPicPr>
            <a:picLocks noChangeAspect="1"/>
          </p:cNvPicPr>
          <p:nvPr/>
        </p:nvPicPr>
        <p:blipFill>
          <a:blip r:embed="rId90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05" name="Picture 904" descr="image.png"/>
          <p:cNvPicPr>
            <a:picLocks noChangeAspect="1"/>
          </p:cNvPicPr>
          <p:nvPr/>
        </p:nvPicPr>
        <p:blipFill>
          <a:blip r:embed="rId90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06" name="Picture 905" descr="image.png"/>
          <p:cNvPicPr>
            <a:picLocks noChangeAspect="1"/>
          </p:cNvPicPr>
          <p:nvPr/>
        </p:nvPicPr>
        <p:blipFill>
          <a:blip r:embed="rId90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07" name="Picture 906" descr="image.png"/>
          <p:cNvPicPr>
            <a:picLocks noChangeAspect="1"/>
          </p:cNvPicPr>
          <p:nvPr/>
        </p:nvPicPr>
        <p:blipFill>
          <a:blip r:embed="rId90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08" name="Picture 907" descr="image.png"/>
          <p:cNvPicPr>
            <a:picLocks noChangeAspect="1"/>
          </p:cNvPicPr>
          <p:nvPr/>
        </p:nvPicPr>
        <p:blipFill>
          <a:blip r:embed="rId90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09" name="Picture 908" descr="image.png"/>
          <p:cNvPicPr>
            <a:picLocks noChangeAspect="1"/>
          </p:cNvPicPr>
          <p:nvPr/>
        </p:nvPicPr>
        <p:blipFill>
          <a:blip r:embed="rId90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10" name="Picture 909" descr="image.png"/>
          <p:cNvPicPr>
            <a:picLocks noChangeAspect="1"/>
          </p:cNvPicPr>
          <p:nvPr/>
        </p:nvPicPr>
        <p:blipFill>
          <a:blip r:embed="rId91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11" name="Picture 910" descr="image.png"/>
          <p:cNvPicPr>
            <a:picLocks noChangeAspect="1"/>
          </p:cNvPicPr>
          <p:nvPr/>
        </p:nvPicPr>
        <p:blipFill>
          <a:blip r:embed="rId91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12" name="Picture 911" descr="image.png"/>
          <p:cNvPicPr>
            <a:picLocks noChangeAspect="1"/>
          </p:cNvPicPr>
          <p:nvPr/>
        </p:nvPicPr>
        <p:blipFill>
          <a:blip r:embed="rId91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13" name="Picture 912" descr="image.png"/>
          <p:cNvPicPr>
            <a:picLocks noChangeAspect="1"/>
          </p:cNvPicPr>
          <p:nvPr/>
        </p:nvPicPr>
        <p:blipFill>
          <a:blip r:embed="rId91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14" name="Picture 913" descr="image.png"/>
          <p:cNvPicPr>
            <a:picLocks noChangeAspect="1"/>
          </p:cNvPicPr>
          <p:nvPr/>
        </p:nvPicPr>
        <p:blipFill>
          <a:blip r:embed="rId91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15" name="Picture 914" descr="image.png"/>
          <p:cNvPicPr>
            <a:picLocks noChangeAspect="1"/>
          </p:cNvPicPr>
          <p:nvPr/>
        </p:nvPicPr>
        <p:blipFill>
          <a:blip r:embed="rId91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16" name="Picture 915" descr="image.png"/>
          <p:cNvPicPr>
            <a:picLocks noChangeAspect="1"/>
          </p:cNvPicPr>
          <p:nvPr/>
        </p:nvPicPr>
        <p:blipFill>
          <a:blip r:embed="rId91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17" name="Picture 916" descr="image.png"/>
          <p:cNvPicPr>
            <a:picLocks noChangeAspect="1"/>
          </p:cNvPicPr>
          <p:nvPr/>
        </p:nvPicPr>
        <p:blipFill>
          <a:blip r:embed="rId91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18" name="Picture 917" descr="image.png"/>
          <p:cNvPicPr>
            <a:picLocks noChangeAspect="1"/>
          </p:cNvPicPr>
          <p:nvPr/>
        </p:nvPicPr>
        <p:blipFill>
          <a:blip r:embed="rId91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19" name="Picture 918" descr="image.png"/>
          <p:cNvPicPr>
            <a:picLocks noChangeAspect="1"/>
          </p:cNvPicPr>
          <p:nvPr/>
        </p:nvPicPr>
        <p:blipFill>
          <a:blip r:embed="rId91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20" name="Picture 919" descr="image.png"/>
          <p:cNvPicPr>
            <a:picLocks noChangeAspect="1"/>
          </p:cNvPicPr>
          <p:nvPr/>
        </p:nvPicPr>
        <p:blipFill>
          <a:blip r:embed="rId92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21" name="Picture 920" descr="image.png"/>
          <p:cNvPicPr>
            <a:picLocks noChangeAspect="1"/>
          </p:cNvPicPr>
          <p:nvPr/>
        </p:nvPicPr>
        <p:blipFill>
          <a:blip r:embed="rId92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22" name="Picture 921" descr="image.png"/>
          <p:cNvPicPr>
            <a:picLocks noChangeAspect="1"/>
          </p:cNvPicPr>
          <p:nvPr/>
        </p:nvPicPr>
        <p:blipFill>
          <a:blip r:embed="rId92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23" name="Picture 922" descr="image.png"/>
          <p:cNvPicPr>
            <a:picLocks noChangeAspect="1"/>
          </p:cNvPicPr>
          <p:nvPr/>
        </p:nvPicPr>
        <p:blipFill>
          <a:blip r:embed="rId92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24" name="Picture 923" descr="image.png"/>
          <p:cNvPicPr>
            <a:picLocks noChangeAspect="1"/>
          </p:cNvPicPr>
          <p:nvPr/>
        </p:nvPicPr>
        <p:blipFill>
          <a:blip r:embed="rId92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25" name="Picture 924" descr="image.png"/>
          <p:cNvPicPr>
            <a:picLocks noChangeAspect="1"/>
          </p:cNvPicPr>
          <p:nvPr/>
        </p:nvPicPr>
        <p:blipFill>
          <a:blip r:embed="rId92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26" name="Picture 925" descr="image.png"/>
          <p:cNvPicPr>
            <a:picLocks noChangeAspect="1"/>
          </p:cNvPicPr>
          <p:nvPr/>
        </p:nvPicPr>
        <p:blipFill>
          <a:blip r:embed="rId92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27" name="Picture 926" descr="image.png"/>
          <p:cNvPicPr>
            <a:picLocks noChangeAspect="1"/>
          </p:cNvPicPr>
          <p:nvPr/>
        </p:nvPicPr>
        <p:blipFill>
          <a:blip r:embed="rId92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28" name="Picture 927" descr="image.png"/>
          <p:cNvPicPr>
            <a:picLocks noChangeAspect="1"/>
          </p:cNvPicPr>
          <p:nvPr/>
        </p:nvPicPr>
        <p:blipFill>
          <a:blip r:embed="rId92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29" name="Picture 928" descr="image.png"/>
          <p:cNvPicPr>
            <a:picLocks noChangeAspect="1"/>
          </p:cNvPicPr>
          <p:nvPr/>
        </p:nvPicPr>
        <p:blipFill>
          <a:blip r:embed="rId92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30" name="Picture 929" descr="image.png"/>
          <p:cNvPicPr>
            <a:picLocks noChangeAspect="1"/>
          </p:cNvPicPr>
          <p:nvPr/>
        </p:nvPicPr>
        <p:blipFill>
          <a:blip r:embed="rId93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31" name="Picture 930" descr="image.png"/>
          <p:cNvPicPr>
            <a:picLocks noChangeAspect="1"/>
          </p:cNvPicPr>
          <p:nvPr/>
        </p:nvPicPr>
        <p:blipFill>
          <a:blip r:embed="rId93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32" name="Picture 931" descr="image.png"/>
          <p:cNvPicPr>
            <a:picLocks noChangeAspect="1"/>
          </p:cNvPicPr>
          <p:nvPr/>
        </p:nvPicPr>
        <p:blipFill>
          <a:blip r:embed="rId93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33" name="Picture 932" descr="image.png"/>
          <p:cNvPicPr>
            <a:picLocks noChangeAspect="1"/>
          </p:cNvPicPr>
          <p:nvPr/>
        </p:nvPicPr>
        <p:blipFill>
          <a:blip r:embed="rId93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34" name="Picture 933" descr="image.png"/>
          <p:cNvPicPr>
            <a:picLocks noChangeAspect="1"/>
          </p:cNvPicPr>
          <p:nvPr/>
        </p:nvPicPr>
        <p:blipFill>
          <a:blip r:embed="rId93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35" name="Picture 934" descr="image.png"/>
          <p:cNvPicPr>
            <a:picLocks noChangeAspect="1"/>
          </p:cNvPicPr>
          <p:nvPr/>
        </p:nvPicPr>
        <p:blipFill>
          <a:blip r:embed="rId93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36" name="Picture 935" descr="image.png"/>
          <p:cNvPicPr>
            <a:picLocks noChangeAspect="1"/>
          </p:cNvPicPr>
          <p:nvPr/>
        </p:nvPicPr>
        <p:blipFill>
          <a:blip r:embed="rId93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37" name="Picture 936" descr="image.png"/>
          <p:cNvPicPr>
            <a:picLocks noChangeAspect="1"/>
          </p:cNvPicPr>
          <p:nvPr/>
        </p:nvPicPr>
        <p:blipFill>
          <a:blip r:embed="rId93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38" name="Picture 937" descr="image.png"/>
          <p:cNvPicPr>
            <a:picLocks noChangeAspect="1"/>
          </p:cNvPicPr>
          <p:nvPr/>
        </p:nvPicPr>
        <p:blipFill>
          <a:blip r:embed="rId93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39" name="Picture 938" descr="image.png"/>
          <p:cNvPicPr>
            <a:picLocks noChangeAspect="1"/>
          </p:cNvPicPr>
          <p:nvPr/>
        </p:nvPicPr>
        <p:blipFill>
          <a:blip r:embed="rId93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40" name="Picture 939" descr="image.png"/>
          <p:cNvPicPr>
            <a:picLocks noChangeAspect="1"/>
          </p:cNvPicPr>
          <p:nvPr/>
        </p:nvPicPr>
        <p:blipFill>
          <a:blip r:embed="rId94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41" name="Picture 940" descr="image.png"/>
          <p:cNvPicPr>
            <a:picLocks noChangeAspect="1"/>
          </p:cNvPicPr>
          <p:nvPr/>
        </p:nvPicPr>
        <p:blipFill>
          <a:blip r:embed="rId94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42" name="Picture 941" descr="image.png"/>
          <p:cNvPicPr>
            <a:picLocks noChangeAspect="1"/>
          </p:cNvPicPr>
          <p:nvPr/>
        </p:nvPicPr>
        <p:blipFill>
          <a:blip r:embed="rId94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43" name="Picture 942" descr="image.png"/>
          <p:cNvPicPr>
            <a:picLocks noChangeAspect="1"/>
          </p:cNvPicPr>
          <p:nvPr/>
        </p:nvPicPr>
        <p:blipFill>
          <a:blip r:embed="rId94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44" name="Picture 943" descr="image.png"/>
          <p:cNvPicPr>
            <a:picLocks noChangeAspect="1"/>
          </p:cNvPicPr>
          <p:nvPr/>
        </p:nvPicPr>
        <p:blipFill>
          <a:blip r:embed="rId94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45" name="Picture 944" descr="image.png"/>
          <p:cNvPicPr>
            <a:picLocks noChangeAspect="1"/>
          </p:cNvPicPr>
          <p:nvPr/>
        </p:nvPicPr>
        <p:blipFill>
          <a:blip r:embed="rId94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46" name="Picture 945" descr="image.png"/>
          <p:cNvPicPr>
            <a:picLocks noChangeAspect="1"/>
          </p:cNvPicPr>
          <p:nvPr/>
        </p:nvPicPr>
        <p:blipFill>
          <a:blip r:embed="rId94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47" name="Picture 946" descr="image.png"/>
          <p:cNvPicPr>
            <a:picLocks noChangeAspect="1"/>
          </p:cNvPicPr>
          <p:nvPr/>
        </p:nvPicPr>
        <p:blipFill>
          <a:blip r:embed="rId94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48" name="Picture 947" descr="image.png"/>
          <p:cNvPicPr>
            <a:picLocks noChangeAspect="1"/>
          </p:cNvPicPr>
          <p:nvPr/>
        </p:nvPicPr>
        <p:blipFill>
          <a:blip r:embed="rId94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49" name="Picture 948" descr="image.png"/>
          <p:cNvPicPr>
            <a:picLocks noChangeAspect="1"/>
          </p:cNvPicPr>
          <p:nvPr/>
        </p:nvPicPr>
        <p:blipFill>
          <a:blip r:embed="rId94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50" name="Picture 949" descr="image.png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51" name="Picture 950" descr="image.png"/>
          <p:cNvPicPr>
            <a:picLocks noChangeAspect="1"/>
          </p:cNvPicPr>
          <p:nvPr/>
        </p:nvPicPr>
        <p:blipFill>
          <a:blip r:embed="rId95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52" name="Picture 951" descr="image.png"/>
          <p:cNvPicPr>
            <a:picLocks noChangeAspect="1"/>
          </p:cNvPicPr>
          <p:nvPr/>
        </p:nvPicPr>
        <p:blipFill>
          <a:blip r:embed="rId95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53" name="Picture 952" descr="image.png"/>
          <p:cNvPicPr>
            <a:picLocks noChangeAspect="1"/>
          </p:cNvPicPr>
          <p:nvPr/>
        </p:nvPicPr>
        <p:blipFill>
          <a:blip r:embed="rId95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54" name="Picture 953" descr="image.png"/>
          <p:cNvPicPr>
            <a:picLocks noChangeAspect="1"/>
          </p:cNvPicPr>
          <p:nvPr/>
        </p:nvPicPr>
        <p:blipFill>
          <a:blip r:embed="rId95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55" name="Picture 954" descr="image.png"/>
          <p:cNvPicPr>
            <a:picLocks noChangeAspect="1"/>
          </p:cNvPicPr>
          <p:nvPr/>
        </p:nvPicPr>
        <p:blipFill>
          <a:blip r:embed="rId95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56" name="Picture 955" descr="image.png"/>
          <p:cNvPicPr>
            <a:picLocks noChangeAspect="1"/>
          </p:cNvPicPr>
          <p:nvPr/>
        </p:nvPicPr>
        <p:blipFill>
          <a:blip r:embed="rId95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57" name="Picture 956" descr="image.png"/>
          <p:cNvPicPr>
            <a:picLocks noChangeAspect="1"/>
          </p:cNvPicPr>
          <p:nvPr/>
        </p:nvPicPr>
        <p:blipFill>
          <a:blip r:embed="rId95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58" name="Picture 957" descr="image.png"/>
          <p:cNvPicPr>
            <a:picLocks noChangeAspect="1"/>
          </p:cNvPicPr>
          <p:nvPr/>
        </p:nvPicPr>
        <p:blipFill>
          <a:blip r:embed="rId95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59" name="Picture 958" descr="image.png"/>
          <p:cNvPicPr>
            <a:picLocks noChangeAspect="1"/>
          </p:cNvPicPr>
          <p:nvPr/>
        </p:nvPicPr>
        <p:blipFill>
          <a:blip r:embed="rId95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60" name="Picture 959" descr="image.png"/>
          <p:cNvPicPr>
            <a:picLocks noChangeAspect="1"/>
          </p:cNvPicPr>
          <p:nvPr/>
        </p:nvPicPr>
        <p:blipFill>
          <a:blip r:embed="rId96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61" name="Picture 960" descr="image.png"/>
          <p:cNvPicPr>
            <a:picLocks noChangeAspect="1"/>
          </p:cNvPicPr>
          <p:nvPr/>
        </p:nvPicPr>
        <p:blipFill>
          <a:blip r:embed="rId96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62" name="Picture 961" descr="image.png"/>
          <p:cNvPicPr>
            <a:picLocks noChangeAspect="1"/>
          </p:cNvPicPr>
          <p:nvPr/>
        </p:nvPicPr>
        <p:blipFill>
          <a:blip r:embed="rId96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63" name="Picture 962" descr="image.png"/>
          <p:cNvPicPr>
            <a:picLocks noChangeAspect="1"/>
          </p:cNvPicPr>
          <p:nvPr/>
        </p:nvPicPr>
        <p:blipFill>
          <a:blip r:embed="rId96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64" name="Picture 963" descr="image.png"/>
          <p:cNvPicPr>
            <a:picLocks noChangeAspect="1"/>
          </p:cNvPicPr>
          <p:nvPr/>
        </p:nvPicPr>
        <p:blipFill>
          <a:blip r:embed="rId96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65" name="Picture 964" descr="image.png"/>
          <p:cNvPicPr>
            <a:picLocks noChangeAspect="1"/>
          </p:cNvPicPr>
          <p:nvPr/>
        </p:nvPicPr>
        <p:blipFill>
          <a:blip r:embed="rId96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66" name="Picture 965" descr="image.png"/>
          <p:cNvPicPr>
            <a:picLocks noChangeAspect="1"/>
          </p:cNvPicPr>
          <p:nvPr/>
        </p:nvPicPr>
        <p:blipFill>
          <a:blip r:embed="rId96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67" name="Picture 966" descr="image.png"/>
          <p:cNvPicPr>
            <a:picLocks noChangeAspect="1"/>
          </p:cNvPicPr>
          <p:nvPr/>
        </p:nvPicPr>
        <p:blipFill>
          <a:blip r:embed="rId96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68" name="Picture 967" descr="image.png"/>
          <p:cNvPicPr>
            <a:picLocks noChangeAspect="1"/>
          </p:cNvPicPr>
          <p:nvPr/>
        </p:nvPicPr>
        <p:blipFill>
          <a:blip r:embed="rId96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69" name="Picture 968" descr="image.png"/>
          <p:cNvPicPr>
            <a:picLocks noChangeAspect="1"/>
          </p:cNvPicPr>
          <p:nvPr/>
        </p:nvPicPr>
        <p:blipFill>
          <a:blip r:embed="rId96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70" name="Picture 969" descr="image.png"/>
          <p:cNvPicPr>
            <a:picLocks noChangeAspect="1"/>
          </p:cNvPicPr>
          <p:nvPr/>
        </p:nvPicPr>
        <p:blipFill>
          <a:blip r:embed="rId97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71" name="Picture 970" descr="image.png"/>
          <p:cNvPicPr>
            <a:picLocks noChangeAspect="1"/>
          </p:cNvPicPr>
          <p:nvPr/>
        </p:nvPicPr>
        <p:blipFill>
          <a:blip r:embed="rId97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72" name="Picture 971" descr="image.png"/>
          <p:cNvPicPr>
            <a:picLocks noChangeAspect="1"/>
          </p:cNvPicPr>
          <p:nvPr/>
        </p:nvPicPr>
        <p:blipFill>
          <a:blip r:embed="rId97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73" name="Picture 972" descr="image.png"/>
          <p:cNvPicPr>
            <a:picLocks noChangeAspect="1"/>
          </p:cNvPicPr>
          <p:nvPr/>
        </p:nvPicPr>
        <p:blipFill>
          <a:blip r:embed="rId97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74" name="Picture 973" descr="image.png"/>
          <p:cNvPicPr>
            <a:picLocks noChangeAspect="1"/>
          </p:cNvPicPr>
          <p:nvPr/>
        </p:nvPicPr>
        <p:blipFill>
          <a:blip r:embed="rId97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75" name="Picture 974" descr="image.png"/>
          <p:cNvPicPr>
            <a:picLocks noChangeAspect="1"/>
          </p:cNvPicPr>
          <p:nvPr/>
        </p:nvPicPr>
        <p:blipFill>
          <a:blip r:embed="rId97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76" name="Picture 975" descr="image.png"/>
          <p:cNvPicPr>
            <a:picLocks noChangeAspect="1"/>
          </p:cNvPicPr>
          <p:nvPr/>
        </p:nvPicPr>
        <p:blipFill>
          <a:blip r:embed="rId97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77" name="Picture 976" descr="image.png"/>
          <p:cNvPicPr>
            <a:picLocks noChangeAspect="1"/>
          </p:cNvPicPr>
          <p:nvPr/>
        </p:nvPicPr>
        <p:blipFill>
          <a:blip r:embed="rId97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78" name="Picture 977" descr="image.png"/>
          <p:cNvPicPr>
            <a:picLocks noChangeAspect="1"/>
          </p:cNvPicPr>
          <p:nvPr/>
        </p:nvPicPr>
        <p:blipFill>
          <a:blip r:embed="rId97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79" name="Picture 978" descr="image.png"/>
          <p:cNvPicPr>
            <a:picLocks noChangeAspect="1"/>
          </p:cNvPicPr>
          <p:nvPr/>
        </p:nvPicPr>
        <p:blipFill>
          <a:blip r:embed="rId97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80" name="Picture 979" descr="image.png"/>
          <p:cNvPicPr>
            <a:picLocks noChangeAspect="1"/>
          </p:cNvPicPr>
          <p:nvPr/>
        </p:nvPicPr>
        <p:blipFill>
          <a:blip r:embed="rId98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81" name="Picture 980" descr="image.png"/>
          <p:cNvPicPr>
            <a:picLocks noChangeAspect="1"/>
          </p:cNvPicPr>
          <p:nvPr/>
        </p:nvPicPr>
        <p:blipFill>
          <a:blip r:embed="rId98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82" name="Picture 981" descr="image.png"/>
          <p:cNvPicPr>
            <a:picLocks noChangeAspect="1"/>
          </p:cNvPicPr>
          <p:nvPr/>
        </p:nvPicPr>
        <p:blipFill>
          <a:blip r:embed="rId98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83" name="Picture 982" descr="image.png"/>
          <p:cNvPicPr>
            <a:picLocks noChangeAspect="1"/>
          </p:cNvPicPr>
          <p:nvPr/>
        </p:nvPicPr>
        <p:blipFill>
          <a:blip r:embed="rId98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84" name="Picture 983" descr="image.png"/>
          <p:cNvPicPr>
            <a:picLocks noChangeAspect="1"/>
          </p:cNvPicPr>
          <p:nvPr/>
        </p:nvPicPr>
        <p:blipFill>
          <a:blip r:embed="rId98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85" name="Picture 984" descr="image.png"/>
          <p:cNvPicPr>
            <a:picLocks noChangeAspect="1"/>
          </p:cNvPicPr>
          <p:nvPr/>
        </p:nvPicPr>
        <p:blipFill>
          <a:blip r:embed="rId98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86" name="Picture 985" descr="image.png"/>
          <p:cNvPicPr>
            <a:picLocks noChangeAspect="1"/>
          </p:cNvPicPr>
          <p:nvPr/>
        </p:nvPicPr>
        <p:blipFill>
          <a:blip r:embed="rId98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87" name="Picture 986" descr="image.png"/>
          <p:cNvPicPr>
            <a:picLocks noChangeAspect="1"/>
          </p:cNvPicPr>
          <p:nvPr/>
        </p:nvPicPr>
        <p:blipFill>
          <a:blip r:embed="rId98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88" name="Picture 987" descr="image.png"/>
          <p:cNvPicPr>
            <a:picLocks noChangeAspect="1"/>
          </p:cNvPicPr>
          <p:nvPr/>
        </p:nvPicPr>
        <p:blipFill>
          <a:blip r:embed="rId98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89" name="Picture 988" descr="image.png"/>
          <p:cNvPicPr>
            <a:picLocks noChangeAspect="1"/>
          </p:cNvPicPr>
          <p:nvPr/>
        </p:nvPicPr>
        <p:blipFill>
          <a:blip r:embed="rId98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90" name="Picture 989" descr="image.png"/>
          <p:cNvPicPr>
            <a:picLocks noChangeAspect="1"/>
          </p:cNvPicPr>
          <p:nvPr/>
        </p:nvPicPr>
        <p:blipFill>
          <a:blip r:embed="rId99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91" name="Picture 990" descr="image.png"/>
          <p:cNvPicPr>
            <a:picLocks noChangeAspect="1"/>
          </p:cNvPicPr>
          <p:nvPr/>
        </p:nvPicPr>
        <p:blipFill>
          <a:blip r:embed="rId99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92" name="Picture 991" descr="image.png"/>
          <p:cNvPicPr>
            <a:picLocks noChangeAspect="1"/>
          </p:cNvPicPr>
          <p:nvPr/>
        </p:nvPicPr>
        <p:blipFill>
          <a:blip r:embed="rId99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93" name="Picture 992" descr="image.png"/>
          <p:cNvPicPr>
            <a:picLocks noChangeAspect="1"/>
          </p:cNvPicPr>
          <p:nvPr/>
        </p:nvPicPr>
        <p:blipFill>
          <a:blip r:embed="rId99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94" name="Picture 993" descr="image.png"/>
          <p:cNvPicPr>
            <a:picLocks noChangeAspect="1"/>
          </p:cNvPicPr>
          <p:nvPr/>
        </p:nvPicPr>
        <p:blipFill>
          <a:blip r:embed="rId99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95" name="Picture 994" descr="image.png"/>
          <p:cNvPicPr>
            <a:picLocks noChangeAspect="1"/>
          </p:cNvPicPr>
          <p:nvPr/>
        </p:nvPicPr>
        <p:blipFill>
          <a:blip r:embed="rId99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96" name="Picture 995" descr="image.png"/>
          <p:cNvPicPr>
            <a:picLocks noChangeAspect="1"/>
          </p:cNvPicPr>
          <p:nvPr/>
        </p:nvPicPr>
        <p:blipFill>
          <a:blip r:embed="rId99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97" name="Picture 996" descr="image.png"/>
          <p:cNvPicPr>
            <a:picLocks noChangeAspect="1"/>
          </p:cNvPicPr>
          <p:nvPr/>
        </p:nvPicPr>
        <p:blipFill>
          <a:blip r:embed="rId99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98" name="Picture 997" descr="image.png"/>
          <p:cNvPicPr>
            <a:picLocks noChangeAspect="1"/>
          </p:cNvPicPr>
          <p:nvPr/>
        </p:nvPicPr>
        <p:blipFill>
          <a:blip r:embed="rId99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999" name="Picture 998" descr="image.png"/>
          <p:cNvPicPr>
            <a:picLocks noChangeAspect="1"/>
          </p:cNvPicPr>
          <p:nvPr/>
        </p:nvPicPr>
        <p:blipFill>
          <a:blip r:embed="rId99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00" name="Picture 999" descr="image.png"/>
          <p:cNvPicPr>
            <a:picLocks noChangeAspect="1"/>
          </p:cNvPicPr>
          <p:nvPr/>
        </p:nvPicPr>
        <p:blipFill>
          <a:blip r:embed="rId100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01" name="Picture 1000" descr="image.png"/>
          <p:cNvPicPr>
            <a:picLocks noChangeAspect="1"/>
          </p:cNvPicPr>
          <p:nvPr/>
        </p:nvPicPr>
        <p:blipFill>
          <a:blip r:embed="rId100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02" name="Picture 1001" descr="image.png"/>
          <p:cNvPicPr>
            <a:picLocks noChangeAspect="1"/>
          </p:cNvPicPr>
          <p:nvPr/>
        </p:nvPicPr>
        <p:blipFill>
          <a:blip r:embed="rId100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03" name="Picture 1002" descr="image.png"/>
          <p:cNvPicPr>
            <a:picLocks noChangeAspect="1"/>
          </p:cNvPicPr>
          <p:nvPr/>
        </p:nvPicPr>
        <p:blipFill>
          <a:blip r:embed="rId100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04" name="Picture 1003" descr="image.png"/>
          <p:cNvPicPr>
            <a:picLocks noChangeAspect="1"/>
          </p:cNvPicPr>
          <p:nvPr/>
        </p:nvPicPr>
        <p:blipFill>
          <a:blip r:embed="rId100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05" name="Picture 1004" descr="image.png"/>
          <p:cNvPicPr>
            <a:picLocks noChangeAspect="1"/>
          </p:cNvPicPr>
          <p:nvPr/>
        </p:nvPicPr>
        <p:blipFill>
          <a:blip r:embed="rId100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06" name="Picture 1005" descr="image.png"/>
          <p:cNvPicPr>
            <a:picLocks noChangeAspect="1"/>
          </p:cNvPicPr>
          <p:nvPr/>
        </p:nvPicPr>
        <p:blipFill>
          <a:blip r:embed="rId100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07" name="Picture 1006" descr="image.png"/>
          <p:cNvPicPr>
            <a:picLocks noChangeAspect="1"/>
          </p:cNvPicPr>
          <p:nvPr/>
        </p:nvPicPr>
        <p:blipFill>
          <a:blip r:embed="rId100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08" name="Picture 1007" descr="image.png"/>
          <p:cNvPicPr>
            <a:picLocks noChangeAspect="1"/>
          </p:cNvPicPr>
          <p:nvPr/>
        </p:nvPicPr>
        <p:blipFill>
          <a:blip r:embed="rId100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09" name="Picture 1008" descr="image.png"/>
          <p:cNvPicPr>
            <a:picLocks noChangeAspect="1"/>
          </p:cNvPicPr>
          <p:nvPr/>
        </p:nvPicPr>
        <p:blipFill>
          <a:blip r:embed="rId100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10" name="Picture 1009" descr="image.png"/>
          <p:cNvPicPr>
            <a:picLocks noChangeAspect="1"/>
          </p:cNvPicPr>
          <p:nvPr/>
        </p:nvPicPr>
        <p:blipFill>
          <a:blip r:embed="rId101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11" name="Picture 1010" descr="image.png"/>
          <p:cNvPicPr>
            <a:picLocks noChangeAspect="1"/>
          </p:cNvPicPr>
          <p:nvPr/>
        </p:nvPicPr>
        <p:blipFill>
          <a:blip r:embed="rId101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12" name="Picture 1011" descr="image.png"/>
          <p:cNvPicPr>
            <a:picLocks noChangeAspect="1"/>
          </p:cNvPicPr>
          <p:nvPr/>
        </p:nvPicPr>
        <p:blipFill>
          <a:blip r:embed="rId101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13" name="Picture 1012" descr="image.png"/>
          <p:cNvPicPr>
            <a:picLocks noChangeAspect="1"/>
          </p:cNvPicPr>
          <p:nvPr/>
        </p:nvPicPr>
        <p:blipFill>
          <a:blip r:embed="rId101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14" name="Picture 1013" descr="image.png"/>
          <p:cNvPicPr>
            <a:picLocks noChangeAspect="1"/>
          </p:cNvPicPr>
          <p:nvPr/>
        </p:nvPicPr>
        <p:blipFill>
          <a:blip r:embed="rId101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15" name="Picture 1014" descr="image.png"/>
          <p:cNvPicPr>
            <a:picLocks noChangeAspect="1"/>
          </p:cNvPicPr>
          <p:nvPr/>
        </p:nvPicPr>
        <p:blipFill>
          <a:blip r:embed="rId101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16" name="Picture 1015" descr="image.png"/>
          <p:cNvPicPr>
            <a:picLocks noChangeAspect="1"/>
          </p:cNvPicPr>
          <p:nvPr/>
        </p:nvPicPr>
        <p:blipFill>
          <a:blip r:embed="rId101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17" name="Picture 1016" descr="image.png"/>
          <p:cNvPicPr>
            <a:picLocks noChangeAspect="1"/>
          </p:cNvPicPr>
          <p:nvPr/>
        </p:nvPicPr>
        <p:blipFill>
          <a:blip r:embed="rId101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18" name="Picture 1017" descr="image.png"/>
          <p:cNvPicPr>
            <a:picLocks noChangeAspect="1"/>
          </p:cNvPicPr>
          <p:nvPr/>
        </p:nvPicPr>
        <p:blipFill>
          <a:blip r:embed="rId101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19" name="Picture 1018" descr="image.png"/>
          <p:cNvPicPr>
            <a:picLocks noChangeAspect="1"/>
          </p:cNvPicPr>
          <p:nvPr/>
        </p:nvPicPr>
        <p:blipFill>
          <a:blip r:embed="rId101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20" name="Picture 1019" descr="image.png"/>
          <p:cNvPicPr>
            <a:picLocks noChangeAspect="1"/>
          </p:cNvPicPr>
          <p:nvPr/>
        </p:nvPicPr>
        <p:blipFill>
          <a:blip r:embed="rId102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21" name="Picture 1020" descr="image.png"/>
          <p:cNvPicPr>
            <a:picLocks noChangeAspect="1"/>
          </p:cNvPicPr>
          <p:nvPr/>
        </p:nvPicPr>
        <p:blipFill>
          <a:blip r:embed="rId102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22" name="Picture 1021" descr="image.png"/>
          <p:cNvPicPr>
            <a:picLocks noChangeAspect="1"/>
          </p:cNvPicPr>
          <p:nvPr/>
        </p:nvPicPr>
        <p:blipFill>
          <a:blip r:embed="rId102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23" name="Picture 1022" descr="image.png"/>
          <p:cNvPicPr>
            <a:picLocks noChangeAspect="1"/>
          </p:cNvPicPr>
          <p:nvPr/>
        </p:nvPicPr>
        <p:blipFill>
          <a:blip r:embed="rId102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24" name="Picture 1023" descr="image.png"/>
          <p:cNvPicPr>
            <a:picLocks noChangeAspect="1"/>
          </p:cNvPicPr>
          <p:nvPr/>
        </p:nvPicPr>
        <p:blipFill>
          <a:blip r:embed="rId102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25" name="Picture 1024" descr="image.png"/>
          <p:cNvPicPr>
            <a:picLocks noChangeAspect="1"/>
          </p:cNvPicPr>
          <p:nvPr/>
        </p:nvPicPr>
        <p:blipFill>
          <a:blip r:embed="rId102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26" name="Picture 1025" descr="image.png"/>
          <p:cNvPicPr>
            <a:picLocks noChangeAspect="1"/>
          </p:cNvPicPr>
          <p:nvPr/>
        </p:nvPicPr>
        <p:blipFill>
          <a:blip r:embed="rId102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27" name="Picture 1026" descr="image.png"/>
          <p:cNvPicPr>
            <a:picLocks noChangeAspect="1"/>
          </p:cNvPicPr>
          <p:nvPr/>
        </p:nvPicPr>
        <p:blipFill>
          <a:blip r:embed="rId102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28" name="Picture 1027" descr="image.png"/>
          <p:cNvPicPr>
            <a:picLocks noChangeAspect="1"/>
          </p:cNvPicPr>
          <p:nvPr/>
        </p:nvPicPr>
        <p:blipFill>
          <a:blip r:embed="rId102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29" name="Picture 1028" descr="image.png"/>
          <p:cNvPicPr>
            <a:picLocks noChangeAspect="1"/>
          </p:cNvPicPr>
          <p:nvPr/>
        </p:nvPicPr>
        <p:blipFill>
          <a:blip r:embed="rId102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30" name="Picture 1029" descr="image.png"/>
          <p:cNvPicPr>
            <a:picLocks noChangeAspect="1"/>
          </p:cNvPicPr>
          <p:nvPr/>
        </p:nvPicPr>
        <p:blipFill>
          <a:blip r:embed="rId103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31" name="Picture 1030" descr="image.png"/>
          <p:cNvPicPr>
            <a:picLocks noChangeAspect="1"/>
          </p:cNvPicPr>
          <p:nvPr/>
        </p:nvPicPr>
        <p:blipFill>
          <a:blip r:embed="rId103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32" name="Picture 1031" descr="image.png"/>
          <p:cNvPicPr>
            <a:picLocks noChangeAspect="1"/>
          </p:cNvPicPr>
          <p:nvPr/>
        </p:nvPicPr>
        <p:blipFill>
          <a:blip r:embed="rId103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33" name="Picture 1032" descr="image.png"/>
          <p:cNvPicPr>
            <a:picLocks noChangeAspect="1"/>
          </p:cNvPicPr>
          <p:nvPr/>
        </p:nvPicPr>
        <p:blipFill>
          <a:blip r:embed="rId103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34" name="Picture 1033" descr="image.png"/>
          <p:cNvPicPr>
            <a:picLocks noChangeAspect="1"/>
          </p:cNvPicPr>
          <p:nvPr/>
        </p:nvPicPr>
        <p:blipFill>
          <a:blip r:embed="rId103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35" name="Picture 1034" descr="image.png"/>
          <p:cNvPicPr>
            <a:picLocks noChangeAspect="1"/>
          </p:cNvPicPr>
          <p:nvPr/>
        </p:nvPicPr>
        <p:blipFill>
          <a:blip r:embed="rId103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36" name="Picture 1035" descr="image.png"/>
          <p:cNvPicPr>
            <a:picLocks noChangeAspect="1"/>
          </p:cNvPicPr>
          <p:nvPr/>
        </p:nvPicPr>
        <p:blipFill>
          <a:blip r:embed="rId103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37" name="Picture 1036" descr="image.png"/>
          <p:cNvPicPr>
            <a:picLocks noChangeAspect="1"/>
          </p:cNvPicPr>
          <p:nvPr/>
        </p:nvPicPr>
        <p:blipFill>
          <a:blip r:embed="rId103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38" name="Picture 1037" descr="image.png"/>
          <p:cNvPicPr>
            <a:picLocks noChangeAspect="1"/>
          </p:cNvPicPr>
          <p:nvPr/>
        </p:nvPicPr>
        <p:blipFill>
          <a:blip r:embed="rId103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39" name="Picture 1038" descr="image.png"/>
          <p:cNvPicPr>
            <a:picLocks noChangeAspect="1"/>
          </p:cNvPicPr>
          <p:nvPr/>
        </p:nvPicPr>
        <p:blipFill>
          <a:blip r:embed="rId103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40" name="Picture 1039" descr="image.png"/>
          <p:cNvPicPr>
            <a:picLocks noChangeAspect="1"/>
          </p:cNvPicPr>
          <p:nvPr/>
        </p:nvPicPr>
        <p:blipFill>
          <a:blip r:embed="rId104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41" name="Picture 1040" descr="image.png"/>
          <p:cNvPicPr>
            <a:picLocks noChangeAspect="1"/>
          </p:cNvPicPr>
          <p:nvPr/>
        </p:nvPicPr>
        <p:blipFill>
          <a:blip r:embed="rId104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42" name="Picture 1041" descr="image.png"/>
          <p:cNvPicPr>
            <a:picLocks noChangeAspect="1"/>
          </p:cNvPicPr>
          <p:nvPr/>
        </p:nvPicPr>
        <p:blipFill>
          <a:blip r:embed="rId104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43" name="Picture 1042" descr="image.png"/>
          <p:cNvPicPr>
            <a:picLocks noChangeAspect="1"/>
          </p:cNvPicPr>
          <p:nvPr/>
        </p:nvPicPr>
        <p:blipFill>
          <a:blip r:embed="rId104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44" name="Picture 1043" descr="image.png"/>
          <p:cNvPicPr>
            <a:picLocks noChangeAspect="1"/>
          </p:cNvPicPr>
          <p:nvPr/>
        </p:nvPicPr>
        <p:blipFill>
          <a:blip r:embed="rId104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45" name="Picture 1044" descr="image.png"/>
          <p:cNvPicPr>
            <a:picLocks noChangeAspect="1"/>
          </p:cNvPicPr>
          <p:nvPr/>
        </p:nvPicPr>
        <p:blipFill>
          <a:blip r:embed="rId104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46" name="Picture 1045" descr="image.png"/>
          <p:cNvPicPr>
            <a:picLocks noChangeAspect="1"/>
          </p:cNvPicPr>
          <p:nvPr/>
        </p:nvPicPr>
        <p:blipFill>
          <a:blip r:embed="rId104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47" name="Picture 1046" descr="image.png"/>
          <p:cNvPicPr>
            <a:picLocks noChangeAspect="1"/>
          </p:cNvPicPr>
          <p:nvPr/>
        </p:nvPicPr>
        <p:blipFill>
          <a:blip r:embed="rId104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48" name="Picture 1047" descr="image.png"/>
          <p:cNvPicPr>
            <a:picLocks noChangeAspect="1"/>
          </p:cNvPicPr>
          <p:nvPr/>
        </p:nvPicPr>
        <p:blipFill>
          <a:blip r:embed="rId104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49" name="Picture 1048" descr="image.png"/>
          <p:cNvPicPr>
            <a:picLocks noChangeAspect="1"/>
          </p:cNvPicPr>
          <p:nvPr/>
        </p:nvPicPr>
        <p:blipFill>
          <a:blip r:embed="rId104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50" name="Picture 1049" descr="image.png"/>
          <p:cNvPicPr>
            <a:picLocks noChangeAspect="1"/>
          </p:cNvPicPr>
          <p:nvPr/>
        </p:nvPicPr>
        <p:blipFill>
          <a:blip r:embed="rId105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51" name="Picture 1050" descr="image.png"/>
          <p:cNvPicPr>
            <a:picLocks noChangeAspect="1"/>
          </p:cNvPicPr>
          <p:nvPr/>
        </p:nvPicPr>
        <p:blipFill>
          <a:blip r:embed="rId105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52" name="Picture 1051" descr="image.png"/>
          <p:cNvPicPr>
            <a:picLocks noChangeAspect="1"/>
          </p:cNvPicPr>
          <p:nvPr/>
        </p:nvPicPr>
        <p:blipFill>
          <a:blip r:embed="rId105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53" name="Picture 1052" descr="image.png"/>
          <p:cNvPicPr>
            <a:picLocks noChangeAspect="1"/>
          </p:cNvPicPr>
          <p:nvPr/>
        </p:nvPicPr>
        <p:blipFill>
          <a:blip r:embed="rId105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54" name="Picture 1053" descr="image.png"/>
          <p:cNvPicPr>
            <a:picLocks noChangeAspect="1"/>
          </p:cNvPicPr>
          <p:nvPr/>
        </p:nvPicPr>
        <p:blipFill>
          <a:blip r:embed="rId105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55" name="Picture 1054" descr="image.png"/>
          <p:cNvPicPr>
            <a:picLocks noChangeAspect="1"/>
          </p:cNvPicPr>
          <p:nvPr/>
        </p:nvPicPr>
        <p:blipFill>
          <a:blip r:embed="rId105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56" name="Picture 1055" descr="image.png"/>
          <p:cNvPicPr>
            <a:picLocks noChangeAspect="1"/>
          </p:cNvPicPr>
          <p:nvPr/>
        </p:nvPicPr>
        <p:blipFill>
          <a:blip r:embed="rId105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57" name="Picture 1056" descr="image.png"/>
          <p:cNvPicPr>
            <a:picLocks noChangeAspect="1"/>
          </p:cNvPicPr>
          <p:nvPr/>
        </p:nvPicPr>
        <p:blipFill>
          <a:blip r:embed="rId105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58" name="Picture 1057" descr="image.png"/>
          <p:cNvPicPr>
            <a:picLocks noChangeAspect="1"/>
          </p:cNvPicPr>
          <p:nvPr/>
        </p:nvPicPr>
        <p:blipFill>
          <a:blip r:embed="rId105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59" name="Picture 1058" descr="image.png"/>
          <p:cNvPicPr>
            <a:picLocks noChangeAspect="1"/>
          </p:cNvPicPr>
          <p:nvPr/>
        </p:nvPicPr>
        <p:blipFill>
          <a:blip r:embed="rId105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60" name="Picture 1059" descr="image.png"/>
          <p:cNvPicPr>
            <a:picLocks noChangeAspect="1"/>
          </p:cNvPicPr>
          <p:nvPr/>
        </p:nvPicPr>
        <p:blipFill>
          <a:blip r:embed="rId106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61" name="Picture 1060" descr="image.png"/>
          <p:cNvPicPr>
            <a:picLocks noChangeAspect="1"/>
          </p:cNvPicPr>
          <p:nvPr/>
        </p:nvPicPr>
        <p:blipFill>
          <a:blip r:embed="rId106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62" name="Picture 1061" descr="image.png"/>
          <p:cNvPicPr>
            <a:picLocks noChangeAspect="1"/>
          </p:cNvPicPr>
          <p:nvPr/>
        </p:nvPicPr>
        <p:blipFill>
          <a:blip r:embed="rId106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63" name="Picture 1062" descr="image.png"/>
          <p:cNvPicPr>
            <a:picLocks noChangeAspect="1"/>
          </p:cNvPicPr>
          <p:nvPr/>
        </p:nvPicPr>
        <p:blipFill>
          <a:blip r:embed="rId106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64" name="Picture 1063" descr="image.png"/>
          <p:cNvPicPr>
            <a:picLocks noChangeAspect="1"/>
          </p:cNvPicPr>
          <p:nvPr/>
        </p:nvPicPr>
        <p:blipFill>
          <a:blip r:embed="rId106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65" name="Picture 1064" descr="image.png"/>
          <p:cNvPicPr>
            <a:picLocks noChangeAspect="1"/>
          </p:cNvPicPr>
          <p:nvPr/>
        </p:nvPicPr>
        <p:blipFill>
          <a:blip r:embed="rId106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66" name="Picture 1065" descr="image.png"/>
          <p:cNvPicPr>
            <a:picLocks noChangeAspect="1"/>
          </p:cNvPicPr>
          <p:nvPr/>
        </p:nvPicPr>
        <p:blipFill>
          <a:blip r:embed="rId106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67" name="Picture 1066" descr="image.png"/>
          <p:cNvPicPr>
            <a:picLocks noChangeAspect="1"/>
          </p:cNvPicPr>
          <p:nvPr/>
        </p:nvPicPr>
        <p:blipFill>
          <a:blip r:embed="rId106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68" name="Picture 1067" descr="image.png"/>
          <p:cNvPicPr>
            <a:picLocks noChangeAspect="1"/>
          </p:cNvPicPr>
          <p:nvPr/>
        </p:nvPicPr>
        <p:blipFill>
          <a:blip r:embed="rId106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69" name="Picture 1068" descr="image.png"/>
          <p:cNvPicPr>
            <a:picLocks noChangeAspect="1"/>
          </p:cNvPicPr>
          <p:nvPr/>
        </p:nvPicPr>
        <p:blipFill>
          <a:blip r:embed="rId106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70" name="Picture 1069" descr="image.png"/>
          <p:cNvPicPr>
            <a:picLocks noChangeAspect="1"/>
          </p:cNvPicPr>
          <p:nvPr/>
        </p:nvPicPr>
        <p:blipFill>
          <a:blip r:embed="rId107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71" name="Picture 1070" descr="image.png"/>
          <p:cNvPicPr>
            <a:picLocks noChangeAspect="1"/>
          </p:cNvPicPr>
          <p:nvPr/>
        </p:nvPicPr>
        <p:blipFill>
          <a:blip r:embed="rId107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72" name="Picture 1071" descr="image.png"/>
          <p:cNvPicPr>
            <a:picLocks noChangeAspect="1"/>
          </p:cNvPicPr>
          <p:nvPr/>
        </p:nvPicPr>
        <p:blipFill>
          <a:blip r:embed="rId107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73" name="Picture 1072" descr="image.png"/>
          <p:cNvPicPr>
            <a:picLocks noChangeAspect="1"/>
          </p:cNvPicPr>
          <p:nvPr/>
        </p:nvPicPr>
        <p:blipFill>
          <a:blip r:embed="rId107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74" name="Picture 1073" descr="image.png"/>
          <p:cNvPicPr>
            <a:picLocks noChangeAspect="1"/>
          </p:cNvPicPr>
          <p:nvPr/>
        </p:nvPicPr>
        <p:blipFill>
          <a:blip r:embed="rId107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75" name="Picture 1074" descr="image.png"/>
          <p:cNvPicPr>
            <a:picLocks noChangeAspect="1"/>
          </p:cNvPicPr>
          <p:nvPr/>
        </p:nvPicPr>
        <p:blipFill>
          <a:blip r:embed="rId107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76" name="Picture 1075" descr="image.png"/>
          <p:cNvPicPr>
            <a:picLocks noChangeAspect="1"/>
          </p:cNvPicPr>
          <p:nvPr/>
        </p:nvPicPr>
        <p:blipFill>
          <a:blip r:embed="rId107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77" name="Picture 1076" descr="image.png"/>
          <p:cNvPicPr>
            <a:picLocks noChangeAspect="1"/>
          </p:cNvPicPr>
          <p:nvPr/>
        </p:nvPicPr>
        <p:blipFill>
          <a:blip r:embed="rId107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78" name="Picture 1077" descr="image.png"/>
          <p:cNvPicPr>
            <a:picLocks noChangeAspect="1"/>
          </p:cNvPicPr>
          <p:nvPr/>
        </p:nvPicPr>
        <p:blipFill>
          <a:blip r:embed="rId107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79" name="Picture 1078" descr="image.png"/>
          <p:cNvPicPr>
            <a:picLocks noChangeAspect="1"/>
          </p:cNvPicPr>
          <p:nvPr/>
        </p:nvPicPr>
        <p:blipFill>
          <a:blip r:embed="rId107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80" name="Picture 1079" descr="image.png"/>
          <p:cNvPicPr>
            <a:picLocks noChangeAspect="1"/>
          </p:cNvPicPr>
          <p:nvPr/>
        </p:nvPicPr>
        <p:blipFill>
          <a:blip r:embed="rId108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81" name="Picture 1080" descr="image.png"/>
          <p:cNvPicPr>
            <a:picLocks noChangeAspect="1"/>
          </p:cNvPicPr>
          <p:nvPr/>
        </p:nvPicPr>
        <p:blipFill>
          <a:blip r:embed="rId108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82" name="Picture 1081" descr="image.png"/>
          <p:cNvPicPr>
            <a:picLocks noChangeAspect="1"/>
          </p:cNvPicPr>
          <p:nvPr/>
        </p:nvPicPr>
        <p:blipFill>
          <a:blip r:embed="rId108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83" name="Picture 1082" descr="image.png"/>
          <p:cNvPicPr>
            <a:picLocks noChangeAspect="1"/>
          </p:cNvPicPr>
          <p:nvPr/>
        </p:nvPicPr>
        <p:blipFill>
          <a:blip r:embed="rId108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84" name="Picture 1083" descr="image.png"/>
          <p:cNvPicPr>
            <a:picLocks noChangeAspect="1"/>
          </p:cNvPicPr>
          <p:nvPr/>
        </p:nvPicPr>
        <p:blipFill>
          <a:blip r:embed="rId108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85" name="Picture 1084" descr="image.png"/>
          <p:cNvPicPr>
            <a:picLocks noChangeAspect="1"/>
          </p:cNvPicPr>
          <p:nvPr/>
        </p:nvPicPr>
        <p:blipFill>
          <a:blip r:embed="rId108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86" name="Picture 1085" descr="image.png"/>
          <p:cNvPicPr>
            <a:picLocks noChangeAspect="1"/>
          </p:cNvPicPr>
          <p:nvPr/>
        </p:nvPicPr>
        <p:blipFill>
          <a:blip r:embed="rId108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87" name="Picture 1086" descr="image.png"/>
          <p:cNvPicPr>
            <a:picLocks noChangeAspect="1"/>
          </p:cNvPicPr>
          <p:nvPr/>
        </p:nvPicPr>
        <p:blipFill>
          <a:blip r:embed="rId108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88" name="Picture 1087" descr="image.png"/>
          <p:cNvPicPr>
            <a:picLocks noChangeAspect="1"/>
          </p:cNvPicPr>
          <p:nvPr/>
        </p:nvPicPr>
        <p:blipFill>
          <a:blip r:embed="rId108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89" name="Picture 1088" descr="image.png"/>
          <p:cNvPicPr>
            <a:picLocks noChangeAspect="1"/>
          </p:cNvPicPr>
          <p:nvPr/>
        </p:nvPicPr>
        <p:blipFill>
          <a:blip r:embed="rId108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90" name="Picture 1089" descr="image.png"/>
          <p:cNvPicPr>
            <a:picLocks noChangeAspect="1"/>
          </p:cNvPicPr>
          <p:nvPr/>
        </p:nvPicPr>
        <p:blipFill>
          <a:blip r:embed="rId109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91" name="Picture 1090" descr="image.png"/>
          <p:cNvPicPr>
            <a:picLocks noChangeAspect="1"/>
          </p:cNvPicPr>
          <p:nvPr/>
        </p:nvPicPr>
        <p:blipFill>
          <a:blip r:embed="rId109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92" name="Picture 1091" descr="image.png"/>
          <p:cNvPicPr>
            <a:picLocks noChangeAspect="1"/>
          </p:cNvPicPr>
          <p:nvPr/>
        </p:nvPicPr>
        <p:blipFill>
          <a:blip r:embed="rId109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93" name="Picture 1092" descr="image.png"/>
          <p:cNvPicPr>
            <a:picLocks noChangeAspect="1"/>
          </p:cNvPicPr>
          <p:nvPr/>
        </p:nvPicPr>
        <p:blipFill>
          <a:blip r:embed="rId109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94" name="Picture 1093" descr="image.png"/>
          <p:cNvPicPr>
            <a:picLocks noChangeAspect="1"/>
          </p:cNvPicPr>
          <p:nvPr/>
        </p:nvPicPr>
        <p:blipFill>
          <a:blip r:embed="rId109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95" name="Picture 1094" descr="image.png"/>
          <p:cNvPicPr>
            <a:picLocks noChangeAspect="1"/>
          </p:cNvPicPr>
          <p:nvPr/>
        </p:nvPicPr>
        <p:blipFill>
          <a:blip r:embed="rId109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96" name="Picture 1095" descr="image.png"/>
          <p:cNvPicPr>
            <a:picLocks noChangeAspect="1"/>
          </p:cNvPicPr>
          <p:nvPr/>
        </p:nvPicPr>
        <p:blipFill>
          <a:blip r:embed="rId109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97" name="Picture 1096" descr="image.png"/>
          <p:cNvPicPr>
            <a:picLocks noChangeAspect="1"/>
          </p:cNvPicPr>
          <p:nvPr/>
        </p:nvPicPr>
        <p:blipFill>
          <a:blip r:embed="rId109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98" name="Picture 1097" descr="image.png"/>
          <p:cNvPicPr>
            <a:picLocks noChangeAspect="1"/>
          </p:cNvPicPr>
          <p:nvPr/>
        </p:nvPicPr>
        <p:blipFill>
          <a:blip r:embed="rId109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099" name="Picture 1098" descr="image.png"/>
          <p:cNvPicPr>
            <a:picLocks noChangeAspect="1"/>
          </p:cNvPicPr>
          <p:nvPr/>
        </p:nvPicPr>
        <p:blipFill>
          <a:blip r:embed="rId109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00" name="Picture 1099" descr="image.png"/>
          <p:cNvPicPr>
            <a:picLocks noChangeAspect="1"/>
          </p:cNvPicPr>
          <p:nvPr/>
        </p:nvPicPr>
        <p:blipFill>
          <a:blip r:embed="rId110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01" name="Picture 1100" descr="image.png"/>
          <p:cNvPicPr>
            <a:picLocks noChangeAspect="1"/>
          </p:cNvPicPr>
          <p:nvPr/>
        </p:nvPicPr>
        <p:blipFill>
          <a:blip r:embed="rId110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02" name="Picture 1101" descr="image.png"/>
          <p:cNvPicPr>
            <a:picLocks noChangeAspect="1"/>
          </p:cNvPicPr>
          <p:nvPr/>
        </p:nvPicPr>
        <p:blipFill>
          <a:blip r:embed="rId110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03" name="Picture 1102" descr="image.png"/>
          <p:cNvPicPr>
            <a:picLocks noChangeAspect="1"/>
          </p:cNvPicPr>
          <p:nvPr/>
        </p:nvPicPr>
        <p:blipFill>
          <a:blip r:embed="rId110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04" name="Picture 1103" descr="image.png"/>
          <p:cNvPicPr>
            <a:picLocks noChangeAspect="1"/>
          </p:cNvPicPr>
          <p:nvPr/>
        </p:nvPicPr>
        <p:blipFill>
          <a:blip r:embed="rId110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05" name="Picture 1104" descr="image.png"/>
          <p:cNvPicPr>
            <a:picLocks noChangeAspect="1"/>
          </p:cNvPicPr>
          <p:nvPr/>
        </p:nvPicPr>
        <p:blipFill>
          <a:blip r:embed="rId110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06" name="Picture 1105" descr="image.png"/>
          <p:cNvPicPr>
            <a:picLocks noChangeAspect="1"/>
          </p:cNvPicPr>
          <p:nvPr/>
        </p:nvPicPr>
        <p:blipFill>
          <a:blip r:embed="rId110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07" name="Picture 1106" descr="image.png"/>
          <p:cNvPicPr>
            <a:picLocks noChangeAspect="1"/>
          </p:cNvPicPr>
          <p:nvPr/>
        </p:nvPicPr>
        <p:blipFill>
          <a:blip r:embed="rId110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08" name="Picture 1107" descr="image.png"/>
          <p:cNvPicPr>
            <a:picLocks noChangeAspect="1"/>
          </p:cNvPicPr>
          <p:nvPr/>
        </p:nvPicPr>
        <p:blipFill>
          <a:blip r:embed="rId110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09" name="Picture 1108" descr="image.png"/>
          <p:cNvPicPr>
            <a:picLocks noChangeAspect="1"/>
          </p:cNvPicPr>
          <p:nvPr/>
        </p:nvPicPr>
        <p:blipFill>
          <a:blip r:embed="rId110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10" name="Picture 1109" descr="image.png"/>
          <p:cNvPicPr>
            <a:picLocks noChangeAspect="1"/>
          </p:cNvPicPr>
          <p:nvPr/>
        </p:nvPicPr>
        <p:blipFill>
          <a:blip r:embed="rId111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11" name="Picture 1110" descr="image.png"/>
          <p:cNvPicPr>
            <a:picLocks noChangeAspect="1"/>
          </p:cNvPicPr>
          <p:nvPr/>
        </p:nvPicPr>
        <p:blipFill>
          <a:blip r:embed="rId111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12" name="Picture 1111" descr="image.png"/>
          <p:cNvPicPr>
            <a:picLocks noChangeAspect="1"/>
          </p:cNvPicPr>
          <p:nvPr/>
        </p:nvPicPr>
        <p:blipFill>
          <a:blip r:embed="rId111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13" name="Picture 1112" descr="image.png"/>
          <p:cNvPicPr>
            <a:picLocks noChangeAspect="1"/>
          </p:cNvPicPr>
          <p:nvPr/>
        </p:nvPicPr>
        <p:blipFill>
          <a:blip r:embed="rId111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14" name="Picture 1113" descr="image.png"/>
          <p:cNvPicPr>
            <a:picLocks noChangeAspect="1"/>
          </p:cNvPicPr>
          <p:nvPr/>
        </p:nvPicPr>
        <p:blipFill>
          <a:blip r:embed="rId111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15" name="Picture 1114" descr="image.png"/>
          <p:cNvPicPr>
            <a:picLocks noChangeAspect="1"/>
          </p:cNvPicPr>
          <p:nvPr/>
        </p:nvPicPr>
        <p:blipFill>
          <a:blip r:embed="rId111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16" name="Picture 1115" descr="image.png"/>
          <p:cNvPicPr>
            <a:picLocks noChangeAspect="1"/>
          </p:cNvPicPr>
          <p:nvPr/>
        </p:nvPicPr>
        <p:blipFill>
          <a:blip r:embed="rId111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17" name="Picture 1116" descr="image.png"/>
          <p:cNvPicPr>
            <a:picLocks noChangeAspect="1"/>
          </p:cNvPicPr>
          <p:nvPr/>
        </p:nvPicPr>
        <p:blipFill>
          <a:blip r:embed="rId111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18" name="Picture 1117" descr="image.png"/>
          <p:cNvPicPr>
            <a:picLocks noChangeAspect="1"/>
          </p:cNvPicPr>
          <p:nvPr/>
        </p:nvPicPr>
        <p:blipFill>
          <a:blip r:embed="rId111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19" name="Picture 1118" descr="image.png"/>
          <p:cNvPicPr>
            <a:picLocks noChangeAspect="1"/>
          </p:cNvPicPr>
          <p:nvPr/>
        </p:nvPicPr>
        <p:blipFill>
          <a:blip r:embed="rId111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20" name="Picture 1119" descr="image.png"/>
          <p:cNvPicPr>
            <a:picLocks noChangeAspect="1"/>
          </p:cNvPicPr>
          <p:nvPr/>
        </p:nvPicPr>
        <p:blipFill>
          <a:blip r:embed="rId112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21" name="Picture 1120" descr="image.png"/>
          <p:cNvPicPr>
            <a:picLocks noChangeAspect="1"/>
          </p:cNvPicPr>
          <p:nvPr/>
        </p:nvPicPr>
        <p:blipFill>
          <a:blip r:embed="rId112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22" name="Picture 1121" descr="image.png"/>
          <p:cNvPicPr>
            <a:picLocks noChangeAspect="1"/>
          </p:cNvPicPr>
          <p:nvPr/>
        </p:nvPicPr>
        <p:blipFill>
          <a:blip r:embed="rId112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23" name="Picture 1122" descr="image.png"/>
          <p:cNvPicPr>
            <a:picLocks noChangeAspect="1"/>
          </p:cNvPicPr>
          <p:nvPr/>
        </p:nvPicPr>
        <p:blipFill>
          <a:blip r:embed="rId112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24" name="Picture 1123" descr="image.png"/>
          <p:cNvPicPr>
            <a:picLocks noChangeAspect="1"/>
          </p:cNvPicPr>
          <p:nvPr/>
        </p:nvPicPr>
        <p:blipFill>
          <a:blip r:embed="rId112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25" name="Picture 1124" descr="image.png"/>
          <p:cNvPicPr>
            <a:picLocks noChangeAspect="1"/>
          </p:cNvPicPr>
          <p:nvPr/>
        </p:nvPicPr>
        <p:blipFill>
          <a:blip r:embed="rId112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26" name="Picture 1125" descr="image.png"/>
          <p:cNvPicPr>
            <a:picLocks noChangeAspect="1"/>
          </p:cNvPicPr>
          <p:nvPr/>
        </p:nvPicPr>
        <p:blipFill>
          <a:blip r:embed="rId112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27" name="Picture 1126" descr="image.png"/>
          <p:cNvPicPr>
            <a:picLocks noChangeAspect="1"/>
          </p:cNvPicPr>
          <p:nvPr/>
        </p:nvPicPr>
        <p:blipFill>
          <a:blip r:embed="rId112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28" name="Picture 1127" descr="image.png"/>
          <p:cNvPicPr>
            <a:picLocks noChangeAspect="1"/>
          </p:cNvPicPr>
          <p:nvPr/>
        </p:nvPicPr>
        <p:blipFill>
          <a:blip r:embed="rId112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29" name="Picture 1128" descr="image.png"/>
          <p:cNvPicPr>
            <a:picLocks noChangeAspect="1"/>
          </p:cNvPicPr>
          <p:nvPr/>
        </p:nvPicPr>
        <p:blipFill>
          <a:blip r:embed="rId112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30" name="Picture 1129" descr="image.png"/>
          <p:cNvPicPr>
            <a:picLocks noChangeAspect="1"/>
          </p:cNvPicPr>
          <p:nvPr/>
        </p:nvPicPr>
        <p:blipFill>
          <a:blip r:embed="rId113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31" name="Picture 1130" descr="image.png"/>
          <p:cNvPicPr>
            <a:picLocks noChangeAspect="1"/>
          </p:cNvPicPr>
          <p:nvPr/>
        </p:nvPicPr>
        <p:blipFill>
          <a:blip r:embed="rId113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32" name="Picture 1131" descr="image.png"/>
          <p:cNvPicPr>
            <a:picLocks noChangeAspect="1"/>
          </p:cNvPicPr>
          <p:nvPr/>
        </p:nvPicPr>
        <p:blipFill>
          <a:blip r:embed="rId113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33" name="Picture 1132" descr="image.png"/>
          <p:cNvPicPr>
            <a:picLocks noChangeAspect="1"/>
          </p:cNvPicPr>
          <p:nvPr/>
        </p:nvPicPr>
        <p:blipFill>
          <a:blip r:embed="rId113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34" name="Picture 1133" descr="image.png"/>
          <p:cNvPicPr>
            <a:picLocks noChangeAspect="1"/>
          </p:cNvPicPr>
          <p:nvPr/>
        </p:nvPicPr>
        <p:blipFill>
          <a:blip r:embed="rId113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35" name="Picture 1134" descr="image.png"/>
          <p:cNvPicPr>
            <a:picLocks noChangeAspect="1"/>
          </p:cNvPicPr>
          <p:nvPr/>
        </p:nvPicPr>
        <p:blipFill>
          <a:blip r:embed="rId113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36" name="Picture 1135" descr="image.png"/>
          <p:cNvPicPr>
            <a:picLocks noChangeAspect="1"/>
          </p:cNvPicPr>
          <p:nvPr/>
        </p:nvPicPr>
        <p:blipFill>
          <a:blip r:embed="rId113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37" name="Picture 1136" descr="image.png"/>
          <p:cNvPicPr>
            <a:picLocks noChangeAspect="1"/>
          </p:cNvPicPr>
          <p:nvPr/>
        </p:nvPicPr>
        <p:blipFill>
          <a:blip r:embed="rId113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38" name="Picture 1137" descr="image.png"/>
          <p:cNvPicPr>
            <a:picLocks noChangeAspect="1"/>
          </p:cNvPicPr>
          <p:nvPr/>
        </p:nvPicPr>
        <p:blipFill>
          <a:blip r:embed="rId113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39" name="Picture 1138" descr="image.png"/>
          <p:cNvPicPr>
            <a:picLocks noChangeAspect="1"/>
          </p:cNvPicPr>
          <p:nvPr/>
        </p:nvPicPr>
        <p:blipFill>
          <a:blip r:embed="rId113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40" name="Picture 1139" descr="image.png"/>
          <p:cNvPicPr>
            <a:picLocks noChangeAspect="1"/>
          </p:cNvPicPr>
          <p:nvPr/>
        </p:nvPicPr>
        <p:blipFill>
          <a:blip r:embed="rId114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41" name="Picture 1140" descr="image.png"/>
          <p:cNvPicPr>
            <a:picLocks noChangeAspect="1"/>
          </p:cNvPicPr>
          <p:nvPr/>
        </p:nvPicPr>
        <p:blipFill>
          <a:blip r:embed="rId114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42" name="Picture 1141" descr="image.png"/>
          <p:cNvPicPr>
            <a:picLocks noChangeAspect="1"/>
          </p:cNvPicPr>
          <p:nvPr/>
        </p:nvPicPr>
        <p:blipFill>
          <a:blip r:embed="rId114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43" name="Picture 1142" descr="image.png"/>
          <p:cNvPicPr>
            <a:picLocks noChangeAspect="1"/>
          </p:cNvPicPr>
          <p:nvPr/>
        </p:nvPicPr>
        <p:blipFill>
          <a:blip r:embed="rId114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44" name="Picture 1143" descr="image.png"/>
          <p:cNvPicPr>
            <a:picLocks noChangeAspect="1"/>
          </p:cNvPicPr>
          <p:nvPr/>
        </p:nvPicPr>
        <p:blipFill>
          <a:blip r:embed="rId114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45" name="Picture 1144" descr="image.png"/>
          <p:cNvPicPr>
            <a:picLocks noChangeAspect="1"/>
          </p:cNvPicPr>
          <p:nvPr/>
        </p:nvPicPr>
        <p:blipFill>
          <a:blip r:embed="rId114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46" name="Picture 1145" descr="image.png"/>
          <p:cNvPicPr>
            <a:picLocks noChangeAspect="1"/>
          </p:cNvPicPr>
          <p:nvPr/>
        </p:nvPicPr>
        <p:blipFill>
          <a:blip r:embed="rId114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47" name="Picture 1146" descr="image.png"/>
          <p:cNvPicPr>
            <a:picLocks noChangeAspect="1"/>
          </p:cNvPicPr>
          <p:nvPr/>
        </p:nvPicPr>
        <p:blipFill>
          <a:blip r:embed="rId114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48" name="Picture 1147" descr="image.png"/>
          <p:cNvPicPr>
            <a:picLocks noChangeAspect="1"/>
          </p:cNvPicPr>
          <p:nvPr/>
        </p:nvPicPr>
        <p:blipFill>
          <a:blip r:embed="rId114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49" name="Picture 1148" descr="image.png"/>
          <p:cNvPicPr>
            <a:picLocks noChangeAspect="1"/>
          </p:cNvPicPr>
          <p:nvPr/>
        </p:nvPicPr>
        <p:blipFill>
          <a:blip r:embed="rId114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50" name="Picture 1149" descr="image.png"/>
          <p:cNvPicPr>
            <a:picLocks noChangeAspect="1"/>
          </p:cNvPicPr>
          <p:nvPr/>
        </p:nvPicPr>
        <p:blipFill>
          <a:blip r:embed="rId115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51" name="Picture 1150" descr="image.png"/>
          <p:cNvPicPr>
            <a:picLocks noChangeAspect="1"/>
          </p:cNvPicPr>
          <p:nvPr/>
        </p:nvPicPr>
        <p:blipFill>
          <a:blip r:embed="rId115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52" name="Picture 1151" descr="image.png"/>
          <p:cNvPicPr>
            <a:picLocks noChangeAspect="1"/>
          </p:cNvPicPr>
          <p:nvPr/>
        </p:nvPicPr>
        <p:blipFill>
          <a:blip r:embed="rId115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53" name="Picture 1152" descr="image.png"/>
          <p:cNvPicPr>
            <a:picLocks noChangeAspect="1"/>
          </p:cNvPicPr>
          <p:nvPr/>
        </p:nvPicPr>
        <p:blipFill>
          <a:blip r:embed="rId115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54" name="Picture 1153" descr="image.png"/>
          <p:cNvPicPr>
            <a:picLocks noChangeAspect="1"/>
          </p:cNvPicPr>
          <p:nvPr/>
        </p:nvPicPr>
        <p:blipFill>
          <a:blip r:embed="rId115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55" name="Picture 1154" descr="image.png"/>
          <p:cNvPicPr>
            <a:picLocks noChangeAspect="1"/>
          </p:cNvPicPr>
          <p:nvPr/>
        </p:nvPicPr>
        <p:blipFill>
          <a:blip r:embed="rId115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56" name="Picture 1155" descr="image.png"/>
          <p:cNvPicPr>
            <a:picLocks noChangeAspect="1"/>
          </p:cNvPicPr>
          <p:nvPr/>
        </p:nvPicPr>
        <p:blipFill>
          <a:blip r:embed="rId115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57" name="Picture 1156" descr="image.png"/>
          <p:cNvPicPr>
            <a:picLocks noChangeAspect="1"/>
          </p:cNvPicPr>
          <p:nvPr/>
        </p:nvPicPr>
        <p:blipFill>
          <a:blip r:embed="rId115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58" name="Picture 1157" descr="image.png"/>
          <p:cNvPicPr>
            <a:picLocks noChangeAspect="1"/>
          </p:cNvPicPr>
          <p:nvPr/>
        </p:nvPicPr>
        <p:blipFill>
          <a:blip r:embed="rId115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59" name="Picture 1158" descr="image.png"/>
          <p:cNvPicPr>
            <a:picLocks noChangeAspect="1"/>
          </p:cNvPicPr>
          <p:nvPr/>
        </p:nvPicPr>
        <p:blipFill>
          <a:blip r:embed="rId115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60" name="Picture 1159" descr="image.png"/>
          <p:cNvPicPr>
            <a:picLocks noChangeAspect="1"/>
          </p:cNvPicPr>
          <p:nvPr/>
        </p:nvPicPr>
        <p:blipFill>
          <a:blip r:embed="rId116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61" name="Picture 1160" descr="image.png"/>
          <p:cNvPicPr>
            <a:picLocks noChangeAspect="1"/>
          </p:cNvPicPr>
          <p:nvPr/>
        </p:nvPicPr>
        <p:blipFill>
          <a:blip r:embed="rId116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62" name="Picture 1161" descr="image.png"/>
          <p:cNvPicPr>
            <a:picLocks noChangeAspect="1"/>
          </p:cNvPicPr>
          <p:nvPr/>
        </p:nvPicPr>
        <p:blipFill>
          <a:blip r:embed="rId116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63" name="Picture 1162" descr="image.png"/>
          <p:cNvPicPr>
            <a:picLocks noChangeAspect="1"/>
          </p:cNvPicPr>
          <p:nvPr/>
        </p:nvPicPr>
        <p:blipFill>
          <a:blip r:embed="rId116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64" name="Picture 1163" descr="image.png"/>
          <p:cNvPicPr>
            <a:picLocks noChangeAspect="1"/>
          </p:cNvPicPr>
          <p:nvPr/>
        </p:nvPicPr>
        <p:blipFill>
          <a:blip r:embed="rId116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65" name="Picture 1164" descr="image.png"/>
          <p:cNvPicPr>
            <a:picLocks noChangeAspect="1"/>
          </p:cNvPicPr>
          <p:nvPr/>
        </p:nvPicPr>
        <p:blipFill>
          <a:blip r:embed="rId116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66" name="Picture 1165" descr="image.png"/>
          <p:cNvPicPr>
            <a:picLocks noChangeAspect="1"/>
          </p:cNvPicPr>
          <p:nvPr/>
        </p:nvPicPr>
        <p:blipFill>
          <a:blip r:embed="rId116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67" name="Picture 1166" descr="image.png"/>
          <p:cNvPicPr>
            <a:picLocks noChangeAspect="1"/>
          </p:cNvPicPr>
          <p:nvPr/>
        </p:nvPicPr>
        <p:blipFill>
          <a:blip r:embed="rId116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68" name="Picture 1167" descr="image.png"/>
          <p:cNvPicPr>
            <a:picLocks noChangeAspect="1"/>
          </p:cNvPicPr>
          <p:nvPr/>
        </p:nvPicPr>
        <p:blipFill>
          <a:blip r:embed="rId116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69" name="Picture 1168" descr="image.png"/>
          <p:cNvPicPr>
            <a:picLocks noChangeAspect="1"/>
          </p:cNvPicPr>
          <p:nvPr/>
        </p:nvPicPr>
        <p:blipFill>
          <a:blip r:embed="rId116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70" name="Picture 1169" descr="image.png"/>
          <p:cNvPicPr>
            <a:picLocks noChangeAspect="1"/>
          </p:cNvPicPr>
          <p:nvPr/>
        </p:nvPicPr>
        <p:blipFill>
          <a:blip r:embed="rId117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71" name="Picture 1170" descr="image.png"/>
          <p:cNvPicPr>
            <a:picLocks noChangeAspect="1"/>
          </p:cNvPicPr>
          <p:nvPr/>
        </p:nvPicPr>
        <p:blipFill>
          <a:blip r:embed="rId117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72" name="Picture 1171" descr="image.png"/>
          <p:cNvPicPr>
            <a:picLocks noChangeAspect="1"/>
          </p:cNvPicPr>
          <p:nvPr/>
        </p:nvPicPr>
        <p:blipFill>
          <a:blip r:embed="rId117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73" name="Picture 1172" descr="image.png"/>
          <p:cNvPicPr>
            <a:picLocks noChangeAspect="1"/>
          </p:cNvPicPr>
          <p:nvPr/>
        </p:nvPicPr>
        <p:blipFill>
          <a:blip r:embed="rId117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74" name="Picture 1173" descr="image.png"/>
          <p:cNvPicPr>
            <a:picLocks noChangeAspect="1"/>
          </p:cNvPicPr>
          <p:nvPr/>
        </p:nvPicPr>
        <p:blipFill>
          <a:blip r:embed="rId117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75" name="Picture 1174" descr="image.png"/>
          <p:cNvPicPr>
            <a:picLocks noChangeAspect="1"/>
          </p:cNvPicPr>
          <p:nvPr/>
        </p:nvPicPr>
        <p:blipFill>
          <a:blip r:embed="rId117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76" name="Picture 1175" descr="image.png"/>
          <p:cNvPicPr>
            <a:picLocks noChangeAspect="1"/>
          </p:cNvPicPr>
          <p:nvPr/>
        </p:nvPicPr>
        <p:blipFill>
          <a:blip r:embed="rId117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77" name="Picture 1176" descr="image.png"/>
          <p:cNvPicPr>
            <a:picLocks noChangeAspect="1"/>
          </p:cNvPicPr>
          <p:nvPr/>
        </p:nvPicPr>
        <p:blipFill>
          <a:blip r:embed="rId117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78" name="Picture 1177" descr="image.png"/>
          <p:cNvPicPr>
            <a:picLocks noChangeAspect="1"/>
          </p:cNvPicPr>
          <p:nvPr/>
        </p:nvPicPr>
        <p:blipFill>
          <a:blip r:embed="rId117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79" name="Picture 1178" descr="image.png"/>
          <p:cNvPicPr>
            <a:picLocks noChangeAspect="1"/>
          </p:cNvPicPr>
          <p:nvPr/>
        </p:nvPicPr>
        <p:blipFill>
          <a:blip r:embed="rId117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80" name="Picture 1179" descr="image.png"/>
          <p:cNvPicPr>
            <a:picLocks noChangeAspect="1"/>
          </p:cNvPicPr>
          <p:nvPr/>
        </p:nvPicPr>
        <p:blipFill>
          <a:blip r:embed="rId118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81" name="Picture 1180" descr="image.png"/>
          <p:cNvPicPr>
            <a:picLocks noChangeAspect="1"/>
          </p:cNvPicPr>
          <p:nvPr/>
        </p:nvPicPr>
        <p:blipFill>
          <a:blip r:embed="rId118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82" name="Picture 1181" descr="image.png"/>
          <p:cNvPicPr>
            <a:picLocks noChangeAspect="1"/>
          </p:cNvPicPr>
          <p:nvPr/>
        </p:nvPicPr>
        <p:blipFill>
          <a:blip r:embed="rId118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83" name="Picture 1182" descr="image.png"/>
          <p:cNvPicPr>
            <a:picLocks noChangeAspect="1"/>
          </p:cNvPicPr>
          <p:nvPr/>
        </p:nvPicPr>
        <p:blipFill>
          <a:blip r:embed="rId118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84" name="Picture 1183" descr="image.png"/>
          <p:cNvPicPr>
            <a:picLocks noChangeAspect="1"/>
          </p:cNvPicPr>
          <p:nvPr/>
        </p:nvPicPr>
        <p:blipFill>
          <a:blip r:embed="rId118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85" name="Picture 1184" descr="image.png"/>
          <p:cNvPicPr>
            <a:picLocks noChangeAspect="1"/>
          </p:cNvPicPr>
          <p:nvPr/>
        </p:nvPicPr>
        <p:blipFill>
          <a:blip r:embed="rId118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86" name="Picture 1185" descr="image.png"/>
          <p:cNvPicPr>
            <a:picLocks noChangeAspect="1"/>
          </p:cNvPicPr>
          <p:nvPr/>
        </p:nvPicPr>
        <p:blipFill>
          <a:blip r:embed="rId118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87" name="Picture 1186" descr="image.png"/>
          <p:cNvPicPr>
            <a:picLocks noChangeAspect="1"/>
          </p:cNvPicPr>
          <p:nvPr/>
        </p:nvPicPr>
        <p:blipFill>
          <a:blip r:embed="rId118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88" name="Picture 1187" descr="image.png"/>
          <p:cNvPicPr>
            <a:picLocks noChangeAspect="1"/>
          </p:cNvPicPr>
          <p:nvPr/>
        </p:nvPicPr>
        <p:blipFill>
          <a:blip r:embed="rId118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89" name="Picture 1188" descr="image.png"/>
          <p:cNvPicPr>
            <a:picLocks noChangeAspect="1"/>
          </p:cNvPicPr>
          <p:nvPr/>
        </p:nvPicPr>
        <p:blipFill>
          <a:blip r:embed="rId118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90" name="Picture 1189" descr="image.png"/>
          <p:cNvPicPr>
            <a:picLocks noChangeAspect="1"/>
          </p:cNvPicPr>
          <p:nvPr/>
        </p:nvPicPr>
        <p:blipFill>
          <a:blip r:embed="rId119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91" name="Picture 1190" descr="image.png"/>
          <p:cNvPicPr>
            <a:picLocks noChangeAspect="1"/>
          </p:cNvPicPr>
          <p:nvPr/>
        </p:nvPicPr>
        <p:blipFill>
          <a:blip r:embed="rId119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92" name="Picture 1191" descr="image.png"/>
          <p:cNvPicPr>
            <a:picLocks noChangeAspect="1"/>
          </p:cNvPicPr>
          <p:nvPr/>
        </p:nvPicPr>
        <p:blipFill>
          <a:blip r:embed="rId119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93" name="Picture 1192" descr="image.png"/>
          <p:cNvPicPr>
            <a:picLocks noChangeAspect="1"/>
          </p:cNvPicPr>
          <p:nvPr/>
        </p:nvPicPr>
        <p:blipFill>
          <a:blip r:embed="rId119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94" name="Picture 1193" descr="image.png"/>
          <p:cNvPicPr>
            <a:picLocks noChangeAspect="1"/>
          </p:cNvPicPr>
          <p:nvPr/>
        </p:nvPicPr>
        <p:blipFill>
          <a:blip r:embed="rId119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95" name="Picture 1194" descr="image.png"/>
          <p:cNvPicPr>
            <a:picLocks noChangeAspect="1"/>
          </p:cNvPicPr>
          <p:nvPr/>
        </p:nvPicPr>
        <p:blipFill>
          <a:blip r:embed="rId119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96" name="Picture 1195" descr="image.png"/>
          <p:cNvPicPr>
            <a:picLocks noChangeAspect="1"/>
          </p:cNvPicPr>
          <p:nvPr/>
        </p:nvPicPr>
        <p:blipFill>
          <a:blip r:embed="rId119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97" name="Picture 1196" descr="image.png"/>
          <p:cNvPicPr>
            <a:picLocks noChangeAspect="1"/>
          </p:cNvPicPr>
          <p:nvPr/>
        </p:nvPicPr>
        <p:blipFill>
          <a:blip r:embed="rId119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98" name="Picture 1197" descr="image.png"/>
          <p:cNvPicPr>
            <a:picLocks noChangeAspect="1"/>
          </p:cNvPicPr>
          <p:nvPr/>
        </p:nvPicPr>
        <p:blipFill>
          <a:blip r:embed="rId119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199" name="Picture 1198" descr="image.png"/>
          <p:cNvPicPr>
            <a:picLocks noChangeAspect="1"/>
          </p:cNvPicPr>
          <p:nvPr/>
        </p:nvPicPr>
        <p:blipFill>
          <a:blip r:embed="rId119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00" name="Picture 1199" descr="image.png"/>
          <p:cNvPicPr>
            <a:picLocks noChangeAspect="1"/>
          </p:cNvPicPr>
          <p:nvPr/>
        </p:nvPicPr>
        <p:blipFill>
          <a:blip r:embed="rId120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01" name="Picture 1200" descr="image.png"/>
          <p:cNvPicPr>
            <a:picLocks noChangeAspect="1"/>
          </p:cNvPicPr>
          <p:nvPr/>
        </p:nvPicPr>
        <p:blipFill>
          <a:blip r:embed="rId120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02" name="Picture 1201" descr="image.png"/>
          <p:cNvPicPr>
            <a:picLocks noChangeAspect="1"/>
          </p:cNvPicPr>
          <p:nvPr/>
        </p:nvPicPr>
        <p:blipFill>
          <a:blip r:embed="rId120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03" name="Picture 1202" descr="image.png"/>
          <p:cNvPicPr>
            <a:picLocks noChangeAspect="1"/>
          </p:cNvPicPr>
          <p:nvPr/>
        </p:nvPicPr>
        <p:blipFill>
          <a:blip r:embed="rId120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04" name="Picture 1203" descr="image.png"/>
          <p:cNvPicPr>
            <a:picLocks noChangeAspect="1"/>
          </p:cNvPicPr>
          <p:nvPr/>
        </p:nvPicPr>
        <p:blipFill>
          <a:blip r:embed="rId120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05" name="Picture 1204" descr="image.png"/>
          <p:cNvPicPr>
            <a:picLocks noChangeAspect="1"/>
          </p:cNvPicPr>
          <p:nvPr/>
        </p:nvPicPr>
        <p:blipFill>
          <a:blip r:embed="rId120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06" name="Picture 1205" descr="image.png"/>
          <p:cNvPicPr>
            <a:picLocks noChangeAspect="1"/>
          </p:cNvPicPr>
          <p:nvPr/>
        </p:nvPicPr>
        <p:blipFill>
          <a:blip r:embed="rId120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07" name="Picture 1206" descr="image.png"/>
          <p:cNvPicPr>
            <a:picLocks noChangeAspect="1"/>
          </p:cNvPicPr>
          <p:nvPr/>
        </p:nvPicPr>
        <p:blipFill>
          <a:blip r:embed="rId120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08" name="Picture 1207" descr="image.png"/>
          <p:cNvPicPr>
            <a:picLocks noChangeAspect="1"/>
          </p:cNvPicPr>
          <p:nvPr/>
        </p:nvPicPr>
        <p:blipFill>
          <a:blip r:embed="rId120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09" name="Picture 1208" descr="image.png"/>
          <p:cNvPicPr>
            <a:picLocks noChangeAspect="1"/>
          </p:cNvPicPr>
          <p:nvPr/>
        </p:nvPicPr>
        <p:blipFill>
          <a:blip r:embed="rId120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10" name="Picture 1209" descr="image.png"/>
          <p:cNvPicPr>
            <a:picLocks noChangeAspect="1"/>
          </p:cNvPicPr>
          <p:nvPr/>
        </p:nvPicPr>
        <p:blipFill>
          <a:blip r:embed="rId121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11" name="Picture 1210" descr="image.png"/>
          <p:cNvPicPr>
            <a:picLocks noChangeAspect="1"/>
          </p:cNvPicPr>
          <p:nvPr/>
        </p:nvPicPr>
        <p:blipFill>
          <a:blip r:embed="rId121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12" name="Picture 1211" descr="image.png"/>
          <p:cNvPicPr>
            <a:picLocks noChangeAspect="1"/>
          </p:cNvPicPr>
          <p:nvPr/>
        </p:nvPicPr>
        <p:blipFill>
          <a:blip r:embed="rId121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13" name="Picture 1212" descr="image.png"/>
          <p:cNvPicPr>
            <a:picLocks noChangeAspect="1"/>
          </p:cNvPicPr>
          <p:nvPr/>
        </p:nvPicPr>
        <p:blipFill>
          <a:blip r:embed="rId121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14" name="Picture 1213" descr="image.png"/>
          <p:cNvPicPr>
            <a:picLocks noChangeAspect="1"/>
          </p:cNvPicPr>
          <p:nvPr/>
        </p:nvPicPr>
        <p:blipFill>
          <a:blip r:embed="rId121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15" name="Picture 1214" descr="image.png"/>
          <p:cNvPicPr>
            <a:picLocks noChangeAspect="1"/>
          </p:cNvPicPr>
          <p:nvPr/>
        </p:nvPicPr>
        <p:blipFill>
          <a:blip r:embed="rId121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16" name="Picture 1215" descr="image.png"/>
          <p:cNvPicPr>
            <a:picLocks noChangeAspect="1"/>
          </p:cNvPicPr>
          <p:nvPr/>
        </p:nvPicPr>
        <p:blipFill>
          <a:blip r:embed="rId121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17" name="Picture 1216" descr="image.png"/>
          <p:cNvPicPr>
            <a:picLocks noChangeAspect="1"/>
          </p:cNvPicPr>
          <p:nvPr/>
        </p:nvPicPr>
        <p:blipFill>
          <a:blip r:embed="rId121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18" name="Picture 1217" descr="image.png"/>
          <p:cNvPicPr>
            <a:picLocks noChangeAspect="1"/>
          </p:cNvPicPr>
          <p:nvPr/>
        </p:nvPicPr>
        <p:blipFill>
          <a:blip r:embed="rId121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19" name="Picture 1218" descr="image.png"/>
          <p:cNvPicPr>
            <a:picLocks noChangeAspect="1"/>
          </p:cNvPicPr>
          <p:nvPr/>
        </p:nvPicPr>
        <p:blipFill>
          <a:blip r:embed="rId121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20" name="Picture 1219" descr="image.png"/>
          <p:cNvPicPr>
            <a:picLocks noChangeAspect="1"/>
          </p:cNvPicPr>
          <p:nvPr/>
        </p:nvPicPr>
        <p:blipFill>
          <a:blip r:embed="rId122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21" name="Picture 1220" descr="image.png"/>
          <p:cNvPicPr>
            <a:picLocks noChangeAspect="1"/>
          </p:cNvPicPr>
          <p:nvPr/>
        </p:nvPicPr>
        <p:blipFill>
          <a:blip r:embed="rId122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22" name="Picture 1221" descr="image.png"/>
          <p:cNvPicPr>
            <a:picLocks noChangeAspect="1"/>
          </p:cNvPicPr>
          <p:nvPr/>
        </p:nvPicPr>
        <p:blipFill>
          <a:blip r:embed="rId122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23" name="Picture 1222" descr="image.png"/>
          <p:cNvPicPr>
            <a:picLocks noChangeAspect="1"/>
          </p:cNvPicPr>
          <p:nvPr/>
        </p:nvPicPr>
        <p:blipFill>
          <a:blip r:embed="rId122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24" name="Picture 1223" descr="image.png"/>
          <p:cNvPicPr>
            <a:picLocks noChangeAspect="1"/>
          </p:cNvPicPr>
          <p:nvPr/>
        </p:nvPicPr>
        <p:blipFill>
          <a:blip r:embed="rId122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25" name="Picture 1224" descr="image.png"/>
          <p:cNvPicPr>
            <a:picLocks noChangeAspect="1"/>
          </p:cNvPicPr>
          <p:nvPr/>
        </p:nvPicPr>
        <p:blipFill>
          <a:blip r:embed="rId122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26" name="Picture 1225" descr="image.png"/>
          <p:cNvPicPr>
            <a:picLocks noChangeAspect="1"/>
          </p:cNvPicPr>
          <p:nvPr/>
        </p:nvPicPr>
        <p:blipFill>
          <a:blip r:embed="rId122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27" name="Picture 1226" descr="image.png"/>
          <p:cNvPicPr>
            <a:picLocks noChangeAspect="1"/>
          </p:cNvPicPr>
          <p:nvPr/>
        </p:nvPicPr>
        <p:blipFill>
          <a:blip r:embed="rId122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28" name="Picture 1227" descr="image.png"/>
          <p:cNvPicPr>
            <a:picLocks noChangeAspect="1"/>
          </p:cNvPicPr>
          <p:nvPr/>
        </p:nvPicPr>
        <p:blipFill>
          <a:blip r:embed="rId122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29" name="Picture 1228" descr="image.png"/>
          <p:cNvPicPr>
            <a:picLocks noChangeAspect="1"/>
          </p:cNvPicPr>
          <p:nvPr/>
        </p:nvPicPr>
        <p:blipFill>
          <a:blip r:embed="rId122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30" name="Picture 1229" descr="image.png"/>
          <p:cNvPicPr>
            <a:picLocks noChangeAspect="1"/>
          </p:cNvPicPr>
          <p:nvPr/>
        </p:nvPicPr>
        <p:blipFill>
          <a:blip r:embed="rId123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31" name="Picture 1230" descr="image.png"/>
          <p:cNvPicPr>
            <a:picLocks noChangeAspect="1"/>
          </p:cNvPicPr>
          <p:nvPr/>
        </p:nvPicPr>
        <p:blipFill>
          <a:blip r:embed="rId123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32" name="Picture 1231" descr="image.png"/>
          <p:cNvPicPr>
            <a:picLocks noChangeAspect="1"/>
          </p:cNvPicPr>
          <p:nvPr/>
        </p:nvPicPr>
        <p:blipFill>
          <a:blip r:embed="rId123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33" name="Picture 1232" descr="image.png"/>
          <p:cNvPicPr>
            <a:picLocks noChangeAspect="1"/>
          </p:cNvPicPr>
          <p:nvPr/>
        </p:nvPicPr>
        <p:blipFill>
          <a:blip r:embed="rId123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34" name="Picture 1233" descr="image.png"/>
          <p:cNvPicPr>
            <a:picLocks noChangeAspect="1"/>
          </p:cNvPicPr>
          <p:nvPr/>
        </p:nvPicPr>
        <p:blipFill>
          <a:blip r:embed="rId123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35" name="Picture 1234" descr="image.png"/>
          <p:cNvPicPr>
            <a:picLocks noChangeAspect="1"/>
          </p:cNvPicPr>
          <p:nvPr/>
        </p:nvPicPr>
        <p:blipFill>
          <a:blip r:embed="rId123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36" name="Picture 1235" descr="image.png"/>
          <p:cNvPicPr>
            <a:picLocks noChangeAspect="1"/>
          </p:cNvPicPr>
          <p:nvPr/>
        </p:nvPicPr>
        <p:blipFill>
          <a:blip r:embed="rId123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37" name="Picture 1236" descr="image.png"/>
          <p:cNvPicPr>
            <a:picLocks noChangeAspect="1"/>
          </p:cNvPicPr>
          <p:nvPr/>
        </p:nvPicPr>
        <p:blipFill>
          <a:blip r:embed="rId123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38" name="Picture 1237" descr="image.png"/>
          <p:cNvPicPr>
            <a:picLocks noChangeAspect="1"/>
          </p:cNvPicPr>
          <p:nvPr/>
        </p:nvPicPr>
        <p:blipFill>
          <a:blip r:embed="rId123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39" name="Picture 1238" descr="image.png"/>
          <p:cNvPicPr>
            <a:picLocks noChangeAspect="1"/>
          </p:cNvPicPr>
          <p:nvPr/>
        </p:nvPicPr>
        <p:blipFill>
          <a:blip r:embed="rId123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40" name="Picture 1239" descr="image.png"/>
          <p:cNvPicPr>
            <a:picLocks noChangeAspect="1"/>
          </p:cNvPicPr>
          <p:nvPr/>
        </p:nvPicPr>
        <p:blipFill>
          <a:blip r:embed="rId124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41" name="Picture 1240" descr="image.png"/>
          <p:cNvPicPr>
            <a:picLocks noChangeAspect="1"/>
          </p:cNvPicPr>
          <p:nvPr/>
        </p:nvPicPr>
        <p:blipFill>
          <a:blip r:embed="rId124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42" name="Picture 1241" descr="image.png"/>
          <p:cNvPicPr>
            <a:picLocks noChangeAspect="1"/>
          </p:cNvPicPr>
          <p:nvPr/>
        </p:nvPicPr>
        <p:blipFill>
          <a:blip r:embed="rId124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43" name="Picture 1242" descr="image.png"/>
          <p:cNvPicPr>
            <a:picLocks noChangeAspect="1"/>
          </p:cNvPicPr>
          <p:nvPr/>
        </p:nvPicPr>
        <p:blipFill>
          <a:blip r:embed="rId124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44" name="Picture 1243" descr="image.png"/>
          <p:cNvPicPr>
            <a:picLocks noChangeAspect="1"/>
          </p:cNvPicPr>
          <p:nvPr/>
        </p:nvPicPr>
        <p:blipFill>
          <a:blip r:embed="rId124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45" name="Picture 1244" descr="image.png"/>
          <p:cNvPicPr>
            <a:picLocks noChangeAspect="1"/>
          </p:cNvPicPr>
          <p:nvPr/>
        </p:nvPicPr>
        <p:blipFill>
          <a:blip r:embed="rId124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46" name="Picture 1245" descr="image.png"/>
          <p:cNvPicPr>
            <a:picLocks noChangeAspect="1"/>
          </p:cNvPicPr>
          <p:nvPr/>
        </p:nvPicPr>
        <p:blipFill>
          <a:blip r:embed="rId124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47" name="Picture 1246" descr="image.png"/>
          <p:cNvPicPr>
            <a:picLocks noChangeAspect="1"/>
          </p:cNvPicPr>
          <p:nvPr/>
        </p:nvPicPr>
        <p:blipFill>
          <a:blip r:embed="rId124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48" name="Picture 1247" descr="image.png"/>
          <p:cNvPicPr>
            <a:picLocks noChangeAspect="1"/>
          </p:cNvPicPr>
          <p:nvPr/>
        </p:nvPicPr>
        <p:blipFill>
          <a:blip r:embed="rId124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49" name="Picture 1248" descr="image.png"/>
          <p:cNvPicPr>
            <a:picLocks noChangeAspect="1"/>
          </p:cNvPicPr>
          <p:nvPr/>
        </p:nvPicPr>
        <p:blipFill>
          <a:blip r:embed="rId124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50" name="Picture 1249" descr="image.png"/>
          <p:cNvPicPr>
            <a:picLocks noChangeAspect="1"/>
          </p:cNvPicPr>
          <p:nvPr/>
        </p:nvPicPr>
        <p:blipFill>
          <a:blip r:embed="rId125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51" name="Picture 1250" descr="image.png"/>
          <p:cNvPicPr>
            <a:picLocks noChangeAspect="1"/>
          </p:cNvPicPr>
          <p:nvPr/>
        </p:nvPicPr>
        <p:blipFill>
          <a:blip r:embed="rId125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52" name="Picture 1251" descr="image.png"/>
          <p:cNvPicPr>
            <a:picLocks noChangeAspect="1"/>
          </p:cNvPicPr>
          <p:nvPr/>
        </p:nvPicPr>
        <p:blipFill>
          <a:blip r:embed="rId125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53" name="Picture 1252" descr="image.png"/>
          <p:cNvPicPr>
            <a:picLocks noChangeAspect="1"/>
          </p:cNvPicPr>
          <p:nvPr/>
        </p:nvPicPr>
        <p:blipFill>
          <a:blip r:embed="rId125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54" name="Picture 1253" descr="image.png"/>
          <p:cNvPicPr>
            <a:picLocks noChangeAspect="1"/>
          </p:cNvPicPr>
          <p:nvPr/>
        </p:nvPicPr>
        <p:blipFill>
          <a:blip r:embed="rId125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55" name="Picture 1254" descr="image.png"/>
          <p:cNvPicPr>
            <a:picLocks noChangeAspect="1"/>
          </p:cNvPicPr>
          <p:nvPr/>
        </p:nvPicPr>
        <p:blipFill>
          <a:blip r:embed="rId125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56" name="Picture 1255" descr="image.png"/>
          <p:cNvPicPr>
            <a:picLocks noChangeAspect="1"/>
          </p:cNvPicPr>
          <p:nvPr/>
        </p:nvPicPr>
        <p:blipFill>
          <a:blip r:embed="rId125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57" name="Picture 1256" descr="image.png"/>
          <p:cNvPicPr>
            <a:picLocks noChangeAspect="1"/>
          </p:cNvPicPr>
          <p:nvPr/>
        </p:nvPicPr>
        <p:blipFill>
          <a:blip r:embed="rId125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58" name="Picture 1257" descr="image.png"/>
          <p:cNvPicPr>
            <a:picLocks noChangeAspect="1"/>
          </p:cNvPicPr>
          <p:nvPr/>
        </p:nvPicPr>
        <p:blipFill>
          <a:blip r:embed="rId125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59" name="Picture 1258" descr="image.png"/>
          <p:cNvPicPr>
            <a:picLocks noChangeAspect="1"/>
          </p:cNvPicPr>
          <p:nvPr/>
        </p:nvPicPr>
        <p:blipFill>
          <a:blip r:embed="rId125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60" name="Picture 1259" descr="image.png"/>
          <p:cNvPicPr>
            <a:picLocks noChangeAspect="1"/>
          </p:cNvPicPr>
          <p:nvPr/>
        </p:nvPicPr>
        <p:blipFill>
          <a:blip r:embed="rId126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61" name="Picture 1260" descr="image.png"/>
          <p:cNvPicPr>
            <a:picLocks noChangeAspect="1"/>
          </p:cNvPicPr>
          <p:nvPr/>
        </p:nvPicPr>
        <p:blipFill>
          <a:blip r:embed="rId126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62" name="Picture 1261" descr="image.png"/>
          <p:cNvPicPr>
            <a:picLocks noChangeAspect="1"/>
          </p:cNvPicPr>
          <p:nvPr/>
        </p:nvPicPr>
        <p:blipFill>
          <a:blip r:embed="rId126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63" name="Picture 1262" descr="image.png"/>
          <p:cNvPicPr>
            <a:picLocks noChangeAspect="1"/>
          </p:cNvPicPr>
          <p:nvPr/>
        </p:nvPicPr>
        <p:blipFill>
          <a:blip r:embed="rId126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64" name="Picture 1263" descr="image.png"/>
          <p:cNvPicPr>
            <a:picLocks noChangeAspect="1"/>
          </p:cNvPicPr>
          <p:nvPr/>
        </p:nvPicPr>
        <p:blipFill>
          <a:blip r:embed="rId126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65" name="Picture 1264" descr="image.png"/>
          <p:cNvPicPr>
            <a:picLocks noChangeAspect="1"/>
          </p:cNvPicPr>
          <p:nvPr/>
        </p:nvPicPr>
        <p:blipFill>
          <a:blip r:embed="rId126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66" name="Picture 1265" descr="image.png"/>
          <p:cNvPicPr>
            <a:picLocks noChangeAspect="1"/>
          </p:cNvPicPr>
          <p:nvPr/>
        </p:nvPicPr>
        <p:blipFill>
          <a:blip r:embed="rId126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67" name="Picture 1266" descr="image.png"/>
          <p:cNvPicPr>
            <a:picLocks noChangeAspect="1"/>
          </p:cNvPicPr>
          <p:nvPr/>
        </p:nvPicPr>
        <p:blipFill>
          <a:blip r:embed="rId126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68" name="Picture 1267" descr="image.png"/>
          <p:cNvPicPr>
            <a:picLocks noChangeAspect="1"/>
          </p:cNvPicPr>
          <p:nvPr/>
        </p:nvPicPr>
        <p:blipFill>
          <a:blip r:embed="rId126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69" name="Picture 1268" descr="image.png"/>
          <p:cNvPicPr>
            <a:picLocks noChangeAspect="1"/>
          </p:cNvPicPr>
          <p:nvPr/>
        </p:nvPicPr>
        <p:blipFill>
          <a:blip r:embed="rId126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70" name="Picture 1269" descr="image.png"/>
          <p:cNvPicPr>
            <a:picLocks noChangeAspect="1"/>
          </p:cNvPicPr>
          <p:nvPr/>
        </p:nvPicPr>
        <p:blipFill>
          <a:blip r:embed="rId127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71" name="Picture 1270" descr="image.png"/>
          <p:cNvPicPr>
            <a:picLocks noChangeAspect="1"/>
          </p:cNvPicPr>
          <p:nvPr/>
        </p:nvPicPr>
        <p:blipFill>
          <a:blip r:embed="rId127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72" name="Picture 1271" descr="image.png"/>
          <p:cNvPicPr>
            <a:picLocks noChangeAspect="1"/>
          </p:cNvPicPr>
          <p:nvPr/>
        </p:nvPicPr>
        <p:blipFill>
          <a:blip r:embed="rId127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73" name="Picture 1272" descr="image.png"/>
          <p:cNvPicPr>
            <a:picLocks noChangeAspect="1"/>
          </p:cNvPicPr>
          <p:nvPr/>
        </p:nvPicPr>
        <p:blipFill>
          <a:blip r:embed="rId127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74" name="Picture 1273" descr="image.png"/>
          <p:cNvPicPr>
            <a:picLocks noChangeAspect="1"/>
          </p:cNvPicPr>
          <p:nvPr/>
        </p:nvPicPr>
        <p:blipFill>
          <a:blip r:embed="rId127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75" name="Picture 1274" descr="image.png"/>
          <p:cNvPicPr>
            <a:picLocks noChangeAspect="1"/>
          </p:cNvPicPr>
          <p:nvPr/>
        </p:nvPicPr>
        <p:blipFill>
          <a:blip r:embed="rId127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76" name="Picture 1275" descr="image.png"/>
          <p:cNvPicPr>
            <a:picLocks noChangeAspect="1"/>
          </p:cNvPicPr>
          <p:nvPr/>
        </p:nvPicPr>
        <p:blipFill>
          <a:blip r:embed="rId127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77" name="Picture 1276" descr="image.png"/>
          <p:cNvPicPr>
            <a:picLocks noChangeAspect="1"/>
          </p:cNvPicPr>
          <p:nvPr/>
        </p:nvPicPr>
        <p:blipFill>
          <a:blip r:embed="rId127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78" name="Picture 1277" descr="image.png"/>
          <p:cNvPicPr>
            <a:picLocks noChangeAspect="1"/>
          </p:cNvPicPr>
          <p:nvPr/>
        </p:nvPicPr>
        <p:blipFill>
          <a:blip r:embed="rId127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79" name="Picture 1278" descr="image.png"/>
          <p:cNvPicPr>
            <a:picLocks noChangeAspect="1"/>
          </p:cNvPicPr>
          <p:nvPr/>
        </p:nvPicPr>
        <p:blipFill>
          <a:blip r:embed="rId127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80" name="Picture 1279" descr="image.png"/>
          <p:cNvPicPr>
            <a:picLocks noChangeAspect="1"/>
          </p:cNvPicPr>
          <p:nvPr/>
        </p:nvPicPr>
        <p:blipFill>
          <a:blip r:embed="rId128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81" name="Picture 1280" descr="image.png"/>
          <p:cNvPicPr>
            <a:picLocks noChangeAspect="1"/>
          </p:cNvPicPr>
          <p:nvPr/>
        </p:nvPicPr>
        <p:blipFill>
          <a:blip r:embed="rId128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82" name="Picture 1281" descr="image.png"/>
          <p:cNvPicPr>
            <a:picLocks noChangeAspect="1"/>
          </p:cNvPicPr>
          <p:nvPr/>
        </p:nvPicPr>
        <p:blipFill>
          <a:blip r:embed="rId128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83" name="Picture 1282" descr="image.png"/>
          <p:cNvPicPr>
            <a:picLocks noChangeAspect="1"/>
          </p:cNvPicPr>
          <p:nvPr/>
        </p:nvPicPr>
        <p:blipFill>
          <a:blip r:embed="rId128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84" name="Picture 1283" descr="image.png"/>
          <p:cNvPicPr>
            <a:picLocks noChangeAspect="1"/>
          </p:cNvPicPr>
          <p:nvPr/>
        </p:nvPicPr>
        <p:blipFill>
          <a:blip r:embed="rId128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85" name="Picture 1284" descr="image.png"/>
          <p:cNvPicPr>
            <a:picLocks noChangeAspect="1"/>
          </p:cNvPicPr>
          <p:nvPr/>
        </p:nvPicPr>
        <p:blipFill>
          <a:blip r:embed="rId128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86" name="Picture 1285" descr="image.png"/>
          <p:cNvPicPr>
            <a:picLocks noChangeAspect="1"/>
          </p:cNvPicPr>
          <p:nvPr/>
        </p:nvPicPr>
        <p:blipFill>
          <a:blip r:embed="rId128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87" name="Picture 1286" descr="image.png"/>
          <p:cNvPicPr>
            <a:picLocks noChangeAspect="1"/>
          </p:cNvPicPr>
          <p:nvPr/>
        </p:nvPicPr>
        <p:blipFill>
          <a:blip r:embed="rId128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88" name="Picture 1287" descr="image.png"/>
          <p:cNvPicPr>
            <a:picLocks noChangeAspect="1"/>
          </p:cNvPicPr>
          <p:nvPr/>
        </p:nvPicPr>
        <p:blipFill>
          <a:blip r:embed="rId128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89" name="Picture 1288" descr="image.png"/>
          <p:cNvPicPr>
            <a:picLocks noChangeAspect="1"/>
          </p:cNvPicPr>
          <p:nvPr/>
        </p:nvPicPr>
        <p:blipFill>
          <a:blip r:embed="rId128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90" name="Picture 1289" descr="image.png"/>
          <p:cNvPicPr>
            <a:picLocks noChangeAspect="1"/>
          </p:cNvPicPr>
          <p:nvPr/>
        </p:nvPicPr>
        <p:blipFill>
          <a:blip r:embed="rId129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91" name="Picture 1290" descr="image.png"/>
          <p:cNvPicPr>
            <a:picLocks noChangeAspect="1"/>
          </p:cNvPicPr>
          <p:nvPr/>
        </p:nvPicPr>
        <p:blipFill>
          <a:blip r:embed="rId129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92" name="Picture 1291" descr="image.png"/>
          <p:cNvPicPr>
            <a:picLocks noChangeAspect="1"/>
          </p:cNvPicPr>
          <p:nvPr/>
        </p:nvPicPr>
        <p:blipFill>
          <a:blip r:embed="rId129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93" name="Picture 1292" descr="image.png"/>
          <p:cNvPicPr>
            <a:picLocks noChangeAspect="1"/>
          </p:cNvPicPr>
          <p:nvPr/>
        </p:nvPicPr>
        <p:blipFill>
          <a:blip r:embed="rId129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94" name="Picture 1293" descr="image.png"/>
          <p:cNvPicPr>
            <a:picLocks noChangeAspect="1"/>
          </p:cNvPicPr>
          <p:nvPr/>
        </p:nvPicPr>
        <p:blipFill>
          <a:blip r:embed="rId129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95" name="Picture 1294" descr="image.png"/>
          <p:cNvPicPr>
            <a:picLocks noChangeAspect="1"/>
          </p:cNvPicPr>
          <p:nvPr/>
        </p:nvPicPr>
        <p:blipFill>
          <a:blip r:embed="rId129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96" name="Picture 1295" descr="image.png"/>
          <p:cNvPicPr>
            <a:picLocks noChangeAspect="1"/>
          </p:cNvPicPr>
          <p:nvPr/>
        </p:nvPicPr>
        <p:blipFill>
          <a:blip r:embed="rId129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97" name="Picture 1296" descr="image.png"/>
          <p:cNvPicPr>
            <a:picLocks noChangeAspect="1"/>
          </p:cNvPicPr>
          <p:nvPr/>
        </p:nvPicPr>
        <p:blipFill>
          <a:blip r:embed="rId129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98" name="Picture 1297" descr="image.png"/>
          <p:cNvPicPr>
            <a:picLocks noChangeAspect="1"/>
          </p:cNvPicPr>
          <p:nvPr/>
        </p:nvPicPr>
        <p:blipFill>
          <a:blip r:embed="rId129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299" name="Picture 1298" descr="image.png"/>
          <p:cNvPicPr>
            <a:picLocks noChangeAspect="1"/>
          </p:cNvPicPr>
          <p:nvPr/>
        </p:nvPicPr>
        <p:blipFill>
          <a:blip r:embed="rId129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00" name="Picture 1299" descr="image.png"/>
          <p:cNvPicPr>
            <a:picLocks noChangeAspect="1"/>
          </p:cNvPicPr>
          <p:nvPr/>
        </p:nvPicPr>
        <p:blipFill>
          <a:blip r:embed="rId130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01" name="Picture 1300" descr="image.png"/>
          <p:cNvPicPr>
            <a:picLocks noChangeAspect="1"/>
          </p:cNvPicPr>
          <p:nvPr/>
        </p:nvPicPr>
        <p:blipFill>
          <a:blip r:embed="rId130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02" name="Picture 1301" descr="image.png"/>
          <p:cNvPicPr>
            <a:picLocks noChangeAspect="1"/>
          </p:cNvPicPr>
          <p:nvPr/>
        </p:nvPicPr>
        <p:blipFill>
          <a:blip r:embed="rId130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03" name="Picture 1302" descr="image.png"/>
          <p:cNvPicPr>
            <a:picLocks noChangeAspect="1"/>
          </p:cNvPicPr>
          <p:nvPr/>
        </p:nvPicPr>
        <p:blipFill>
          <a:blip r:embed="rId130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04" name="Picture 1303" descr="image.png"/>
          <p:cNvPicPr>
            <a:picLocks noChangeAspect="1"/>
          </p:cNvPicPr>
          <p:nvPr/>
        </p:nvPicPr>
        <p:blipFill>
          <a:blip r:embed="rId130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05" name="Picture 1304" descr="image.png"/>
          <p:cNvPicPr>
            <a:picLocks noChangeAspect="1"/>
          </p:cNvPicPr>
          <p:nvPr/>
        </p:nvPicPr>
        <p:blipFill>
          <a:blip r:embed="rId130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06" name="Picture 1305" descr="image.png"/>
          <p:cNvPicPr>
            <a:picLocks noChangeAspect="1"/>
          </p:cNvPicPr>
          <p:nvPr/>
        </p:nvPicPr>
        <p:blipFill>
          <a:blip r:embed="rId130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07" name="Picture 1306" descr="image.png"/>
          <p:cNvPicPr>
            <a:picLocks noChangeAspect="1"/>
          </p:cNvPicPr>
          <p:nvPr/>
        </p:nvPicPr>
        <p:blipFill>
          <a:blip r:embed="rId130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08" name="Picture 1307" descr="image.png"/>
          <p:cNvPicPr>
            <a:picLocks noChangeAspect="1"/>
          </p:cNvPicPr>
          <p:nvPr/>
        </p:nvPicPr>
        <p:blipFill>
          <a:blip r:embed="rId130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09" name="Picture 1308" descr="image.png"/>
          <p:cNvPicPr>
            <a:picLocks noChangeAspect="1"/>
          </p:cNvPicPr>
          <p:nvPr/>
        </p:nvPicPr>
        <p:blipFill>
          <a:blip r:embed="rId130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10" name="Picture 1309" descr="image.png"/>
          <p:cNvPicPr>
            <a:picLocks noChangeAspect="1"/>
          </p:cNvPicPr>
          <p:nvPr/>
        </p:nvPicPr>
        <p:blipFill>
          <a:blip r:embed="rId131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11" name="Picture 1310" descr="image.png"/>
          <p:cNvPicPr>
            <a:picLocks noChangeAspect="1"/>
          </p:cNvPicPr>
          <p:nvPr/>
        </p:nvPicPr>
        <p:blipFill>
          <a:blip r:embed="rId131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12" name="Picture 1311" descr="image.png"/>
          <p:cNvPicPr>
            <a:picLocks noChangeAspect="1"/>
          </p:cNvPicPr>
          <p:nvPr/>
        </p:nvPicPr>
        <p:blipFill>
          <a:blip r:embed="rId131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13" name="Picture 1312" descr="image.png"/>
          <p:cNvPicPr>
            <a:picLocks noChangeAspect="1"/>
          </p:cNvPicPr>
          <p:nvPr/>
        </p:nvPicPr>
        <p:blipFill>
          <a:blip r:embed="rId131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14" name="Picture 1313" descr="image.png"/>
          <p:cNvPicPr>
            <a:picLocks noChangeAspect="1"/>
          </p:cNvPicPr>
          <p:nvPr/>
        </p:nvPicPr>
        <p:blipFill>
          <a:blip r:embed="rId131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15" name="Picture 1314" descr="image.png"/>
          <p:cNvPicPr>
            <a:picLocks noChangeAspect="1"/>
          </p:cNvPicPr>
          <p:nvPr/>
        </p:nvPicPr>
        <p:blipFill>
          <a:blip r:embed="rId131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16" name="Picture 1315" descr="image.png"/>
          <p:cNvPicPr>
            <a:picLocks noChangeAspect="1"/>
          </p:cNvPicPr>
          <p:nvPr/>
        </p:nvPicPr>
        <p:blipFill>
          <a:blip r:embed="rId131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17" name="Picture 1316" descr="image.png"/>
          <p:cNvPicPr>
            <a:picLocks noChangeAspect="1"/>
          </p:cNvPicPr>
          <p:nvPr/>
        </p:nvPicPr>
        <p:blipFill>
          <a:blip r:embed="rId131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18" name="Picture 1317" descr="image.png"/>
          <p:cNvPicPr>
            <a:picLocks noChangeAspect="1"/>
          </p:cNvPicPr>
          <p:nvPr/>
        </p:nvPicPr>
        <p:blipFill>
          <a:blip r:embed="rId131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19" name="Picture 1318" descr="image.png"/>
          <p:cNvPicPr>
            <a:picLocks noChangeAspect="1"/>
          </p:cNvPicPr>
          <p:nvPr/>
        </p:nvPicPr>
        <p:blipFill>
          <a:blip r:embed="rId131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20" name="Picture 1319" descr="image.png"/>
          <p:cNvPicPr>
            <a:picLocks noChangeAspect="1"/>
          </p:cNvPicPr>
          <p:nvPr/>
        </p:nvPicPr>
        <p:blipFill>
          <a:blip r:embed="rId132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21" name="Picture 1320" descr="image.png"/>
          <p:cNvPicPr>
            <a:picLocks noChangeAspect="1"/>
          </p:cNvPicPr>
          <p:nvPr/>
        </p:nvPicPr>
        <p:blipFill>
          <a:blip r:embed="rId132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22" name="Picture 1321" descr="image.png"/>
          <p:cNvPicPr>
            <a:picLocks noChangeAspect="1"/>
          </p:cNvPicPr>
          <p:nvPr/>
        </p:nvPicPr>
        <p:blipFill>
          <a:blip r:embed="rId132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23" name="Picture 1322" descr="image.png"/>
          <p:cNvPicPr>
            <a:picLocks noChangeAspect="1"/>
          </p:cNvPicPr>
          <p:nvPr/>
        </p:nvPicPr>
        <p:blipFill>
          <a:blip r:embed="rId132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24" name="Picture 1323" descr="image.png"/>
          <p:cNvPicPr>
            <a:picLocks noChangeAspect="1"/>
          </p:cNvPicPr>
          <p:nvPr/>
        </p:nvPicPr>
        <p:blipFill>
          <a:blip r:embed="rId132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25" name="Picture 1324" descr="image.png"/>
          <p:cNvPicPr>
            <a:picLocks noChangeAspect="1"/>
          </p:cNvPicPr>
          <p:nvPr/>
        </p:nvPicPr>
        <p:blipFill>
          <a:blip r:embed="rId132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26" name="Picture 1325" descr="image.png"/>
          <p:cNvPicPr>
            <a:picLocks noChangeAspect="1"/>
          </p:cNvPicPr>
          <p:nvPr/>
        </p:nvPicPr>
        <p:blipFill>
          <a:blip r:embed="rId132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27" name="Picture 1326" descr="image.png"/>
          <p:cNvPicPr>
            <a:picLocks noChangeAspect="1"/>
          </p:cNvPicPr>
          <p:nvPr/>
        </p:nvPicPr>
        <p:blipFill>
          <a:blip r:embed="rId132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28" name="Picture 1327" descr="image.png"/>
          <p:cNvPicPr>
            <a:picLocks noChangeAspect="1"/>
          </p:cNvPicPr>
          <p:nvPr/>
        </p:nvPicPr>
        <p:blipFill>
          <a:blip r:embed="rId132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29" name="Picture 1328" descr="image.png"/>
          <p:cNvPicPr>
            <a:picLocks noChangeAspect="1"/>
          </p:cNvPicPr>
          <p:nvPr/>
        </p:nvPicPr>
        <p:blipFill>
          <a:blip r:embed="rId132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30" name="Picture 1329" descr="image.png"/>
          <p:cNvPicPr>
            <a:picLocks noChangeAspect="1"/>
          </p:cNvPicPr>
          <p:nvPr/>
        </p:nvPicPr>
        <p:blipFill>
          <a:blip r:embed="rId133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31" name="Picture 1330" descr="image.png"/>
          <p:cNvPicPr>
            <a:picLocks noChangeAspect="1"/>
          </p:cNvPicPr>
          <p:nvPr/>
        </p:nvPicPr>
        <p:blipFill>
          <a:blip r:embed="rId133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32" name="Picture 1331" descr="image.png"/>
          <p:cNvPicPr>
            <a:picLocks noChangeAspect="1"/>
          </p:cNvPicPr>
          <p:nvPr/>
        </p:nvPicPr>
        <p:blipFill>
          <a:blip r:embed="rId133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33" name="Picture 1332" descr="image.png"/>
          <p:cNvPicPr>
            <a:picLocks noChangeAspect="1"/>
          </p:cNvPicPr>
          <p:nvPr/>
        </p:nvPicPr>
        <p:blipFill>
          <a:blip r:embed="rId133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34" name="Picture 1333" descr="image.png"/>
          <p:cNvPicPr>
            <a:picLocks noChangeAspect="1"/>
          </p:cNvPicPr>
          <p:nvPr/>
        </p:nvPicPr>
        <p:blipFill>
          <a:blip r:embed="rId133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35" name="Picture 1334" descr="image.png"/>
          <p:cNvPicPr>
            <a:picLocks noChangeAspect="1"/>
          </p:cNvPicPr>
          <p:nvPr/>
        </p:nvPicPr>
        <p:blipFill>
          <a:blip r:embed="rId133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36" name="Picture 1335" descr="image.png"/>
          <p:cNvPicPr>
            <a:picLocks noChangeAspect="1"/>
          </p:cNvPicPr>
          <p:nvPr/>
        </p:nvPicPr>
        <p:blipFill>
          <a:blip r:embed="rId133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37" name="Picture 1336" descr="image.png"/>
          <p:cNvPicPr>
            <a:picLocks noChangeAspect="1"/>
          </p:cNvPicPr>
          <p:nvPr/>
        </p:nvPicPr>
        <p:blipFill>
          <a:blip r:embed="rId133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38" name="Picture 1337" descr="image.png"/>
          <p:cNvPicPr>
            <a:picLocks noChangeAspect="1"/>
          </p:cNvPicPr>
          <p:nvPr/>
        </p:nvPicPr>
        <p:blipFill>
          <a:blip r:embed="rId133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39" name="Picture 1338" descr="image.png"/>
          <p:cNvPicPr>
            <a:picLocks noChangeAspect="1"/>
          </p:cNvPicPr>
          <p:nvPr/>
        </p:nvPicPr>
        <p:blipFill>
          <a:blip r:embed="rId133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40" name="Picture 1339" descr="image.png"/>
          <p:cNvPicPr>
            <a:picLocks noChangeAspect="1"/>
          </p:cNvPicPr>
          <p:nvPr/>
        </p:nvPicPr>
        <p:blipFill>
          <a:blip r:embed="rId134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41" name="Picture 1340" descr="image.png"/>
          <p:cNvPicPr>
            <a:picLocks noChangeAspect="1"/>
          </p:cNvPicPr>
          <p:nvPr/>
        </p:nvPicPr>
        <p:blipFill>
          <a:blip r:embed="rId134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42" name="Picture 1341" descr="image.png"/>
          <p:cNvPicPr>
            <a:picLocks noChangeAspect="1"/>
          </p:cNvPicPr>
          <p:nvPr/>
        </p:nvPicPr>
        <p:blipFill>
          <a:blip r:embed="rId134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43" name="Picture 1342" descr="image.png"/>
          <p:cNvPicPr>
            <a:picLocks noChangeAspect="1"/>
          </p:cNvPicPr>
          <p:nvPr/>
        </p:nvPicPr>
        <p:blipFill>
          <a:blip r:embed="rId134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44" name="Picture 1343" descr="image.png"/>
          <p:cNvPicPr>
            <a:picLocks noChangeAspect="1"/>
          </p:cNvPicPr>
          <p:nvPr/>
        </p:nvPicPr>
        <p:blipFill>
          <a:blip r:embed="rId134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45" name="Picture 1344" descr="image.png"/>
          <p:cNvPicPr>
            <a:picLocks noChangeAspect="1"/>
          </p:cNvPicPr>
          <p:nvPr/>
        </p:nvPicPr>
        <p:blipFill>
          <a:blip r:embed="rId134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46" name="Picture 1345" descr="image.png"/>
          <p:cNvPicPr>
            <a:picLocks noChangeAspect="1"/>
          </p:cNvPicPr>
          <p:nvPr/>
        </p:nvPicPr>
        <p:blipFill>
          <a:blip r:embed="rId134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47" name="Picture 1346" descr="image.png"/>
          <p:cNvPicPr>
            <a:picLocks noChangeAspect="1"/>
          </p:cNvPicPr>
          <p:nvPr/>
        </p:nvPicPr>
        <p:blipFill>
          <a:blip r:embed="rId134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48" name="Picture 1347" descr="image.png"/>
          <p:cNvPicPr>
            <a:picLocks noChangeAspect="1"/>
          </p:cNvPicPr>
          <p:nvPr/>
        </p:nvPicPr>
        <p:blipFill>
          <a:blip r:embed="rId134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49" name="Picture 1348" descr="image.png"/>
          <p:cNvPicPr>
            <a:picLocks noChangeAspect="1"/>
          </p:cNvPicPr>
          <p:nvPr/>
        </p:nvPicPr>
        <p:blipFill>
          <a:blip r:embed="rId134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50" name="Picture 1349" descr="image.png"/>
          <p:cNvPicPr>
            <a:picLocks noChangeAspect="1"/>
          </p:cNvPicPr>
          <p:nvPr/>
        </p:nvPicPr>
        <p:blipFill>
          <a:blip r:embed="rId135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51" name="Picture 1350" descr="image.png"/>
          <p:cNvPicPr>
            <a:picLocks noChangeAspect="1"/>
          </p:cNvPicPr>
          <p:nvPr/>
        </p:nvPicPr>
        <p:blipFill>
          <a:blip r:embed="rId135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52" name="Picture 1351" descr="image.png"/>
          <p:cNvPicPr>
            <a:picLocks noChangeAspect="1"/>
          </p:cNvPicPr>
          <p:nvPr/>
        </p:nvPicPr>
        <p:blipFill>
          <a:blip r:embed="rId135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53" name="Picture 1352" descr="image.png"/>
          <p:cNvPicPr>
            <a:picLocks noChangeAspect="1"/>
          </p:cNvPicPr>
          <p:nvPr/>
        </p:nvPicPr>
        <p:blipFill>
          <a:blip r:embed="rId135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54" name="Picture 1353" descr="image.png"/>
          <p:cNvPicPr>
            <a:picLocks noChangeAspect="1"/>
          </p:cNvPicPr>
          <p:nvPr/>
        </p:nvPicPr>
        <p:blipFill>
          <a:blip r:embed="rId135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55" name="Picture 1354" descr="image.png"/>
          <p:cNvPicPr>
            <a:picLocks noChangeAspect="1"/>
          </p:cNvPicPr>
          <p:nvPr/>
        </p:nvPicPr>
        <p:blipFill>
          <a:blip r:embed="rId135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56" name="Picture 1355" descr="image.png"/>
          <p:cNvPicPr>
            <a:picLocks noChangeAspect="1"/>
          </p:cNvPicPr>
          <p:nvPr/>
        </p:nvPicPr>
        <p:blipFill>
          <a:blip r:embed="rId135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57" name="Picture 1356" descr="image.png"/>
          <p:cNvPicPr>
            <a:picLocks noChangeAspect="1"/>
          </p:cNvPicPr>
          <p:nvPr/>
        </p:nvPicPr>
        <p:blipFill>
          <a:blip r:embed="rId135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58" name="Picture 1357" descr="image.png"/>
          <p:cNvPicPr>
            <a:picLocks noChangeAspect="1"/>
          </p:cNvPicPr>
          <p:nvPr/>
        </p:nvPicPr>
        <p:blipFill>
          <a:blip r:embed="rId135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59" name="Picture 1358" descr="image.png"/>
          <p:cNvPicPr>
            <a:picLocks noChangeAspect="1"/>
          </p:cNvPicPr>
          <p:nvPr/>
        </p:nvPicPr>
        <p:blipFill>
          <a:blip r:embed="rId135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60" name="Picture 1359" descr="image.png"/>
          <p:cNvPicPr>
            <a:picLocks noChangeAspect="1"/>
          </p:cNvPicPr>
          <p:nvPr/>
        </p:nvPicPr>
        <p:blipFill>
          <a:blip r:embed="rId136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61" name="Picture 1360" descr="image.png"/>
          <p:cNvPicPr>
            <a:picLocks noChangeAspect="1"/>
          </p:cNvPicPr>
          <p:nvPr/>
        </p:nvPicPr>
        <p:blipFill>
          <a:blip r:embed="rId136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62" name="Picture 1361" descr="image.png"/>
          <p:cNvPicPr>
            <a:picLocks noChangeAspect="1"/>
          </p:cNvPicPr>
          <p:nvPr/>
        </p:nvPicPr>
        <p:blipFill>
          <a:blip r:embed="rId136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63" name="Picture 1362" descr="image.png"/>
          <p:cNvPicPr>
            <a:picLocks noChangeAspect="1"/>
          </p:cNvPicPr>
          <p:nvPr/>
        </p:nvPicPr>
        <p:blipFill>
          <a:blip r:embed="rId136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64" name="Picture 1363" descr="image.png"/>
          <p:cNvPicPr>
            <a:picLocks noChangeAspect="1"/>
          </p:cNvPicPr>
          <p:nvPr/>
        </p:nvPicPr>
        <p:blipFill>
          <a:blip r:embed="rId136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65" name="Picture 1364" descr="image.png"/>
          <p:cNvPicPr>
            <a:picLocks noChangeAspect="1"/>
          </p:cNvPicPr>
          <p:nvPr/>
        </p:nvPicPr>
        <p:blipFill>
          <a:blip r:embed="rId136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66" name="Picture 1365" descr="image.png"/>
          <p:cNvPicPr>
            <a:picLocks noChangeAspect="1"/>
          </p:cNvPicPr>
          <p:nvPr/>
        </p:nvPicPr>
        <p:blipFill>
          <a:blip r:embed="rId136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67" name="Picture 1366" descr="image.png"/>
          <p:cNvPicPr>
            <a:picLocks noChangeAspect="1"/>
          </p:cNvPicPr>
          <p:nvPr/>
        </p:nvPicPr>
        <p:blipFill>
          <a:blip r:embed="rId136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68" name="Picture 1367" descr="image.png"/>
          <p:cNvPicPr>
            <a:picLocks noChangeAspect="1"/>
          </p:cNvPicPr>
          <p:nvPr/>
        </p:nvPicPr>
        <p:blipFill>
          <a:blip r:embed="rId136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69" name="Picture 1368" descr="image.png"/>
          <p:cNvPicPr>
            <a:picLocks noChangeAspect="1"/>
          </p:cNvPicPr>
          <p:nvPr/>
        </p:nvPicPr>
        <p:blipFill>
          <a:blip r:embed="rId136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70" name="Picture 1369" descr="image.png"/>
          <p:cNvPicPr>
            <a:picLocks noChangeAspect="1"/>
          </p:cNvPicPr>
          <p:nvPr/>
        </p:nvPicPr>
        <p:blipFill>
          <a:blip r:embed="rId137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71" name="Picture 1370" descr="image.png"/>
          <p:cNvPicPr>
            <a:picLocks noChangeAspect="1"/>
          </p:cNvPicPr>
          <p:nvPr/>
        </p:nvPicPr>
        <p:blipFill>
          <a:blip r:embed="rId137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72" name="Picture 1371" descr="image.png"/>
          <p:cNvPicPr>
            <a:picLocks noChangeAspect="1"/>
          </p:cNvPicPr>
          <p:nvPr/>
        </p:nvPicPr>
        <p:blipFill>
          <a:blip r:embed="rId137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73" name="Picture 1372" descr="image.png"/>
          <p:cNvPicPr>
            <a:picLocks noChangeAspect="1"/>
          </p:cNvPicPr>
          <p:nvPr/>
        </p:nvPicPr>
        <p:blipFill>
          <a:blip r:embed="rId137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74" name="Picture 1373" descr="image.png"/>
          <p:cNvPicPr>
            <a:picLocks noChangeAspect="1"/>
          </p:cNvPicPr>
          <p:nvPr/>
        </p:nvPicPr>
        <p:blipFill>
          <a:blip r:embed="rId137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75" name="Picture 1374" descr="image.png"/>
          <p:cNvPicPr>
            <a:picLocks noChangeAspect="1"/>
          </p:cNvPicPr>
          <p:nvPr/>
        </p:nvPicPr>
        <p:blipFill>
          <a:blip r:embed="rId137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76" name="Picture 1375" descr="image.png"/>
          <p:cNvPicPr>
            <a:picLocks noChangeAspect="1"/>
          </p:cNvPicPr>
          <p:nvPr/>
        </p:nvPicPr>
        <p:blipFill>
          <a:blip r:embed="rId137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77" name="Picture 1376" descr="image.png"/>
          <p:cNvPicPr>
            <a:picLocks noChangeAspect="1"/>
          </p:cNvPicPr>
          <p:nvPr/>
        </p:nvPicPr>
        <p:blipFill>
          <a:blip r:embed="rId137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78" name="Picture 1377" descr="image.png"/>
          <p:cNvPicPr>
            <a:picLocks noChangeAspect="1"/>
          </p:cNvPicPr>
          <p:nvPr/>
        </p:nvPicPr>
        <p:blipFill>
          <a:blip r:embed="rId137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79" name="Picture 1378" descr="image.png"/>
          <p:cNvPicPr>
            <a:picLocks noChangeAspect="1"/>
          </p:cNvPicPr>
          <p:nvPr/>
        </p:nvPicPr>
        <p:blipFill>
          <a:blip r:embed="rId137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80" name="Picture 1379" descr="image.png"/>
          <p:cNvPicPr>
            <a:picLocks noChangeAspect="1"/>
          </p:cNvPicPr>
          <p:nvPr/>
        </p:nvPicPr>
        <p:blipFill>
          <a:blip r:embed="rId138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81" name="Picture 1380" descr="image.png"/>
          <p:cNvPicPr>
            <a:picLocks noChangeAspect="1"/>
          </p:cNvPicPr>
          <p:nvPr/>
        </p:nvPicPr>
        <p:blipFill>
          <a:blip r:embed="rId138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82" name="Picture 1381" descr="image.png"/>
          <p:cNvPicPr>
            <a:picLocks noChangeAspect="1"/>
          </p:cNvPicPr>
          <p:nvPr/>
        </p:nvPicPr>
        <p:blipFill>
          <a:blip r:embed="rId138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83" name="Picture 1382" descr="image.png"/>
          <p:cNvPicPr>
            <a:picLocks noChangeAspect="1"/>
          </p:cNvPicPr>
          <p:nvPr/>
        </p:nvPicPr>
        <p:blipFill>
          <a:blip r:embed="rId138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84" name="Picture 1383" descr="image.png"/>
          <p:cNvPicPr>
            <a:picLocks noChangeAspect="1"/>
          </p:cNvPicPr>
          <p:nvPr/>
        </p:nvPicPr>
        <p:blipFill>
          <a:blip r:embed="rId138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85" name="Picture 1384" descr="image.png"/>
          <p:cNvPicPr>
            <a:picLocks noChangeAspect="1"/>
          </p:cNvPicPr>
          <p:nvPr/>
        </p:nvPicPr>
        <p:blipFill>
          <a:blip r:embed="rId138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86" name="Picture 1385" descr="image.png"/>
          <p:cNvPicPr>
            <a:picLocks noChangeAspect="1"/>
          </p:cNvPicPr>
          <p:nvPr/>
        </p:nvPicPr>
        <p:blipFill>
          <a:blip r:embed="rId138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87" name="Picture 1386" descr="image.png"/>
          <p:cNvPicPr>
            <a:picLocks noChangeAspect="1"/>
          </p:cNvPicPr>
          <p:nvPr/>
        </p:nvPicPr>
        <p:blipFill>
          <a:blip r:embed="rId138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88" name="Picture 1387" descr="image.png"/>
          <p:cNvPicPr>
            <a:picLocks noChangeAspect="1"/>
          </p:cNvPicPr>
          <p:nvPr/>
        </p:nvPicPr>
        <p:blipFill>
          <a:blip r:embed="rId138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89" name="Picture 1388" descr="image.png"/>
          <p:cNvPicPr>
            <a:picLocks noChangeAspect="1"/>
          </p:cNvPicPr>
          <p:nvPr/>
        </p:nvPicPr>
        <p:blipFill>
          <a:blip r:embed="rId138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90" name="Picture 1389" descr="image.png"/>
          <p:cNvPicPr>
            <a:picLocks noChangeAspect="1"/>
          </p:cNvPicPr>
          <p:nvPr/>
        </p:nvPicPr>
        <p:blipFill>
          <a:blip r:embed="rId139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91" name="Picture 1390" descr="image.png"/>
          <p:cNvPicPr>
            <a:picLocks noChangeAspect="1"/>
          </p:cNvPicPr>
          <p:nvPr/>
        </p:nvPicPr>
        <p:blipFill>
          <a:blip r:embed="rId139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92" name="Picture 1391" descr="image.png"/>
          <p:cNvPicPr>
            <a:picLocks noChangeAspect="1"/>
          </p:cNvPicPr>
          <p:nvPr/>
        </p:nvPicPr>
        <p:blipFill>
          <a:blip r:embed="rId139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93" name="Picture 1392" descr="image.png"/>
          <p:cNvPicPr>
            <a:picLocks noChangeAspect="1"/>
          </p:cNvPicPr>
          <p:nvPr/>
        </p:nvPicPr>
        <p:blipFill>
          <a:blip r:embed="rId139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94" name="Picture 1393" descr="image.png"/>
          <p:cNvPicPr>
            <a:picLocks noChangeAspect="1"/>
          </p:cNvPicPr>
          <p:nvPr/>
        </p:nvPicPr>
        <p:blipFill>
          <a:blip r:embed="rId139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95" name="Picture 1394" descr="image.png"/>
          <p:cNvPicPr>
            <a:picLocks noChangeAspect="1"/>
          </p:cNvPicPr>
          <p:nvPr/>
        </p:nvPicPr>
        <p:blipFill>
          <a:blip r:embed="rId139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96" name="Picture 1395" descr="image.png"/>
          <p:cNvPicPr>
            <a:picLocks noChangeAspect="1"/>
          </p:cNvPicPr>
          <p:nvPr/>
        </p:nvPicPr>
        <p:blipFill>
          <a:blip r:embed="rId139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97" name="Picture 1396" descr="image.png"/>
          <p:cNvPicPr>
            <a:picLocks noChangeAspect="1"/>
          </p:cNvPicPr>
          <p:nvPr/>
        </p:nvPicPr>
        <p:blipFill>
          <a:blip r:embed="rId139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98" name="Picture 1397" descr="image.png"/>
          <p:cNvPicPr>
            <a:picLocks noChangeAspect="1"/>
          </p:cNvPicPr>
          <p:nvPr/>
        </p:nvPicPr>
        <p:blipFill>
          <a:blip r:embed="rId139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399" name="Picture 1398" descr="image.png"/>
          <p:cNvPicPr>
            <a:picLocks noChangeAspect="1"/>
          </p:cNvPicPr>
          <p:nvPr/>
        </p:nvPicPr>
        <p:blipFill>
          <a:blip r:embed="rId139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00" name="Picture 1399" descr="image.png"/>
          <p:cNvPicPr>
            <a:picLocks noChangeAspect="1"/>
          </p:cNvPicPr>
          <p:nvPr/>
        </p:nvPicPr>
        <p:blipFill>
          <a:blip r:embed="rId140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01" name="Picture 1400" descr="image.png"/>
          <p:cNvPicPr>
            <a:picLocks noChangeAspect="1"/>
          </p:cNvPicPr>
          <p:nvPr/>
        </p:nvPicPr>
        <p:blipFill>
          <a:blip r:embed="rId140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02" name="Picture 1401" descr="image.png"/>
          <p:cNvPicPr>
            <a:picLocks noChangeAspect="1"/>
          </p:cNvPicPr>
          <p:nvPr/>
        </p:nvPicPr>
        <p:blipFill>
          <a:blip r:embed="rId140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03" name="Picture 1402" descr="image.png"/>
          <p:cNvPicPr>
            <a:picLocks noChangeAspect="1"/>
          </p:cNvPicPr>
          <p:nvPr/>
        </p:nvPicPr>
        <p:blipFill>
          <a:blip r:embed="rId140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04" name="Picture 1403" descr="image.png"/>
          <p:cNvPicPr>
            <a:picLocks noChangeAspect="1"/>
          </p:cNvPicPr>
          <p:nvPr/>
        </p:nvPicPr>
        <p:blipFill>
          <a:blip r:embed="rId140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05" name="Picture 1404" descr="image.png"/>
          <p:cNvPicPr>
            <a:picLocks noChangeAspect="1"/>
          </p:cNvPicPr>
          <p:nvPr/>
        </p:nvPicPr>
        <p:blipFill>
          <a:blip r:embed="rId140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06" name="Picture 1405" descr="image.png"/>
          <p:cNvPicPr>
            <a:picLocks noChangeAspect="1"/>
          </p:cNvPicPr>
          <p:nvPr/>
        </p:nvPicPr>
        <p:blipFill>
          <a:blip r:embed="rId140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07" name="Picture 1406" descr="image.png"/>
          <p:cNvPicPr>
            <a:picLocks noChangeAspect="1"/>
          </p:cNvPicPr>
          <p:nvPr/>
        </p:nvPicPr>
        <p:blipFill>
          <a:blip r:embed="rId140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08" name="Picture 1407" descr="image.png"/>
          <p:cNvPicPr>
            <a:picLocks noChangeAspect="1"/>
          </p:cNvPicPr>
          <p:nvPr/>
        </p:nvPicPr>
        <p:blipFill>
          <a:blip r:embed="rId140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09" name="Picture 1408" descr="image.png"/>
          <p:cNvPicPr>
            <a:picLocks noChangeAspect="1"/>
          </p:cNvPicPr>
          <p:nvPr/>
        </p:nvPicPr>
        <p:blipFill>
          <a:blip r:embed="rId140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10" name="Picture 1409" descr="image.png"/>
          <p:cNvPicPr>
            <a:picLocks noChangeAspect="1"/>
          </p:cNvPicPr>
          <p:nvPr/>
        </p:nvPicPr>
        <p:blipFill>
          <a:blip r:embed="rId141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11" name="Picture 1410" descr="image.png"/>
          <p:cNvPicPr>
            <a:picLocks noChangeAspect="1"/>
          </p:cNvPicPr>
          <p:nvPr/>
        </p:nvPicPr>
        <p:blipFill>
          <a:blip r:embed="rId141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12" name="Picture 1411" descr="image.png"/>
          <p:cNvPicPr>
            <a:picLocks noChangeAspect="1"/>
          </p:cNvPicPr>
          <p:nvPr/>
        </p:nvPicPr>
        <p:blipFill>
          <a:blip r:embed="rId141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13" name="Picture 1412" descr="image.png"/>
          <p:cNvPicPr>
            <a:picLocks noChangeAspect="1"/>
          </p:cNvPicPr>
          <p:nvPr/>
        </p:nvPicPr>
        <p:blipFill>
          <a:blip r:embed="rId141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14" name="Picture 1413" descr="image.png"/>
          <p:cNvPicPr>
            <a:picLocks noChangeAspect="1"/>
          </p:cNvPicPr>
          <p:nvPr/>
        </p:nvPicPr>
        <p:blipFill>
          <a:blip r:embed="rId141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15" name="Picture 1414" descr="image.png"/>
          <p:cNvPicPr>
            <a:picLocks noChangeAspect="1"/>
          </p:cNvPicPr>
          <p:nvPr/>
        </p:nvPicPr>
        <p:blipFill>
          <a:blip r:embed="rId141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16" name="Picture 1415" descr="image.png"/>
          <p:cNvPicPr>
            <a:picLocks noChangeAspect="1"/>
          </p:cNvPicPr>
          <p:nvPr/>
        </p:nvPicPr>
        <p:blipFill>
          <a:blip r:embed="rId141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17" name="Picture 1416" descr="image.png"/>
          <p:cNvPicPr>
            <a:picLocks noChangeAspect="1"/>
          </p:cNvPicPr>
          <p:nvPr/>
        </p:nvPicPr>
        <p:blipFill>
          <a:blip r:embed="rId141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18" name="Picture 1417" descr="image.png"/>
          <p:cNvPicPr>
            <a:picLocks noChangeAspect="1"/>
          </p:cNvPicPr>
          <p:nvPr/>
        </p:nvPicPr>
        <p:blipFill>
          <a:blip r:embed="rId141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19" name="Picture 1418" descr="image.png"/>
          <p:cNvPicPr>
            <a:picLocks noChangeAspect="1"/>
          </p:cNvPicPr>
          <p:nvPr/>
        </p:nvPicPr>
        <p:blipFill>
          <a:blip r:embed="rId141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20" name="Picture 1419" descr="image.png"/>
          <p:cNvPicPr>
            <a:picLocks noChangeAspect="1"/>
          </p:cNvPicPr>
          <p:nvPr/>
        </p:nvPicPr>
        <p:blipFill>
          <a:blip r:embed="rId142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21" name="Picture 1420" descr="image.png"/>
          <p:cNvPicPr>
            <a:picLocks noChangeAspect="1"/>
          </p:cNvPicPr>
          <p:nvPr/>
        </p:nvPicPr>
        <p:blipFill>
          <a:blip r:embed="rId142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22" name="Picture 1421" descr="image.png"/>
          <p:cNvPicPr>
            <a:picLocks noChangeAspect="1"/>
          </p:cNvPicPr>
          <p:nvPr/>
        </p:nvPicPr>
        <p:blipFill>
          <a:blip r:embed="rId142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23" name="Picture 1422" descr="image.png"/>
          <p:cNvPicPr>
            <a:picLocks noChangeAspect="1"/>
          </p:cNvPicPr>
          <p:nvPr/>
        </p:nvPicPr>
        <p:blipFill>
          <a:blip r:embed="rId142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24" name="Picture 1423" descr="image.png"/>
          <p:cNvPicPr>
            <a:picLocks noChangeAspect="1"/>
          </p:cNvPicPr>
          <p:nvPr/>
        </p:nvPicPr>
        <p:blipFill>
          <a:blip r:embed="rId142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25" name="Picture 1424" descr="image.png"/>
          <p:cNvPicPr>
            <a:picLocks noChangeAspect="1"/>
          </p:cNvPicPr>
          <p:nvPr/>
        </p:nvPicPr>
        <p:blipFill>
          <a:blip r:embed="rId142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26" name="Picture 1425" descr="image.png"/>
          <p:cNvPicPr>
            <a:picLocks noChangeAspect="1"/>
          </p:cNvPicPr>
          <p:nvPr/>
        </p:nvPicPr>
        <p:blipFill>
          <a:blip r:embed="rId142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27" name="Picture 1426" descr="image.png"/>
          <p:cNvPicPr>
            <a:picLocks noChangeAspect="1"/>
          </p:cNvPicPr>
          <p:nvPr/>
        </p:nvPicPr>
        <p:blipFill>
          <a:blip r:embed="rId142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28" name="Picture 1427" descr="image.png"/>
          <p:cNvPicPr>
            <a:picLocks noChangeAspect="1"/>
          </p:cNvPicPr>
          <p:nvPr/>
        </p:nvPicPr>
        <p:blipFill>
          <a:blip r:embed="rId142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29" name="Picture 1428" descr="image.png"/>
          <p:cNvPicPr>
            <a:picLocks noChangeAspect="1"/>
          </p:cNvPicPr>
          <p:nvPr/>
        </p:nvPicPr>
        <p:blipFill>
          <a:blip r:embed="rId142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30" name="Picture 1429" descr="image.png"/>
          <p:cNvPicPr>
            <a:picLocks noChangeAspect="1"/>
          </p:cNvPicPr>
          <p:nvPr/>
        </p:nvPicPr>
        <p:blipFill>
          <a:blip r:embed="rId143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31" name="Picture 1430" descr="image.png"/>
          <p:cNvPicPr>
            <a:picLocks noChangeAspect="1"/>
          </p:cNvPicPr>
          <p:nvPr/>
        </p:nvPicPr>
        <p:blipFill>
          <a:blip r:embed="rId143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32" name="Picture 1431" descr="image.png"/>
          <p:cNvPicPr>
            <a:picLocks noChangeAspect="1"/>
          </p:cNvPicPr>
          <p:nvPr/>
        </p:nvPicPr>
        <p:blipFill>
          <a:blip r:embed="rId143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33" name="Picture 1432" descr="image.png"/>
          <p:cNvPicPr>
            <a:picLocks noChangeAspect="1"/>
          </p:cNvPicPr>
          <p:nvPr/>
        </p:nvPicPr>
        <p:blipFill>
          <a:blip r:embed="rId143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34" name="Picture 1433" descr="image.png"/>
          <p:cNvPicPr>
            <a:picLocks noChangeAspect="1"/>
          </p:cNvPicPr>
          <p:nvPr/>
        </p:nvPicPr>
        <p:blipFill>
          <a:blip r:embed="rId143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35" name="Picture 1434" descr="image.png"/>
          <p:cNvPicPr>
            <a:picLocks noChangeAspect="1"/>
          </p:cNvPicPr>
          <p:nvPr/>
        </p:nvPicPr>
        <p:blipFill>
          <a:blip r:embed="rId143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36" name="Picture 1435" descr="image.png"/>
          <p:cNvPicPr>
            <a:picLocks noChangeAspect="1"/>
          </p:cNvPicPr>
          <p:nvPr/>
        </p:nvPicPr>
        <p:blipFill>
          <a:blip r:embed="rId143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37" name="Picture 1436" descr="image.png"/>
          <p:cNvPicPr>
            <a:picLocks noChangeAspect="1"/>
          </p:cNvPicPr>
          <p:nvPr/>
        </p:nvPicPr>
        <p:blipFill>
          <a:blip r:embed="rId143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38" name="Picture 1437" descr="image.png"/>
          <p:cNvPicPr>
            <a:picLocks noChangeAspect="1"/>
          </p:cNvPicPr>
          <p:nvPr/>
        </p:nvPicPr>
        <p:blipFill>
          <a:blip r:embed="rId143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39" name="Picture 1438" descr="image.png"/>
          <p:cNvPicPr>
            <a:picLocks noChangeAspect="1"/>
          </p:cNvPicPr>
          <p:nvPr/>
        </p:nvPicPr>
        <p:blipFill>
          <a:blip r:embed="rId143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40" name="Picture 1439" descr="image.png"/>
          <p:cNvPicPr>
            <a:picLocks noChangeAspect="1"/>
          </p:cNvPicPr>
          <p:nvPr/>
        </p:nvPicPr>
        <p:blipFill>
          <a:blip r:embed="rId144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41" name="Picture 1440" descr="image.png"/>
          <p:cNvPicPr>
            <a:picLocks noChangeAspect="1"/>
          </p:cNvPicPr>
          <p:nvPr/>
        </p:nvPicPr>
        <p:blipFill>
          <a:blip r:embed="rId144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42" name="Picture 1441" descr="image.png"/>
          <p:cNvPicPr>
            <a:picLocks noChangeAspect="1"/>
          </p:cNvPicPr>
          <p:nvPr/>
        </p:nvPicPr>
        <p:blipFill>
          <a:blip r:embed="rId144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43" name="Picture 1442" descr="image.png"/>
          <p:cNvPicPr>
            <a:picLocks noChangeAspect="1"/>
          </p:cNvPicPr>
          <p:nvPr/>
        </p:nvPicPr>
        <p:blipFill>
          <a:blip r:embed="rId144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44" name="Picture 1443" descr="image.png"/>
          <p:cNvPicPr>
            <a:picLocks noChangeAspect="1"/>
          </p:cNvPicPr>
          <p:nvPr/>
        </p:nvPicPr>
        <p:blipFill>
          <a:blip r:embed="rId144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45" name="Picture 1444" descr="image.png"/>
          <p:cNvPicPr>
            <a:picLocks noChangeAspect="1"/>
          </p:cNvPicPr>
          <p:nvPr/>
        </p:nvPicPr>
        <p:blipFill>
          <a:blip r:embed="rId144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46" name="Picture 1445" descr="image.png"/>
          <p:cNvPicPr>
            <a:picLocks noChangeAspect="1"/>
          </p:cNvPicPr>
          <p:nvPr/>
        </p:nvPicPr>
        <p:blipFill>
          <a:blip r:embed="rId144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47" name="Picture 1446" descr="image.png"/>
          <p:cNvPicPr>
            <a:picLocks noChangeAspect="1"/>
          </p:cNvPicPr>
          <p:nvPr/>
        </p:nvPicPr>
        <p:blipFill>
          <a:blip r:embed="rId144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48" name="Picture 1447" descr="image.png"/>
          <p:cNvPicPr>
            <a:picLocks noChangeAspect="1"/>
          </p:cNvPicPr>
          <p:nvPr/>
        </p:nvPicPr>
        <p:blipFill>
          <a:blip r:embed="rId144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49" name="Picture 1448" descr="image.png"/>
          <p:cNvPicPr>
            <a:picLocks noChangeAspect="1"/>
          </p:cNvPicPr>
          <p:nvPr/>
        </p:nvPicPr>
        <p:blipFill>
          <a:blip r:embed="rId144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50" name="Picture 1449" descr="image.png"/>
          <p:cNvPicPr>
            <a:picLocks noChangeAspect="1"/>
          </p:cNvPicPr>
          <p:nvPr/>
        </p:nvPicPr>
        <p:blipFill>
          <a:blip r:embed="rId145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51" name="Picture 1450" descr="image.png"/>
          <p:cNvPicPr>
            <a:picLocks noChangeAspect="1"/>
          </p:cNvPicPr>
          <p:nvPr/>
        </p:nvPicPr>
        <p:blipFill>
          <a:blip r:embed="rId145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52" name="Picture 1451" descr="image.png"/>
          <p:cNvPicPr>
            <a:picLocks noChangeAspect="1"/>
          </p:cNvPicPr>
          <p:nvPr/>
        </p:nvPicPr>
        <p:blipFill>
          <a:blip r:embed="rId145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53" name="Picture 1452" descr="image.png"/>
          <p:cNvPicPr>
            <a:picLocks noChangeAspect="1"/>
          </p:cNvPicPr>
          <p:nvPr/>
        </p:nvPicPr>
        <p:blipFill>
          <a:blip r:embed="rId145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54" name="Picture 1453" descr="image.png"/>
          <p:cNvPicPr>
            <a:picLocks noChangeAspect="1"/>
          </p:cNvPicPr>
          <p:nvPr/>
        </p:nvPicPr>
        <p:blipFill>
          <a:blip r:embed="rId145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55" name="Picture 1454" descr="image.png"/>
          <p:cNvPicPr>
            <a:picLocks noChangeAspect="1"/>
          </p:cNvPicPr>
          <p:nvPr/>
        </p:nvPicPr>
        <p:blipFill>
          <a:blip r:embed="rId145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56" name="Picture 1455" descr="image.png"/>
          <p:cNvPicPr>
            <a:picLocks noChangeAspect="1"/>
          </p:cNvPicPr>
          <p:nvPr/>
        </p:nvPicPr>
        <p:blipFill>
          <a:blip r:embed="rId145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57" name="Picture 1456" descr="image.png"/>
          <p:cNvPicPr>
            <a:picLocks noChangeAspect="1"/>
          </p:cNvPicPr>
          <p:nvPr/>
        </p:nvPicPr>
        <p:blipFill>
          <a:blip r:embed="rId145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58" name="Picture 1457" descr="image.png"/>
          <p:cNvPicPr>
            <a:picLocks noChangeAspect="1"/>
          </p:cNvPicPr>
          <p:nvPr/>
        </p:nvPicPr>
        <p:blipFill>
          <a:blip r:embed="rId145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59" name="Picture 1458" descr="image.png"/>
          <p:cNvPicPr>
            <a:picLocks noChangeAspect="1"/>
          </p:cNvPicPr>
          <p:nvPr/>
        </p:nvPicPr>
        <p:blipFill>
          <a:blip r:embed="rId145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60" name="Picture 1459" descr="image.png"/>
          <p:cNvPicPr>
            <a:picLocks noChangeAspect="1"/>
          </p:cNvPicPr>
          <p:nvPr/>
        </p:nvPicPr>
        <p:blipFill>
          <a:blip r:embed="rId146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61" name="Picture 1460" descr="image.png"/>
          <p:cNvPicPr>
            <a:picLocks noChangeAspect="1"/>
          </p:cNvPicPr>
          <p:nvPr/>
        </p:nvPicPr>
        <p:blipFill>
          <a:blip r:embed="rId146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62" name="Picture 1461" descr="image.png"/>
          <p:cNvPicPr>
            <a:picLocks noChangeAspect="1"/>
          </p:cNvPicPr>
          <p:nvPr/>
        </p:nvPicPr>
        <p:blipFill>
          <a:blip r:embed="rId146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63" name="Picture 1462" descr="image.png"/>
          <p:cNvPicPr>
            <a:picLocks noChangeAspect="1"/>
          </p:cNvPicPr>
          <p:nvPr/>
        </p:nvPicPr>
        <p:blipFill>
          <a:blip r:embed="rId146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64" name="Picture 1463" descr="image.png"/>
          <p:cNvPicPr>
            <a:picLocks noChangeAspect="1"/>
          </p:cNvPicPr>
          <p:nvPr/>
        </p:nvPicPr>
        <p:blipFill>
          <a:blip r:embed="rId146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65" name="Picture 1464" descr="image.png"/>
          <p:cNvPicPr>
            <a:picLocks noChangeAspect="1"/>
          </p:cNvPicPr>
          <p:nvPr/>
        </p:nvPicPr>
        <p:blipFill>
          <a:blip r:embed="rId146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66" name="Picture 1465" descr="image.png"/>
          <p:cNvPicPr>
            <a:picLocks noChangeAspect="1"/>
          </p:cNvPicPr>
          <p:nvPr/>
        </p:nvPicPr>
        <p:blipFill>
          <a:blip r:embed="rId146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67" name="Picture 1466" descr="image.png"/>
          <p:cNvPicPr>
            <a:picLocks noChangeAspect="1"/>
          </p:cNvPicPr>
          <p:nvPr/>
        </p:nvPicPr>
        <p:blipFill>
          <a:blip r:embed="rId146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68" name="Picture 1467" descr="image.png"/>
          <p:cNvPicPr>
            <a:picLocks noChangeAspect="1"/>
          </p:cNvPicPr>
          <p:nvPr/>
        </p:nvPicPr>
        <p:blipFill>
          <a:blip r:embed="rId146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69" name="Picture 1468" descr="image.png"/>
          <p:cNvPicPr>
            <a:picLocks noChangeAspect="1"/>
          </p:cNvPicPr>
          <p:nvPr/>
        </p:nvPicPr>
        <p:blipFill>
          <a:blip r:embed="rId146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70" name="Picture 1469" descr="image.png"/>
          <p:cNvPicPr>
            <a:picLocks noChangeAspect="1"/>
          </p:cNvPicPr>
          <p:nvPr/>
        </p:nvPicPr>
        <p:blipFill>
          <a:blip r:embed="rId147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71" name="Picture 1470" descr="image.png"/>
          <p:cNvPicPr>
            <a:picLocks noChangeAspect="1"/>
          </p:cNvPicPr>
          <p:nvPr/>
        </p:nvPicPr>
        <p:blipFill>
          <a:blip r:embed="rId147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72" name="Picture 1471" descr="image.png"/>
          <p:cNvPicPr>
            <a:picLocks noChangeAspect="1"/>
          </p:cNvPicPr>
          <p:nvPr/>
        </p:nvPicPr>
        <p:blipFill>
          <a:blip r:embed="rId147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73" name="Picture 1472" descr="image.png"/>
          <p:cNvPicPr>
            <a:picLocks noChangeAspect="1"/>
          </p:cNvPicPr>
          <p:nvPr/>
        </p:nvPicPr>
        <p:blipFill>
          <a:blip r:embed="rId147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74" name="Picture 1473" descr="image.png"/>
          <p:cNvPicPr>
            <a:picLocks noChangeAspect="1"/>
          </p:cNvPicPr>
          <p:nvPr/>
        </p:nvPicPr>
        <p:blipFill>
          <a:blip r:embed="rId147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75" name="Picture 1474" descr="image.png"/>
          <p:cNvPicPr>
            <a:picLocks noChangeAspect="1"/>
          </p:cNvPicPr>
          <p:nvPr/>
        </p:nvPicPr>
        <p:blipFill>
          <a:blip r:embed="rId147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76" name="Picture 1475" descr="image.png"/>
          <p:cNvPicPr>
            <a:picLocks noChangeAspect="1"/>
          </p:cNvPicPr>
          <p:nvPr/>
        </p:nvPicPr>
        <p:blipFill>
          <a:blip r:embed="rId147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77" name="Picture 1476" descr="image.png"/>
          <p:cNvPicPr>
            <a:picLocks noChangeAspect="1"/>
          </p:cNvPicPr>
          <p:nvPr/>
        </p:nvPicPr>
        <p:blipFill>
          <a:blip r:embed="rId147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78" name="Picture 1477" descr="image.png"/>
          <p:cNvPicPr>
            <a:picLocks noChangeAspect="1"/>
          </p:cNvPicPr>
          <p:nvPr/>
        </p:nvPicPr>
        <p:blipFill>
          <a:blip r:embed="rId147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79" name="Picture 1478" descr="image.png"/>
          <p:cNvPicPr>
            <a:picLocks noChangeAspect="1"/>
          </p:cNvPicPr>
          <p:nvPr/>
        </p:nvPicPr>
        <p:blipFill>
          <a:blip r:embed="rId147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80" name="Picture 1479" descr="image.png"/>
          <p:cNvPicPr>
            <a:picLocks noChangeAspect="1"/>
          </p:cNvPicPr>
          <p:nvPr/>
        </p:nvPicPr>
        <p:blipFill>
          <a:blip r:embed="rId148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81" name="Picture 1480" descr="image.png"/>
          <p:cNvPicPr>
            <a:picLocks noChangeAspect="1"/>
          </p:cNvPicPr>
          <p:nvPr/>
        </p:nvPicPr>
        <p:blipFill>
          <a:blip r:embed="rId148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82" name="Picture 1481" descr="image.png"/>
          <p:cNvPicPr>
            <a:picLocks noChangeAspect="1"/>
          </p:cNvPicPr>
          <p:nvPr/>
        </p:nvPicPr>
        <p:blipFill>
          <a:blip r:embed="rId148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83" name="Picture 1482" descr="image.png"/>
          <p:cNvPicPr>
            <a:picLocks noChangeAspect="1"/>
          </p:cNvPicPr>
          <p:nvPr/>
        </p:nvPicPr>
        <p:blipFill>
          <a:blip r:embed="rId148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84" name="Picture 1483" descr="image.png"/>
          <p:cNvPicPr>
            <a:picLocks noChangeAspect="1"/>
          </p:cNvPicPr>
          <p:nvPr/>
        </p:nvPicPr>
        <p:blipFill>
          <a:blip r:embed="rId148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85" name="Picture 1484" descr="image.png"/>
          <p:cNvPicPr>
            <a:picLocks noChangeAspect="1"/>
          </p:cNvPicPr>
          <p:nvPr/>
        </p:nvPicPr>
        <p:blipFill>
          <a:blip r:embed="rId148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86" name="Picture 1485" descr="image.png"/>
          <p:cNvPicPr>
            <a:picLocks noChangeAspect="1"/>
          </p:cNvPicPr>
          <p:nvPr/>
        </p:nvPicPr>
        <p:blipFill>
          <a:blip r:embed="rId148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87" name="Picture 1486" descr="image.png"/>
          <p:cNvPicPr>
            <a:picLocks noChangeAspect="1"/>
          </p:cNvPicPr>
          <p:nvPr/>
        </p:nvPicPr>
        <p:blipFill>
          <a:blip r:embed="rId148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88" name="Picture 1487" descr="image.png"/>
          <p:cNvPicPr>
            <a:picLocks noChangeAspect="1"/>
          </p:cNvPicPr>
          <p:nvPr/>
        </p:nvPicPr>
        <p:blipFill>
          <a:blip r:embed="rId148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89" name="Picture 1488" descr="image.png"/>
          <p:cNvPicPr>
            <a:picLocks noChangeAspect="1"/>
          </p:cNvPicPr>
          <p:nvPr/>
        </p:nvPicPr>
        <p:blipFill>
          <a:blip r:embed="rId148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90" name="Picture 1489" descr="image.png"/>
          <p:cNvPicPr>
            <a:picLocks noChangeAspect="1"/>
          </p:cNvPicPr>
          <p:nvPr/>
        </p:nvPicPr>
        <p:blipFill>
          <a:blip r:embed="rId149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91" name="Picture 1490" descr="image.png"/>
          <p:cNvPicPr>
            <a:picLocks noChangeAspect="1"/>
          </p:cNvPicPr>
          <p:nvPr/>
        </p:nvPicPr>
        <p:blipFill>
          <a:blip r:embed="rId149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92" name="Picture 1491" descr="image.png"/>
          <p:cNvPicPr>
            <a:picLocks noChangeAspect="1"/>
          </p:cNvPicPr>
          <p:nvPr/>
        </p:nvPicPr>
        <p:blipFill>
          <a:blip r:embed="rId149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93" name="Picture 1492" descr="image.png"/>
          <p:cNvPicPr>
            <a:picLocks noChangeAspect="1"/>
          </p:cNvPicPr>
          <p:nvPr/>
        </p:nvPicPr>
        <p:blipFill>
          <a:blip r:embed="rId149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94" name="Picture 1493" descr="image.png"/>
          <p:cNvPicPr>
            <a:picLocks noChangeAspect="1"/>
          </p:cNvPicPr>
          <p:nvPr/>
        </p:nvPicPr>
        <p:blipFill>
          <a:blip r:embed="rId149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95" name="Picture 1494" descr="image.png"/>
          <p:cNvPicPr>
            <a:picLocks noChangeAspect="1"/>
          </p:cNvPicPr>
          <p:nvPr/>
        </p:nvPicPr>
        <p:blipFill>
          <a:blip r:embed="rId149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96" name="Picture 1495" descr="image.png"/>
          <p:cNvPicPr>
            <a:picLocks noChangeAspect="1"/>
          </p:cNvPicPr>
          <p:nvPr/>
        </p:nvPicPr>
        <p:blipFill>
          <a:blip r:embed="rId149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97" name="Picture 1496" descr="image.png"/>
          <p:cNvPicPr>
            <a:picLocks noChangeAspect="1"/>
          </p:cNvPicPr>
          <p:nvPr/>
        </p:nvPicPr>
        <p:blipFill>
          <a:blip r:embed="rId149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98" name="Picture 1497" descr="image.png"/>
          <p:cNvPicPr>
            <a:picLocks noChangeAspect="1"/>
          </p:cNvPicPr>
          <p:nvPr/>
        </p:nvPicPr>
        <p:blipFill>
          <a:blip r:embed="rId149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499" name="Picture 1498" descr="image.png"/>
          <p:cNvPicPr>
            <a:picLocks noChangeAspect="1"/>
          </p:cNvPicPr>
          <p:nvPr/>
        </p:nvPicPr>
        <p:blipFill>
          <a:blip r:embed="rId149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00" name="Picture 1499" descr="image.png"/>
          <p:cNvPicPr>
            <a:picLocks noChangeAspect="1"/>
          </p:cNvPicPr>
          <p:nvPr/>
        </p:nvPicPr>
        <p:blipFill>
          <a:blip r:embed="rId150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01" name="Picture 1500" descr="image.png"/>
          <p:cNvPicPr>
            <a:picLocks noChangeAspect="1"/>
          </p:cNvPicPr>
          <p:nvPr/>
        </p:nvPicPr>
        <p:blipFill>
          <a:blip r:embed="rId150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02" name="Picture 1501" descr="image.png"/>
          <p:cNvPicPr>
            <a:picLocks noChangeAspect="1"/>
          </p:cNvPicPr>
          <p:nvPr/>
        </p:nvPicPr>
        <p:blipFill>
          <a:blip r:embed="rId150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03" name="Picture 1502" descr="image.png"/>
          <p:cNvPicPr>
            <a:picLocks noChangeAspect="1"/>
          </p:cNvPicPr>
          <p:nvPr/>
        </p:nvPicPr>
        <p:blipFill>
          <a:blip r:embed="rId150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04" name="Picture 1503" descr="image.png"/>
          <p:cNvPicPr>
            <a:picLocks noChangeAspect="1"/>
          </p:cNvPicPr>
          <p:nvPr/>
        </p:nvPicPr>
        <p:blipFill>
          <a:blip r:embed="rId150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05" name="Picture 1504" descr="image.png"/>
          <p:cNvPicPr>
            <a:picLocks noChangeAspect="1"/>
          </p:cNvPicPr>
          <p:nvPr/>
        </p:nvPicPr>
        <p:blipFill>
          <a:blip r:embed="rId150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06" name="Picture 1505" descr="image.png"/>
          <p:cNvPicPr>
            <a:picLocks noChangeAspect="1"/>
          </p:cNvPicPr>
          <p:nvPr/>
        </p:nvPicPr>
        <p:blipFill>
          <a:blip r:embed="rId150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07" name="Picture 1506" descr="image.png"/>
          <p:cNvPicPr>
            <a:picLocks noChangeAspect="1"/>
          </p:cNvPicPr>
          <p:nvPr/>
        </p:nvPicPr>
        <p:blipFill>
          <a:blip r:embed="rId150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08" name="Picture 1507" descr="image.png"/>
          <p:cNvPicPr>
            <a:picLocks noChangeAspect="1"/>
          </p:cNvPicPr>
          <p:nvPr/>
        </p:nvPicPr>
        <p:blipFill>
          <a:blip r:embed="rId150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09" name="Picture 1508" descr="image.png"/>
          <p:cNvPicPr>
            <a:picLocks noChangeAspect="1"/>
          </p:cNvPicPr>
          <p:nvPr/>
        </p:nvPicPr>
        <p:blipFill>
          <a:blip r:embed="rId150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10" name="Picture 1509" descr="image.png"/>
          <p:cNvPicPr>
            <a:picLocks noChangeAspect="1"/>
          </p:cNvPicPr>
          <p:nvPr/>
        </p:nvPicPr>
        <p:blipFill>
          <a:blip r:embed="rId151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11" name="Picture 1510" descr="image.png"/>
          <p:cNvPicPr>
            <a:picLocks noChangeAspect="1"/>
          </p:cNvPicPr>
          <p:nvPr/>
        </p:nvPicPr>
        <p:blipFill>
          <a:blip r:embed="rId151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12" name="Picture 1511" descr="image.png"/>
          <p:cNvPicPr>
            <a:picLocks noChangeAspect="1"/>
          </p:cNvPicPr>
          <p:nvPr/>
        </p:nvPicPr>
        <p:blipFill>
          <a:blip r:embed="rId151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13" name="Picture 1512" descr="image.png"/>
          <p:cNvPicPr>
            <a:picLocks noChangeAspect="1"/>
          </p:cNvPicPr>
          <p:nvPr/>
        </p:nvPicPr>
        <p:blipFill>
          <a:blip r:embed="rId151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14" name="Picture 1513" descr="image.png"/>
          <p:cNvPicPr>
            <a:picLocks noChangeAspect="1"/>
          </p:cNvPicPr>
          <p:nvPr/>
        </p:nvPicPr>
        <p:blipFill>
          <a:blip r:embed="rId151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15" name="Picture 1514" descr="image.png"/>
          <p:cNvPicPr>
            <a:picLocks noChangeAspect="1"/>
          </p:cNvPicPr>
          <p:nvPr/>
        </p:nvPicPr>
        <p:blipFill>
          <a:blip r:embed="rId151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16" name="Picture 1515" descr="image.png"/>
          <p:cNvPicPr>
            <a:picLocks noChangeAspect="1"/>
          </p:cNvPicPr>
          <p:nvPr/>
        </p:nvPicPr>
        <p:blipFill>
          <a:blip r:embed="rId151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17" name="Picture 1516" descr="image.png"/>
          <p:cNvPicPr>
            <a:picLocks noChangeAspect="1"/>
          </p:cNvPicPr>
          <p:nvPr/>
        </p:nvPicPr>
        <p:blipFill>
          <a:blip r:embed="rId151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18" name="Picture 1517" descr="image.png"/>
          <p:cNvPicPr>
            <a:picLocks noChangeAspect="1"/>
          </p:cNvPicPr>
          <p:nvPr/>
        </p:nvPicPr>
        <p:blipFill>
          <a:blip r:embed="rId151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19" name="Picture 1518" descr="image.png"/>
          <p:cNvPicPr>
            <a:picLocks noChangeAspect="1"/>
          </p:cNvPicPr>
          <p:nvPr/>
        </p:nvPicPr>
        <p:blipFill>
          <a:blip r:embed="rId151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20" name="Picture 1519" descr="image.png"/>
          <p:cNvPicPr>
            <a:picLocks noChangeAspect="1"/>
          </p:cNvPicPr>
          <p:nvPr/>
        </p:nvPicPr>
        <p:blipFill>
          <a:blip r:embed="rId152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21" name="Picture 1520" descr="image.png"/>
          <p:cNvPicPr>
            <a:picLocks noChangeAspect="1"/>
          </p:cNvPicPr>
          <p:nvPr/>
        </p:nvPicPr>
        <p:blipFill>
          <a:blip r:embed="rId152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22" name="Picture 1521" descr="image.png"/>
          <p:cNvPicPr>
            <a:picLocks noChangeAspect="1"/>
          </p:cNvPicPr>
          <p:nvPr/>
        </p:nvPicPr>
        <p:blipFill>
          <a:blip r:embed="rId152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23" name="Picture 1522" descr="image.png"/>
          <p:cNvPicPr>
            <a:picLocks noChangeAspect="1"/>
          </p:cNvPicPr>
          <p:nvPr/>
        </p:nvPicPr>
        <p:blipFill>
          <a:blip r:embed="rId152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24" name="Picture 1523" descr="image.png"/>
          <p:cNvPicPr>
            <a:picLocks noChangeAspect="1"/>
          </p:cNvPicPr>
          <p:nvPr/>
        </p:nvPicPr>
        <p:blipFill>
          <a:blip r:embed="rId152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25" name="Picture 1524" descr="image.png"/>
          <p:cNvPicPr>
            <a:picLocks noChangeAspect="1"/>
          </p:cNvPicPr>
          <p:nvPr/>
        </p:nvPicPr>
        <p:blipFill>
          <a:blip r:embed="rId152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26" name="Picture 1525" descr="image.png"/>
          <p:cNvPicPr>
            <a:picLocks noChangeAspect="1"/>
          </p:cNvPicPr>
          <p:nvPr/>
        </p:nvPicPr>
        <p:blipFill>
          <a:blip r:embed="rId152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27" name="Picture 1526" descr="image.png"/>
          <p:cNvPicPr>
            <a:picLocks noChangeAspect="1"/>
          </p:cNvPicPr>
          <p:nvPr/>
        </p:nvPicPr>
        <p:blipFill>
          <a:blip r:embed="rId152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28" name="Picture 1527" descr="image.png"/>
          <p:cNvPicPr>
            <a:picLocks noChangeAspect="1"/>
          </p:cNvPicPr>
          <p:nvPr/>
        </p:nvPicPr>
        <p:blipFill>
          <a:blip r:embed="rId152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29" name="Picture 1528" descr="image.png"/>
          <p:cNvPicPr>
            <a:picLocks noChangeAspect="1"/>
          </p:cNvPicPr>
          <p:nvPr/>
        </p:nvPicPr>
        <p:blipFill>
          <a:blip r:embed="rId152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30" name="Picture 1529" descr="image.png"/>
          <p:cNvPicPr>
            <a:picLocks noChangeAspect="1"/>
          </p:cNvPicPr>
          <p:nvPr/>
        </p:nvPicPr>
        <p:blipFill>
          <a:blip r:embed="rId153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31" name="Picture 1530" descr="image.png"/>
          <p:cNvPicPr>
            <a:picLocks noChangeAspect="1"/>
          </p:cNvPicPr>
          <p:nvPr/>
        </p:nvPicPr>
        <p:blipFill>
          <a:blip r:embed="rId153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32" name="Picture 1531" descr="image.png"/>
          <p:cNvPicPr>
            <a:picLocks noChangeAspect="1"/>
          </p:cNvPicPr>
          <p:nvPr/>
        </p:nvPicPr>
        <p:blipFill>
          <a:blip r:embed="rId153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33" name="Picture 1532" descr="image.png"/>
          <p:cNvPicPr>
            <a:picLocks noChangeAspect="1"/>
          </p:cNvPicPr>
          <p:nvPr/>
        </p:nvPicPr>
        <p:blipFill>
          <a:blip r:embed="rId153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34" name="Picture 1533" descr="image.png"/>
          <p:cNvPicPr>
            <a:picLocks noChangeAspect="1"/>
          </p:cNvPicPr>
          <p:nvPr/>
        </p:nvPicPr>
        <p:blipFill>
          <a:blip r:embed="rId153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35" name="Picture 1534" descr="image.png"/>
          <p:cNvPicPr>
            <a:picLocks noChangeAspect="1"/>
          </p:cNvPicPr>
          <p:nvPr/>
        </p:nvPicPr>
        <p:blipFill>
          <a:blip r:embed="rId153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36" name="Picture 1535" descr="image.png"/>
          <p:cNvPicPr>
            <a:picLocks noChangeAspect="1"/>
          </p:cNvPicPr>
          <p:nvPr/>
        </p:nvPicPr>
        <p:blipFill>
          <a:blip r:embed="rId153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37" name="Picture 1536" descr="image.png"/>
          <p:cNvPicPr>
            <a:picLocks noChangeAspect="1"/>
          </p:cNvPicPr>
          <p:nvPr/>
        </p:nvPicPr>
        <p:blipFill>
          <a:blip r:embed="rId153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38" name="Picture 1537" descr="image.png"/>
          <p:cNvPicPr>
            <a:picLocks noChangeAspect="1"/>
          </p:cNvPicPr>
          <p:nvPr/>
        </p:nvPicPr>
        <p:blipFill>
          <a:blip r:embed="rId153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39" name="Picture 1538" descr="image.png"/>
          <p:cNvPicPr>
            <a:picLocks noChangeAspect="1"/>
          </p:cNvPicPr>
          <p:nvPr/>
        </p:nvPicPr>
        <p:blipFill>
          <a:blip r:embed="rId153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40" name="Picture 1539" descr="image.png"/>
          <p:cNvPicPr>
            <a:picLocks noChangeAspect="1"/>
          </p:cNvPicPr>
          <p:nvPr/>
        </p:nvPicPr>
        <p:blipFill>
          <a:blip r:embed="rId154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41" name="Picture 1540" descr="image.png"/>
          <p:cNvPicPr>
            <a:picLocks noChangeAspect="1"/>
          </p:cNvPicPr>
          <p:nvPr/>
        </p:nvPicPr>
        <p:blipFill>
          <a:blip r:embed="rId154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42" name="Picture 1541" descr="image.png"/>
          <p:cNvPicPr>
            <a:picLocks noChangeAspect="1"/>
          </p:cNvPicPr>
          <p:nvPr/>
        </p:nvPicPr>
        <p:blipFill>
          <a:blip r:embed="rId154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43" name="Picture 1542" descr="image.png"/>
          <p:cNvPicPr>
            <a:picLocks noChangeAspect="1"/>
          </p:cNvPicPr>
          <p:nvPr/>
        </p:nvPicPr>
        <p:blipFill>
          <a:blip r:embed="rId154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44" name="Picture 1543" descr="image.png"/>
          <p:cNvPicPr>
            <a:picLocks noChangeAspect="1"/>
          </p:cNvPicPr>
          <p:nvPr/>
        </p:nvPicPr>
        <p:blipFill>
          <a:blip r:embed="rId154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45" name="Picture 1544" descr="image.png"/>
          <p:cNvPicPr>
            <a:picLocks noChangeAspect="1"/>
          </p:cNvPicPr>
          <p:nvPr/>
        </p:nvPicPr>
        <p:blipFill>
          <a:blip r:embed="rId154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46" name="Picture 1545" descr="image.png"/>
          <p:cNvPicPr>
            <a:picLocks noChangeAspect="1"/>
          </p:cNvPicPr>
          <p:nvPr/>
        </p:nvPicPr>
        <p:blipFill>
          <a:blip r:embed="rId154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47" name="Picture 1546" descr="image.png"/>
          <p:cNvPicPr>
            <a:picLocks noChangeAspect="1"/>
          </p:cNvPicPr>
          <p:nvPr/>
        </p:nvPicPr>
        <p:blipFill>
          <a:blip r:embed="rId154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48" name="Picture 1547" descr="image.png"/>
          <p:cNvPicPr>
            <a:picLocks noChangeAspect="1"/>
          </p:cNvPicPr>
          <p:nvPr/>
        </p:nvPicPr>
        <p:blipFill>
          <a:blip r:embed="rId154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49" name="Picture 1548" descr="image.png"/>
          <p:cNvPicPr>
            <a:picLocks noChangeAspect="1"/>
          </p:cNvPicPr>
          <p:nvPr/>
        </p:nvPicPr>
        <p:blipFill>
          <a:blip r:embed="rId154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50" name="Picture 1549" descr="image.png"/>
          <p:cNvPicPr>
            <a:picLocks noChangeAspect="1"/>
          </p:cNvPicPr>
          <p:nvPr/>
        </p:nvPicPr>
        <p:blipFill>
          <a:blip r:embed="rId155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51" name="Picture 1550" descr="image.png"/>
          <p:cNvPicPr>
            <a:picLocks noChangeAspect="1"/>
          </p:cNvPicPr>
          <p:nvPr/>
        </p:nvPicPr>
        <p:blipFill>
          <a:blip r:embed="rId155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52" name="Picture 1551" descr="image.png"/>
          <p:cNvPicPr>
            <a:picLocks noChangeAspect="1"/>
          </p:cNvPicPr>
          <p:nvPr/>
        </p:nvPicPr>
        <p:blipFill>
          <a:blip r:embed="rId155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53" name="Picture 1552" descr="image.png"/>
          <p:cNvPicPr>
            <a:picLocks noChangeAspect="1"/>
          </p:cNvPicPr>
          <p:nvPr/>
        </p:nvPicPr>
        <p:blipFill>
          <a:blip r:embed="rId155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54" name="Picture 1553" descr="image.png"/>
          <p:cNvPicPr>
            <a:picLocks noChangeAspect="1"/>
          </p:cNvPicPr>
          <p:nvPr/>
        </p:nvPicPr>
        <p:blipFill>
          <a:blip r:embed="rId155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55" name="Picture 1554" descr="image.png"/>
          <p:cNvPicPr>
            <a:picLocks noChangeAspect="1"/>
          </p:cNvPicPr>
          <p:nvPr/>
        </p:nvPicPr>
        <p:blipFill>
          <a:blip r:embed="rId155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56" name="Picture 1555" descr="image.png"/>
          <p:cNvPicPr>
            <a:picLocks noChangeAspect="1"/>
          </p:cNvPicPr>
          <p:nvPr/>
        </p:nvPicPr>
        <p:blipFill>
          <a:blip r:embed="rId155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57" name="Picture 1556" descr="image.png"/>
          <p:cNvPicPr>
            <a:picLocks noChangeAspect="1"/>
          </p:cNvPicPr>
          <p:nvPr/>
        </p:nvPicPr>
        <p:blipFill>
          <a:blip r:embed="rId155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58" name="Picture 1557" descr="image.png"/>
          <p:cNvPicPr>
            <a:picLocks noChangeAspect="1"/>
          </p:cNvPicPr>
          <p:nvPr/>
        </p:nvPicPr>
        <p:blipFill>
          <a:blip r:embed="rId155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59" name="Picture 1558" descr="image.png"/>
          <p:cNvPicPr>
            <a:picLocks noChangeAspect="1"/>
          </p:cNvPicPr>
          <p:nvPr/>
        </p:nvPicPr>
        <p:blipFill>
          <a:blip r:embed="rId155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60" name="Picture 1559" descr="image.png"/>
          <p:cNvPicPr>
            <a:picLocks noChangeAspect="1"/>
          </p:cNvPicPr>
          <p:nvPr/>
        </p:nvPicPr>
        <p:blipFill>
          <a:blip r:embed="rId156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61" name="Picture 1560" descr="image.png"/>
          <p:cNvPicPr>
            <a:picLocks noChangeAspect="1"/>
          </p:cNvPicPr>
          <p:nvPr/>
        </p:nvPicPr>
        <p:blipFill>
          <a:blip r:embed="rId156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62" name="Picture 1561" descr="image.png"/>
          <p:cNvPicPr>
            <a:picLocks noChangeAspect="1"/>
          </p:cNvPicPr>
          <p:nvPr/>
        </p:nvPicPr>
        <p:blipFill>
          <a:blip r:embed="rId156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63" name="Picture 1562" descr="image.png"/>
          <p:cNvPicPr>
            <a:picLocks noChangeAspect="1"/>
          </p:cNvPicPr>
          <p:nvPr/>
        </p:nvPicPr>
        <p:blipFill>
          <a:blip r:embed="rId156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64" name="Picture 1563" descr="image.png"/>
          <p:cNvPicPr>
            <a:picLocks noChangeAspect="1"/>
          </p:cNvPicPr>
          <p:nvPr/>
        </p:nvPicPr>
        <p:blipFill>
          <a:blip r:embed="rId156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65" name="Picture 1564" descr="image.png"/>
          <p:cNvPicPr>
            <a:picLocks noChangeAspect="1"/>
          </p:cNvPicPr>
          <p:nvPr/>
        </p:nvPicPr>
        <p:blipFill>
          <a:blip r:embed="rId156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66" name="Picture 1565" descr="image.png"/>
          <p:cNvPicPr>
            <a:picLocks noChangeAspect="1"/>
          </p:cNvPicPr>
          <p:nvPr/>
        </p:nvPicPr>
        <p:blipFill>
          <a:blip r:embed="rId156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67" name="Picture 1566" descr="image.png"/>
          <p:cNvPicPr>
            <a:picLocks noChangeAspect="1"/>
          </p:cNvPicPr>
          <p:nvPr/>
        </p:nvPicPr>
        <p:blipFill>
          <a:blip r:embed="rId156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68" name="Picture 1567" descr="image.png"/>
          <p:cNvPicPr>
            <a:picLocks noChangeAspect="1"/>
          </p:cNvPicPr>
          <p:nvPr/>
        </p:nvPicPr>
        <p:blipFill>
          <a:blip r:embed="rId156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69" name="Picture 1568" descr="image.png"/>
          <p:cNvPicPr>
            <a:picLocks noChangeAspect="1"/>
          </p:cNvPicPr>
          <p:nvPr/>
        </p:nvPicPr>
        <p:blipFill>
          <a:blip r:embed="rId156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70" name="Picture 1569" descr="image.png"/>
          <p:cNvPicPr>
            <a:picLocks noChangeAspect="1"/>
          </p:cNvPicPr>
          <p:nvPr/>
        </p:nvPicPr>
        <p:blipFill>
          <a:blip r:embed="rId157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71" name="Picture 1570" descr="image.png"/>
          <p:cNvPicPr>
            <a:picLocks noChangeAspect="1"/>
          </p:cNvPicPr>
          <p:nvPr/>
        </p:nvPicPr>
        <p:blipFill>
          <a:blip r:embed="rId157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72" name="Picture 1571" descr="image.png"/>
          <p:cNvPicPr>
            <a:picLocks noChangeAspect="1"/>
          </p:cNvPicPr>
          <p:nvPr/>
        </p:nvPicPr>
        <p:blipFill>
          <a:blip r:embed="rId157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73" name="Picture 1572" descr="image.png"/>
          <p:cNvPicPr>
            <a:picLocks noChangeAspect="1"/>
          </p:cNvPicPr>
          <p:nvPr/>
        </p:nvPicPr>
        <p:blipFill>
          <a:blip r:embed="rId157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74" name="Picture 1573" descr="image.png"/>
          <p:cNvPicPr>
            <a:picLocks noChangeAspect="1"/>
          </p:cNvPicPr>
          <p:nvPr/>
        </p:nvPicPr>
        <p:blipFill>
          <a:blip r:embed="rId157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75" name="Picture 1574" descr="image.png"/>
          <p:cNvPicPr>
            <a:picLocks noChangeAspect="1"/>
          </p:cNvPicPr>
          <p:nvPr/>
        </p:nvPicPr>
        <p:blipFill>
          <a:blip r:embed="rId157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76" name="Picture 1575" descr="image.png"/>
          <p:cNvPicPr>
            <a:picLocks noChangeAspect="1"/>
          </p:cNvPicPr>
          <p:nvPr/>
        </p:nvPicPr>
        <p:blipFill>
          <a:blip r:embed="rId157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77" name="Picture 1576" descr="image.png"/>
          <p:cNvPicPr>
            <a:picLocks noChangeAspect="1"/>
          </p:cNvPicPr>
          <p:nvPr/>
        </p:nvPicPr>
        <p:blipFill>
          <a:blip r:embed="rId157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78" name="Picture 1577" descr="image.png"/>
          <p:cNvPicPr>
            <a:picLocks noChangeAspect="1"/>
          </p:cNvPicPr>
          <p:nvPr/>
        </p:nvPicPr>
        <p:blipFill>
          <a:blip r:embed="rId157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79" name="Picture 1578" descr="image.png"/>
          <p:cNvPicPr>
            <a:picLocks noChangeAspect="1"/>
          </p:cNvPicPr>
          <p:nvPr/>
        </p:nvPicPr>
        <p:blipFill>
          <a:blip r:embed="rId157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80" name="Picture 1579" descr="image.png"/>
          <p:cNvPicPr>
            <a:picLocks noChangeAspect="1"/>
          </p:cNvPicPr>
          <p:nvPr/>
        </p:nvPicPr>
        <p:blipFill>
          <a:blip r:embed="rId158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81" name="Picture 1580" descr="image.png"/>
          <p:cNvPicPr>
            <a:picLocks noChangeAspect="1"/>
          </p:cNvPicPr>
          <p:nvPr/>
        </p:nvPicPr>
        <p:blipFill>
          <a:blip r:embed="rId158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82" name="Picture 1581" descr="image.png"/>
          <p:cNvPicPr>
            <a:picLocks noChangeAspect="1"/>
          </p:cNvPicPr>
          <p:nvPr/>
        </p:nvPicPr>
        <p:blipFill>
          <a:blip r:embed="rId158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83" name="Picture 1582" descr="image.png"/>
          <p:cNvPicPr>
            <a:picLocks noChangeAspect="1"/>
          </p:cNvPicPr>
          <p:nvPr/>
        </p:nvPicPr>
        <p:blipFill>
          <a:blip r:embed="rId158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84" name="Picture 1583" descr="image.png"/>
          <p:cNvPicPr>
            <a:picLocks noChangeAspect="1"/>
          </p:cNvPicPr>
          <p:nvPr/>
        </p:nvPicPr>
        <p:blipFill>
          <a:blip r:embed="rId158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85" name="Picture 1584" descr="image.png"/>
          <p:cNvPicPr>
            <a:picLocks noChangeAspect="1"/>
          </p:cNvPicPr>
          <p:nvPr/>
        </p:nvPicPr>
        <p:blipFill>
          <a:blip r:embed="rId158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86" name="Picture 1585" descr="image.png"/>
          <p:cNvPicPr>
            <a:picLocks noChangeAspect="1"/>
          </p:cNvPicPr>
          <p:nvPr/>
        </p:nvPicPr>
        <p:blipFill>
          <a:blip r:embed="rId158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87" name="Picture 1586" descr="image.png"/>
          <p:cNvPicPr>
            <a:picLocks noChangeAspect="1"/>
          </p:cNvPicPr>
          <p:nvPr/>
        </p:nvPicPr>
        <p:blipFill>
          <a:blip r:embed="rId158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88" name="Picture 1587" descr="image.png"/>
          <p:cNvPicPr>
            <a:picLocks noChangeAspect="1"/>
          </p:cNvPicPr>
          <p:nvPr/>
        </p:nvPicPr>
        <p:blipFill>
          <a:blip r:embed="rId158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89" name="Picture 1588" descr="image.png"/>
          <p:cNvPicPr>
            <a:picLocks noChangeAspect="1"/>
          </p:cNvPicPr>
          <p:nvPr/>
        </p:nvPicPr>
        <p:blipFill>
          <a:blip r:embed="rId158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90" name="Picture 1589" descr="image.png"/>
          <p:cNvPicPr>
            <a:picLocks noChangeAspect="1"/>
          </p:cNvPicPr>
          <p:nvPr/>
        </p:nvPicPr>
        <p:blipFill>
          <a:blip r:embed="rId159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91" name="Picture 1590" descr="image.png"/>
          <p:cNvPicPr>
            <a:picLocks noChangeAspect="1"/>
          </p:cNvPicPr>
          <p:nvPr/>
        </p:nvPicPr>
        <p:blipFill>
          <a:blip r:embed="rId159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92" name="Picture 1591" descr="image.png"/>
          <p:cNvPicPr>
            <a:picLocks noChangeAspect="1"/>
          </p:cNvPicPr>
          <p:nvPr/>
        </p:nvPicPr>
        <p:blipFill>
          <a:blip r:embed="rId159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93" name="Picture 1592" descr="image.png"/>
          <p:cNvPicPr>
            <a:picLocks noChangeAspect="1"/>
          </p:cNvPicPr>
          <p:nvPr/>
        </p:nvPicPr>
        <p:blipFill>
          <a:blip r:embed="rId159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94" name="Picture 1593" descr="image.png"/>
          <p:cNvPicPr>
            <a:picLocks noChangeAspect="1"/>
          </p:cNvPicPr>
          <p:nvPr/>
        </p:nvPicPr>
        <p:blipFill>
          <a:blip r:embed="rId159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95" name="Picture 1594" descr="image.png"/>
          <p:cNvPicPr>
            <a:picLocks noChangeAspect="1"/>
          </p:cNvPicPr>
          <p:nvPr/>
        </p:nvPicPr>
        <p:blipFill>
          <a:blip r:embed="rId159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96" name="Picture 1595" descr="image.png"/>
          <p:cNvPicPr>
            <a:picLocks noChangeAspect="1"/>
          </p:cNvPicPr>
          <p:nvPr/>
        </p:nvPicPr>
        <p:blipFill>
          <a:blip r:embed="rId159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97" name="Picture 1596" descr="image.png"/>
          <p:cNvPicPr>
            <a:picLocks noChangeAspect="1"/>
          </p:cNvPicPr>
          <p:nvPr/>
        </p:nvPicPr>
        <p:blipFill>
          <a:blip r:embed="rId159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98" name="Picture 1597" descr="image.png"/>
          <p:cNvPicPr>
            <a:picLocks noChangeAspect="1"/>
          </p:cNvPicPr>
          <p:nvPr/>
        </p:nvPicPr>
        <p:blipFill>
          <a:blip r:embed="rId159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599" name="Picture 1598" descr="image.png"/>
          <p:cNvPicPr>
            <a:picLocks noChangeAspect="1"/>
          </p:cNvPicPr>
          <p:nvPr/>
        </p:nvPicPr>
        <p:blipFill>
          <a:blip r:embed="rId159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00" name="Picture 1599" descr="image.png"/>
          <p:cNvPicPr>
            <a:picLocks noChangeAspect="1"/>
          </p:cNvPicPr>
          <p:nvPr/>
        </p:nvPicPr>
        <p:blipFill>
          <a:blip r:embed="rId160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01" name="Picture 1600" descr="image.png"/>
          <p:cNvPicPr>
            <a:picLocks noChangeAspect="1"/>
          </p:cNvPicPr>
          <p:nvPr/>
        </p:nvPicPr>
        <p:blipFill>
          <a:blip r:embed="rId160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02" name="Picture 1601" descr="image.png"/>
          <p:cNvPicPr>
            <a:picLocks noChangeAspect="1"/>
          </p:cNvPicPr>
          <p:nvPr/>
        </p:nvPicPr>
        <p:blipFill>
          <a:blip r:embed="rId160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03" name="Picture 1602" descr="image.png"/>
          <p:cNvPicPr>
            <a:picLocks noChangeAspect="1"/>
          </p:cNvPicPr>
          <p:nvPr/>
        </p:nvPicPr>
        <p:blipFill>
          <a:blip r:embed="rId160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04" name="Picture 1603" descr="image.png"/>
          <p:cNvPicPr>
            <a:picLocks noChangeAspect="1"/>
          </p:cNvPicPr>
          <p:nvPr/>
        </p:nvPicPr>
        <p:blipFill>
          <a:blip r:embed="rId160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05" name="Picture 1604" descr="image.png"/>
          <p:cNvPicPr>
            <a:picLocks noChangeAspect="1"/>
          </p:cNvPicPr>
          <p:nvPr/>
        </p:nvPicPr>
        <p:blipFill>
          <a:blip r:embed="rId160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06" name="Picture 1605" descr="image.png"/>
          <p:cNvPicPr>
            <a:picLocks noChangeAspect="1"/>
          </p:cNvPicPr>
          <p:nvPr/>
        </p:nvPicPr>
        <p:blipFill>
          <a:blip r:embed="rId160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07" name="Picture 1606" descr="image.png"/>
          <p:cNvPicPr>
            <a:picLocks noChangeAspect="1"/>
          </p:cNvPicPr>
          <p:nvPr/>
        </p:nvPicPr>
        <p:blipFill>
          <a:blip r:embed="rId160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08" name="Picture 1607" descr="image.png"/>
          <p:cNvPicPr>
            <a:picLocks noChangeAspect="1"/>
          </p:cNvPicPr>
          <p:nvPr/>
        </p:nvPicPr>
        <p:blipFill>
          <a:blip r:embed="rId160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09" name="Picture 1608" descr="image.png"/>
          <p:cNvPicPr>
            <a:picLocks noChangeAspect="1"/>
          </p:cNvPicPr>
          <p:nvPr/>
        </p:nvPicPr>
        <p:blipFill>
          <a:blip r:embed="rId160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10" name="Picture 1609" descr="image.png"/>
          <p:cNvPicPr>
            <a:picLocks noChangeAspect="1"/>
          </p:cNvPicPr>
          <p:nvPr/>
        </p:nvPicPr>
        <p:blipFill>
          <a:blip r:embed="rId161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11" name="Picture 1610" descr="image.png"/>
          <p:cNvPicPr>
            <a:picLocks noChangeAspect="1"/>
          </p:cNvPicPr>
          <p:nvPr/>
        </p:nvPicPr>
        <p:blipFill>
          <a:blip r:embed="rId161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12" name="Picture 1611" descr="image.png"/>
          <p:cNvPicPr>
            <a:picLocks noChangeAspect="1"/>
          </p:cNvPicPr>
          <p:nvPr/>
        </p:nvPicPr>
        <p:blipFill>
          <a:blip r:embed="rId161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13" name="Picture 1612" descr="image.png"/>
          <p:cNvPicPr>
            <a:picLocks noChangeAspect="1"/>
          </p:cNvPicPr>
          <p:nvPr/>
        </p:nvPicPr>
        <p:blipFill>
          <a:blip r:embed="rId161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14" name="Picture 1613" descr="image.png"/>
          <p:cNvPicPr>
            <a:picLocks noChangeAspect="1"/>
          </p:cNvPicPr>
          <p:nvPr/>
        </p:nvPicPr>
        <p:blipFill>
          <a:blip r:embed="rId161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15" name="Picture 1614" descr="image.png"/>
          <p:cNvPicPr>
            <a:picLocks noChangeAspect="1"/>
          </p:cNvPicPr>
          <p:nvPr/>
        </p:nvPicPr>
        <p:blipFill>
          <a:blip r:embed="rId161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16" name="Picture 1615" descr="image.png"/>
          <p:cNvPicPr>
            <a:picLocks noChangeAspect="1"/>
          </p:cNvPicPr>
          <p:nvPr/>
        </p:nvPicPr>
        <p:blipFill>
          <a:blip r:embed="rId161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17" name="Picture 1616" descr="image.png"/>
          <p:cNvPicPr>
            <a:picLocks noChangeAspect="1"/>
          </p:cNvPicPr>
          <p:nvPr/>
        </p:nvPicPr>
        <p:blipFill>
          <a:blip r:embed="rId161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18" name="Picture 1617" descr="image.png"/>
          <p:cNvPicPr>
            <a:picLocks noChangeAspect="1"/>
          </p:cNvPicPr>
          <p:nvPr/>
        </p:nvPicPr>
        <p:blipFill>
          <a:blip r:embed="rId161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19" name="Picture 1618" descr="image.png"/>
          <p:cNvPicPr>
            <a:picLocks noChangeAspect="1"/>
          </p:cNvPicPr>
          <p:nvPr/>
        </p:nvPicPr>
        <p:blipFill>
          <a:blip r:embed="rId161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20" name="Picture 1619" descr="image.png"/>
          <p:cNvPicPr>
            <a:picLocks noChangeAspect="1"/>
          </p:cNvPicPr>
          <p:nvPr/>
        </p:nvPicPr>
        <p:blipFill>
          <a:blip r:embed="rId162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21" name="Picture 1620" descr="image.png"/>
          <p:cNvPicPr>
            <a:picLocks noChangeAspect="1"/>
          </p:cNvPicPr>
          <p:nvPr/>
        </p:nvPicPr>
        <p:blipFill>
          <a:blip r:embed="rId162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22" name="Picture 1621" descr="image.png"/>
          <p:cNvPicPr>
            <a:picLocks noChangeAspect="1"/>
          </p:cNvPicPr>
          <p:nvPr/>
        </p:nvPicPr>
        <p:blipFill>
          <a:blip r:embed="rId162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23" name="Picture 1622" descr="image.png"/>
          <p:cNvPicPr>
            <a:picLocks noChangeAspect="1"/>
          </p:cNvPicPr>
          <p:nvPr/>
        </p:nvPicPr>
        <p:blipFill>
          <a:blip r:embed="rId162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24" name="Picture 1623" descr="image.png"/>
          <p:cNvPicPr>
            <a:picLocks noChangeAspect="1"/>
          </p:cNvPicPr>
          <p:nvPr/>
        </p:nvPicPr>
        <p:blipFill>
          <a:blip r:embed="rId162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25" name="Picture 1624" descr="image.png"/>
          <p:cNvPicPr>
            <a:picLocks noChangeAspect="1"/>
          </p:cNvPicPr>
          <p:nvPr/>
        </p:nvPicPr>
        <p:blipFill>
          <a:blip r:embed="rId162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26" name="Picture 1625" descr="image.png"/>
          <p:cNvPicPr>
            <a:picLocks noChangeAspect="1"/>
          </p:cNvPicPr>
          <p:nvPr/>
        </p:nvPicPr>
        <p:blipFill>
          <a:blip r:embed="rId162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27" name="Picture 1626" descr="image.png"/>
          <p:cNvPicPr>
            <a:picLocks noChangeAspect="1"/>
          </p:cNvPicPr>
          <p:nvPr/>
        </p:nvPicPr>
        <p:blipFill>
          <a:blip r:embed="rId162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28" name="Picture 1627" descr="image.png"/>
          <p:cNvPicPr>
            <a:picLocks noChangeAspect="1"/>
          </p:cNvPicPr>
          <p:nvPr/>
        </p:nvPicPr>
        <p:blipFill>
          <a:blip r:embed="rId162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29" name="Picture 1628" descr="image.png"/>
          <p:cNvPicPr>
            <a:picLocks noChangeAspect="1"/>
          </p:cNvPicPr>
          <p:nvPr/>
        </p:nvPicPr>
        <p:blipFill>
          <a:blip r:embed="rId162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30" name="Picture 1629" descr="image.png"/>
          <p:cNvPicPr>
            <a:picLocks noChangeAspect="1"/>
          </p:cNvPicPr>
          <p:nvPr/>
        </p:nvPicPr>
        <p:blipFill>
          <a:blip r:embed="rId163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31" name="Picture 1630" descr="image.png"/>
          <p:cNvPicPr>
            <a:picLocks noChangeAspect="1"/>
          </p:cNvPicPr>
          <p:nvPr/>
        </p:nvPicPr>
        <p:blipFill>
          <a:blip r:embed="rId163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32" name="Picture 1631" descr="image.png"/>
          <p:cNvPicPr>
            <a:picLocks noChangeAspect="1"/>
          </p:cNvPicPr>
          <p:nvPr/>
        </p:nvPicPr>
        <p:blipFill>
          <a:blip r:embed="rId163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33" name="Picture 1632" descr="image.png"/>
          <p:cNvPicPr>
            <a:picLocks noChangeAspect="1"/>
          </p:cNvPicPr>
          <p:nvPr/>
        </p:nvPicPr>
        <p:blipFill>
          <a:blip r:embed="rId163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34" name="Picture 1633" descr="image.png"/>
          <p:cNvPicPr>
            <a:picLocks noChangeAspect="1"/>
          </p:cNvPicPr>
          <p:nvPr/>
        </p:nvPicPr>
        <p:blipFill>
          <a:blip r:embed="rId163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35" name="Picture 1634" descr="image.png"/>
          <p:cNvPicPr>
            <a:picLocks noChangeAspect="1"/>
          </p:cNvPicPr>
          <p:nvPr/>
        </p:nvPicPr>
        <p:blipFill>
          <a:blip r:embed="rId163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36" name="Picture 1635" descr="image.png"/>
          <p:cNvPicPr>
            <a:picLocks noChangeAspect="1"/>
          </p:cNvPicPr>
          <p:nvPr/>
        </p:nvPicPr>
        <p:blipFill>
          <a:blip r:embed="rId163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37" name="Picture 1636" descr="image.png"/>
          <p:cNvPicPr>
            <a:picLocks noChangeAspect="1"/>
          </p:cNvPicPr>
          <p:nvPr/>
        </p:nvPicPr>
        <p:blipFill>
          <a:blip r:embed="rId163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38" name="Picture 1637" descr="image.png"/>
          <p:cNvPicPr>
            <a:picLocks noChangeAspect="1"/>
          </p:cNvPicPr>
          <p:nvPr/>
        </p:nvPicPr>
        <p:blipFill>
          <a:blip r:embed="rId163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39" name="Picture 1638" descr="image.png"/>
          <p:cNvPicPr>
            <a:picLocks noChangeAspect="1"/>
          </p:cNvPicPr>
          <p:nvPr/>
        </p:nvPicPr>
        <p:blipFill>
          <a:blip r:embed="rId163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40" name="Picture 1639" descr="image.png"/>
          <p:cNvPicPr>
            <a:picLocks noChangeAspect="1"/>
          </p:cNvPicPr>
          <p:nvPr/>
        </p:nvPicPr>
        <p:blipFill>
          <a:blip r:embed="rId164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41" name="Picture 1640" descr="image.png"/>
          <p:cNvPicPr>
            <a:picLocks noChangeAspect="1"/>
          </p:cNvPicPr>
          <p:nvPr/>
        </p:nvPicPr>
        <p:blipFill>
          <a:blip r:embed="rId164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42" name="Picture 1641" descr="image.png"/>
          <p:cNvPicPr>
            <a:picLocks noChangeAspect="1"/>
          </p:cNvPicPr>
          <p:nvPr/>
        </p:nvPicPr>
        <p:blipFill>
          <a:blip r:embed="rId164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43" name="Picture 1642" descr="image.png"/>
          <p:cNvPicPr>
            <a:picLocks noChangeAspect="1"/>
          </p:cNvPicPr>
          <p:nvPr/>
        </p:nvPicPr>
        <p:blipFill>
          <a:blip r:embed="rId164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44" name="Picture 1643" descr="image.png"/>
          <p:cNvPicPr>
            <a:picLocks noChangeAspect="1"/>
          </p:cNvPicPr>
          <p:nvPr/>
        </p:nvPicPr>
        <p:blipFill>
          <a:blip r:embed="rId164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45" name="Picture 1644" descr="image.png"/>
          <p:cNvPicPr>
            <a:picLocks noChangeAspect="1"/>
          </p:cNvPicPr>
          <p:nvPr/>
        </p:nvPicPr>
        <p:blipFill>
          <a:blip r:embed="rId164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46" name="Picture 1645" descr="image.png"/>
          <p:cNvPicPr>
            <a:picLocks noChangeAspect="1"/>
          </p:cNvPicPr>
          <p:nvPr/>
        </p:nvPicPr>
        <p:blipFill>
          <a:blip r:embed="rId164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47" name="Picture 1646" descr="image.png"/>
          <p:cNvPicPr>
            <a:picLocks noChangeAspect="1"/>
          </p:cNvPicPr>
          <p:nvPr/>
        </p:nvPicPr>
        <p:blipFill>
          <a:blip r:embed="rId164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48" name="Picture 1647" descr="image.png"/>
          <p:cNvPicPr>
            <a:picLocks noChangeAspect="1"/>
          </p:cNvPicPr>
          <p:nvPr/>
        </p:nvPicPr>
        <p:blipFill>
          <a:blip r:embed="rId164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49" name="Picture 1648" descr="image.png"/>
          <p:cNvPicPr>
            <a:picLocks noChangeAspect="1"/>
          </p:cNvPicPr>
          <p:nvPr/>
        </p:nvPicPr>
        <p:blipFill>
          <a:blip r:embed="rId164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50" name="Picture 1649" descr="image.png"/>
          <p:cNvPicPr>
            <a:picLocks noChangeAspect="1"/>
          </p:cNvPicPr>
          <p:nvPr/>
        </p:nvPicPr>
        <p:blipFill>
          <a:blip r:embed="rId165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51" name="Picture 1650" descr="image.png"/>
          <p:cNvPicPr>
            <a:picLocks noChangeAspect="1"/>
          </p:cNvPicPr>
          <p:nvPr/>
        </p:nvPicPr>
        <p:blipFill>
          <a:blip r:embed="rId165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52" name="Picture 1651" descr="image.png"/>
          <p:cNvPicPr>
            <a:picLocks noChangeAspect="1"/>
          </p:cNvPicPr>
          <p:nvPr/>
        </p:nvPicPr>
        <p:blipFill>
          <a:blip r:embed="rId165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53" name="Picture 1652" descr="image.png"/>
          <p:cNvPicPr>
            <a:picLocks noChangeAspect="1"/>
          </p:cNvPicPr>
          <p:nvPr/>
        </p:nvPicPr>
        <p:blipFill>
          <a:blip r:embed="rId165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54" name="Picture 1653" descr="image.png"/>
          <p:cNvPicPr>
            <a:picLocks noChangeAspect="1"/>
          </p:cNvPicPr>
          <p:nvPr/>
        </p:nvPicPr>
        <p:blipFill>
          <a:blip r:embed="rId165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55" name="Picture 1654" descr="image.png"/>
          <p:cNvPicPr>
            <a:picLocks noChangeAspect="1"/>
          </p:cNvPicPr>
          <p:nvPr/>
        </p:nvPicPr>
        <p:blipFill>
          <a:blip r:embed="rId165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56" name="Picture 1655" descr="image.png"/>
          <p:cNvPicPr>
            <a:picLocks noChangeAspect="1"/>
          </p:cNvPicPr>
          <p:nvPr/>
        </p:nvPicPr>
        <p:blipFill>
          <a:blip r:embed="rId165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57" name="Picture 1656" descr="image.png"/>
          <p:cNvPicPr>
            <a:picLocks noChangeAspect="1"/>
          </p:cNvPicPr>
          <p:nvPr/>
        </p:nvPicPr>
        <p:blipFill>
          <a:blip r:embed="rId165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58" name="Picture 1657" descr="image.png"/>
          <p:cNvPicPr>
            <a:picLocks noChangeAspect="1"/>
          </p:cNvPicPr>
          <p:nvPr/>
        </p:nvPicPr>
        <p:blipFill>
          <a:blip r:embed="rId165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59" name="Picture 1658" descr="image.png"/>
          <p:cNvPicPr>
            <a:picLocks noChangeAspect="1"/>
          </p:cNvPicPr>
          <p:nvPr/>
        </p:nvPicPr>
        <p:blipFill>
          <a:blip r:embed="rId165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60" name="Picture 1659" descr="image.png"/>
          <p:cNvPicPr>
            <a:picLocks noChangeAspect="1"/>
          </p:cNvPicPr>
          <p:nvPr/>
        </p:nvPicPr>
        <p:blipFill>
          <a:blip r:embed="rId166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61" name="Picture 1660" descr="image.png"/>
          <p:cNvPicPr>
            <a:picLocks noChangeAspect="1"/>
          </p:cNvPicPr>
          <p:nvPr/>
        </p:nvPicPr>
        <p:blipFill>
          <a:blip r:embed="rId166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62" name="Picture 1661" descr="image.png"/>
          <p:cNvPicPr>
            <a:picLocks noChangeAspect="1"/>
          </p:cNvPicPr>
          <p:nvPr/>
        </p:nvPicPr>
        <p:blipFill>
          <a:blip r:embed="rId166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63" name="Picture 1662" descr="image.png"/>
          <p:cNvPicPr>
            <a:picLocks noChangeAspect="1"/>
          </p:cNvPicPr>
          <p:nvPr/>
        </p:nvPicPr>
        <p:blipFill>
          <a:blip r:embed="rId166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64" name="Picture 1663" descr="image.png"/>
          <p:cNvPicPr>
            <a:picLocks noChangeAspect="1"/>
          </p:cNvPicPr>
          <p:nvPr/>
        </p:nvPicPr>
        <p:blipFill>
          <a:blip r:embed="rId166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65" name="Picture 1664" descr="image.png"/>
          <p:cNvPicPr>
            <a:picLocks noChangeAspect="1"/>
          </p:cNvPicPr>
          <p:nvPr/>
        </p:nvPicPr>
        <p:blipFill>
          <a:blip r:embed="rId166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66" name="Picture 1665" descr="image.png"/>
          <p:cNvPicPr>
            <a:picLocks noChangeAspect="1"/>
          </p:cNvPicPr>
          <p:nvPr/>
        </p:nvPicPr>
        <p:blipFill>
          <a:blip r:embed="rId166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67" name="Picture 1666" descr="image.png"/>
          <p:cNvPicPr>
            <a:picLocks noChangeAspect="1"/>
          </p:cNvPicPr>
          <p:nvPr/>
        </p:nvPicPr>
        <p:blipFill>
          <a:blip r:embed="rId166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68" name="Picture 1667" descr="image.png"/>
          <p:cNvPicPr>
            <a:picLocks noChangeAspect="1"/>
          </p:cNvPicPr>
          <p:nvPr/>
        </p:nvPicPr>
        <p:blipFill>
          <a:blip r:embed="rId166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69" name="Picture 1668" descr="image.png"/>
          <p:cNvPicPr>
            <a:picLocks noChangeAspect="1"/>
          </p:cNvPicPr>
          <p:nvPr/>
        </p:nvPicPr>
        <p:blipFill>
          <a:blip r:embed="rId166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70" name="Picture 1669" descr="image.png"/>
          <p:cNvPicPr>
            <a:picLocks noChangeAspect="1"/>
          </p:cNvPicPr>
          <p:nvPr/>
        </p:nvPicPr>
        <p:blipFill>
          <a:blip r:embed="rId167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71" name="Picture 1670" descr="image.png"/>
          <p:cNvPicPr>
            <a:picLocks noChangeAspect="1"/>
          </p:cNvPicPr>
          <p:nvPr/>
        </p:nvPicPr>
        <p:blipFill>
          <a:blip r:embed="rId167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72" name="Picture 1671" descr="image.png"/>
          <p:cNvPicPr>
            <a:picLocks noChangeAspect="1"/>
          </p:cNvPicPr>
          <p:nvPr/>
        </p:nvPicPr>
        <p:blipFill>
          <a:blip r:embed="rId167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73" name="Picture 1672" descr="image.png"/>
          <p:cNvPicPr>
            <a:picLocks noChangeAspect="1"/>
          </p:cNvPicPr>
          <p:nvPr/>
        </p:nvPicPr>
        <p:blipFill>
          <a:blip r:embed="rId167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74" name="Picture 1673" descr="image.png"/>
          <p:cNvPicPr>
            <a:picLocks noChangeAspect="1"/>
          </p:cNvPicPr>
          <p:nvPr/>
        </p:nvPicPr>
        <p:blipFill>
          <a:blip r:embed="rId167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75" name="Picture 1674" descr="image.png"/>
          <p:cNvPicPr>
            <a:picLocks noChangeAspect="1"/>
          </p:cNvPicPr>
          <p:nvPr/>
        </p:nvPicPr>
        <p:blipFill>
          <a:blip r:embed="rId167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76" name="Picture 1675" descr="image.png"/>
          <p:cNvPicPr>
            <a:picLocks noChangeAspect="1"/>
          </p:cNvPicPr>
          <p:nvPr/>
        </p:nvPicPr>
        <p:blipFill>
          <a:blip r:embed="rId167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77" name="Picture 1676" descr="image.png"/>
          <p:cNvPicPr>
            <a:picLocks noChangeAspect="1"/>
          </p:cNvPicPr>
          <p:nvPr/>
        </p:nvPicPr>
        <p:blipFill>
          <a:blip r:embed="rId167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78" name="Picture 1677" descr="image.png"/>
          <p:cNvPicPr>
            <a:picLocks noChangeAspect="1"/>
          </p:cNvPicPr>
          <p:nvPr/>
        </p:nvPicPr>
        <p:blipFill>
          <a:blip r:embed="rId167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79" name="Picture 1678" descr="image.png"/>
          <p:cNvPicPr>
            <a:picLocks noChangeAspect="1"/>
          </p:cNvPicPr>
          <p:nvPr/>
        </p:nvPicPr>
        <p:blipFill>
          <a:blip r:embed="rId167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80" name="Picture 1679" descr="image.png"/>
          <p:cNvPicPr>
            <a:picLocks noChangeAspect="1"/>
          </p:cNvPicPr>
          <p:nvPr/>
        </p:nvPicPr>
        <p:blipFill>
          <a:blip r:embed="rId168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81" name="Picture 1680" descr="image.png"/>
          <p:cNvPicPr>
            <a:picLocks noChangeAspect="1"/>
          </p:cNvPicPr>
          <p:nvPr/>
        </p:nvPicPr>
        <p:blipFill>
          <a:blip r:embed="rId168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82" name="Picture 1681" descr="image.png"/>
          <p:cNvPicPr>
            <a:picLocks noChangeAspect="1"/>
          </p:cNvPicPr>
          <p:nvPr/>
        </p:nvPicPr>
        <p:blipFill>
          <a:blip r:embed="rId168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83" name="Picture 1682" descr="image.png"/>
          <p:cNvPicPr>
            <a:picLocks noChangeAspect="1"/>
          </p:cNvPicPr>
          <p:nvPr/>
        </p:nvPicPr>
        <p:blipFill>
          <a:blip r:embed="rId168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84" name="Picture 1683" descr="image.png"/>
          <p:cNvPicPr>
            <a:picLocks noChangeAspect="1"/>
          </p:cNvPicPr>
          <p:nvPr/>
        </p:nvPicPr>
        <p:blipFill>
          <a:blip r:embed="rId168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85" name="Picture 1684" descr="image.png"/>
          <p:cNvPicPr>
            <a:picLocks noChangeAspect="1"/>
          </p:cNvPicPr>
          <p:nvPr/>
        </p:nvPicPr>
        <p:blipFill>
          <a:blip r:embed="rId168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86" name="Picture 1685" descr="image.png"/>
          <p:cNvPicPr>
            <a:picLocks noChangeAspect="1"/>
          </p:cNvPicPr>
          <p:nvPr/>
        </p:nvPicPr>
        <p:blipFill>
          <a:blip r:embed="rId168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87" name="Picture 1686" descr="image.png"/>
          <p:cNvPicPr>
            <a:picLocks noChangeAspect="1"/>
          </p:cNvPicPr>
          <p:nvPr/>
        </p:nvPicPr>
        <p:blipFill>
          <a:blip r:embed="rId168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88" name="Picture 1687" descr="image.png"/>
          <p:cNvPicPr>
            <a:picLocks noChangeAspect="1"/>
          </p:cNvPicPr>
          <p:nvPr/>
        </p:nvPicPr>
        <p:blipFill>
          <a:blip r:embed="rId168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89" name="Picture 1688" descr="image.png"/>
          <p:cNvPicPr>
            <a:picLocks noChangeAspect="1"/>
          </p:cNvPicPr>
          <p:nvPr/>
        </p:nvPicPr>
        <p:blipFill>
          <a:blip r:embed="rId168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90" name="Picture 1689" descr="image.png"/>
          <p:cNvPicPr>
            <a:picLocks noChangeAspect="1"/>
          </p:cNvPicPr>
          <p:nvPr/>
        </p:nvPicPr>
        <p:blipFill>
          <a:blip r:embed="rId169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91" name="Picture 1690" descr="image.png"/>
          <p:cNvPicPr>
            <a:picLocks noChangeAspect="1"/>
          </p:cNvPicPr>
          <p:nvPr/>
        </p:nvPicPr>
        <p:blipFill>
          <a:blip r:embed="rId169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92" name="Picture 1691" descr="image.png"/>
          <p:cNvPicPr>
            <a:picLocks noChangeAspect="1"/>
          </p:cNvPicPr>
          <p:nvPr/>
        </p:nvPicPr>
        <p:blipFill>
          <a:blip r:embed="rId169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93" name="Picture 1692" descr="image.png"/>
          <p:cNvPicPr>
            <a:picLocks noChangeAspect="1"/>
          </p:cNvPicPr>
          <p:nvPr/>
        </p:nvPicPr>
        <p:blipFill>
          <a:blip r:embed="rId169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94" name="Picture 1693" descr="image.png"/>
          <p:cNvPicPr>
            <a:picLocks noChangeAspect="1"/>
          </p:cNvPicPr>
          <p:nvPr/>
        </p:nvPicPr>
        <p:blipFill>
          <a:blip r:embed="rId169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95" name="Picture 1694" descr="image.png"/>
          <p:cNvPicPr>
            <a:picLocks noChangeAspect="1"/>
          </p:cNvPicPr>
          <p:nvPr/>
        </p:nvPicPr>
        <p:blipFill>
          <a:blip r:embed="rId169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96" name="Picture 1695" descr="image.png"/>
          <p:cNvPicPr>
            <a:picLocks noChangeAspect="1"/>
          </p:cNvPicPr>
          <p:nvPr/>
        </p:nvPicPr>
        <p:blipFill>
          <a:blip r:embed="rId169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97" name="Picture 1696" descr="image.png"/>
          <p:cNvPicPr>
            <a:picLocks noChangeAspect="1"/>
          </p:cNvPicPr>
          <p:nvPr/>
        </p:nvPicPr>
        <p:blipFill>
          <a:blip r:embed="rId169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98" name="Picture 1697" descr="image.png"/>
          <p:cNvPicPr>
            <a:picLocks noChangeAspect="1"/>
          </p:cNvPicPr>
          <p:nvPr/>
        </p:nvPicPr>
        <p:blipFill>
          <a:blip r:embed="rId169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699" name="Picture 1698" descr="image.png"/>
          <p:cNvPicPr>
            <a:picLocks noChangeAspect="1"/>
          </p:cNvPicPr>
          <p:nvPr/>
        </p:nvPicPr>
        <p:blipFill>
          <a:blip r:embed="rId169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00" name="Picture 1699" descr="image.png"/>
          <p:cNvPicPr>
            <a:picLocks noChangeAspect="1"/>
          </p:cNvPicPr>
          <p:nvPr/>
        </p:nvPicPr>
        <p:blipFill>
          <a:blip r:embed="rId170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01" name="Picture 1700" descr="image.png"/>
          <p:cNvPicPr>
            <a:picLocks noChangeAspect="1"/>
          </p:cNvPicPr>
          <p:nvPr/>
        </p:nvPicPr>
        <p:blipFill>
          <a:blip r:embed="rId170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02" name="Picture 1701" descr="image.png"/>
          <p:cNvPicPr>
            <a:picLocks noChangeAspect="1"/>
          </p:cNvPicPr>
          <p:nvPr/>
        </p:nvPicPr>
        <p:blipFill>
          <a:blip r:embed="rId170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03" name="Picture 1702" descr="image.png"/>
          <p:cNvPicPr>
            <a:picLocks noChangeAspect="1"/>
          </p:cNvPicPr>
          <p:nvPr/>
        </p:nvPicPr>
        <p:blipFill>
          <a:blip r:embed="rId170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04" name="Picture 1703" descr="image.png"/>
          <p:cNvPicPr>
            <a:picLocks noChangeAspect="1"/>
          </p:cNvPicPr>
          <p:nvPr/>
        </p:nvPicPr>
        <p:blipFill>
          <a:blip r:embed="rId170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05" name="Picture 1704" descr="image.png"/>
          <p:cNvPicPr>
            <a:picLocks noChangeAspect="1"/>
          </p:cNvPicPr>
          <p:nvPr/>
        </p:nvPicPr>
        <p:blipFill>
          <a:blip r:embed="rId170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06" name="Picture 1705" descr="image.png"/>
          <p:cNvPicPr>
            <a:picLocks noChangeAspect="1"/>
          </p:cNvPicPr>
          <p:nvPr/>
        </p:nvPicPr>
        <p:blipFill>
          <a:blip r:embed="rId170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07" name="Picture 1706" descr="image.png"/>
          <p:cNvPicPr>
            <a:picLocks noChangeAspect="1"/>
          </p:cNvPicPr>
          <p:nvPr/>
        </p:nvPicPr>
        <p:blipFill>
          <a:blip r:embed="rId170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08" name="Picture 1707" descr="image.png"/>
          <p:cNvPicPr>
            <a:picLocks noChangeAspect="1"/>
          </p:cNvPicPr>
          <p:nvPr/>
        </p:nvPicPr>
        <p:blipFill>
          <a:blip r:embed="rId170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09" name="Picture 1708" descr="image.png"/>
          <p:cNvPicPr>
            <a:picLocks noChangeAspect="1"/>
          </p:cNvPicPr>
          <p:nvPr/>
        </p:nvPicPr>
        <p:blipFill>
          <a:blip r:embed="rId170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10" name="Picture 1709" descr="image.png"/>
          <p:cNvPicPr>
            <a:picLocks noChangeAspect="1"/>
          </p:cNvPicPr>
          <p:nvPr/>
        </p:nvPicPr>
        <p:blipFill>
          <a:blip r:embed="rId171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11" name="Picture 1710" descr="image.png"/>
          <p:cNvPicPr>
            <a:picLocks noChangeAspect="1"/>
          </p:cNvPicPr>
          <p:nvPr/>
        </p:nvPicPr>
        <p:blipFill>
          <a:blip r:embed="rId171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12" name="Picture 1711" descr="image.png"/>
          <p:cNvPicPr>
            <a:picLocks noChangeAspect="1"/>
          </p:cNvPicPr>
          <p:nvPr/>
        </p:nvPicPr>
        <p:blipFill>
          <a:blip r:embed="rId171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13" name="Picture 1712" descr="image.png"/>
          <p:cNvPicPr>
            <a:picLocks noChangeAspect="1"/>
          </p:cNvPicPr>
          <p:nvPr/>
        </p:nvPicPr>
        <p:blipFill>
          <a:blip r:embed="rId171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14" name="Picture 1713" descr="image.png"/>
          <p:cNvPicPr>
            <a:picLocks noChangeAspect="1"/>
          </p:cNvPicPr>
          <p:nvPr/>
        </p:nvPicPr>
        <p:blipFill>
          <a:blip r:embed="rId171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15" name="Picture 1714" descr="image.png"/>
          <p:cNvPicPr>
            <a:picLocks noChangeAspect="1"/>
          </p:cNvPicPr>
          <p:nvPr/>
        </p:nvPicPr>
        <p:blipFill>
          <a:blip r:embed="rId171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16" name="Picture 1715" descr="image.png"/>
          <p:cNvPicPr>
            <a:picLocks noChangeAspect="1"/>
          </p:cNvPicPr>
          <p:nvPr/>
        </p:nvPicPr>
        <p:blipFill>
          <a:blip r:embed="rId171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17" name="Picture 1716" descr="image.png"/>
          <p:cNvPicPr>
            <a:picLocks noChangeAspect="1"/>
          </p:cNvPicPr>
          <p:nvPr/>
        </p:nvPicPr>
        <p:blipFill>
          <a:blip r:embed="rId171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18" name="Picture 1717" descr="image.png"/>
          <p:cNvPicPr>
            <a:picLocks noChangeAspect="1"/>
          </p:cNvPicPr>
          <p:nvPr/>
        </p:nvPicPr>
        <p:blipFill>
          <a:blip r:embed="rId171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19" name="Picture 1718" descr="image.png"/>
          <p:cNvPicPr>
            <a:picLocks noChangeAspect="1"/>
          </p:cNvPicPr>
          <p:nvPr/>
        </p:nvPicPr>
        <p:blipFill>
          <a:blip r:embed="rId171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20" name="Picture 1719" descr="image.png"/>
          <p:cNvPicPr>
            <a:picLocks noChangeAspect="1"/>
          </p:cNvPicPr>
          <p:nvPr/>
        </p:nvPicPr>
        <p:blipFill>
          <a:blip r:embed="rId172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21" name="Picture 1720" descr="image.png"/>
          <p:cNvPicPr>
            <a:picLocks noChangeAspect="1"/>
          </p:cNvPicPr>
          <p:nvPr/>
        </p:nvPicPr>
        <p:blipFill>
          <a:blip r:embed="rId172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22" name="Picture 1721" descr="image.png"/>
          <p:cNvPicPr>
            <a:picLocks noChangeAspect="1"/>
          </p:cNvPicPr>
          <p:nvPr/>
        </p:nvPicPr>
        <p:blipFill>
          <a:blip r:embed="rId172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23" name="Picture 1722" descr="image.png"/>
          <p:cNvPicPr>
            <a:picLocks noChangeAspect="1"/>
          </p:cNvPicPr>
          <p:nvPr/>
        </p:nvPicPr>
        <p:blipFill>
          <a:blip r:embed="rId172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24" name="Picture 1723" descr="image.png"/>
          <p:cNvPicPr>
            <a:picLocks noChangeAspect="1"/>
          </p:cNvPicPr>
          <p:nvPr/>
        </p:nvPicPr>
        <p:blipFill>
          <a:blip r:embed="rId172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25" name="Picture 1724" descr="image.png"/>
          <p:cNvPicPr>
            <a:picLocks noChangeAspect="1"/>
          </p:cNvPicPr>
          <p:nvPr/>
        </p:nvPicPr>
        <p:blipFill>
          <a:blip r:embed="rId172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26" name="Picture 1725" descr="image.png"/>
          <p:cNvPicPr>
            <a:picLocks noChangeAspect="1"/>
          </p:cNvPicPr>
          <p:nvPr/>
        </p:nvPicPr>
        <p:blipFill>
          <a:blip r:embed="rId172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27" name="Picture 1726" descr="image.png"/>
          <p:cNvPicPr>
            <a:picLocks noChangeAspect="1"/>
          </p:cNvPicPr>
          <p:nvPr/>
        </p:nvPicPr>
        <p:blipFill>
          <a:blip r:embed="rId172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28" name="Picture 1727" descr="image.png"/>
          <p:cNvPicPr>
            <a:picLocks noChangeAspect="1"/>
          </p:cNvPicPr>
          <p:nvPr/>
        </p:nvPicPr>
        <p:blipFill>
          <a:blip r:embed="rId172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29" name="Picture 1728" descr="image.png"/>
          <p:cNvPicPr>
            <a:picLocks noChangeAspect="1"/>
          </p:cNvPicPr>
          <p:nvPr/>
        </p:nvPicPr>
        <p:blipFill>
          <a:blip r:embed="rId172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30" name="Picture 1729" descr="image.png"/>
          <p:cNvPicPr>
            <a:picLocks noChangeAspect="1"/>
          </p:cNvPicPr>
          <p:nvPr/>
        </p:nvPicPr>
        <p:blipFill>
          <a:blip r:embed="rId173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31" name="Picture 1730" descr="image.png"/>
          <p:cNvPicPr>
            <a:picLocks noChangeAspect="1"/>
          </p:cNvPicPr>
          <p:nvPr/>
        </p:nvPicPr>
        <p:blipFill>
          <a:blip r:embed="rId173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32" name="Picture 1731" descr="image.png"/>
          <p:cNvPicPr>
            <a:picLocks noChangeAspect="1"/>
          </p:cNvPicPr>
          <p:nvPr/>
        </p:nvPicPr>
        <p:blipFill>
          <a:blip r:embed="rId173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33" name="Picture 1732" descr="image.png"/>
          <p:cNvPicPr>
            <a:picLocks noChangeAspect="1"/>
          </p:cNvPicPr>
          <p:nvPr/>
        </p:nvPicPr>
        <p:blipFill>
          <a:blip r:embed="rId173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34" name="Picture 1733" descr="image.png"/>
          <p:cNvPicPr>
            <a:picLocks noChangeAspect="1"/>
          </p:cNvPicPr>
          <p:nvPr/>
        </p:nvPicPr>
        <p:blipFill>
          <a:blip r:embed="rId173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35" name="Picture 1734" descr="image.png"/>
          <p:cNvPicPr>
            <a:picLocks noChangeAspect="1"/>
          </p:cNvPicPr>
          <p:nvPr/>
        </p:nvPicPr>
        <p:blipFill>
          <a:blip r:embed="rId173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36" name="Picture 1735" descr="image.png"/>
          <p:cNvPicPr>
            <a:picLocks noChangeAspect="1"/>
          </p:cNvPicPr>
          <p:nvPr/>
        </p:nvPicPr>
        <p:blipFill>
          <a:blip r:embed="rId173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37" name="Picture 1736" descr="image.png"/>
          <p:cNvPicPr>
            <a:picLocks noChangeAspect="1"/>
          </p:cNvPicPr>
          <p:nvPr/>
        </p:nvPicPr>
        <p:blipFill>
          <a:blip r:embed="rId173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38" name="Picture 1737" descr="image.png"/>
          <p:cNvPicPr>
            <a:picLocks noChangeAspect="1"/>
          </p:cNvPicPr>
          <p:nvPr/>
        </p:nvPicPr>
        <p:blipFill>
          <a:blip r:embed="rId173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39" name="Picture 1738" descr="image.png"/>
          <p:cNvPicPr>
            <a:picLocks noChangeAspect="1"/>
          </p:cNvPicPr>
          <p:nvPr/>
        </p:nvPicPr>
        <p:blipFill>
          <a:blip r:embed="rId173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40" name="Picture 1739" descr="image.png"/>
          <p:cNvPicPr>
            <a:picLocks noChangeAspect="1"/>
          </p:cNvPicPr>
          <p:nvPr/>
        </p:nvPicPr>
        <p:blipFill>
          <a:blip r:embed="rId174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41" name="Picture 1740" descr="image.png"/>
          <p:cNvPicPr>
            <a:picLocks noChangeAspect="1"/>
          </p:cNvPicPr>
          <p:nvPr/>
        </p:nvPicPr>
        <p:blipFill>
          <a:blip r:embed="rId174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42" name="Picture 1741" descr="image.png"/>
          <p:cNvPicPr>
            <a:picLocks noChangeAspect="1"/>
          </p:cNvPicPr>
          <p:nvPr/>
        </p:nvPicPr>
        <p:blipFill>
          <a:blip r:embed="rId174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43" name="Picture 1742" descr="image.png"/>
          <p:cNvPicPr>
            <a:picLocks noChangeAspect="1"/>
          </p:cNvPicPr>
          <p:nvPr/>
        </p:nvPicPr>
        <p:blipFill>
          <a:blip r:embed="rId174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44" name="Picture 1743" descr="image.png"/>
          <p:cNvPicPr>
            <a:picLocks noChangeAspect="1"/>
          </p:cNvPicPr>
          <p:nvPr/>
        </p:nvPicPr>
        <p:blipFill>
          <a:blip r:embed="rId174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45" name="Picture 1744" descr="image.png"/>
          <p:cNvPicPr>
            <a:picLocks noChangeAspect="1"/>
          </p:cNvPicPr>
          <p:nvPr/>
        </p:nvPicPr>
        <p:blipFill>
          <a:blip r:embed="rId174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46" name="Picture 1745" descr="image.png"/>
          <p:cNvPicPr>
            <a:picLocks noChangeAspect="1"/>
          </p:cNvPicPr>
          <p:nvPr/>
        </p:nvPicPr>
        <p:blipFill>
          <a:blip r:embed="rId174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47" name="Picture 1746" descr="image.png"/>
          <p:cNvPicPr>
            <a:picLocks noChangeAspect="1"/>
          </p:cNvPicPr>
          <p:nvPr/>
        </p:nvPicPr>
        <p:blipFill>
          <a:blip r:embed="rId174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48" name="Picture 1747" descr="image.png"/>
          <p:cNvPicPr>
            <a:picLocks noChangeAspect="1"/>
          </p:cNvPicPr>
          <p:nvPr/>
        </p:nvPicPr>
        <p:blipFill>
          <a:blip r:embed="rId174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49" name="Picture 1748" descr="image.png"/>
          <p:cNvPicPr>
            <a:picLocks noChangeAspect="1"/>
          </p:cNvPicPr>
          <p:nvPr/>
        </p:nvPicPr>
        <p:blipFill>
          <a:blip r:embed="rId174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50" name="Picture 1749" descr="image.png"/>
          <p:cNvPicPr>
            <a:picLocks noChangeAspect="1"/>
          </p:cNvPicPr>
          <p:nvPr/>
        </p:nvPicPr>
        <p:blipFill>
          <a:blip r:embed="rId175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51" name="Picture 1750" descr="image.png"/>
          <p:cNvPicPr>
            <a:picLocks noChangeAspect="1"/>
          </p:cNvPicPr>
          <p:nvPr/>
        </p:nvPicPr>
        <p:blipFill>
          <a:blip r:embed="rId175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52" name="Picture 1751" descr="image.png"/>
          <p:cNvPicPr>
            <a:picLocks noChangeAspect="1"/>
          </p:cNvPicPr>
          <p:nvPr/>
        </p:nvPicPr>
        <p:blipFill>
          <a:blip r:embed="rId175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53" name="Picture 1752" descr="image.png"/>
          <p:cNvPicPr>
            <a:picLocks noChangeAspect="1"/>
          </p:cNvPicPr>
          <p:nvPr/>
        </p:nvPicPr>
        <p:blipFill>
          <a:blip r:embed="rId175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54" name="Picture 1753" descr="image.png"/>
          <p:cNvPicPr>
            <a:picLocks noChangeAspect="1"/>
          </p:cNvPicPr>
          <p:nvPr/>
        </p:nvPicPr>
        <p:blipFill>
          <a:blip r:embed="rId175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55" name="Picture 1754" descr="image.png"/>
          <p:cNvPicPr>
            <a:picLocks noChangeAspect="1"/>
          </p:cNvPicPr>
          <p:nvPr/>
        </p:nvPicPr>
        <p:blipFill>
          <a:blip r:embed="rId175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56" name="Picture 1755" descr="image.png"/>
          <p:cNvPicPr>
            <a:picLocks noChangeAspect="1"/>
          </p:cNvPicPr>
          <p:nvPr/>
        </p:nvPicPr>
        <p:blipFill>
          <a:blip r:embed="rId175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57" name="Picture 1756" descr="image.png"/>
          <p:cNvPicPr>
            <a:picLocks noChangeAspect="1"/>
          </p:cNvPicPr>
          <p:nvPr/>
        </p:nvPicPr>
        <p:blipFill>
          <a:blip r:embed="rId175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58" name="Picture 1757" descr="image.png"/>
          <p:cNvPicPr>
            <a:picLocks noChangeAspect="1"/>
          </p:cNvPicPr>
          <p:nvPr/>
        </p:nvPicPr>
        <p:blipFill>
          <a:blip r:embed="rId175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59" name="Picture 1758" descr="image.png"/>
          <p:cNvPicPr>
            <a:picLocks noChangeAspect="1"/>
          </p:cNvPicPr>
          <p:nvPr/>
        </p:nvPicPr>
        <p:blipFill>
          <a:blip r:embed="rId175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60" name="Picture 1759" descr="image.png"/>
          <p:cNvPicPr>
            <a:picLocks noChangeAspect="1"/>
          </p:cNvPicPr>
          <p:nvPr/>
        </p:nvPicPr>
        <p:blipFill>
          <a:blip r:embed="rId176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61" name="Picture 1760" descr="image.png"/>
          <p:cNvPicPr>
            <a:picLocks noChangeAspect="1"/>
          </p:cNvPicPr>
          <p:nvPr/>
        </p:nvPicPr>
        <p:blipFill>
          <a:blip r:embed="rId176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62" name="Picture 1761" descr="image.png"/>
          <p:cNvPicPr>
            <a:picLocks noChangeAspect="1"/>
          </p:cNvPicPr>
          <p:nvPr/>
        </p:nvPicPr>
        <p:blipFill>
          <a:blip r:embed="rId176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63" name="Picture 1762" descr="image.png"/>
          <p:cNvPicPr>
            <a:picLocks noChangeAspect="1"/>
          </p:cNvPicPr>
          <p:nvPr/>
        </p:nvPicPr>
        <p:blipFill>
          <a:blip r:embed="rId176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64" name="Picture 1763" descr="image.png"/>
          <p:cNvPicPr>
            <a:picLocks noChangeAspect="1"/>
          </p:cNvPicPr>
          <p:nvPr/>
        </p:nvPicPr>
        <p:blipFill>
          <a:blip r:embed="rId176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65" name="Picture 1764" descr="image.png"/>
          <p:cNvPicPr>
            <a:picLocks noChangeAspect="1"/>
          </p:cNvPicPr>
          <p:nvPr/>
        </p:nvPicPr>
        <p:blipFill>
          <a:blip r:embed="rId176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66" name="Picture 1765" descr="image.png"/>
          <p:cNvPicPr>
            <a:picLocks noChangeAspect="1"/>
          </p:cNvPicPr>
          <p:nvPr/>
        </p:nvPicPr>
        <p:blipFill>
          <a:blip r:embed="rId176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67" name="Picture 1766" descr="image.png"/>
          <p:cNvPicPr>
            <a:picLocks noChangeAspect="1"/>
          </p:cNvPicPr>
          <p:nvPr/>
        </p:nvPicPr>
        <p:blipFill>
          <a:blip r:embed="rId176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68" name="Picture 1767" descr="image.png"/>
          <p:cNvPicPr>
            <a:picLocks noChangeAspect="1"/>
          </p:cNvPicPr>
          <p:nvPr/>
        </p:nvPicPr>
        <p:blipFill>
          <a:blip r:embed="rId176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69" name="Picture 1768" descr="image.png"/>
          <p:cNvPicPr>
            <a:picLocks noChangeAspect="1"/>
          </p:cNvPicPr>
          <p:nvPr/>
        </p:nvPicPr>
        <p:blipFill>
          <a:blip r:embed="rId176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70" name="Picture 1769" descr="image.png"/>
          <p:cNvPicPr>
            <a:picLocks noChangeAspect="1"/>
          </p:cNvPicPr>
          <p:nvPr/>
        </p:nvPicPr>
        <p:blipFill>
          <a:blip r:embed="rId177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71" name="Picture 1770" descr="image.png"/>
          <p:cNvPicPr>
            <a:picLocks noChangeAspect="1"/>
          </p:cNvPicPr>
          <p:nvPr/>
        </p:nvPicPr>
        <p:blipFill>
          <a:blip r:embed="rId177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72" name="Picture 1771" descr="image.png"/>
          <p:cNvPicPr>
            <a:picLocks noChangeAspect="1"/>
          </p:cNvPicPr>
          <p:nvPr/>
        </p:nvPicPr>
        <p:blipFill>
          <a:blip r:embed="rId177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73" name="Picture 1772" descr="image.png"/>
          <p:cNvPicPr>
            <a:picLocks noChangeAspect="1"/>
          </p:cNvPicPr>
          <p:nvPr/>
        </p:nvPicPr>
        <p:blipFill>
          <a:blip r:embed="rId177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74" name="Picture 1773" descr="image.png"/>
          <p:cNvPicPr>
            <a:picLocks noChangeAspect="1"/>
          </p:cNvPicPr>
          <p:nvPr/>
        </p:nvPicPr>
        <p:blipFill>
          <a:blip r:embed="rId177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75" name="Picture 1774" descr="image.png"/>
          <p:cNvPicPr>
            <a:picLocks noChangeAspect="1"/>
          </p:cNvPicPr>
          <p:nvPr/>
        </p:nvPicPr>
        <p:blipFill>
          <a:blip r:embed="rId177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76" name="Picture 1775" descr="image.png"/>
          <p:cNvPicPr>
            <a:picLocks noChangeAspect="1"/>
          </p:cNvPicPr>
          <p:nvPr/>
        </p:nvPicPr>
        <p:blipFill>
          <a:blip r:embed="rId177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77" name="Picture 1776" descr="image.png"/>
          <p:cNvPicPr>
            <a:picLocks noChangeAspect="1"/>
          </p:cNvPicPr>
          <p:nvPr/>
        </p:nvPicPr>
        <p:blipFill>
          <a:blip r:embed="rId177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78" name="Picture 1777" descr="image.png"/>
          <p:cNvPicPr>
            <a:picLocks noChangeAspect="1"/>
          </p:cNvPicPr>
          <p:nvPr/>
        </p:nvPicPr>
        <p:blipFill>
          <a:blip r:embed="rId177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79" name="Picture 1778" descr="image.png"/>
          <p:cNvPicPr>
            <a:picLocks noChangeAspect="1"/>
          </p:cNvPicPr>
          <p:nvPr/>
        </p:nvPicPr>
        <p:blipFill>
          <a:blip r:embed="rId177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80" name="Picture 1779" descr="image.png"/>
          <p:cNvPicPr>
            <a:picLocks noChangeAspect="1"/>
          </p:cNvPicPr>
          <p:nvPr/>
        </p:nvPicPr>
        <p:blipFill>
          <a:blip r:embed="rId178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81" name="Picture 1780" descr="image.png"/>
          <p:cNvPicPr>
            <a:picLocks noChangeAspect="1"/>
          </p:cNvPicPr>
          <p:nvPr/>
        </p:nvPicPr>
        <p:blipFill>
          <a:blip r:embed="rId178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82" name="Picture 1781" descr="image.png"/>
          <p:cNvPicPr>
            <a:picLocks noChangeAspect="1"/>
          </p:cNvPicPr>
          <p:nvPr/>
        </p:nvPicPr>
        <p:blipFill>
          <a:blip r:embed="rId178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83" name="Picture 1782" descr="image.png"/>
          <p:cNvPicPr>
            <a:picLocks noChangeAspect="1"/>
          </p:cNvPicPr>
          <p:nvPr/>
        </p:nvPicPr>
        <p:blipFill>
          <a:blip r:embed="rId178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84" name="Picture 1783" descr="image.png"/>
          <p:cNvPicPr>
            <a:picLocks noChangeAspect="1"/>
          </p:cNvPicPr>
          <p:nvPr/>
        </p:nvPicPr>
        <p:blipFill>
          <a:blip r:embed="rId178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85" name="Picture 1784" descr="image.png"/>
          <p:cNvPicPr>
            <a:picLocks noChangeAspect="1"/>
          </p:cNvPicPr>
          <p:nvPr/>
        </p:nvPicPr>
        <p:blipFill>
          <a:blip r:embed="rId178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86" name="Picture 1785" descr="image.png"/>
          <p:cNvPicPr>
            <a:picLocks noChangeAspect="1"/>
          </p:cNvPicPr>
          <p:nvPr/>
        </p:nvPicPr>
        <p:blipFill>
          <a:blip r:embed="rId178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87" name="Picture 1786" descr="image.png"/>
          <p:cNvPicPr>
            <a:picLocks noChangeAspect="1"/>
          </p:cNvPicPr>
          <p:nvPr/>
        </p:nvPicPr>
        <p:blipFill>
          <a:blip r:embed="rId178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88" name="Picture 1787" descr="image.png"/>
          <p:cNvPicPr>
            <a:picLocks noChangeAspect="1"/>
          </p:cNvPicPr>
          <p:nvPr/>
        </p:nvPicPr>
        <p:blipFill>
          <a:blip r:embed="rId178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89" name="Picture 1788" descr="image.png"/>
          <p:cNvPicPr>
            <a:picLocks noChangeAspect="1"/>
          </p:cNvPicPr>
          <p:nvPr/>
        </p:nvPicPr>
        <p:blipFill>
          <a:blip r:embed="rId178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90" name="Picture 1789" descr="image.png"/>
          <p:cNvPicPr>
            <a:picLocks noChangeAspect="1"/>
          </p:cNvPicPr>
          <p:nvPr/>
        </p:nvPicPr>
        <p:blipFill>
          <a:blip r:embed="rId179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91" name="Picture 1790" descr="image.png"/>
          <p:cNvPicPr>
            <a:picLocks noChangeAspect="1"/>
          </p:cNvPicPr>
          <p:nvPr/>
        </p:nvPicPr>
        <p:blipFill>
          <a:blip r:embed="rId179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92" name="Picture 1791" descr="image.png"/>
          <p:cNvPicPr>
            <a:picLocks noChangeAspect="1"/>
          </p:cNvPicPr>
          <p:nvPr/>
        </p:nvPicPr>
        <p:blipFill>
          <a:blip r:embed="rId179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93" name="Picture 1792" descr="image.png"/>
          <p:cNvPicPr>
            <a:picLocks noChangeAspect="1"/>
          </p:cNvPicPr>
          <p:nvPr/>
        </p:nvPicPr>
        <p:blipFill>
          <a:blip r:embed="rId179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94" name="Picture 1793" descr="image.png"/>
          <p:cNvPicPr>
            <a:picLocks noChangeAspect="1"/>
          </p:cNvPicPr>
          <p:nvPr/>
        </p:nvPicPr>
        <p:blipFill>
          <a:blip r:embed="rId179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95" name="Picture 1794" descr="image.png"/>
          <p:cNvPicPr>
            <a:picLocks noChangeAspect="1"/>
          </p:cNvPicPr>
          <p:nvPr/>
        </p:nvPicPr>
        <p:blipFill>
          <a:blip r:embed="rId179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96" name="Picture 1795" descr="image.png"/>
          <p:cNvPicPr>
            <a:picLocks noChangeAspect="1"/>
          </p:cNvPicPr>
          <p:nvPr/>
        </p:nvPicPr>
        <p:blipFill>
          <a:blip r:embed="rId179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97" name="Picture 1796" descr="image.png"/>
          <p:cNvPicPr>
            <a:picLocks noChangeAspect="1"/>
          </p:cNvPicPr>
          <p:nvPr/>
        </p:nvPicPr>
        <p:blipFill>
          <a:blip r:embed="rId179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98" name="Picture 1797" descr="image.png"/>
          <p:cNvPicPr>
            <a:picLocks noChangeAspect="1"/>
          </p:cNvPicPr>
          <p:nvPr/>
        </p:nvPicPr>
        <p:blipFill>
          <a:blip r:embed="rId179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799" name="Picture 1798" descr="image.png"/>
          <p:cNvPicPr>
            <a:picLocks noChangeAspect="1"/>
          </p:cNvPicPr>
          <p:nvPr/>
        </p:nvPicPr>
        <p:blipFill>
          <a:blip r:embed="rId179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00" name="Picture 1799" descr="image.png"/>
          <p:cNvPicPr>
            <a:picLocks noChangeAspect="1"/>
          </p:cNvPicPr>
          <p:nvPr/>
        </p:nvPicPr>
        <p:blipFill>
          <a:blip r:embed="rId180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01" name="Picture 1800" descr="image.png"/>
          <p:cNvPicPr>
            <a:picLocks noChangeAspect="1"/>
          </p:cNvPicPr>
          <p:nvPr/>
        </p:nvPicPr>
        <p:blipFill>
          <a:blip r:embed="rId180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02" name="Picture 1801" descr="image.png"/>
          <p:cNvPicPr>
            <a:picLocks noChangeAspect="1"/>
          </p:cNvPicPr>
          <p:nvPr/>
        </p:nvPicPr>
        <p:blipFill>
          <a:blip r:embed="rId180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03" name="Picture 1802" descr="image.png"/>
          <p:cNvPicPr>
            <a:picLocks noChangeAspect="1"/>
          </p:cNvPicPr>
          <p:nvPr/>
        </p:nvPicPr>
        <p:blipFill>
          <a:blip r:embed="rId180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04" name="Picture 1803" descr="image.png"/>
          <p:cNvPicPr>
            <a:picLocks noChangeAspect="1"/>
          </p:cNvPicPr>
          <p:nvPr/>
        </p:nvPicPr>
        <p:blipFill>
          <a:blip r:embed="rId180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05" name="Picture 1804" descr="image.png"/>
          <p:cNvPicPr>
            <a:picLocks noChangeAspect="1"/>
          </p:cNvPicPr>
          <p:nvPr/>
        </p:nvPicPr>
        <p:blipFill>
          <a:blip r:embed="rId180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06" name="Picture 1805" descr="image.png"/>
          <p:cNvPicPr>
            <a:picLocks noChangeAspect="1"/>
          </p:cNvPicPr>
          <p:nvPr/>
        </p:nvPicPr>
        <p:blipFill>
          <a:blip r:embed="rId180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07" name="Picture 1806" descr="image.png"/>
          <p:cNvPicPr>
            <a:picLocks noChangeAspect="1"/>
          </p:cNvPicPr>
          <p:nvPr/>
        </p:nvPicPr>
        <p:blipFill>
          <a:blip r:embed="rId180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08" name="Picture 1807" descr="image.png"/>
          <p:cNvPicPr>
            <a:picLocks noChangeAspect="1"/>
          </p:cNvPicPr>
          <p:nvPr/>
        </p:nvPicPr>
        <p:blipFill>
          <a:blip r:embed="rId180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09" name="Picture 1808" descr="image.png"/>
          <p:cNvPicPr>
            <a:picLocks noChangeAspect="1"/>
          </p:cNvPicPr>
          <p:nvPr/>
        </p:nvPicPr>
        <p:blipFill>
          <a:blip r:embed="rId180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10" name="Picture 1809" descr="image.png"/>
          <p:cNvPicPr>
            <a:picLocks noChangeAspect="1"/>
          </p:cNvPicPr>
          <p:nvPr/>
        </p:nvPicPr>
        <p:blipFill>
          <a:blip r:embed="rId181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11" name="Picture 1810" descr="image.png"/>
          <p:cNvPicPr>
            <a:picLocks noChangeAspect="1"/>
          </p:cNvPicPr>
          <p:nvPr/>
        </p:nvPicPr>
        <p:blipFill>
          <a:blip r:embed="rId181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12" name="Picture 1811" descr="image.png"/>
          <p:cNvPicPr>
            <a:picLocks noChangeAspect="1"/>
          </p:cNvPicPr>
          <p:nvPr/>
        </p:nvPicPr>
        <p:blipFill>
          <a:blip r:embed="rId181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13" name="Picture 1812" descr="image.png"/>
          <p:cNvPicPr>
            <a:picLocks noChangeAspect="1"/>
          </p:cNvPicPr>
          <p:nvPr/>
        </p:nvPicPr>
        <p:blipFill>
          <a:blip r:embed="rId181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14" name="Picture 1813" descr="image.png"/>
          <p:cNvPicPr>
            <a:picLocks noChangeAspect="1"/>
          </p:cNvPicPr>
          <p:nvPr/>
        </p:nvPicPr>
        <p:blipFill>
          <a:blip r:embed="rId181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15" name="Picture 1814" descr="image.png"/>
          <p:cNvPicPr>
            <a:picLocks noChangeAspect="1"/>
          </p:cNvPicPr>
          <p:nvPr/>
        </p:nvPicPr>
        <p:blipFill>
          <a:blip r:embed="rId181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16" name="Picture 1815" descr="image.png"/>
          <p:cNvPicPr>
            <a:picLocks noChangeAspect="1"/>
          </p:cNvPicPr>
          <p:nvPr/>
        </p:nvPicPr>
        <p:blipFill>
          <a:blip r:embed="rId181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17" name="Picture 1816" descr="image.png"/>
          <p:cNvPicPr>
            <a:picLocks noChangeAspect="1"/>
          </p:cNvPicPr>
          <p:nvPr/>
        </p:nvPicPr>
        <p:blipFill>
          <a:blip r:embed="rId181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18" name="Picture 1817" descr="image.png"/>
          <p:cNvPicPr>
            <a:picLocks noChangeAspect="1"/>
          </p:cNvPicPr>
          <p:nvPr/>
        </p:nvPicPr>
        <p:blipFill>
          <a:blip r:embed="rId181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19" name="Picture 1818" descr="image.png"/>
          <p:cNvPicPr>
            <a:picLocks noChangeAspect="1"/>
          </p:cNvPicPr>
          <p:nvPr/>
        </p:nvPicPr>
        <p:blipFill>
          <a:blip r:embed="rId181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20" name="Picture 1819" descr="image.png"/>
          <p:cNvPicPr>
            <a:picLocks noChangeAspect="1"/>
          </p:cNvPicPr>
          <p:nvPr/>
        </p:nvPicPr>
        <p:blipFill>
          <a:blip r:embed="rId182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21" name="Picture 1820" descr="image.png"/>
          <p:cNvPicPr>
            <a:picLocks noChangeAspect="1"/>
          </p:cNvPicPr>
          <p:nvPr/>
        </p:nvPicPr>
        <p:blipFill>
          <a:blip r:embed="rId182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22" name="Picture 1821" descr="image.png"/>
          <p:cNvPicPr>
            <a:picLocks noChangeAspect="1"/>
          </p:cNvPicPr>
          <p:nvPr/>
        </p:nvPicPr>
        <p:blipFill>
          <a:blip r:embed="rId182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23" name="Picture 1822" descr="image.png"/>
          <p:cNvPicPr>
            <a:picLocks noChangeAspect="1"/>
          </p:cNvPicPr>
          <p:nvPr/>
        </p:nvPicPr>
        <p:blipFill>
          <a:blip r:embed="rId182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24" name="Picture 1823" descr="image.png"/>
          <p:cNvPicPr>
            <a:picLocks noChangeAspect="1"/>
          </p:cNvPicPr>
          <p:nvPr/>
        </p:nvPicPr>
        <p:blipFill>
          <a:blip r:embed="rId182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25" name="Picture 1824" descr="image.png"/>
          <p:cNvPicPr>
            <a:picLocks noChangeAspect="1"/>
          </p:cNvPicPr>
          <p:nvPr/>
        </p:nvPicPr>
        <p:blipFill>
          <a:blip r:embed="rId182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26" name="Picture 1825" descr="image.png"/>
          <p:cNvPicPr>
            <a:picLocks noChangeAspect="1"/>
          </p:cNvPicPr>
          <p:nvPr/>
        </p:nvPicPr>
        <p:blipFill>
          <a:blip r:embed="rId182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27" name="Picture 1826" descr="image.png"/>
          <p:cNvPicPr>
            <a:picLocks noChangeAspect="1"/>
          </p:cNvPicPr>
          <p:nvPr/>
        </p:nvPicPr>
        <p:blipFill>
          <a:blip r:embed="rId182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28" name="Picture 1827" descr="image.png"/>
          <p:cNvPicPr>
            <a:picLocks noChangeAspect="1"/>
          </p:cNvPicPr>
          <p:nvPr/>
        </p:nvPicPr>
        <p:blipFill>
          <a:blip r:embed="rId182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29" name="Picture 1828" descr="image.png"/>
          <p:cNvPicPr>
            <a:picLocks noChangeAspect="1"/>
          </p:cNvPicPr>
          <p:nvPr/>
        </p:nvPicPr>
        <p:blipFill>
          <a:blip r:embed="rId182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30" name="Picture 1829" descr="image.png"/>
          <p:cNvPicPr>
            <a:picLocks noChangeAspect="1"/>
          </p:cNvPicPr>
          <p:nvPr/>
        </p:nvPicPr>
        <p:blipFill>
          <a:blip r:embed="rId183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31" name="Picture 1830" descr="image.png"/>
          <p:cNvPicPr>
            <a:picLocks noChangeAspect="1"/>
          </p:cNvPicPr>
          <p:nvPr/>
        </p:nvPicPr>
        <p:blipFill>
          <a:blip r:embed="rId183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32" name="Picture 1831" descr="image.png"/>
          <p:cNvPicPr>
            <a:picLocks noChangeAspect="1"/>
          </p:cNvPicPr>
          <p:nvPr/>
        </p:nvPicPr>
        <p:blipFill>
          <a:blip r:embed="rId183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33" name="Picture 1832" descr="image.png"/>
          <p:cNvPicPr>
            <a:picLocks noChangeAspect="1"/>
          </p:cNvPicPr>
          <p:nvPr/>
        </p:nvPicPr>
        <p:blipFill>
          <a:blip r:embed="rId183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34" name="Picture 1833" descr="image.png"/>
          <p:cNvPicPr>
            <a:picLocks noChangeAspect="1"/>
          </p:cNvPicPr>
          <p:nvPr/>
        </p:nvPicPr>
        <p:blipFill>
          <a:blip r:embed="rId183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35" name="Picture 1834" descr="image.png"/>
          <p:cNvPicPr>
            <a:picLocks noChangeAspect="1"/>
          </p:cNvPicPr>
          <p:nvPr/>
        </p:nvPicPr>
        <p:blipFill>
          <a:blip r:embed="rId183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36" name="Picture 1835" descr="image.png"/>
          <p:cNvPicPr>
            <a:picLocks noChangeAspect="1"/>
          </p:cNvPicPr>
          <p:nvPr/>
        </p:nvPicPr>
        <p:blipFill>
          <a:blip r:embed="rId183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37" name="Picture 1836" descr="image.png"/>
          <p:cNvPicPr>
            <a:picLocks noChangeAspect="1"/>
          </p:cNvPicPr>
          <p:nvPr/>
        </p:nvPicPr>
        <p:blipFill>
          <a:blip r:embed="rId183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38" name="Picture 1837" descr="image.png"/>
          <p:cNvPicPr>
            <a:picLocks noChangeAspect="1"/>
          </p:cNvPicPr>
          <p:nvPr/>
        </p:nvPicPr>
        <p:blipFill>
          <a:blip r:embed="rId183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39" name="Picture 1838" descr="image.png"/>
          <p:cNvPicPr>
            <a:picLocks noChangeAspect="1"/>
          </p:cNvPicPr>
          <p:nvPr/>
        </p:nvPicPr>
        <p:blipFill>
          <a:blip r:embed="rId183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40" name="Picture 1839" descr="image.png"/>
          <p:cNvPicPr>
            <a:picLocks noChangeAspect="1"/>
          </p:cNvPicPr>
          <p:nvPr/>
        </p:nvPicPr>
        <p:blipFill>
          <a:blip r:embed="rId184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41" name="Picture 1840" descr="image.png"/>
          <p:cNvPicPr>
            <a:picLocks noChangeAspect="1"/>
          </p:cNvPicPr>
          <p:nvPr/>
        </p:nvPicPr>
        <p:blipFill>
          <a:blip r:embed="rId184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42" name="Picture 1841" descr="image.png"/>
          <p:cNvPicPr>
            <a:picLocks noChangeAspect="1"/>
          </p:cNvPicPr>
          <p:nvPr/>
        </p:nvPicPr>
        <p:blipFill>
          <a:blip r:embed="rId184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43" name="Picture 1842" descr="image.png"/>
          <p:cNvPicPr>
            <a:picLocks noChangeAspect="1"/>
          </p:cNvPicPr>
          <p:nvPr/>
        </p:nvPicPr>
        <p:blipFill>
          <a:blip r:embed="rId184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44" name="Picture 1843" descr="image.png"/>
          <p:cNvPicPr>
            <a:picLocks noChangeAspect="1"/>
          </p:cNvPicPr>
          <p:nvPr/>
        </p:nvPicPr>
        <p:blipFill>
          <a:blip r:embed="rId184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45" name="Picture 1844" descr="image.png"/>
          <p:cNvPicPr>
            <a:picLocks noChangeAspect="1"/>
          </p:cNvPicPr>
          <p:nvPr/>
        </p:nvPicPr>
        <p:blipFill>
          <a:blip r:embed="rId184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46" name="Picture 1845" descr="image.png"/>
          <p:cNvPicPr>
            <a:picLocks noChangeAspect="1"/>
          </p:cNvPicPr>
          <p:nvPr/>
        </p:nvPicPr>
        <p:blipFill>
          <a:blip r:embed="rId184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47" name="Picture 1846" descr="image.png"/>
          <p:cNvPicPr>
            <a:picLocks noChangeAspect="1"/>
          </p:cNvPicPr>
          <p:nvPr/>
        </p:nvPicPr>
        <p:blipFill>
          <a:blip r:embed="rId184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48" name="Picture 1847" descr="image.png"/>
          <p:cNvPicPr>
            <a:picLocks noChangeAspect="1"/>
          </p:cNvPicPr>
          <p:nvPr/>
        </p:nvPicPr>
        <p:blipFill>
          <a:blip r:embed="rId184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49" name="Picture 1848" descr="image.png"/>
          <p:cNvPicPr>
            <a:picLocks noChangeAspect="1"/>
          </p:cNvPicPr>
          <p:nvPr/>
        </p:nvPicPr>
        <p:blipFill>
          <a:blip r:embed="rId184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50" name="Picture 1849" descr="image.png"/>
          <p:cNvPicPr>
            <a:picLocks noChangeAspect="1"/>
          </p:cNvPicPr>
          <p:nvPr/>
        </p:nvPicPr>
        <p:blipFill>
          <a:blip r:embed="rId185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51" name="Picture 1850" descr="image.png"/>
          <p:cNvPicPr>
            <a:picLocks noChangeAspect="1"/>
          </p:cNvPicPr>
          <p:nvPr/>
        </p:nvPicPr>
        <p:blipFill>
          <a:blip r:embed="rId185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52" name="Picture 1851" descr="image.png"/>
          <p:cNvPicPr>
            <a:picLocks noChangeAspect="1"/>
          </p:cNvPicPr>
          <p:nvPr/>
        </p:nvPicPr>
        <p:blipFill>
          <a:blip r:embed="rId185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53" name="Picture 1852" descr="image.png"/>
          <p:cNvPicPr>
            <a:picLocks noChangeAspect="1"/>
          </p:cNvPicPr>
          <p:nvPr/>
        </p:nvPicPr>
        <p:blipFill>
          <a:blip r:embed="rId185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54" name="Picture 1853" descr="image.png"/>
          <p:cNvPicPr>
            <a:picLocks noChangeAspect="1"/>
          </p:cNvPicPr>
          <p:nvPr/>
        </p:nvPicPr>
        <p:blipFill>
          <a:blip r:embed="rId185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55" name="Picture 1854" descr="image.png"/>
          <p:cNvPicPr>
            <a:picLocks noChangeAspect="1"/>
          </p:cNvPicPr>
          <p:nvPr/>
        </p:nvPicPr>
        <p:blipFill>
          <a:blip r:embed="rId185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56" name="Picture 1855" descr="image.png"/>
          <p:cNvPicPr>
            <a:picLocks noChangeAspect="1"/>
          </p:cNvPicPr>
          <p:nvPr/>
        </p:nvPicPr>
        <p:blipFill>
          <a:blip r:embed="rId185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57" name="Picture 1856" descr="image.png"/>
          <p:cNvPicPr>
            <a:picLocks noChangeAspect="1"/>
          </p:cNvPicPr>
          <p:nvPr/>
        </p:nvPicPr>
        <p:blipFill>
          <a:blip r:embed="rId185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58" name="Picture 1857" descr="image.png"/>
          <p:cNvPicPr>
            <a:picLocks noChangeAspect="1"/>
          </p:cNvPicPr>
          <p:nvPr/>
        </p:nvPicPr>
        <p:blipFill>
          <a:blip r:embed="rId185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59" name="Picture 1858" descr="image.png"/>
          <p:cNvPicPr>
            <a:picLocks noChangeAspect="1"/>
          </p:cNvPicPr>
          <p:nvPr/>
        </p:nvPicPr>
        <p:blipFill>
          <a:blip r:embed="rId185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60" name="Picture 1859" descr="image.png"/>
          <p:cNvPicPr>
            <a:picLocks noChangeAspect="1"/>
          </p:cNvPicPr>
          <p:nvPr/>
        </p:nvPicPr>
        <p:blipFill>
          <a:blip r:embed="rId186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61" name="Picture 1860" descr="image.png"/>
          <p:cNvPicPr>
            <a:picLocks noChangeAspect="1"/>
          </p:cNvPicPr>
          <p:nvPr/>
        </p:nvPicPr>
        <p:blipFill>
          <a:blip r:embed="rId186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62" name="Picture 1861" descr="image.png"/>
          <p:cNvPicPr>
            <a:picLocks noChangeAspect="1"/>
          </p:cNvPicPr>
          <p:nvPr/>
        </p:nvPicPr>
        <p:blipFill>
          <a:blip r:embed="rId186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63" name="Picture 1862" descr="image.png"/>
          <p:cNvPicPr>
            <a:picLocks noChangeAspect="1"/>
          </p:cNvPicPr>
          <p:nvPr/>
        </p:nvPicPr>
        <p:blipFill>
          <a:blip r:embed="rId186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64" name="Picture 1863" descr="image.png"/>
          <p:cNvPicPr>
            <a:picLocks noChangeAspect="1"/>
          </p:cNvPicPr>
          <p:nvPr/>
        </p:nvPicPr>
        <p:blipFill>
          <a:blip r:embed="rId186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65" name="Picture 1864" descr="image.png"/>
          <p:cNvPicPr>
            <a:picLocks noChangeAspect="1"/>
          </p:cNvPicPr>
          <p:nvPr/>
        </p:nvPicPr>
        <p:blipFill>
          <a:blip r:embed="rId186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66" name="Picture 1865" descr="image.png"/>
          <p:cNvPicPr>
            <a:picLocks noChangeAspect="1"/>
          </p:cNvPicPr>
          <p:nvPr/>
        </p:nvPicPr>
        <p:blipFill>
          <a:blip r:embed="rId186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67" name="Picture 1866" descr="image.png"/>
          <p:cNvPicPr>
            <a:picLocks noChangeAspect="1"/>
          </p:cNvPicPr>
          <p:nvPr/>
        </p:nvPicPr>
        <p:blipFill>
          <a:blip r:embed="rId186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68" name="Picture 1867" descr="image.png"/>
          <p:cNvPicPr>
            <a:picLocks noChangeAspect="1"/>
          </p:cNvPicPr>
          <p:nvPr/>
        </p:nvPicPr>
        <p:blipFill>
          <a:blip r:embed="rId186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69" name="Picture 1868" descr="image.png"/>
          <p:cNvPicPr>
            <a:picLocks noChangeAspect="1"/>
          </p:cNvPicPr>
          <p:nvPr/>
        </p:nvPicPr>
        <p:blipFill>
          <a:blip r:embed="rId186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70" name="Picture 1869" descr="image.png"/>
          <p:cNvPicPr>
            <a:picLocks noChangeAspect="1"/>
          </p:cNvPicPr>
          <p:nvPr/>
        </p:nvPicPr>
        <p:blipFill>
          <a:blip r:embed="rId187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71" name="Picture 1870" descr="image.png"/>
          <p:cNvPicPr>
            <a:picLocks noChangeAspect="1"/>
          </p:cNvPicPr>
          <p:nvPr/>
        </p:nvPicPr>
        <p:blipFill>
          <a:blip r:embed="rId187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72" name="Picture 1871" descr="image.png"/>
          <p:cNvPicPr>
            <a:picLocks noChangeAspect="1"/>
          </p:cNvPicPr>
          <p:nvPr/>
        </p:nvPicPr>
        <p:blipFill>
          <a:blip r:embed="rId187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73" name="Picture 1872" descr="image.png"/>
          <p:cNvPicPr>
            <a:picLocks noChangeAspect="1"/>
          </p:cNvPicPr>
          <p:nvPr/>
        </p:nvPicPr>
        <p:blipFill>
          <a:blip r:embed="rId187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74" name="Picture 1873" descr="image.png"/>
          <p:cNvPicPr>
            <a:picLocks noChangeAspect="1"/>
          </p:cNvPicPr>
          <p:nvPr/>
        </p:nvPicPr>
        <p:blipFill>
          <a:blip r:embed="rId187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75" name="Picture 1874" descr="image.png"/>
          <p:cNvPicPr>
            <a:picLocks noChangeAspect="1"/>
          </p:cNvPicPr>
          <p:nvPr/>
        </p:nvPicPr>
        <p:blipFill>
          <a:blip r:embed="rId187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76" name="Picture 1875" descr="image.png"/>
          <p:cNvPicPr>
            <a:picLocks noChangeAspect="1"/>
          </p:cNvPicPr>
          <p:nvPr/>
        </p:nvPicPr>
        <p:blipFill>
          <a:blip r:embed="rId187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77" name="Picture 1876" descr="image.png"/>
          <p:cNvPicPr>
            <a:picLocks noChangeAspect="1"/>
          </p:cNvPicPr>
          <p:nvPr/>
        </p:nvPicPr>
        <p:blipFill>
          <a:blip r:embed="rId187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78" name="Picture 1877" descr="image.png"/>
          <p:cNvPicPr>
            <a:picLocks noChangeAspect="1"/>
          </p:cNvPicPr>
          <p:nvPr/>
        </p:nvPicPr>
        <p:blipFill>
          <a:blip r:embed="rId187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79" name="Picture 1878" descr="image.png"/>
          <p:cNvPicPr>
            <a:picLocks noChangeAspect="1"/>
          </p:cNvPicPr>
          <p:nvPr/>
        </p:nvPicPr>
        <p:blipFill>
          <a:blip r:embed="rId187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80" name="Picture 1879" descr="image.png"/>
          <p:cNvPicPr>
            <a:picLocks noChangeAspect="1"/>
          </p:cNvPicPr>
          <p:nvPr/>
        </p:nvPicPr>
        <p:blipFill>
          <a:blip r:embed="rId188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81" name="Picture 1880" descr="image.png"/>
          <p:cNvPicPr>
            <a:picLocks noChangeAspect="1"/>
          </p:cNvPicPr>
          <p:nvPr/>
        </p:nvPicPr>
        <p:blipFill>
          <a:blip r:embed="rId188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82" name="Picture 1881" descr="image.png"/>
          <p:cNvPicPr>
            <a:picLocks noChangeAspect="1"/>
          </p:cNvPicPr>
          <p:nvPr/>
        </p:nvPicPr>
        <p:blipFill>
          <a:blip r:embed="rId188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83" name="Picture 1882" descr="image.png"/>
          <p:cNvPicPr>
            <a:picLocks noChangeAspect="1"/>
          </p:cNvPicPr>
          <p:nvPr/>
        </p:nvPicPr>
        <p:blipFill>
          <a:blip r:embed="rId188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84" name="Picture 1883" descr="image.png"/>
          <p:cNvPicPr>
            <a:picLocks noChangeAspect="1"/>
          </p:cNvPicPr>
          <p:nvPr/>
        </p:nvPicPr>
        <p:blipFill>
          <a:blip r:embed="rId188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85" name="Picture 1884" descr="image.png"/>
          <p:cNvPicPr>
            <a:picLocks noChangeAspect="1"/>
          </p:cNvPicPr>
          <p:nvPr/>
        </p:nvPicPr>
        <p:blipFill>
          <a:blip r:embed="rId188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86" name="Picture 1885" descr="image.png"/>
          <p:cNvPicPr>
            <a:picLocks noChangeAspect="1"/>
          </p:cNvPicPr>
          <p:nvPr/>
        </p:nvPicPr>
        <p:blipFill>
          <a:blip r:embed="rId188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87" name="Picture 1886" descr="image.png"/>
          <p:cNvPicPr>
            <a:picLocks noChangeAspect="1"/>
          </p:cNvPicPr>
          <p:nvPr/>
        </p:nvPicPr>
        <p:blipFill>
          <a:blip r:embed="rId188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88" name="Picture 1887" descr="image.png"/>
          <p:cNvPicPr>
            <a:picLocks noChangeAspect="1"/>
          </p:cNvPicPr>
          <p:nvPr/>
        </p:nvPicPr>
        <p:blipFill>
          <a:blip r:embed="rId188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89" name="Picture 1888" descr="image.png"/>
          <p:cNvPicPr>
            <a:picLocks noChangeAspect="1"/>
          </p:cNvPicPr>
          <p:nvPr/>
        </p:nvPicPr>
        <p:blipFill>
          <a:blip r:embed="rId188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90" name="Picture 1889" descr="image.png"/>
          <p:cNvPicPr>
            <a:picLocks noChangeAspect="1"/>
          </p:cNvPicPr>
          <p:nvPr/>
        </p:nvPicPr>
        <p:blipFill>
          <a:blip r:embed="rId189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91" name="Picture 1890" descr="image.png"/>
          <p:cNvPicPr>
            <a:picLocks noChangeAspect="1"/>
          </p:cNvPicPr>
          <p:nvPr/>
        </p:nvPicPr>
        <p:blipFill>
          <a:blip r:embed="rId189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92" name="Picture 1891" descr="image.png"/>
          <p:cNvPicPr>
            <a:picLocks noChangeAspect="1"/>
          </p:cNvPicPr>
          <p:nvPr/>
        </p:nvPicPr>
        <p:blipFill>
          <a:blip r:embed="rId189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93" name="Picture 1892" descr="image.png"/>
          <p:cNvPicPr>
            <a:picLocks noChangeAspect="1"/>
          </p:cNvPicPr>
          <p:nvPr/>
        </p:nvPicPr>
        <p:blipFill>
          <a:blip r:embed="rId189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94" name="Picture 1893" descr="image.png"/>
          <p:cNvPicPr>
            <a:picLocks noChangeAspect="1"/>
          </p:cNvPicPr>
          <p:nvPr/>
        </p:nvPicPr>
        <p:blipFill>
          <a:blip r:embed="rId189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95" name="Picture 1894" descr="image.png"/>
          <p:cNvPicPr>
            <a:picLocks noChangeAspect="1"/>
          </p:cNvPicPr>
          <p:nvPr/>
        </p:nvPicPr>
        <p:blipFill>
          <a:blip r:embed="rId189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96" name="Picture 1895" descr="image.png"/>
          <p:cNvPicPr>
            <a:picLocks noChangeAspect="1"/>
          </p:cNvPicPr>
          <p:nvPr/>
        </p:nvPicPr>
        <p:blipFill>
          <a:blip r:embed="rId189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97" name="Picture 1896" descr="image.png"/>
          <p:cNvPicPr>
            <a:picLocks noChangeAspect="1"/>
          </p:cNvPicPr>
          <p:nvPr/>
        </p:nvPicPr>
        <p:blipFill>
          <a:blip r:embed="rId189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98" name="Picture 1897" descr="image.png"/>
          <p:cNvPicPr>
            <a:picLocks noChangeAspect="1"/>
          </p:cNvPicPr>
          <p:nvPr/>
        </p:nvPicPr>
        <p:blipFill>
          <a:blip r:embed="rId189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899" name="Picture 1898" descr="image.png"/>
          <p:cNvPicPr>
            <a:picLocks noChangeAspect="1"/>
          </p:cNvPicPr>
          <p:nvPr/>
        </p:nvPicPr>
        <p:blipFill>
          <a:blip r:embed="rId189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00" name="Picture 1899" descr="image.png"/>
          <p:cNvPicPr>
            <a:picLocks noChangeAspect="1"/>
          </p:cNvPicPr>
          <p:nvPr/>
        </p:nvPicPr>
        <p:blipFill>
          <a:blip r:embed="rId190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01" name="Picture 1900" descr="image.png"/>
          <p:cNvPicPr>
            <a:picLocks noChangeAspect="1"/>
          </p:cNvPicPr>
          <p:nvPr/>
        </p:nvPicPr>
        <p:blipFill>
          <a:blip r:embed="rId190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02" name="Picture 1901" descr="image.png"/>
          <p:cNvPicPr>
            <a:picLocks noChangeAspect="1"/>
          </p:cNvPicPr>
          <p:nvPr/>
        </p:nvPicPr>
        <p:blipFill>
          <a:blip r:embed="rId190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03" name="Picture 1902" descr="image.png"/>
          <p:cNvPicPr>
            <a:picLocks noChangeAspect="1"/>
          </p:cNvPicPr>
          <p:nvPr/>
        </p:nvPicPr>
        <p:blipFill>
          <a:blip r:embed="rId190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04" name="Picture 1903" descr="image.png"/>
          <p:cNvPicPr>
            <a:picLocks noChangeAspect="1"/>
          </p:cNvPicPr>
          <p:nvPr/>
        </p:nvPicPr>
        <p:blipFill>
          <a:blip r:embed="rId190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05" name="Picture 1904" descr="image.png"/>
          <p:cNvPicPr>
            <a:picLocks noChangeAspect="1"/>
          </p:cNvPicPr>
          <p:nvPr/>
        </p:nvPicPr>
        <p:blipFill>
          <a:blip r:embed="rId190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06" name="Picture 1905" descr="image.png"/>
          <p:cNvPicPr>
            <a:picLocks noChangeAspect="1"/>
          </p:cNvPicPr>
          <p:nvPr/>
        </p:nvPicPr>
        <p:blipFill>
          <a:blip r:embed="rId190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07" name="Picture 1906" descr="image.png"/>
          <p:cNvPicPr>
            <a:picLocks noChangeAspect="1"/>
          </p:cNvPicPr>
          <p:nvPr/>
        </p:nvPicPr>
        <p:blipFill>
          <a:blip r:embed="rId190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08" name="Picture 1907" descr="image.png"/>
          <p:cNvPicPr>
            <a:picLocks noChangeAspect="1"/>
          </p:cNvPicPr>
          <p:nvPr/>
        </p:nvPicPr>
        <p:blipFill>
          <a:blip r:embed="rId190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09" name="Picture 1908" descr="image.png"/>
          <p:cNvPicPr>
            <a:picLocks noChangeAspect="1"/>
          </p:cNvPicPr>
          <p:nvPr/>
        </p:nvPicPr>
        <p:blipFill>
          <a:blip r:embed="rId190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10" name="Picture 1909" descr="image.png"/>
          <p:cNvPicPr>
            <a:picLocks noChangeAspect="1"/>
          </p:cNvPicPr>
          <p:nvPr/>
        </p:nvPicPr>
        <p:blipFill>
          <a:blip r:embed="rId191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11" name="Picture 1910" descr="image.png"/>
          <p:cNvPicPr>
            <a:picLocks noChangeAspect="1"/>
          </p:cNvPicPr>
          <p:nvPr/>
        </p:nvPicPr>
        <p:blipFill>
          <a:blip r:embed="rId191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12" name="Picture 1911" descr="image.png"/>
          <p:cNvPicPr>
            <a:picLocks noChangeAspect="1"/>
          </p:cNvPicPr>
          <p:nvPr/>
        </p:nvPicPr>
        <p:blipFill>
          <a:blip r:embed="rId191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13" name="Picture 1912" descr="image.png"/>
          <p:cNvPicPr>
            <a:picLocks noChangeAspect="1"/>
          </p:cNvPicPr>
          <p:nvPr/>
        </p:nvPicPr>
        <p:blipFill>
          <a:blip r:embed="rId191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14" name="Picture 1913" descr="image.png"/>
          <p:cNvPicPr>
            <a:picLocks noChangeAspect="1"/>
          </p:cNvPicPr>
          <p:nvPr/>
        </p:nvPicPr>
        <p:blipFill>
          <a:blip r:embed="rId191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15" name="Picture 1914" descr="image.png"/>
          <p:cNvPicPr>
            <a:picLocks noChangeAspect="1"/>
          </p:cNvPicPr>
          <p:nvPr/>
        </p:nvPicPr>
        <p:blipFill>
          <a:blip r:embed="rId191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16" name="Picture 1915" descr="image.png"/>
          <p:cNvPicPr>
            <a:picLocks noChangeAspect="1"/>
          </p:cNvPicPr>
          <p:nvPr/>
        </p:nvPicPr>
        <p:blipFill>
          <a:blip r:embed="rId191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17" name="Picture 1916" descr="image.png"/>
          <p:cNvPicPr>
            <a:picLocks noChangeAspect="1"/>
          </p:cNvPicPr>
          <p:nvPr/>
        </p:nvPicPr>
        <p:blipFill>
          <a:blip r:embed="rId191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18" name="Picture 1917" descr="image.png"/>
          <p:cNvPicPr>
            <a:picLocks noChangeAspect="1"/>
          </p:cNvPicPr>
          <p:nvPr/>
        </p:nvPicPr>
        <p:blipFill>
          <a:blip r:embed="rId191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19" name="Picture 1918" descr="image.png"/>
          <p:cNvPicPr>
            <a:picLocks noChangeAspect="1"/>
          </p:cNvPicPr>
          <p:nvPr/>
        </p:nvPicPr>
        <p:blipFill>
          <a:blip r:embed="rId191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20" name="Picture 1919" descr="image.png"/>
          <p:cNvPicPr>
            <a:picLocks noChangeAspect="1"/>
          </p:cNvPicPr>
          <p:nvPr/>
        </p:nvPicPr>
        <p:blipFill>
          <a:blip r:embed="rId192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21" name="Picture 1920" descr="image.png"/>
          <p:cNvPicPr>
            <a:picLocks noChangeAspect="1"/>
          </p:cNvPicPr>
          <p:nvPr/>
        </p:nvPicPr>
        <p:blipFill>
          <a:blip r:embed="rId192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22" name="Picture 1921" descr="image.png"/>
          <p:cNvPicPr>
            <a:picLocks noChangeAspect="1"/>
          </p:cNvPicPr>
          <p:nvPr/>
        </p:nvPicPr>
        <p:blipFill>
          <a:blip r:embed="rId192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23" name="Picture 1922" descr="image.png"/>
          <p:cNvPicPr>
            <a:picLocks noChangeAspect="1"/>
          </p:cNvPicPr>
          <p:nvPr/>
        </p:nvPicPr>
        <p:blipFill>
          <a:blip r:embed="rId192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24" name="Picture 1923" descr="image.png"/>
          <p:cNvPicPr>
            <a:picLocks noChangeAspect="1"/>
          </p:cNvPicPr>
          <p:nvPr/>
        </p:nvPicPr>
        <p:blipFill>
          <a:blip r:embed="rId192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25" name="Picture 1924" descr="image.png"/>
          <p:cNvPicPr>
            <a:picLocks noChangeAspect="1"/>
          </p:cNvPicPr>
          <p:nvPr/>
        </p:nvPicPr>
        <p:blipFill>
          <a:blip r:embed="rId192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26" name="Picture 1925" descr="image.png"/>
          <p:cNvPicPr>
            <a:picLocks noChangeAspect="1"/>
          </p:cNvPicPr>
          <p:nvPr/>
        </p:nvPicPr>
        <p:blipFill>
          <a:blip r:embed="rId192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27" name="Picture 1926" descr="image.png"/>
          <p:cNvPicPr>
            <a:picLocks noChangeAspect="1"/>
          </p:cNvPicPr>
          <p:nvPr/>
        </p:nvPicPr>
        <p:blipFill>
          <a:blip r:embed="rId192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28" name="Picture 1927" descr="image.png"/>
          <p:cNvPicPr>
            <a:picLocks noChangeAspect="1"/>
          </p:cNvPicPr>
          <p:nvPr/>
        </p:nvPicPr>
        <p:blipFill>
          <a:blip r:embed="rId192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29" name="Picture 1928" descr="image.png"/>
          <p:cNvPicPr>
            <a:picLocks noChangeAspect="1"/>
          </p:cNvPicPr>
          <p:nvPr/>
        </p:nvPicPr>
        <p:blipFill>
          <a:blip r:embed="rId192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30" name="Picture 1929" descr="image.png"/>
          <p:cNvPicPr>
            <a:picLocks noChangeAspect="1"/>
          </p:cNvPicPr>
          <p:nvPr/>
        </p:nvPicPr>
        <p:blipFill>
          <a:blip r:embed="rId193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31" name="Picture 1930" descr="image.png"/>
          <p:cNvPicPr>
            <a:picLocks noChangeAspect="1"/>
          </p:cNvPicPr>
          <p:nvPr/>
        </p:nvPicPr>
        <p:blipFill>
          <a:blip r:embed="rId193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32" name="Picture 1931" descr="image.png"/>
          <p:cNvPicPr>
            <a:picLocks noChangeAspect="1"/>
          </p:cNvPicPr>
          <p:nvPr/>
        </p:nvPicPr>
        <p:blipFill>
          <a:blip r:embed="rId193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33" name="Picture 1932" descr="image.png"/>
          <p:cNvPicPr>
            <a:picLocks noChangeAspect="1"/>
          </p:cNvPicPr>
          <p:nvPr/>
        </p:nvPicPr>
        <p:blipFill>
          <a:blip r:embed="rId193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34" name="Picture 1933" descr="image.png"/>
          <p:cNvPicPr>
            <a:picLocks noChangeAspect="1"/>
          </p:cNvPicPr>
          <p:nvPr/>
        </p:nvPicPr>
        <p:blipFill>
          <a:blip r:embed="rId193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35" name="Picture 1934" descr="image.png"/>
          <p:cNvPicPr>
            <a:picLocks noChangeAspect="1"/>
          </p:cNvPicPr>
          <p:nvPr/>
        </p:nvPicPr>
        <p:blipFill>
          <a:blip r:embed="rId193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36" name="Picture 1935" descr="image.png"/>
          <p:cNvPicPr>
            <a:picLocks noChangeAspect="1"/>
          </p:cNvPicPr>
          <p:nvPr/>
        </p:nvPicPr>
        <p:blipFill>
          <a:blip r:embed="rId193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37" name="Picture 1936" descr="image.png"/>
          <p:cNvPicPr>
            <a:picLocks noChangeAspect="1"/>
          </p:cNvPicPr>
          <p:nvPr/>
        </p:nvPicPr>
        <p:blipFill>
          <a:blip r:embed="rId193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38" name="Picture 1937" descr="image.png"/>
          <p:cNvPicPr>
            <a:picLocks noChangeAspect="1"/>
          </p:cNvPicPr>
          <p:nvPr/>
        </p:nvPicPr>
        <p:blipFill>
          <a:blip r:embed="rId193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39" name="Picture 1938" descr="image.png"/>
          <p:cNvPicPr>
            <a:picLocks noChangeAspect="1"/>
          </p:cNvPicPr>
          <p:nvPr/>
        </p:nvPicPr>
        <p:blipFill>
          <a:blip r:embed="rId193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40" name="Picture 1939" descr="image.png"/>
          <p:cNvPicPr>
            <a:picLocks noChangeAspect="1"/>
          </p:cNvPicPr>
          <p:nvPr/>
        </p:nvPicPr>
        <p:blipFill>
          <a:blip r:embed="rId194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41" name="Picture 1940" descr="image.png"/>
          <p:cNvPicPr>
            <a:picLocks noChangeAspect="1"/>
          </p:cNvPicPr>
          <p:nvPr/>
        </p:nvPicPr>
        <p:blipFill>
          <a:blip r:embed="rId194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42" name="Picture 1941" descr="image.png"/>
          <p:cNvPicPr>
            <a:picLocks noChangeAspect="1"/>
          </p:cNvPicPr>
          <p:nvPr/>
        </p:nvPicPr>
        <p:blipFill>
          <a:blip r:embed="rId194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43" name="Picture 1942" descr="image.png"/>
          <p:cNvPicPr>
            <a:picLocks noChangeAspect="1"/>
          </p:cNvPicPr>
          <p:nvPr/>
        </p:nvPicPr>
        <p:blipFill>
          <a:blip r:embed="rId194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44" name="Picture 1943" descr="image.png"/>
          <p:cNvPicPr>
            <a:picLocks noChangeAspect="1"/>
          </p:cNvPicPr>
          <p:nvPr/>
        </p:nvPicPr>
        <p:blipFill>
          <a:blip r:embed="rId194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45" name="Picture 1944" descr="image.png"/>
          <p:cNvPicPr>
            <a:picLocks noChangeAspect="1"/>
          </p:cNvPicPr>
          <p:nvPr/>
        </p:nvPicPr>
        <p:blipFill>
          <a:blip r:embed="rId194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46" name="Picture 1945" descr="image.png"/>
          <p:cNvPicPr>
            <a:picLocks noChangeAspect="1"/>
          </p:cNvPicPr>
          <p:nvPr/>
        </p:nvPicPr>
        <p:blipFill>
          <a:blip r:embed="rId194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47" name="Picture 1946" descr="image.png"/>
          <p:cNvPicPr>
            <a:picLocks noChangeAspect="1"/>
          </p:cNvPicPr>
          <p:nvPr/>
        </p:nvPicPr>
        <p:blipFill>
          <a:blip r:embed="rId194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48" name="Picture 1947" descr="image.png"/>
          <p:cNvPicPr>
            <a:picLocks noChangeAspect="1"/>
          </p:cNvPicPr>
          <p:nvPr/>
        </p:nvPicPr>
        <p:blipFill>
          <a:blip r:embed="rId194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49" name="Picture 1948" descr="image.png"/>
          <p:cNvPicPr>
            <a:picLocks noChangeAspect="1"/>
          </p:cNvPicPr>
          <p:nvPr/>
        </p:nvPicPr>
        <p:blipFill>
          <a:blip r:embed="rId194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50" name="Picture 1949" descr="image.png"/>
          <p:cNvPicPr>
            <a:picLocks noChangeAspect="1"/>
          </p:cNvPicPr>
          <p:nvPr/>
        </p:nvPicPr>
        <p:blipFill>
          <a:blip r:embed="rId195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51" name="Picture 1950" descr="image.png"/>
          <p:cNvPicPr>
            <a:picLocks noChangeAspect="1"/>
          </p:cNvPicPr>
          <p:nvPr/>
        </p:nvPicPr>
        <p:blipFill>
          <a:blip r:embed="rId195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52" name="Picture 1951" descr="image.png"/>
          <p:cNvPicPr>
            <a:picLocks noChangeAspect="1"/>
          </p:cNvPicPr>
          <p:nvPr/>
        </p:nvPicPr>
        <p:blipFill>
          <a:blip r:embed="rId195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53" name="Picture 1952" descr="image.png"/>
          <p:cNvPicPr>
            <a:picLocks noChangeAspect="1"/>
          </p:cNvPicPr>
          <p:nvPr/>
        </p:nvPicPr>
        <p:blipFill>
          <a:blip r:embed="rId195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54" name="Picture 1953" descr="image.png"/>
          <p:cNvPicPr>
            <a:picLocks noChangeAspect="1"/>
          </p:cNvPicPr>
          <p:nvPr/>
        </p:nvPicPr>
        <p:blipFill>
          <a:blip r:embed="rId195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55" name="Picture 1954" descr="image.png"/>
          <p:cNvPicPr>
            <a:picLocks noChangeAspect="1"/>
          </p:cNvPicPr>
          <p:nvPr/>
        </p:nvPicPr>
        <p:blipFill>
          <a:blip r:embed="rId195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56" name="Picture 1955" descr="image.png"/>
          <p:cNvPicPr>
            <a:picLocks noChangeAspect="1"/>
          </p:cNvPicPr>
          <p:nvPr/>
        </p:nvPicPr>
        <p:blipFill>
          <a:blip r:embed="rId195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57" name="Picture 1956" descr="image.png"/>
          <p:cNvPicPr>
            <a:picLocks noChangeAspect="1"/>
          </p:cNvPicPr>
          <p:nvPr/>
        </p:nvPicPr>
        <p:blipFill>
          <a:blip r:embed="rId195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58" name="Picture 1957" descr="image.png"/>
          <p:cNvPicPr>
            <a:picLocks noChangeAspect="1"/>
          </p:cNvPicPr>
          <p:nvPr/>
        </p:nvPicPr>
        <p:blipFill>
          <a:blip r:embed="rId195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59" name="Picture 1958" descr="image.png"/>
          <p:cNvPicPr>
            <a:picLocks noChangeAspect="1"/>
          </p:cNvPicPr>
          <p:nvPr/>
        </p:nvPicPr>
        <p:blipFill>
          <a:blip r:embed="rId195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60" name="Picture 1959" descr="image.png"/>
          <p:cNvPicPr>
            <a:picLocks noChangeAspect="1"/>
          </p:cNvPicPr>
          <p:nvPr/>
        </p:nvPicPr>
        <p:blipFill>
          <a:blip r:embed="rId196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61" name="Picture 1960" descr="image.png"/>
          <p:cNvPicPr>
            <a:picLocks noChangeAspect="1"/>
          </p:cNvPicPr>
          <p:nvPr/>
        </p:nvPicPr>
        <p:blipFill>
          <a:blip r:embed="rId196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62" name="Picture 1961" descr="image.png"/>
          <p:cNvPicPr>
            <a:picLocks noChangeAspect="1"/>
          </p:cNvPicPr>
          <p:nvPr/>
        </p:nvPicPr>
        <p:blipFill>
          <a:blip r:embed="rId196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63" name="Picture 1962" descr="image.png"/>
          <p:cNvPicPr>
            <a:picLocks noChangeAspect="1"/>
          </p:cNvPicPr>
          <p:nvPr/>
        </p:nvPicPr>
        <p:blipFill>
          <a:blip r:embed="rId196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64" name="Picture 1963" descr="image.png"/>
          <p:cNvPicPr>
            <a:picLocks noChangeAspect="1"/>
          </p:cNvPicPr>
          <p:nvPr/>
        </p:nvPicPr>
        <p:blipFill>
          <a:blip r:embed="rId196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65" name="Picture 1964" descr="image.png"/>
          <p:cNvPicPr>
            <a:picLocks noChangeAspect="1"/>
          </p:cNvPicPr>
          <p:nvPr/>
        </p:nvPicPr>
        <p:blipFill>
          <a:blip r:embed="rId196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66" name="Picture 1965" descr="image.png"/>
          <p:cNvPicPr>
            <a:picLocks noChangeAspect="1"/>
          </p:cNvPicPr>
          <p:nvPr/>
        </p:nvPicPr>
        <p:blipFill>
          <a:blip r:embed="rId196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67" name="Picture 1966" descr="image.png"/>
          <p:cNvPicPr>
            <a:picLocks noChangeAspect="1"/>
          </p:cNvPicPr>
          <p:nvPr/>
        </p:nvPicPr>
        <p:blipFill>
          <a:blip r:embed="rId196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68" name="Picture 1967" descr="image.png"/>
          <p:cNvPicPr>
            <a:picLocks noChangeAspect="1"/>
          </p:cNvPicPr>
          <p:nvPr/>
        </p:nvPicPr>
        <p:blipFill>
          <a:blip r:embed="rId196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69" name="Picture 1968" descr="image.png"/>
          <p:cNvPicPr>
            <a:picLocks noChangeAspect="1"/>
          </p:cNvPicPr>
          <p:nvPr/>
        </p:nvPicPr>
        <p:blipFill>
          <a:blip r:embed="rId196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70" name="Picture 1969" descr="image.png"/>
          <p:cNvPicPr>
            <a:picLocks noChangeAspect="1"/>
          </p:cNvPicPr>
          <p:nvPr/>
        </p:nvPicPr>
        <p:blipFill>
          <a:blip r:embed="rId197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71" name="Picture 1970" descr="image.png"/>
          <p:cNvPicPr>
            <a:picLocks noChangeAspect="1"/>
          </p:cNvPicPr>
          <p:nvPr/>
        </p:nvPicPr>
        <p:blipFill>
          <a:blip r:embed="rId197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72" name="Picture 1971" descr="image.png"/>
          <p:cNvPicPr>
            <a:picLocks noChangeAspect="1"/>
          </p:cNvPicPr>
          <p:nvPr/>
        </p:nvPicPr>
        <p:blipFill>
          <a:blip r:embed="rId197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73" name="Picture 1972" descr="image.png"/>
          <p:cNvPicPr>
            <a:picLocks noChangeAspect="1"/>
          </p:cNvPicPr>
          <p:nvPr/>
        </p:nvPicPr>
        <p:blipFill>
          <a:blip r:embed="rId197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74" name="Picture 1973" descr="image.png"/>
          <p:cNvPicPr>
            <a:picLocks noChangeAspect="1"/>
          </p:cNvPicPr>
          <p:nvPr/>
        </p:nvPicPr>
        <p:blipFill>
          <a:blip r:embed="rId197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75" name="Picture 1974" descr="image.png"/>
          <p:cNvPicPr>
            <a:picLocks noChangeAspect="1"/>
          </p:cNvPicPr>
          <p:nvPr/>
        </p:nvPicPr>
        <p:blipFill>
          <a:blip r:embed="rId197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76" name="Picture 1975" descr="image.png"/>
          <p:cNvPicPr>
            <a:picLocks noChangeAspect="1"/>
          </p:cNvPicPr>
          <p:nvPr/>
        </p:nvPicPr>
        <p:blipFill>
          <a:blip r:embed="rId197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77" name="Picture 1976" descr="image.png"/>
          <p:cNvPicPr>
            <a:picLocks noChangeAspect="1"/>
          </p:cNvPicPr>
          <p:nvPr/>
        </p:nvPicPr>
        <p:blipFill>
          <a:blip r:embed="rId197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78" name="Picture 1977" descr="image.png"/>
          <p:cNvPicPr>
            <a:picLocks noChangeAspect="1"/>
          </p:cNvPicPr>
          <p:nvPr/>
        </p:nvPicPr>
        <p:blipFill>
          <a:blip r:embed="rId197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79" name="Picture 1978" descr="image.png"/>
          <p:cNvPicPr>
            <a:picLocks noChangeAspect="1"/>
          </p:cNvPicPr>
          <p:nvPr/>
        </p:nvPicPr>
        <p:blipFill>
          <a:blip r:embed="rId197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80" name="Picture 1979" descr="image.png"/>
          <p:cNvPicPr>
            <a:picLocks noChangeAspect="1"/>
          </p:cNvPicPr>
          <p:nvPr/>
        </p:nvPicPr>
        <p:blipFill>
          <a:blip r:embed="rId198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81" name="Picture 1980" descr="image.png"/>
          <p:cNvPicPr>
            <a:picLocks noChangeAspect="1"/>
          </p:cNvPicPr>
          <p:nvPr/>
        </p:nvPicPr>
        <p:blipFill>
          <a:blip r:embed="rId198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82" name="Picture 1981" descr="image.png"/>
          <p:cNvPicPr>
            <a:picLocks noChangeAspect="1"/>
          </p:cNvPicPr>
          <p:nvPr/>
        </p:nvPicPr>
        <p:blipFill>
          <a:blip r:embed="rId198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83" name="Picture 1982" descr="image.png"/>
          <p:cNvPicPr>
            <a:picLocks noChangeAspect="1"/>
          </p:cNvPicPr>
          <p:nvPr/>
        </p:nvPicPr>
        <p:blipFill>
          <a:blip r:embed="rId198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84" name="Picture 1983" descr="image.png"/>
          <p:cNvPicPr>
            <a:picLocks noChangeAspect="1"/>
          </p:cNvPicPr>
          <p:nvPr/>
        </p:nvPicPr>
        <p:blipFill>
          <a:blip r:embed="rId198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85" name="Picture 1984" descr="image.png"/>
          <p:cNvPicPr>
            <a:picLocks noChangeAspect="1"/>
          </p:cNvPicPr>
          <p:nvPr/>
        </p:nvPicPr>
        <p:blipFill>
          <a:blip r:embed="rId198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86" name="Picture 1985" descr="image.png"/>
          <p:cNvPicPr>
            <a:picLocks noChangeAspect="1"/>
          </p:cNvPicPr>
          <p:nvPr/>
        </p:nvPicPr>
        <p:blipFill>
          <a:blip r:embed="rId198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87" name="Picture 1986" descr="image.png"/>
          <p:cNvPicPr>
            <a:picLocks noChangeAspect="1"/>
          </p:cNvPicPr>
          <p:nvPr/>
        </p:nvPicPr>
        <p:blipFill>
          <a:blip r:embed="rId198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88" name="Picture 1987" descr="image.png"/>
          <p:cNvPicPr>
            <a:picLocks noChangeAspect="1"/>
          </p:cNvPicPr>
          <p:nvPr/>
        </p:nvPicPr>
        <p:blipFill>
          <a:blip r:embed="rId198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89" name="Picture 1988" descr="image.png"/>
          <p:cNvPicPr>
            <a:picLocks noChangeAspect="1"/>
          </p:cNvPicPr>
          <p:nvPr/>
        </p:nvPicPr>
        <p:blipFill>
          <a:blip r:embed="rId198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90" name="Picture 1989" descr="image.png"/>
          <p:cNvPicPr>
            <a:picLocks noChangeAspect="1"/>
          </p:cNvPicPr>
          <p:nvPr/>
        </p:nvPicPr>
        <p:blipFill>
          <a:blip r:embed="rId199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91" name="Picture 1990" descr="image.png"/>
          <p:cNvPicPr>
            <a:picLocks noChangeAspect="1"/>
          </p:cNvPicPr>
          <p:nvPr/>
        </p:nvPicPr>
        <p:blipFill>
          <a:blip r:embed="rId199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92" name="Picture 1991" descr="image.png"/>
          <p:cNvPicPr>
            <a:picLocks noChangeAspect="1"/>
          </p:cNvPicPr>
          <p:nvPr/>
        </p:nvPicPr>
        <p:blipFill>
          <a:blip r:embed="rId1992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93" name="Picture 1992" descr="image.png"/>
          <p:cNvPicPr>
            <a:picLocks noChangeAspect="1"/>
          </p:cNvPicPr>
          <p:nvPr/>
        </p:nvPicPr>
        <p:blipFill>
          <a:blip r:embed="rId1993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94" name="Picture 1993" descr="image.png"/>
          <p:cNvPicPr>
            <a:picLocks noChangeAspect="1"/>
          </p:cNvPicPr>
          <p:nvPr/>
        </p:nvPicPr>
        <p:blipFill>
          <a:blip r:embed="rId1994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95" name="Picture 1994" descr="image.png"/>
          <p:cNvPicPr>
            <a:picLocks noChangeAspect="1"/>
          </p:cNvPicPr>
          <p:nvPr/>
        </p:nvPicPr>
        <p:blipFill>
          <a:blip r:embed="rId1995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96" name="Picture 1995" descr="image.png"/>
          <p:cNvPicPr>
            <a:picLocks noChangeAspect="1"/>
          </p:cNvPicPr>
          <p:nvPr/>
        </p:nvPicPr>
        <p:blipFill>
          <a:blip r:embed="rId1996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97" name="Picture 1996" descr="image.png"/>
          <p:cNvPicPr>
            <a:picLocks noChangeAspect="1"/>
          </p:cNvPicPr>
          <p:nvPr/>
        </p:nvPicPr>
        <p:blipFill>
          <a:blip r:embed="rId1997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98" name="Picture 1997" descr="image.png"/>
          <p:cNvPicPr>
            <a:picLocks noChangeAspect="1"/>
          </p:cNvPicPr>
          <p:nvPr/>
        </p:nvPicPr>
        <p:blipFill>
          <a:blip r:embed="rId1998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1999" name="Picture 1998" descr="image.png"/>
          <p:cNvPicPr>
            <a:picLocks noChangeAspect="1"/>
          </p:cNvPicPr>
          <p:nvPr/>
        </p:nvPicPr>
        <p:blipFill>
          <a:blip r:embed="rId1999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000" name="Picture 1999" descr="image.png"/>
          <p:cNvPicPr>
            <a:picLocks noChangeAspect="1"/>
          </p:cNvPicPr>
          <p:nvPr/>
        </p:nvPicPr>
        <p:blipFill>
          <a:blip r:embed="rId2000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  <p:pic>
        <p:nvPicPr>
          <p:cNvPr id="2001" name="Picture 2000" descr="image.png"/>
          <p:cNvPicPr>
            <a:picLocks noChangeAspect="1"/>
          </p:cNvPicPr>
          <p:nvPr/>
        </p:nvPicPr>
        <p:blipFill>
          <a:blip r:embed="rId200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Owned dense 2000-picture benchmark</dc:title>
  <dc:subject>2000 distinct image relationships and unique one-pixel PNGs</dc:subject>
  <dc:creator>Rostrum benchmark</dc:creator>
  <cp:keywords/>
  <dc:description>generated using python-pptx</dc:description>
  <cp:lastModifiedBy>Rostrum benchmark</cp:lastModifiedBy>
  <cp:revision>1</cp:revision>
  <dcterms:created xsi:type="dcterms:W3CDTF">2000-01-01T00:00:00Z</dcterms:created>
  <dcterms:modified xsi:type="dcterms:W3CDTF">2000-01-01T00:00:00Z</dcterms:modified>
  <cp:category/>
</cp:coreProperties>
</file>