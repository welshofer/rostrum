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s1-arial-regular-14"/>
          <p:cNvGraphicFramePr>
            <a:graphicFrameLocks noGrp="1"/>
          </p:cNvGraphicFramePr>
          <p:nvPr/>
        </p:nvGraphicFramePr>
        <p:xfrm>
          <a:off x="4572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s1-arial-bold-14"/>
          <p:cNvGraphicFramePr>
            <a:graphicFrameLocks noGrp="1"/>
          </p:cNvGraphicFramePr>
          <p:nvPr/>
        </p:nvGraphicFramePr>
        <p:xfrm>
          <a:off x="29718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1-calibri-regular-14"/>
          <p:cNvGraphicFramePr>
            <a:graphicFrameLocks noGrp="1"/>
          </p:cNvGraphicFramePr>
          <p:nvPr/>
        </p:nvGraphicFramePr>
        <p:xfrm>
          <a:off x="54864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s1-calibri-bold-14"/>
          <p:cNvGraphicFramePr>
            <a:graphicFrameLocks noGrp="1"/>
          </p:cNvGraphicFramePr>
          <p:nvPr/>
        </p:nvGraphicFramePr>
        <p:xfrm>
          <a:off x="80010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1-arial-regular-18"/>
          <p:cNvGraphicFramePr>
            <a:graphicFrameLocks noGrp="1"/>
          </p:cNvGraphicFramePr>
          <p:nvPr/>
        </p:nvGraphicFramePr>
        <p:xfrm>
          <a:off x="4572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s1-arial-bold-18"/>
          <p:cNvGraphicFramePr>
            <a:graphicFrameLocks noGrp="1"/>
          </p:cNvGraphicFramePr>
          <p:nvPr/>
        </p:nvGraphicFramePr>
        <p:xfrm>
          <a:off x="29718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s1-calibri-regular-18"/>
          <p:cNvGraphicFramePr>
            <a:graphicFrameLocks noGrp="1"/>
          </p:cNvGraphicFramePr>
          <p:nvPr/>
        </p:nvGraphicFramePr>
        <p:xfrm>
          <a:off x="54864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1-calibri-bold-18"/>
          <p:cNvGraphicFramePr>
            <a:graphicFrameLocks noGrp="1"/>
          </p:cNvGraphicFramePr>
          <p:nvPr/>
        </p:nvGraphicFramePr>
        <p:xfrm>
          <a:off x="80010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1-arial-regular-24"/>
          <p:cNvGraphicFramePr>
            <a:graphicFrameLocks noGrp="1"/>
          </p:cNvGraphicFramePr>
          <p:nvPr/>
        </p:nvGraphicFramePr>
        <p:xfrm>
          <a:off x="4572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s1-arial-bold-24"/>
          <p:cNvGraphicFramePr>
            <a:graphicFrameLocks noGrp="1"/>
          </p:cNvGraphicFramePr>
          <p:nvPr/>
        </p:nvGraphicFramePr>
        <p:xfrm>
          <a:off x="29718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s1-calibri-regular-24"/>
          <p:cNvGraphicFramePr>
            <a:graphicFrameLocks noGrp="1"/>
          </p:cNvGraphicFramePr>
          <p:nvPr/>
        </p:nvGraphicFramePr>
        <p:xfrm>
          <a:off x="54864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s1-calibri-bold-24"/>
          <p:cNvGraphicFramePr>
            <a:graphicFrameLocks noGrp="1"/>
          </p:cNvGraphicFramePr>
          <p:nvPr/>
        </p:nvGraphicFramePr>
        <p:xfrm>
          <a:off x="80010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s2-arial-24-14-absent"/>
          <p:cNvGraphicFramePr>
            <a:graphicFrameLocks noGrp="1"/>
          </p:cNvGraphicFramePr>
          <p:nvPr/>
        </p:nvGraphicFramePr>
        <p:xfrm>
          <a:off x="4572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s2-arial-24-14-explicit100percent"/>
          <p:cNvGraphicFramePr>
            <a:graphicFrameLocks noGrp="1"/>
          </p:cNvGraphicFramePr>
          <p:nvPr/>
        </p:nvGraphicFramePr>
        <p:xfrm>
          <a:off x="29718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2-calibri-24-14-absent"/>
          <p:cNvGraphicFramePr>
            <a:graphicFrameLocks noGrp="1"/>
          </p:cNvGraphicFramePr>
          <p:nvPr/>
        </p:nvGraphicFramePr>
        <p:xfrm>
          <a:off x="54864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s2-calibri-24-14-explicit100percent"/>
          <p:cNvGraphicFramePr>
            <a:graphicFrameLocks noGrp="1"/>
          </p:cNvGraphicFramePr>
          <p:nvPr/>
        </p:nvGraphicFramePr>
        <p:xfrm>
          <a:off x="8001000" y="4572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2-arial-14-24-absent"/>
          <p:cNvGraphicFramePr>
            <a:graphicFrameLocks noGrp="1"/>
          </p:cNvGraphicFramePr>
          <p:nvPr/>
        </p:nvGraphicFramePr>
        <p:xfrm>
          <a:off x="4572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s2-arial-14-24-explicit100percent"/>
          <p:cNvGraphicFramePr>
            <a:graphicFrameLocks noGrp="1"/>
          </p:cNvGraphicFramePr>
          <p:nvPr/>
        </p:nvGraphicFramePr>
        <p:xfrm>
          <a:off x="29718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s2-calibri-14-24-absent"/>
          <p:cNvGraphicFramePr>
            <a:graphicFrameLocks noGrp="1"/>
          </p:cNvGraphicFramePr>
          <p:nvPr/>
        </p:nvGraphicFramePr>
        <p:xfrm>
          <a:off x="54864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2-calibri-14-24-explicit100percent"/>
          <p:cNvGraphicFramePr>
            <a:graphicFrameLocks noGrp="1"/>
          </p:cNvGraphicFramePr>
          <p:nvPr/>
        </p:nvGraphicFramePr>
        <p:xfrm>
          <a:off x="8001000" y="22860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2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2-arial-18-18-absent"/>
          <p:cNvGraphicFramePr>
            <a:graphicFrameLocks noGrp="1"/>
          </p:cNvGraphicFramePr>
          <p:nvPr/>
        </p:nvGraphicFramePr>
        <p:xfrm>
          <a:off x="4572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s2-arial-18-18-explicit100percent"/>
          <p:cNvGraphicFramePr>
            <a:graphicFrameLocks noGrp="1"/>
          </p:cNvGraphicFramePr>
          <p:nvPr/>
        </p:nvGraphicFramePr>
        <p:xfrm>
          <a:off x="29718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  <a:b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s2-calibri-18-18-absent"/>
          <p:cNvGraphicFramePr>
            <a:graphicFrameLocks noGrp="1"/>
          </p:cNvGraphicFramePr>
          <p:nvPr/>
        </p:nvGraphicFramePr>
        <p:xfrm>
          <a:off x="54864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s2-calibri-18-18-explicit100percent"/>
          <p:cNvGraphicFramePr>
            <a:graphicFrameLocks noGrp="1"/>
          </p:cNvGraphicFramePr>
          <p:nvPr/>
        </p:nvGraphicFramePr>
        <p:xfrm>
          <a:off x="8001000" y="4114800"/>
          <a:ext cx="2286000" cy="13716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2286000"/>
              </a:tblGrid>
              <a:tr h="1371600">
                <a:tc>
                  <a:txBody>
                    <a:bodyPr wrap="non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  <a:b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Hpxgy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s3-arial-mixed-auto"/>
          <p:cNvGraphicFramePr>
            <a:graphicFrameLocks noGrp="1"/>
          </p:cNvGraphicFramePr>
          <p:nvPr/>
        </p:nvGraphicFramePr>
        <p:xfrm>
          <a:off x="914400" y="9144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 </a:t>
                      </a: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bold</a:t>
                      </a: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s3-arial-mixed-explicit-break"/>
          <p:cNvGraphicFramePr>
            <a:graphicFrameLocks noGrp="1"/>
          </p:cNvGraphicFramePr>
          <p:nvPr/>
        </p:nvGraphicFramePr>
        <p:xfrm>
          <a:off x="4114800" y="9144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 </a:t>
                      </a: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bold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s3-arial-all18-auto"/>
          <p:cNvGraphicFramePr>
            <a:graphicFrameLocks noGrp="1"/>
          </p:cNvGraphicFramePr>
          <p:nvPr/>
        </p:nvGraphicFramePr>
        <p:xfrm>
          <a:off x="7315200" y="9144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 </a:t>
                      </a:r>
                      <a:r>
                        <a:rPr sz="1800" b="1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bold</a:t>
                      </a: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s3-calibri-mixed-auto"/>
          <p:cNvGraphicFramePr>
            <a:graphicFrameLocks noGrp="1"/>
          </p:cNvGraphicFramePr>
          <p:nvPr/>
        </p:nvGraphicFramePr>
        <p:xfrm>
          <a:off x="914400" y="34290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Mixed </a:t>
                      </a: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bold</a:t>
                      </a: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3-calibri-mixed-explicit-break"/>
          <p:cNvGraphicFramePr>
            <a:graphicFrameLocks noGrp="1"/>
          </p:cNvGraphicFramePr>
          <p:nvPr/>
        </p:nvGraphicFramePr>
        <p:xfrm>
          <a:off x="4114800" y="34290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Mixed </a:t>
                      </a:r>
                      <a:r>
                        <a:rPr sz="24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bold</a:t>
                      </a:r>
                      <a:b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sz="14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s3-calibri-all18-auto"/>
          <p:cNvGraphicFramePr>
            <a:graphicFrameLocks noGrp="1"/>
          </p:cNvGraphicFramePr>
          <p:nvPr/>
        </p:nvGraphicFramePr>
        <p:xfrm>
          <a:off x="7315200" y="3429000"/>
          <a:ext cx="1828800" cy="1828800"/>
        </p:xfrm>
        <a:graphic>
          <a:graphicData uri="http://schemas.openxmlformats.org/drawingml/2006/table">
            <a:tbl>
              <a:tblPr firstRow="0" bandRow="0" lastRow="0" firstCol="0" lastCol="0" bandCol="0" rtl="0">
                <a:tableStyleId>{2D5ABB26-0587-4C30-8999-92F81FD0307C}</a:tableStyleId>
              </a:tblPr>
              <a:tblGrid>
                <a:gridCol w="1828800"/>
              </a:tblGrid>
              <a:tr h="1828800">
                <a:tc>
                  <a:txBody>
                    <a:bodyPr wrap="square" anchor="t" vert="horz" rtlCol="0" lIns="100584" tIns="64008" rIns="210312" bIns="118872">
                      <a:noAutofit/>
                    </a:bodyPr>
                    <a:lstStyle/>
                    <a:p>
                      <a:pPr algn="l" marL="0" marR="0" indent="0"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Mixed </a:t>
                      </a:r>
                      <a:r>
                        <a:rPr sz="1800" b="1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bold</a:t>
                      </a:r>
                      <a:r>
                        <a:rPr sz="1800" b="0" i="0" u="none" spc="0" kern="1200" baseline="0" lang="en-US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text</a:t>
                      </a:r>
                    </a:p>
                  </a:txBody>
                  <a:tcPr marL="100584" marT="64008" marR="210312" marB="118872" anchor="t" vert="horz" anchorCtr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text-baseline-v1</dc:title>
  <dc:subject>Direct-export typography measurements</dc:subject>
  <dc:creator>Rostrum conformance</dc:creator>
  <cp:keywords/>
  <dc:description>Original project-authored fixture content, CC0. No font binaries embedded.</dc:description>
  <cp:lastModifiedBy>Rostrum conformance</cp:lastModifiedBy>
  <cp:revision>1</cp:revision>
  <dcterms:created xsi:type="dcterms:W3CDTF">2026-10-02T00:00:00Z</dcterms:created>
  <dcterms:modified xsi:type="dcterms:W3CDTF">2026-10-02T00:00:00Z</dcterms:modified>
  <cp:category/>
</cp:coreProperties>
</file>