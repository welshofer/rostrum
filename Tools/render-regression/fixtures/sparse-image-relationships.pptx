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972800" cy="64008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1.png" /><Relationship Id="rId3" Type="http://schemas.openxmlformats.org/officeDocument/2006/relationships/image" Target="../media/image2.png" /><Relationship Id="rId4" Type="http://schemas.openxmlformats.org/officeDocument/2006/relationships/hyperlink" Target="https://example.invalid/unused/4" TargetMode="External" /><Relationship Id="rId5" Type="http://schemas.openxmlformats.org/officeDocument/2006/relationships/hyperlink" Target="https://example.invalid/unused/5" TargetMode="External" /><Relationship Id="rId6" Type="http://schemas.openxmlformats.org/officeDocument/2006/relationships/hyperlink" Target="https://example.invalid/unused/6" TargetMode="External" /><Relationship Id="rId7" Type="http://schemas.openxmlformats.org/officeDocument/2006/relationships/hyperlink" Target="https://example.invalid/unused/7" TargetMode="External" /><Relationship Id="rId8" Type="http://schemas.openxmlformats.org/officeDocument/2006/relationships/hyperlink" Target="https://example.invalid/unused/8" TargetMode="External" /><Relationship Id="rId9" Type="http://schemas.openxmlformats.org/officeDocument/2006/relationships/hyperlink" Target="https://example.invalid/unused/9" TargetMode="External" /><Relationship Id="rId10" Type="http://schemas.openxmlformats.org/officeDocument/2006/relationships/hyperlink" Target="https://example.invalid/unused/10" TargetMode="External" /><Relationship Id="rId11" Type="http://schemas.openxmlformats.org/officeDocument/2006/relationships/hyperlink" Target="https://example.invalid/unused/11" TargetMode="External" /><Relationship Id="rId12" Type="http://schemas.openxmlformats.org/officeDocument/2006/relationships/hyperlink" Target="https://example.invalid/unused/12" TargetMode="External" /><Relationship Id="rId13" Type="http://schemas.openxmlformats.org/officeDocument/2006/relationships/hyperlink" Target="https://example.invalid/unused/13" TargetMode="External" /><Relationship Id="rId14" Type="http://schemas.openxmlformats.org/officeDocument/2006/relationships/hyperlink" Target="https://example.invalid/unused/14" TargetMode="External" /><Relationship Id="rId15" Type="http://schemas.openxmlformats.org/officeDocument/2006/relationships/hyperlink" Target="https://example.invalid/unused/15" TargetMode="External" /><Relationship Id="rId16" Type="http://schemas.openxmlformats.org/officeDocument/2006/relationships/hyperlink" Target="https://example.invalid/unused/16" TargetMode="External" /><Relationship Id="rId17" Type="http://schemas.openxmlformats.org/officeDocument/2006/relationships/hyperlink" Target="https://example.invalid/unused/17" TargetMode="External" /><Relationship Id="rId18" Type="http://schemas.openxmlformats.org/officeDocument/2006/relationships/hyperlink" Target="https://example.invalid/unused/18" TargetMode="External" /><Relationship Id="rId19" Type="http://schemas.openxmlformats.org/officeDocument/2006/relationships/hyperlink" Target="https://example.invalid/unused/19" TargetMode="External" /><Relationship Id="rId20" Type="http://schemas.openxmlformats.org/officeDocument/2006/relationships/hyperlink" Target="https://example.invalid/unused/20" TargetMode="External" /><Relationship Id="rId21" Type="http://schemas.openxmlformats.org/officeDocument/2006/relationships/hyperlink" Target="https://example.invalid/unused/21" TargetMode="External" /><Relationship Id="rId22" Type="http://schemas.openxmlformats.org/officeDocument/2006/relationships/hyperlink" Target="https://example.invalid/unused/22" TargetMode="External" /><Relationship Id="rId23" Type="http://schemas.openxmlformats.org/officeDocument/2006/relationships/hyperlink" Target="https://example.invalid/unused/23" TargetMode="External" /><Relationship Id="rId24" Type="http://schemas.openxmlformats.org/officeDocument/2006/relationships/hyperlink" Target="https://example.invalid/unused/24" TargetMode="External" /><Relationship Id="rId25" Type="http://schemas.openxmlformats.org/officeDocument/2006/relationships/hyperlink" Target="https://example.invalid/unused/25" TargetMode="External" /><Relationship Id="rId26" Type="http://schemas.openxmlformats.org/officeDocument/2006/relationships/hyperlink" Target="https://example.invalid/unused/26" TargetMode="External" /><Relationship Id="rId27" Type="http://schemas.openxmlformats.org/officeDocument/2006/relationships/hyperlink" Target="https://example.invalid/unused/27" TargetMode="External" /><Relationship Id="rId28" Type="http://schemas.openxmlformats.org/officeDocument/2006/relationships/hyperlink" Target="https://example.invalid/unused/28" TargetMode="External" /><Relationship Id="rId29" Type="http://schemas.openxmlformats.org/officeDocument/2006/relationships/hyperlink" Target="https://example.invalid/unused/29" TargetMode="External" /><Relationship Id="rId30" Type="http://schemas.openxmlformats.org/officeDocument/2006/relationships/hyperlink" Target="https://example.invalid/unused/30" TargetMode="External" /><Relationship Id="rId31" Type="http://schemas.openxmlformats.org/officeDocument/2006/relationships/hyperlink" Target="https://example.invalid/unused/31" TargetMode="External" /><Relationship Id="rId32" Type="http://schemas.openxmlformats.org/officeDocument/2006/relationships/hyperlink" Target="https://example.invalid/unused/32" TargetMode="External" /><Relationship Id="rId33" Type="http://schemas.openxmlformats.org/officeDocument/2006/relationships/hyperlink" Target="https://example.invalid/unused/33" TargetMode="External" /><Relationship Id="rId34" Type="http://schemas.openxmlformats.org/officeDocument/2006/relationships/hyperlink" Target="https://example.invalid/unused/34" TargetMode="External" /><Relationship Id="rId35" Type="http://schemas.openxmlformats.org/officeDocument/2006/relationships/hyperlink" Target="https://example.invalid/unused/35" TargetMode="External" /><Relationship Id="rId36" Type="http://schemas.openxmlformats.org/officeDocument/2006/relationships/hyperlink" Target="https://example.invalid/unused/36" TargetMode="External" /><Relationship Id="rId37" Type="http://schemas.openxmlformats.org/officeDocument/2006/relationships/hyperlink" Target="https://example.invalid/unused/37" TargetMode="External" /><Relationship Id="rId38" Type="http://schemas.openxmlformats.org/officeDocument/2006/relationships/hyperlink" Target="https://example.invalid/unused/38" TargetMode="External" /><Relationship Id="rId39" Type="http://schemas.openxmlformats.org/officeDocument/2006/relationships/hyperlink" Target="https://example.invalid/unused/39" TargetMode="External" /><Relationship Id="rId40" Type="http://schemas.openxmlformats.org/officeDocument/2006/relationships/hyperlink" Target="https://example.invalid/unused/40" TargetMode="External" /><Relationship Id="rId41" Type="http://schemas.openxmlformats.org/officeDocument/2006/relationships/hyperlink" Target="https://example.invalid/unused/41" TargetMode="External" /><Relationship Id="rId42" Type="http://schemas.openxmlformats.org/officeDocument/2006/relationships/hyperlink" Target="https://example.invalid/unused/42" TargetMode="External" /><Relationship Id="rId43" Type="http://schemas.openxmlformats.org/officeDocument/2006/relationships/hyperlink" Target="https://example.invalid/unused/43" TargetMode="External" /><Relationship Id="rId44" Type="http://schemas.openxmlformats.org/officeDocument/2006/relationships/hyperlink" Target="https://example.invalid/unused/44" TargetMode="External" /><Relationship Id="rId45" Type="http://schemas.openxmlformats.org/officeDocument/2006/relationships/hyperlink" Target="https://example.invalid/unused/45" TargetMode="External" /><Relationship Id="rId46" Type="http://schemas.openxmlformats.org/officeDocument/2006/relationships/hyperlink" Target="https://example.invalid/unused/46" TargetMode="External" /><Relationship Id="rId47" Type="http://schemas.openxmlformats.org/officeDocument/2006/relationships/hyperlink" Target="https://example.invalid/unused/47" TargetMode="External" /><Relationship Id="rId48" Type="http://schemas.openxmlformats.org/officeDocument/2006/relationships/hyperlink" Target="https://example.invalid/unused/48" TargetMode="External" /><Relationship Id="rId49" Type="http://schemas.openxmlformats.org/officeDocument/2006/relationships/hyperlink" Target="https://example.invalid/unused/49" TargetMode="External" /><Relationship Id="rId50" Type="http://schemas.openxmlformats.org/officeDocument/2006/relationships/hyperlink" Target="https://example.invalid/unused/50" TargetMode="External" /><Relationship Id="rId51" Type="http://schemas.openxmlformats.org/officeDocument/2006/relationships/hyperlink" Target="https://example.invalid/unused/51" TargetMode="External" /><Relationship Id="rId52" Type="http://schemas.openxmlformats.org/officeDocument/2006/relationships/hyperlink" Target="https://example.invalid/unused/52" TargetMode="External" /><Relationship Id="rId53" Type="http://schemas.openxmlformats.org/officeDocument/2006/relationships/hyperlink" Target="https://example.invalid/unused/53" TargetMode="External" /><Relationship Id="rId54" Type="http://schemas.openxmlformats.org/officeDocument/2006/relationships/hyperlink" Target="https://example.invalid/unused/54" TargetMode="External" /><Relationship Id="rId55" Type="http://schemas.openxmlformats.org/officeDocument/2006/relationships/hyperlink" Target="https://example.invalid/unused/55" TargetMode="External" /><Relationship Id="rId56" Type="http://schemas.openxmlformats.org/officeDocument/2006/relationships/hyperlink" Target="https://example.invalid/unused/56" TargetMode="External" /><Relationship Id="rId57" Type="http://schemas.openxmlformats.org/officeDocument/2006/relationships/hyperlink" Target="https://example.invalid/unused/57" TargetMode="External" /><Relationship Id="rId58" Type="http://schemas.openxmlformats.org/officeDocument/2006/relationships/hyperlink" Target="https://example.invalid/unused/58" TargetMode="External" /><Relationship Id="rId59" Type="http://schemas.openxmlformats.org/officeDocument/2006/relationships/hyperlink" Target="https://example.invalid/unused/59" TargetMode="External" /><Relationship Id="rId60" Type="http://schemas.openxmlformats.org/officeDocument/2006/relationships/hyperlink" Target="https://example.invalid/unused/60" TargetMode="External" /><Relationship Id="rId61" Type="http://schemas.openxmlformats.org/officeDocument/2006/relationships/hyperlink" Target="https://example.invalid/unused/61" TargetMode="External" /><Relationship Id="rId62" Type="http://schemas.openxmlformats.org/officeDocument/2006/relationships/hyperlink" Target="https://example.invalid/unused/62" TargetMode="External" /><Relationship Id="rId63" Type="http://schemas.openxmlformats.org/officeDocument/2006/relationships/hyperlink" Target="https://example.invalid/unused/63" TargetMode="External" /><Relationship Id="rId64" Type="http://schemas.openxmlformats.org/officeDocument/2006/relationships/hyperlink" Target="https://example.invalid/unused/64" TargetMode="External" /><Relationship Id="rId65" Type="http://schemas.openxmlformats.org/officeDocument/2006/relationships/hyperlink" Target="https://example.invalid/unused/65" TargetMode="External" /><Relationship Id="rId66" Type="http://schemas.openxmlformats.org/officeDocument/2006/relationships/hyperlink" Target="https://example.invalid/unused/66" TargetMode="External" /><Relationship Id="rId67" Type="http://schemas.openxmlformats.org/officeDocument/2006/relationships/hyperlink" Target="https://example.invalid/unused/67" TargetMode="External" /><Relationship Id="rId68" Type="http://schemas.openxmlformats.org/officeDocument/2006/relationships/hyperlink" Target="https://example.invalid/unused/68" TargetMode="External" /><Relationship Id="rId69" Type="http://schemas.openxmlformats.org/officeDocument/2006/relationships/hyperlink" Target="https://example.invalid/unused/69" TargetMode="External" /><Relationship Id="rId70" Type="http://schemas.openxmlformats.org/officeDocument/2006/relationships/hyperlink" Target="https://example.invalid/unused/70" TargetMode="External" /><Relationship Id="rId71" Type="http://schemas.openxmlformats.org/officeDocument/2006/relationships/hyperlink" Target="https://example.invalid/unused/71" TargetMode="External" /><Relationship Id="rId72" Type="http://schemas.openxmlformats.org/officeDocument/2006/relationships/hyperlink" Target="https://example.invalid/unused/72" TargetMode="External" /><Relationship Id="rId73" Type="http://schemas.openxmlformats.org/officeDocument/2006/relationships/hyperlink" Target="https://example.invalid/unused/73" TargetMode="External" /><Relationship Id="rId74" Type="http://schemas.openxmlformats.org/officeDocument/2006/relationships/hyperlink" Target="https://example.invalid/unused/74" TargetMode="External" /><Relationship Id="rId75" Type="http://schemas.openxmlformats.org/officeDocument/2006/relationships/hyperlink" Target="https://example.invalid/unused/75" TargetMode="External" /><Relationship Id="rId76" Type="http://schemas.openxmlformats.org/officeDocument/2006/relationships/hyperlink" Target="https://example.invalid/unused/76" TargetMode="External" /><Relationship Id="rId77" Type="http://schemas.openxmlformats.org/officeDocument/2006/relationships/hyperlink" Target="https://example.invalid/unused/77" TargetMode="External" /><Relationship Id="rId78" Type="http://schemas.openxmlformats.org/officeDocument/2006/relationships/hyperlink" Target="https://example.invalid/unused/78" TargetMode="External" /><Relationship Id="rId79" Type="http://schemas.openxmlformats.org/officeDocument/2006/relationships/hyperlink" Target="https://example.invalid/unused/79" TargetMode="External" /><Relationship Id="rId80" Type="http://schemas.openxmlformats.org/officeDocument/2006/relationships/hyperlink" Target="https://example.invalid/unused/80" TargetMode="External" /><Relationship Id="rId81" Type="http://schemas.openxmlformats.org/officeDocument/2006/relationships/hyperlink" Target="https://example.invalid/unused/81" TargetMode="External" /><Relationship Id="rId82" Type="http://schemas.openxmlformats.org/officeDocument/2006/relationships/hyperlink" Target="https://example.invalid/unused/82" TargetMode="External" /><Relationship Id="rId83" Type="http://schemas.openxmlformats.org/officeDocument/2006/relationships/hyperlink" Target="https://example.invalid/unused/83" TargetMode="External" /><Relationship Id="rId84" Type="http://schemas.openxmlformats.org/officeDocument/2006/relationships/hyperlink" Target="https://example.invalid/unused/84" TargetMode="External" /><Relationship Id="rId85" Type="http://schemas.openxmlformats.org/officeDocument/2006/relationships/hyperlink" Target="https://example.invalid/unused/85" TargetMode="External" /><Relationship Id="rId86" Type="http://schemas.openxmlformats.org/officeDocument/2006/relationships/hyperlink" Target="https://example.invalid/unused/86" TargetMode="External" /><Relationship Id="rId87" Type="http://schemas.openxmlformats.org/officeDocument/2006/relationships/hyperlink" Target="https://example.invalid/unused/87" TargetMode="External" /><Relationship Id="rId88" Type="http://schemas.openxmlformats.org/officeDocument/2006/relationships/hyperlink" Target="https://example.invalid/unused/88" TargetMode="External" /><Relationship Id="rId89" Type="http://schemas.openxmlformats.org/officeDocument/2006/relationships/hyperlink" Target="https://example.invalid/unused/89" TargetMode="External" /><Relationship Id="rId90" Type="http://schemas.openxmlformats.org/officeDocument/2006/relationships/hyperlink" Target="https://example.invalid/unused/90" TargetMode="External" /><Relationship Id="rId91" Type="http://schemas.openxmlformats.org/officeDocument/2006/relationships/hyperlink" Target="https://example.invalid/unused/91" TargetMode="External" /><Relationship Id="rId92" Type="http://schemas.openxmlformats.org/officeDocument/2006/relationships/hyperlink" Target="https://example.invalid/unused/92" TargetMode="External" /><Relationship Id="rId93" Type="http://schemas.openxmlformats.org/officeDocument/2006/relationships/hyperlink" Target="https://example.invalid/unused/93" TargetMode="External" /><Relationship Id="rId94" Type="http://schemas.openxmlformats.org/officeDocument/2006/relationships/hyperlink" Target="https://example.invalid/unused/94" TargetMode="External" /><Relationship Id="rId95" Type="http://schemas.openxmlformats.org/officeDocument/2006/relationships/hyperlink" Target="https://example.invalid/unused/95" TargetMode="External" /><Relationship Id="rId96" Type="http://schemas.openxmlformats.org/officeDocument/2006/relationships/hyperlink" Target="https://example.invalid/unused/96" TargetMode="External" /><Relationship Id="rId97" Type="http://schemas.openxmlformats.org/officeDocument/2006/relationships/hyperlink" Target="https://example.invalid/unused/97" TargetMode="External" /><Relationship Id="rId98" Type="http://schemas.openxmlformats.org/officeDocument/2006/relationships/hyperlink" Target="https://example.invalid/unused/98" TargetMode="External" /><Relationship Id="rId99" Type="http://schemas.openxmlformats.org/officeDocument/2006/relationships/hyperlink" Target="https://example.invalid/unused/99" TargetMode="External" /><Relationship Id="rId100" Type="http://schemas.openxmlformats.org/officeDocument/2006/relationships/hyperlink" Target="https://example.invalid/unused/100" TargetMode="External" /><Relationship Id="rId101" Type="http://schemas.openxmlformats.org/officeDocument/2006/relationships/hyperlink" Target="https://example.invalid/unused/101" TargetMode="External" /><Relationship Id="rId102" Type="http://schemas.openxmlformats.org/officeDocument/2006/relationships/hyperlink" Target="https://example.invalid/unused/102" TargetMode="External" /><Relationship Id="rId103" Type="http://schemas.openxmlformats.org/officeDocument/2006/relationships/hyperlink" Target="https://example.invalid/unused/103" TargetMode="External" /><Relationship Id="rId104" Type="http://schemas.openxmlformats.org/officeDocument/2006/relationships/hyperlink" Target="https://example.invalid/unused/104" TargetMode="External" /><Relationship Id="rId105" Type="http://schemas.openxmlformats.org/officeDocument/2006/relationships/hyperlink" Target="https://example.invalid/unused/105" TargetMode="External" /><Relationship Id="rId106" Type="http://schemas.openxmlformats.org/officeDocument/2006/relationships/hyperlink" Target="https://example.invalid/unused/106" TargetMode="External" /><Relationship Id="rId107" Type="http://schemas.openxmlformats.org/officeDocument/2006/relationships/hyperlink" Target="https://example.invalid/unused/107" TargetMode="External" /><Relationship Id="rId108" Type="http://schemas.openxmlformats.org/officeDocument/2006/relationships/hyperlink" Target="https://example.invalid/unused/108" TargetMode="External" /><Relationship Id="rId109" Type="http://schemas.openxmlformats.org/officeDocument/2006/relationships/hyperlink" Target="https://example.invalid/unused/109" TargetMode="External" /><Relationship Id="rId110" Type="http://schemas.openxmlformats.org/officeDocument/2006/relationships/hyperlink" Target="https://example.invalid/unused/110" TargetMode="External" /><Relationship Id="rId111" Type="http://schemas.openxmlformats.org/officeDocument/2006/relationships/hyperlink" Target="https://example.invalid/unused/111" TargetMode="External" /><Relationship Id="rId112" Type="http://schemas.openxmlformats.org/officeDocument/2006/relationships/hyperlink" Target="https://example.invalid/unused/112" TargetMode="External" /><Relationship Id="rId113" Type="http://schemas.openxmlformats.org/officeDocument/2006/relationships/hyperlink" Target="https://example.invalid/unused/113" TargetMode="External" /><Relationship Id="rId114" Type="http://schemas.openxmlformats.org/officeDocument/2006/relationships/hyperlink" Target="https://example.invalid/unused/114" TargetMode="External" /><Relationship Id="rId115" Type="http://schemas.openxmlformats.org/officeDocument/2006/relationships/hyperlink" Target="https://example.invalid/unused/115" TargetMode="External" /><Relationship Id="rId116" Type="http://schemas.openxmlformats.org/officeDocument/2006/relationships/hyperlink" Target="https://example.invalid/unused/116" TargetMode="External" /><Relationship Id="rId117" Type="http://schemas.openxmlformats.org/officeDocument/2006/relationships/hyperlink" Target="https://example.invalid/unused/117" TargetMode="External" /><Relationship Id="rId118" Type="http://schemas.openxmlformats.org/officeDocument/2006/relationships/hyperlink" Target="https://example.invalid/unused/118" TargetMode="External" /><Relationship Id="rId119" Type="http://schemas.openxmlformats.org/officeDocument/2006/relationships/hyperlink" Target="https://example.invalid/unused/119" TargetMode="External" /><Relationship Id="rId120" Type="http://schemas.openxmlformats.org/officeDocument/2006/relationships/hyperlink" Target="https://example.invalid/unused/120" TargetMode="External" /><Relationship Id="rId121" Type="http://schemas.openxmlformats.org/officeDocument/2006/relationships/hyperlink" Target="https://example.invalid/unused/121" TargetMode="External" /><Relationship Id="rId122" Type="http://schemas.openxmlformats.org/officeDocument/2006/relationships/hyperlink" Target="https://example.invalid/unused/122" TargetMode="External" /><Relationship Id="rId123" Type="http://schemas.openxmlformats.org/officeDocument/2006/relationships/hyperlink" Target="https://example.invalid/unused/123" TargetMode="External" /><Relationship Id="rId124" Type="http://schemas.openxmlformats.org/officeDocument/2006/relationships/hyperlink" Target="https://example.invalid/unused/124" TargetMode="External" /><Relationship Id="rId125" Type="http://schemas.openxmlformats.org/officeDocument/2006/relationships/hyperlink" Target="https://example.invalid/unused/125" TargetMode="External" /><Relationship Id="rId126" Type="http://schemas.openxmlformats.org/officeDocument/2006/relationships/hyperlink" Target="https://example.invalid/unused/126" TargetMode="External" /><Relationship Id="rId127" Type="http://schemas.openxmlformats.org/officeDocument/2006/relationships/hyperlink" Target="https://example.invalid/unused/127" TargetMode="External" /><Relationship Id="rId128" Type="http://schemas.openxmlformats.org/officeDocument/2006/relationships/hyperlink" Target="https://example.invalid/unused/128" TargetMode="External" /><Relationship Id="rId129" Type="http://schemas.openxmlformats.org/officeDocument/2006/relationships/hyperlink" Target="https://example.invalid/unused/129" TargetMode="External" /><Relationship Id="rId130" Type="http://schemas.openxmlformats.org/officeDocument/2006/relationships/hyperlink" Target="https://example.invalid/unused/130" TargetMode="External" /><Relationship Id="rId131" Type="http://schemas.openxmlformats.org/officeDocument/2006/relationships/hyperlink" Target="https://example.invalid/unused/131" TargetMode="External" /><Relationship Id="rId132" Type="http://schemas.openxmlformats.org/officeDocument/2006/relationships/hyperlink" Target="https://example.invalid/unused/132" TargetMode="External" /><Relationship Id="rId133" Type="http://schemas.openxmlformats.org/officeDocument/2006/relationships/hyperlink" Target="https://example.invalid/unused/133" TargetMode="External" /><Relationship Id="rId134" Type="http://schemas.openxmlformats.org/officeDocument/2006/relationships/hyperlink" Target="https://example.invalid/unused/134" TargetMode="External" /><Relationship Id="rId135" Type="http://schemas.openxmlformats.org/officeDocument/2006/relationships/hyperlink" Target="https://example.invalid/unused/135" TargetMode="External" /><Relationship Id="rId136" Type="http://schemas.openxmlformats.org/officeDocument/2006/relationships/hyperlink" Target="https://example.invalid/unused/136" TargetMode="External" /><Relationship Id="rId137" Type="http://schemas.openxmlformats.org/officeDocument/2006/relationships/hyperlink" Target="https://example.invalid/unused/137" TargetMode="External" /><Relationship Id="rId138" Type="http://schemas.openxmlformats.org/officeDocument/2006/relationships/hyperlink" Target="https://example.invalid/unused/138" TargetMode="External" /><Relationship Id="rId139" Type="http://schemas.openxmlformats.org/officeDocument/2006/relationships/hyperlink" Target="https://example.invalid/unused/139" TargetMode="External" /><Relationship Id="rId140" Type="http://schemas.openxmlformats.org/officeDocument/2006/relationships/hyperlink" Target="https://example.invalid/unused/140" TargetMode="External" /><Relationship Id="rId141" Type="http://schemas.openxmlformats.org/officeDocument/2006/relationships/hyperlink" Target="https://example.invalid/unused/141" TargetMode="External" /><Relationship Id="rId142" Type="http://schemas.openxmlformats.org/officeDocument/2006/relationships/hyperlink" Target="https://example.invalid/unused/142" TargetMode="External" /><Relationship Id="rId143" Type="http://schemas.openxmlformats.org/officeDocument/2006/relationships/hyperlink" Target="https://example.invalid/unused/143" TargetMode="External" /><Relationship Id="rId144" Type="http://schemas.openxmlformats.org/officeDocument/2006/relationships/hyperlink" Target="https://example.invalid/unused/144" TargetMode="External" /><Relationship Id="rId145" Type="http://schemas.openxmlformats.org/officeDocument/2006/relationships/hyperlink" Target="https://example.invalid/unused/145" TargetMode="External" /><Relationship Id="rId146" Type="http://schemas.openxmlformats.org/officeDocument/2006/relationships/hyperlink" Target="https://example.invalid/unused/146" TargetMode="External" /><Relationship Id="rId147" Type="http://schemas.openxmlformats.org/officeDocument/2006/relationships/hyperlink" Target="https://example.invalid/unused/147" TargetMode="External" /><Relationship Id="rId148" Type="http://schemas.openxmlformats.org/officeDocument/2006/relationships/hyperlink" Target="https://example.invalid/unused/148" TargetMode="External" /><Relationship Id="rId149" Type="http://schemas.openxmlformats.org/officeDocument/2006/relationships/hyperlink" Target="https://example.invalid/unused/149" TargetMode="External" /><Relationship Id="rId150" Type="http://schemas.openxmlformats.org/officeDocument/2006/relationships/hyperlink" Target="https://example.invalid/unused/150" TargetMode="External" /><Relationship Id="rId151" Type="http://schemas.openxmlformats.org/officeDocument/2006/relationships/hyperlink" Target="https://example.invalid/unused/151" TargetMode="External" /><Relationship Id="rId152" Type="http://schemas.openxmlformats.org/officeDocument/2006/relationships/hyperlink" Target="https://example.invalid/unused/152" TargetMode="External" /><Relationship Id="rId153" Type="http://schemas.openxmlformats.org/officeDocument/2006/relationships/hyperlink" Target="https://example.invalid/unused/153" TargetMode="External" /><Relationship Id="rId154" Type="http://schemas.openxmlformats.org/officeDocument/2006/relationships/hyperlink" Target="https://example.invalid/unused/154" TargetMode="External" /><Relationship Id="rId155" Type="http://schemas.openxmlformats.org/officeDocument/2006/relationships/hyperlink" Target="https://example.invalid/unused/155" TargetMode="External" /><Relationship Id="rId156" Type="http://schemas.openxmlformats.org/officeDocument/2006/relationships/hyperlink" Target="https://example.invalid/unused/156" TargetMode="External" /><Relationship Id="rId157" Type="http://schemas.openxmlformats.org/officeDocument/2006/relationships/hyperlink" Target="https://example.invalid/unused/157" TargetMode="External" /><Relationship Id="rId158" Type="http://schemas.openxmlformats.org/officeDocument/2006/relationships/hyperlink" Target="https://example.invalid/unused/158" TargetMode="External" /><Relationship Id="rId159" Type="http://schemas.openxmlformats.org/officeDocument/2006/relationships/hyperlink" Target="https://example.invalid/unused/159" TargetMode="External" /><Relationship Id="rId160" Type="http://schemas.openxmlformats.org/officeDocument/2006/relationships/hyperlink" Target="https://example.invalid/unused/160" TargetMode="External" /><Relationship Id="rId161" Type="http://schemas.openxmlformats.org/officeDocument/2006/relationships/hyperlink" Target="https://example.invalid/unused/161" TargetMode="External" /><Relationship Id="rId162" Type="http://schemas.openxmlformats.org/officeDocument/2006/relationships/hyperlink" Target="https://example.invalid/unused/162" TargetMode="External" /><Relationship Id="rId163" Type="http://schemas.openxmlformats.org/officeDocument/2006/relationships/hyperlink" Target="https://example.invalid/unused/163" TargetMode="External" /><Relationship Id="rId164" Type="http://schemas.openxmlformats.org/officeDocument/2006/relationships/hyperlink" Target="https://example.invalid/unused/164" TargetMode="External" /><Relationship Id="rId165" Type="http://schemas.openxmlformats.org/officeDocument/2006/relationships/hyperlink" Target="https://example.invalid/unused/165" TargetMode="External" /><Relationship Id="rId166" Type="http://schemas.openxmlformats.org/officeDocument/2006/relationships/hyperlink" Target="https://example.invalid/unused/166" TargetMode="External" /><Relationship Id="rId167" Type="http://schemas.openxmlformats.org/officeDocument/2006/relationships/hyperlink" Target="https://example.invalid/unused/167" TargetMode="External" /><Relationship Id="rId168" Type="http://schemas.openxmlformats.org/officeDocument/2006/relationships/hyperlink" Target="https://example.invalid/unused/168" TargetMode="External" /><Relationship Id="rId169" Type="http://schemas.openxmlformats.org/officeDocument/2006/relationships/hyperlink" Target="https://example.invalid/unused/169" TargetMode="External" /><Relationship Id="rId170" Type="http://schemas.openxmlformats.org/officeDocument/2006/relationships/hyperlink" Target="https://example.invalid/unused/170" TargetMode="External" /><Relationship Id="rId171" Type="http://schemas.openxmlformats.org/officeDocument/2006/relationships/hyperlink" Target="https://example.invalid/unused/171" TargetMode="External" /><Relationship Id="rId172" Type="http://schemas.openxmlformats.org/officeDocument/2006/relationships/hyperlink" Target="https://example.invalid/unused/172" TargetMode="External" /><Relationship Id="rId173" Type="http://schemas.openxmlformats.org/officeDocument/2006/relationships/hyperlink" Target="https://example.invalid/unused/173" TargetMode="External" /><Relationship Id="rId174" Type="http://schemas.openxmlformats.org/officeDocument/2006/relationships/hyperlink" Target="https://example.invalid/unused/174" TargetMode="External" /><Relationship Id="rId175" Type="http://schemas.openxmlformats.org/officeDocument/2006/relationships/hyperlink" Target="https://example.invalid/unused/175" TargetMode="External" /><Relationship Id="rId176" Type="http://schemas.openxmlformats.org/officeDocument/2006/relationships/hyperlink" Target="https://example.invalid/unused/176" TargetMode="External" /><Relationship Id="rId177" Type="http://schemas.openxmlformats.org/officeDocument/2006/relationships/hyperlink" Target="https://example.invalid/unused/177" TargetMode="External" /><Relationship Id="rId178" Type="http://schemas.openxmlformats.org/officeDocument/2006/relationships/hyperlink" Target="https://example.invalid/unused/178" TargetMode="External" /><Relationship Id="rId179" Type="http://schemas.openxmlformats.org/officeDocument/2006/relationships/hyperlink" Target="https://example.invalid/unused/179" TargetMode="External" /><Relationship Id="rId180" Type="http://schemas.openxmlformats.org/officeDocument/2006/relationships/hyperlink" Target="https://example.invalid/unused/180" TargetMode="External" /><Relationship Id="rId181" Type="http://schemas.openxmlformats.org/officeDocument/2006/relationships/hyperlink" Target="https://example.invalid/unused/181" TargetMode="External" /><Relationship Id="rId182" Type="http://schemas.openxmlformats.org/officeDocument/2006/relationships/hyperlink" Target="https://example.invalid/unused/182" TargetMode="External" /><Relationship Id="rId183" Type="http://schemas.openxmlformats.org/officeDocument/2006/relationships/hyperlink" Target="https://example.invalid/unused/183" TargetMode="External" /><Relationship Id="rId184" Type="http://schemas.openxmlformats.org/officeDocument/2006/relationships/hyperlink" Target="https://example.invalid/unused/184" TargetMode="External" /><Relationship Id="rId185" Type="http://schemas.openxmlformats.org/officeDocument/2006/relationships/hyperlink" Target="https://example.invalid/unused/185" TargetMode="External" /><Relationship Id="rId186" Type="http://schemas.openxmlformats.org/officeDocument/2006/relationships/hyperlink" Target="https://example.invalid/unused/186" TargetMode="External" /><Relationship Id="rId187" Type="http://schemas.openxmlformats.org/officeDocument/2006/relationships/hyperlink" Target="https://example.invalid/unused/187" TargetMode="External" /><Relationship Id="rId188" Type="http://schemas.openxmlformats.org/officeDocument/2006/relationships/hyperlink" Target="https://example.invalid/unused/188" TargetMode="External" /><Relationship Id="rId189" Type="http://schemas.openxmlformats.org/officeDocument/2006/relationships/hyperlink" Target="https://example.invalid/unused/189" TargetMode="External" /><Relationship Id="rId190" Type="http://schemas.openxmlformats.org/officeDocument/2006/relationships/hyperlink" Target="https://example.invalid/unused/190" TargetMode="External" /><Relationship Id="rId191" Type="http://schemas.openxmlformats.org/officeDocument/2006/relationships/hyperlink" Target="https://example.invalid/unused/191" TargetMode="External" /><Relationship Id="rId192" Type="http://schemas.openxmlformats.org/officeDocument/2006/relationships/hyperlink" Target="https://example.invalid/unused/192" TargetMode="External" /><Relationship Id="rId193" Type="http://schemas.openxmlformats.org/officeDocument/2006/relationships/hyperlink" Target="https://example.invalid/unused/193" TargetMode="External" /><Relationship Id="rId194" Type="http://schemas.openxmlformats.org/officeDocument/2006/relationships/hyperlink" Target="https://example.invalid/unused/194" TargetMode="External" /><Relationship Id="rId195" Type="http://schemas.openxmlformats.org/officeDocument/2006/relationships/hyperlink" Target="https://example.invalid/unused/195" TargetMode="External" /><Relationship Id="rId196" Type="http://schemas.openxmlformats.org/officeDocument/2006/relationships/hyperlink" Target="https://example.invalid/unused/196" TargetMode="External" /><Relationship Id="rId197" Type="http://schemas.openxmlformats.org/officeDocument/2006/relationships/hyperlink" Target="https://example.invalid/unused/197" TargetMode="External" /><Relationship Id="rId198" Type="http://schemas.openxmlformats.org/officeDocument/2006/relationships/hyperlink" Target="https://example.invalid/unused/198" TargetMode="External" /><Relationship Id="rId199" Type="http://schemas.openxmlformats.org/officeDocument/2006/relationships/hyperlink" Target="https://example.invalid/unused/199" TargetMode="External" /><Relationship Id="rId200" Type="http://schemas.openxmlformats.org/officeDocument/2006/relationships/hyperlink" Target="https://example.invalid/unused/200" TargetMode="External" /><Relationship Id="rId201" Type="http://schemas.openxmlformats.org/officeDocument/2006/relationships/hyperlink" Target="https://example.invalid/unused/201" TargetMode="External" /><Relationship Id="rId202" Type="http://schemas.openxmlformats.org/officeDocument/2006/relationships/hyperlink" Target="https://example.invalid/unused/202" TargetMode="External" /><Relationship Id="rId203" Type="http://schemas.openxmlformats.org/officeDocument/2006/relationships/hyperlink" Target="https://example.invalid/unused/203" TargetMode="External" /><Relationship Id="rId204" Type="http://schemas.openxmlformats.org/officeDocument/2006/relationships/hyperlink" Target="https://example.invalid/unused/204" TargetMode="External" /><Relationship Id="rId205" Type="http://schemas.openxmlformats.org/officeDocument/2006/relationships/hyperlink" Target="https://example.invalid/unused/205" TargetMode="External" /><Relationship Id="rId206" Type="http://schemas.openxmlformats.org/officeDocument/2006/relationships/hyperlink" Target="https://example.invalid/unused/206" TargetMode="External" /><Relationship Id="rId207" Type="http://schemas.openxmlformats.org/officeDocument/2006/relationships/hyperlink" Target="https://example.invalid/unused/207" TargetMode="External" /><Relationship Id="rId208" Type="http://schemas.openxmlformats.org/officeDocument/2006/relationships/hyperlink" Target="https://example.invalid/unused/208" TargetMode="External" /><Relationship Id="rId209" Type="http://schemas.openxmlformats.org/officeDocument/2006/relationships/hyperlink" Target="https://example.invalid/unused/209" TargetMode="External" /><Relationship Id="rId210" Type="http://schemas.openxmlformats.org/officeDocument/2006/relationships/hyperlink" Target="https://example.invalid/unused/210" TargetMode="External" /><Relationship Id="rId211" Type="http://schemas.openxmlformats.org/officeDocument/2006/relationships/hyperlink" Target="https://example.invalid/unused/211" TargetMode="External" /><Relationship Id="rId212" Type="http://schemas.openxmlformats.org/officeDocument/2006/relationships/hyperlink" Target="https://example.invalid/unused/212" TargetMode="External" /><Relationship Id="rId213" Type="http://schemas.openxmlformats.org/officeDocument/2006/relationships/hyperlink" Target="https://example.invalid/unused/213" TargetMode="External" /><Relationship Id="rId214" Type="http://schemas.openxmlformats.org/officeDocument/2006/relationships/hyperlink" Target="https://example.invalid/unused/214" TargetMode="External" /><Relationship Id="rId215" Type="http://schemas.openxmlformats.org/officeDocument/2006/relationships/hyperlink" Target="https://example.invalid/unused/215" TargetMode="External" /><Relationship Id="rId216" Type="http://schemas.openxmlformats.org/officeDocument/2006/relationships/hyperlink" Target="https://example.invalid/unused/216" TargetMode="External" /><Relationship Id="rId217" Type="http://schemas.openxmlformats.org/officeDocument/2006/relationships/hyperlink" Target="https://example.invalid/unused/217" TargetMode="External" /><Relationship Id="rId218" Type="http://schemas.openxmlformats.org/officeDocument/2006/relationships/hyperlink" Target="https://example.invalid/unused/218" TargetMode="External" /><Relationship Id="rId219" Type="http://schemas.openxmlformats.org/officeDocument/2006/relationships/hyperlink" Target="https://example.invalid/unused/219" TargetMode="External" /><Relationship Id="rId220" Type="http://schemas.openxmlformats.org/officeDocument/2006/relationships/hyperlink" Target="https://example.invalid/unused/220" TargetMode="External" /><Relationship Id="rId221" Type="http://schemas.openxmlformats.org/officeDocument/2006/relationships/hyperlink" Target="https://example.invalid/unused/221" TargetMode="External" /><Relationship Id="rId222" Type="http://schemas.openxmlformats.org/officeDocument/2006/relationships/hyperlink" Target="https://example.invalid/unused/222" TargetMode="External" /><Relationship Id="rId223" Type="http://schemas.openxmlformats.org/officeDocument/2006/relationships/hyperlink" Target="https://example.invalid/unused/223" TargetMode="External" /><Relationship Id="rId224" Type="http://schemas.openxmlformats.org/officeDocument/2006/relationships/hyperlink" Target="https://example.invalid/unused/224" TargetMode="External" /><Relationship Id="rId225" Type="http://schemas.openxmlformats.org/officeDocument/2006/relationships/hyperlink" Target="https://example.invalid/unused/225" TargetMode="External" /><Relationship Id="rId226" Type="http://schemas.openxmlformats.org/officeDocument/2006/relationships/hyperlink" Target="https://example.invalid/unused/226" TargetMode="External" /><Relationship Id="rId227" Type="http://schemas.openxmlformats.org/officeDocument/2006/relationships/hyperlink" Target="https://example.invalid/unused/227" TargetMode="External" /><Relationship Id="rId228" Type="http://schemas.openxmlformats.org/officeDocument/2006/relationships/hyperlink" Target="https://example.invalid/unused/228" TargetMode="External" /><Relationship Id="rId229" Type="http://schemas.openxmlformats.org/officeDocument/2006/relationships/hyperlink" Target="https://example.invalid/unused/229" TargetMode="External" /><Relationship Id="rId230" Type="http://schemas.openxmlformats.org/officeDocument/2006/relationships/hyperlink" Target="https://example.invalid/unused/230" TargetMode="External" /><Relationship Id="rId231" Type="http://schemas.openxmlformats.org/officeDocument/2006/relationships/hyperlink" Target="https://example.invalid/unused/231" TargetMode="External" /><Relationship Id="rId232" Type="http://schemas.openxmlformats.org/officeDocument/2006/relationships/hyperlink" Target="https://example.invalid/unused/232" TargetMode="External" /><Relationship Id="rId233" Type="http://schemas.openxmlformats.org/officeDocument/2006/relationships/hyperlink" Target="https://example.invalid/unused/233" TargetMode="External" /><Relationship Id="rId234" Type="http://schemas.openxmlformats.org/officeDocument/2006/relationships/hyperlink" Target="https://example.invalid/unused/234" TargetMode="External" /><Relationship Id="rId235" Type="http://schemas.openxmlformats.org/officeDocument/2006/relationships/hyperlink" Target="https://example.invalid/unused/235" TargetMode="External" /><Relationship Id="rId236" Type="http://schemas.openxmlformats.org/officeDocument/2006/relationships/hyperlink" Target="https://example.invalid/unused/236" TargetMode="External" /><Relationship Id="rId237" Type="http://schemas.openxmlformats.org/officeDocument/2006/relationships/hyperlink" Target="https://example.invalid/unused/237" TargetMode="External" /><Relationship Id="rId238" Type="http://schemas.openxmlformats.org/officeDocument/2006/relationships/hyperlink" Target="https://example.invalid/unused/238" TargetMode="External" /><Relationship Id="rId239" Type="http://schemas.openxmlformats.org/officeDocument/2006/relationships/hyperlink" Target="https://example.invalid/unused/239" TargetMode="External" /><Relationship Id="rId240" Type="http://schemas.openxmlformats.org/officeDocument/2006/relationships/hyperlink" Target="https://example.invalid/unused/240" TargetMode="External" /><Relationship Id="rId241" Type="http://schemas.openxmlformats.org/officeDocument/2006/relationships/hyperlink" Target="https://example.invalid/unused/241" TargetMode="External" /><Relationship Id="rId242" Type="http://schemas.openxmlformats.org/officeDocument/2006/relationships/hyperlink" Target="https://example.invalid/unused/242" TargetMode="External" /><Relationship Id="rId243" Type="http://schemas.openxmlformats.org/officeDocument/2006/relationships/hyperlink" Target="https://example.invalid/unused/243" TargetMode="External" /><Relationship Id="rId244" Type="http://schemas.openxmlformats.org/officeDocument/2006/relationships/hyperlink" Target="https://example.invalid/unused/244" TargetMode="External" /><Relationship Id="rId245" Type="http://schemas.openxmlformats.org/officeDocument/2006/relationships/hyperlink" Target="https://example.invalid/unused/245" TargetMode="External" /><Relationship Id="rId246" Type="http://schemas.openxmlformats.org/officeDocument/2006/relationships/hyperlink" Target="https://example.invalid/unused/246" TargetMode="External" /><Relationship Id="rId247" Type="http://schemas.openxmlformats.org/officeDocument/2006/relationships/hyperlink" Target="https://example.invalid/unused/247" TargetMode="External" /><Relationship Id="rId248" Type="http://schemas.openxmlformats.org/officeDocument/2006/relationships/hyperlink" Target="https://example.invalid/unused/248" TargetMode="External" /><Relationship Id="rId249" Type="http://schemas.openxmlformats.org/officeDocument/2006/relationships/hyperlink" Target="https://example.invalid/unused/249" TargetMode="External" /><Relationship Id="rId250" Type="http://schemas.openxmlformats.org/officeDocument/2006/relationships/hyperlink" Target="https://example.invalid/unused/250" TargetMode="External" /><Relationship Id="rId251" Type="http://schemas.openxmlformats.org/officeDocument/2006/relationships/hyperlink" Target="https://example.invalid/unused/251" TargetMode="External" /><Relationship Id="rId252" Type="http://schemas.openxmlformats.org/officeDocument/2006/relationships/hyperlink" Target="https://example.invalid/unused/252" TargetMode="External" /><Relationship Id="rId253" Type="http://schemas.openxmlformats.org/officeDocument/2006/relationships/hyperlink" Target="https://example.invalid/unused/253" TargetMode="External" /><Relationship Id="rId254" Type="http://schemas.openxmlformats.org/officeDocument/2006/relationships/hyperlink" Target="https://example.invalid/unused/254" TargetMode="External" /><Relationship Id="rId255" Type="http://schemas.openxmlformats.org/officeDocument/2006/relationships/hyperlink" Target="https://example.invalid/unused/255" TargetMode="External" /><Relationship Id="rId256" Type="http://schemas.openxmlformats.org/officeDocument/2006/relationships/hyperlink" Target="https://example.invalid/unused/256" TargetMode="External" /><Relationship Id="rId257" Type="http://schemas.openxmlformats.org/officeDocument/2006/relationships/hyperlink" Target="https://example.invalid/unused/257" TargetMode="External" /><Relationship Id="rId258" Type="http://schemas.openxmlformats.org/officeDocument/2006/relationships/hyperlink" Target="https://example.invalid/unused/258" TargetMode="External" /><Relationship Id="rId259" Type="http://schemas.openxmlformats.org/officeDocument/2006/relationships/hyperlink" Target="https://example.invalid/unused/259" TargetMode="External" /><Relationship Id="rId260" Type="http://schemas.openxmlformats.org/officeDocument/2006/relationships/hyperlink" Target="https://example.invalid/unused/260" TargetMode="External" /><Relationship Id="rId261" Type="http://schemas.openxmlformats.org/officeDocument/2006/relationships/hyperlink" Target="https://example.invalid/unused/261" TargetMode="External" /><Relationship Id="rId262" Type="http://schemas.openxmlformats.org/officeDocument/2006/relationships/hyperlink" Target="https://example.invalid/unused/262" TargetMode="External" /><Relationship Id="rId263" Type="http://schemas.openxmlformats.org/officeDocument/2006/relationships/hyperlink" Target="https://example.invalid/unused/263" TargetMode="External" /><Relationship Id="rId264" Type="http://schemas.openxmlformats.org/officeDocument/2006/relationships/hyperlink" Target="https://example.invalid/unused/264" TargetMode="External" /><Relationship Id="rId265" Type="http://schemas.openxmlformats.org/officeDocument/2006/relationships/hyperlink" Target="https://example.invalid/unused/265" TargetMode="External" /><Relationship Id="rId266" Type="http://schemas.openxmlformats.org/officeDocument/2006/relationships/hyperlink" Target="https://example.invalid/unused/266" TargetMode="External" /><Relationship Id="rId267" Type="http://schemas.openxmlformats.org/officeDocument/2006/relationships/hyperlink" Target="https://example.invalid/unused/267" TargetMode="External" /><Relationship Id="rId268" Type="http://schemas.openxmlformats.org/officeDocument/2006/relationships/hyperlink" Target="https://example.invalid/unused/268" TargetMode="External" /><Relationship Id="rId269" Type="http://schemas.openxmlformats.org/officeDocument/2006/relationships/hyperlink" Target="https://example.invalid/unused/269" TargetMode="External" /><Relationship Id="rId270" Type="http://schemas.openxmlformats.org/officeDocument/2006/relationships/hyperlink" Target="https://example.invalid/unused/270" TargetMode="External" /><Relationship Id="rId271" Type="http://schemas.openxmlformats.org/officeDocument/2006/relationships/hyperlink" Target="https://example.invalid/unused/271" TargetMode="External" /><Relationship Id="rId272" Type="http://schemas.openxmlformats.org/officeDocument/2006/relationships/hyperlink" Target="https://example.invalid/unused/272" TargetMode="External" /><Relationship Id="rId273" Type="http://schemas.openxmlformats.org/officeDocument/2006/relationships/hyperlink" Target="https://example.invalid/unused/273" TargetMode="External" /><Relationship Id="rId274" Type="http://schemas.openxmlformats.org/officeDocument/2006/relationships/hyperlink" Target="https://example.invalid/unused/274" TargetMode="External" /><Relationship Id="rId275" Type="http://schemas.openxmlformats.org/officeDocument/2006/relationships/hyperlink" Target="https://example.invalid/unused/275" TargetMode="External" /><Relationship Id="rId276" Type="http://schemas.openxmlformats.org/officeDocument/2006/relationships/hyperlink" Target="https://example.invalid/unused/276" TargetMode="External" /><Relationship Id="rId277" Type="http://schemas.openxmlformats.org/officeDocument/2006/relationships/hyperlink" Target="https://example.invalid/unused/277" TargetMode="External" /><Relationship Id="rId278" Type="http://schemas.openxmlformats.org/officeDocument/2006/relationships/hyperlink" Target="https://example.invalid/unused/278" TargetMode="External" /><Relationship Id="rId279" Type="http://schemas.openxmlformats.org/officeDocument/2006/relationships/hyperlink" Target="https://example.invalid/unused/279" TargetMode="External" /><Relationship Id="rId280" Type="http://schemas.openxmlformats.org/officeDocument/2006/relationships/hyperlink" Target="https://example.invalid/unused/280" TargetMode="External" /><Relationship Id="rId281" Type="http://schemas.openxmlformats.org/officeDocument/2006/relationships/hyperlink" Target="https://example.invalid/unused/281" TargetMode="External" /><Relationship Id="rId282" Type="http://schemas.openxmlformats.org/officeDocument/2006/relationships/hyperlink" Target="https://example.invalid/unused/282" TargetMode="External" /><Relationship Id="rId283" Type="http://schemas.openxmlformats.org/officeDocument/2006/relationships/hyperlink" Target="https://example.invalid/unused/283" TargetMode="External" /><Relationship Id="rId284" Type="http://schemas.openxmlformats.org/officeDocument/2006/relationships/hyperlink" Target="https://example.invalid/unused/284" TargetMode="External" /><Relationship Id="rId285" Type="http://schemas.openxmlformats.org/officeDocument/2006/relationships/hyperlink" Target="https://example.invalid/unused/285" TargetMode="External" /><Relationship Id="rId286" Type="http://schemas.openxmlformats.org/officeDocument/2006/relationships/hyperlink" Target="https://example.invalid/unused/286" TargetMode="External" /><Relationship Id="rId287" Type="http://schemas.openxmlformats.org/officeDocument/2006/relationships/hyperlink" Target="https://example.invalid/unused/287" TargetMode="External" /><Relationship Id="rId288" Type="http://schemas.openxmlformats.org/officeDocument/2006/relationships/hyperlink" Target="https://example.invalid/unused/288" TargetMode="External" /><Relationship Id="rId289" Type="http://schemas.openxmlformats.org/officeDocument/2006/relationships/hyperlink" Target="https://example.invalid/unused/289" TargetMode="External" /><Relationship Id="rId290" Type="http://schemas.openxmlformats.org/officeDocument/2006/relationships/hyperlink" Target="https://example.invalid/unused/290" TargetMode="External" /><Relationship Id="rId291" Type="http://schemas.openxmlformats.org/officeDocument/2006/relationships/hyperlink" Target="https://example.invalid/unused/291" TargetMode="External" /><Relationship Id="rId292" Type="http://schemas.openxmlformats.org/officeDocument/2006/relationships/hyperlink" Target="https://example.invalid/unused/292" TargetMode="External" /><Relationship Id="rId293" Type="http://schemas.openxmlformats.org/officeDocument/2006/relationships/hyperlink" Target="https://example.invalid/unused/293" TargetMode="External" /><Relationship Id="rId294" Type="http://schemas.openxmlformats.org/officeDocument/2006/relationships/hyperlink" Target="https://example.invalid/unused/294" TargetMode="External" /><Relationship Id="rId295" Type="http://schemas.openxmlformats.org/officeDocument/2006/relationships/hyperlink" Target="https://example.invalid/unused/295" TargetMode="External" /><Relationship Id="rId296" Type="http://schemas.openxmlformats.org/officeDocument/2006/relationships/hyperlink" Target="https://example.invalid/unused/296" TargetMode="External" /><Relationship Id="rId297" Type="http://schemas.openxmlformats.org/officeDocument/2006/relationships/hyperlink" Target="https://example.invalid/unused/297" TargetMode="External" /><Relationship Id="rId298" Type="http://schemas.openxmlformats.org/officeDocument/2006/relationships/hyperlink" Target="https://example.invalid/unused/298" TargetMode="External" /><Relationship Id="rId299" Type="http://schemas.openxmlformats.org/officeDocument/2006/relationships/hyperlink" Target="https://example.invalid/unused/299" TargetMode="External" /><Relationship Id="rId300" Type="http://schemas.openxmlformats.org/officeDocument/2006/relationships/hyperlink" Target="https://example.invalid/unused/300" TargetMode="External" /><Relationship Id="rId301" Type="http://schemas.openxmlformats.org/officeDocument/2006/relationships/hyperlink" Target="https://example.invalid/unused/301" TargetMode="External" /><Relationship Id="rId302" Type="http://schemas.openxmlformats.org/officeDocument/2006/relationships/hyperlink" Target="https://example.invalid/unused/302" TargetMode="External" /><Relationship Id="rId303" Type="http://schemas.openxmlformats.org/officeDocument/2006/relationships/hyperlink" Target="https://example.invalid/unused/303" TargetMode="External" /><Relationship Id="rId304" Type="http://schemas.openxmlformats.org/officeDocument/2006/relationships/hyperlink" Target="https://example.invalid/unused/304" TargetMode="External" /><Relationship Id="rId305" Type="http://schemas.openxmlformats.org/officeDocument/2006/relationships/hyperlink" Target="https://example.invalid/unused/305" TargetMode="External" /><Relationship Id="rId306" Type="http://schemas.openxmlformats.org/officeDocument/2006/relationships/hyperlink" Target="https://example.invalid/unused/306" TargetMode="External" /><Relationship Id="rId307" Type="http://schemas.openxmlformats.org/officeDocument/2006/relationships/hyperlink" Target="https://example.invalid/unused/307" TargetMode="External" /><Relationship Id="rId308" Type="http://schemas.openxmlformats.org/officeDocument/2006/relationships/hyperlink" Target="https://example.invalid/unused/308" TargetMode="External" /><Relationship Id="rId309" Type="http://schemas.openxmlformats.org/officeDocument/2006/relationships/hyperlink" Target="https://example.invalid/unused/309" TargetMode="External" /><Relationship Id="rId310" Type="http://schemas.openxmlformats.org/officeDocument/2006/relationships/hyperlink" Target="https://example.invalid/unused/310" TargetMode="External" /><Relationship Id="rId311" Type="http://schemas.openxmlformats.org/officeDocument/2006/relationships/hyperlink" Target="https://example.invalid/unused/311" TargetMode="External" /><Relationship Id="rId312" Type="http://schemas.openxmlformats.org/officeDocument/2006/relationships/hyperlink" Target="https://example.invalid/unused/312" TargetMode="External" /><Relationship Id="rId313" Type="http://schemas.openxmlformats.org/officeDocument/2006/relationships/hyperlink" Target="https://example.invalid/unused/313" TargetMode="External" /><Relationship Id="rId314" Type="http://schemas.openxmlformats.org/officeDocument/2006/relationships/hyperlink" Target="https://example.invalid/unused/314" TargetMode="External" /><Relationship Id="rId315" Type="http://schemas.openxmlformats.org/officeDocument/2006/relationships/hyperlink" Target="https://example.invalid/unused/315" TargetMode="External" /><Relationship Id="rId316" Type="http://schemas.openxmlformats.org/officeDocument/2006/relationships/hyperlink" Target="https://example.invalid/unused/316" TargetMode="External" /><Relationship Id="rId317" Type="http://schemas.openxmlformats.org/officeDocument/2006/relationships/hyperlink" Target="https://example.invalid/unused/317" TargetMode="External" /><Relationship Id="rId318" Type="http://schemas.openxmlformats.org/officeDocument/2006/relationships/hyperlink" Target="https://example.invalid/unused/318" TargetMode="External" /><Relationship Id="rId319" Type="http://schemas.openxmlformats.org/officeDocument/2006/relationships/hyperlink" Target="https://example.invalid/unused/319" TargetMode="External" /><Relationship Id="rId320" Type="http://schemas.openxmlformats.org/officeDocument/2006/relationships/hyperlink" Target="https://example.invalid/unused/320" TargetMode="External" /><Relationship Id="rId321" Type="http://schemas.openxmlformats.org/officeDocument/2006/relationships/hyperlink" Target="https://example.invalid/unused/321" TargetMode="External" /><Relationship Id="rId322" Type="http://schemas.openxmlformats.org/officeDocument/2006/relationships/hyperlink" Target="https://example.invalid/unused/322" TargetMode="External" /><Relationship Id="rId323" Type="http://schemas.openxmlformats.org/officeDocument/2006/relationships/hyperlink" Target="https://example.invalid/unused/323" TargetMode="External" /><Relationship Id="rId324" Type="http://schemas.openxmlformats.org/officeDocument/2006/relationships/hyperlink" Target="https://example.invalid/unused/324" TargetMode="External" /><Relationship Id="rId325" Type="http://schemas.openxmlformats.org/officeDocument/2006/relationships/hyperlink" Target="https://example.invalid/unused/325" TargetMode="External" /><Relationship Id="rId326" Type="http://schemas.openxmlformats.org/officeDocument/2006/relationships/hyperlink" Target="https://example.invalid/unused/326" TargetMode="External" /><Relationship Id="rId327" Type="http://schemas.openxmlformats.org/officeDocument/2006/relationships/hyperlink" Target="https://example.invalid/unused/327" TargetMode="External" /><Relationship Id="rId328" Type="http://schemas.openxmlformats.org/officeDocument/2006/relationships/hyperlink" Target="https://example.invalid/unused/328" TargetMode="External" /><Relationship Id="rId329" Type="http://schemas.openxmlformats.org/officeDocument/2006/relationships/hyperlink" Target="https://example.invalid/unused/329" TargetMode="External" /><Relationship Id="rId330" Type="http://schemas.openxmlformats.org/officeDocument/2006/relationships/hyperlink" Target="https://example.invalid/unused/330" TargetMode="External" /><Relationship Id="rId331" Type="http://schemas.openxmlformats.org/officeDocument/2006/relationships/hyperlink" Target="https://example.invalid/unused/331" TargetMode="External" /><Relationship Id="rId332" Type="http://schemas.openxmlformats.org/officeDocument/2006/relationships/hyperlink" Target="https://example.invalid/unused/332" TargetMode="External" /><Relationship Id="rId333" Type="http://schemas.openxmlformats.org/officeDocument/2006/relationships/hyperlink" Target="https://example.invalid/unused/333" TargetMode="External" /><Relationship Id="rId334" Type="http://schemas.openxmlformats.org/officeDocument/2006/relationships/hyperlink" Target="https://example.invalid/unused/334" TargetMode="External" /><Relationship Id="rId335" Type="http://schemas.openxmlformats.org/officeDocument/2006/relationships/hyperlink" Target="https://example.invalid/unused/335" TargetMode="External" /><Relationship Id="rId336" Type="http://schemas.openxmlformats.org/officeDocument/2006/relationships/hyperlink" Target="https://example.invalid/unused/336" TargetMode="External" /><Relationship Id="rId337" Type="http://schemas.openxmlformats.org/officeDocument/2006/relationships/hyperlink" Target="https://example.invalid/unused/337" TargetMode="External" /><Relationship Id="rId338" Type="http://schemas.openxmlformats.org/officeDocument/2006/relationships/hyperlink" Target="https://example.invalid/unused/338" TargetMode="External" /><Relationship Id="rId339" Type="http://schemas.openxmlformats.org/officeDocument/2006/relationships/hyperlink" Target="https://example.invalid/unused/339" TargetMode="External" /><Relationship Id="rId340" Type="http://schemas.openxmlformats.org/officeDocument/2006/relationships/hyperlink" Target="https://example.invalid/unused/340" TargetMode="External" /><Relationship Id="rId341" Type="http://schemas.openxmlformats.org/officeDocument/2006/relationships/hyperlink" Target="https://example.invalid/unused/341" TargetMode="External" /><Relationship Id="rId342" Type="http://schemas.openxmlformats.org/officeDocument/2006/relationships/hyperlink" Target="https://example.invalid/unused/342" TargetMode="External" /><Relationship Id="rId343" Type="http://schemas.openxmlformats.org/officeDocument/2006/relationships/hyperlink" Target="https://example.invalid/unused/343" TargetMode="External" /><Relationship Id="rId344" Type="http://schemas.openxmlformats.org/officeDocument/2006/relationships/hyperlink" Target="https://example.invalid/unused/344" TargetMode="External" /><Relationship Id="rId345" Type="http://schemas.openxmlformats.org/officeDocument/2006/relationships/hyperlink" Target="https://example.invalid/unused/345" TargetMode="External" /><Relationship Id="rId346" Type="http://schemas.openxmlformats.org/officeDocument/2006/relationships/hyperlink" Target="https://example.invalid/unused/346" TargetMode="External" /><Relationship Id="rId347" Type="http://schemas.openxmlformats.org/officeDocument/2006/relationships/hyperlink" Target="https://example.invalid/unused/347" TargetMode="External" /><Relationship Id="rId348" Type="http://schemas.openxmlformats.org/officeDocument/2006/relationships/hyperlink" Target="https://example.invalid/unused/348" TargetMode="External" /><Relationship Id="rId349" Type="http://schemas.openxmlformats.org/officeDocument/2006/relationships/hyperlink" Target="https://example.invalid/unused/349" TargetMode="External" /><Relationship Id="rId350" Type="http://schemas.openxmlformats.org/officeDocument/2006/relationships/hyperlink" Target="https://example.invalid/unused/350" TargetMode="External" /><Relationship Id="rId351" Type="http://schemas.openxmlformats.org/officeDocument/2006/relationships/hyperlink" Target="https://example.invalid/unused/351" TargetMode="External" /><Relationship Id="rId352" Type="http://schemas.openxmlformats.org/officeDocument/2006/relationships/hyperlink" Target="https://example.invalid/unused/352" TargetMode="External" /><Relationship Id="rId353" Type="http://schemas.openxmlformats.org/officeDocument/2006/relationships/hyperlink" Target="https://example.invalid/unused/353" TargetMode="External" /><Relationship Id="rId354" Type="http://schemas.openxmlformats.org/officeDocument/2006/relationships/hyperlink" Target="https://example.invalid/unused/354" TargetMode="External" /><Relationship Id="rId355" Type="http://schemas.openxmlformats.org/officeDocument/2006/relationships/hyperlink" Target="https://example.invalid/unused/355" TargetMode="External" /><Relationship Id="rId356" Type="http://schemas.openxmlformats.org/officeDocument/2006/relationships/hyperlink" Target="https://example.invalid/unused/356" TargetMode="External" /><Relationship Id="rId357" Type="http://schemas.openxmlformats.org/officeDocument/2006/relationships/hyperlink" Target="https://example.invalid/unused/357" TargetMode="External" /><Relationship Id="rId358" Type="http://schemas.openxmlformats.org/officeDocument/2006/relationships/hyperlink" Target="https://example.invalid/unused/358" TargetMode="External" /><Relationship Id="rId359" Type="http://schemas.openxmlformats.org/officeDocument/2006/relationships/hyperlink" Target="https://example.invalid/unused/359" TargetMode="External" /><Relationship Id="rId360" Type="http://schemas.openxmlformats.org/officeDocument/2006/relationships/hyperlink" Target="https://example.invalid/unused/360" TargetMode="External" /><Relationship Id="rId361" Type="http://schemas.openxmlformats.org/officeDocument/2006/relationships/hyperlink" Target="https://example.invalid/unused/361" TargetMode="External" /><Relationship Id="rId362" Type="http://schemas.openxmlformats.org/officeDocument/2006/relationships/hyperlink" Target="https://example.invalid/unused/362" TargetMode="External" /><Relationship Id="rId363" Type="http://schemas.openxmlformats.org/officeDocument/2006/relationships/hyperlink" Target="https://example.invalid/unused/363" TargetMode="External" /><Relationship Id="rId364" Type="http://schemas.openxmlformats.org/officeDocument/2006/relationships/hyperlink" Target="https://example.invalid/unused/364" TargetMode="External" /><Relationship Id="rId365" Type="http://schemas.openxmlformats.org/officeDocument/2006/relationships/hyperlink" Target="https://example.invalid/unused/365" TargetMode="External" /><Relationship Id="rId366" Type="http://schemas.openxmlformats.org/officeDocument/2006/relationships/hyperlink" Target="https://example.invalid/unused/366" TargetMode="External" /><Relationship Id="rId367" Type="http://schemas.openxmlformats.org/officeDocument/2006/relationships/hyperlink" Target="https://example.invalid/unused/367" TargetMode="External" /><Relationship Id="rId368" Type="http://schemas.openxmlformats.org/officeDocument/2006/relationships/hyperlink" Target="https://example.invalid/unused/368" TargetMode="External" /><Relationship Id="rId369" Type="http://schemas.openxmlformats.org/officeDocument/2006/relationships/hyperlink" Target="https://example.invalid/unused/369" TargetMode="External" /><Relationship Id="rId370" Type="http://schemas.openxmlformats.org/officeDocument/2006/relationships/hyperlink" Target="https://example.invalid/unused/370" TargetMode="External" /><Relationship Id="rId371" Type="http://schemas.openxmlformats.org/officeDocument/2006/relationships/hyperlink" Target="https://example.invalid/unused/371" TargetMode="External" /><Relationship Id="rId372" Type="http://schemas.openxmlformats.org/officeDocument/2006/relationships/hyperlink" Target="https://example.invalid/unused/372" TargetMode="External" /><Relationship Id="rId373" Type="http://schemas.openxmlformats.org/officeDocument/2006/relationships/hyperlink" Target="https://example.invalid/unused/373" TargetMode="External" /><Relationship Id="rId374" Type="http://schemas.openxmlformats.org/officeDocument/2006/relationships/hyperlink" Target="https://example.invalid/unused/374" TargetMode="External" /><Relationship Id="rId375" Type="http://schemas.openxmlformats.org/officeDocument/2006/relationships/hyperlink" Target="https://example.invalid/unused/375" TargetMode="External" /><Relationship Id="rId376" Type="http://schemas.openxmlformats.org/officeDocument/2006/relationships/hyperlink" Target="https://example.invalid/unused/376" TargetMode="External" /><Relationship Id="rId377" Type="http://schemas.openxmlformats.org/officeDocument/2006/relationships/hyperlink" Target="https://example.invalid/unused/377" TargetMode="External" /><Relationship Id="rId378" Type="http://schemas.openxmlformats.org/officeDocument/2006/relationships/hyperlink" Target="https://example.invalid/unused/378" TargetMode="External" /><Relationship Id="rId379" Type="http://schemas.openxmlformats.org/officeDocument/2006/relationships/hyperlink" Target="https://example.invalid/unused/379" TargetMode="External" /><Relationship Id="rId380" Type="http://schemas.openxmlformats.org/officeDocument/2006/relationships/hyperlink" Target="https://example.invalid/unused/380" TargetMode="External" /><Relationship Id="rId381" Type="http://schemas.openxmlformats.org/officeDocument/2006/relationships/hyperlink" Target="https://example.invalid/unused/381" TargetMode="External" /><Relationship Id="rId382" Type="http://schemas.openxmlformats.org/officeDocument/2006/relationships/hyperlink" Target="https://example.invalid/unused/382" TargetMode="External" /><Relationship Id="rId383" Type="http://schemas.openxmlformats.org/officeDocument/2006/relationships/hyperlink" Target="https://example.invalid/unused/383" TargetMode="External" /><Relationship Id="rId384" Type="http://schemas.openxmlformats.org/officeDocument/2006/relationships/hyperlink" Target="https://example.invalid/unused/384" TargetMode="External" /><Relationship Id="rId385" Type="http://schemas.openxmlformats.org/officeDocument/2006/relationships/hyperlink" Target="https://example.invalid/unused/385" TargetMode="External" /><Relationship Id="rId386" Type="http://schemas.openxmlformats.org/officeDocument/2006/relationships/hyperlink" Target="https://example.invalid/unused/386" TargetMode="External" /><Relationship Id="rId387" Type="http://schemas.openxmlformats.org/officeDocument/2006/relationships/hyperlink" Target="https://example.invalid/unused/387" TargetMode="External" /><Relationship Id="rId388" Type="http://schemas.openxmlformats.org/officeDocument/2006/relationships/hyperlink" Target="https://example.invalid/unused/388" TargetMode="External" /><Relationship Id="rId389" Type="http://schemas.openxmlformats.org/officeDocument/2006/relationships/hyperlink" Target="https://example.invalid/unused/389" TargetMode="External" /><Relationship Id="rId390" Type="http://schemas.openxmlformats.org/officeDocument/2006/relationships/hyperlink" Target="https://example.invalid/unused/390" TargetMode="External" /><Relationship Id="rId391" Type="http://schemas.openxmlformats.org/officeDocument/2006/relationships/hyperlink" Target="https://example.invalid/unused/391" TargetMode="External" /><Relationship Id="rId392" Type="http://schemas.openxmlformats.org/officeDocument/2006/relationships/hyperlink" Target="https://example.invalid/unused/392" TargetMode="External" /><Relationship Id="rId393" Type="http://schemas.openxmlformats.org/officeDocument/2006/relationships/hyperlink" Target="https://example.invalid/unused/393" TargetMode="External" /><Relationship Id="rId394" Type="http://schemas.openxmlformats.org/officeDocument/2006/relationships/hyperlink" Target="https://example.invalid/unused/394" TargetMode="External" /><Relationship Id="rId395" Type="http://schemas.openxmlformats.org/officeDocument/2006/relationships/hyperlink" Target="https://example.invalid/unused/395" TargetMode="External" /><Relationship Id="rId396" Type="http://schemas.openxmlformats.org/officeDocument/2006/relationships/hyperlink" Target="https://example.invalid/unused/396" TargetMode="External" /><Relationship Id="rId397" Type="http://schemas.openxmlformats.org/officeDocument/2006/relationships/hyperlink" Target="https://example.invalid/unused/397" TargetMode="External" /><Relationship Id="rId398" Type="http://schemas.openxmlformats.org/officeDocument/2006/relationships/hyperlink" Target="https://example.invalid/unused/398" TargetMode="External" /><Relationship Id="rId399" Type="http://schemas.openxmlformats.org/officeDocument/2006/relationships/hyperlink" Target="https://example.invalid/unused/399" TargetMode="External" /><Relationship Id="rId400" Type="http://schemas.openxmlformats.org/officeDocument/2006/relationships/hyperlink" Target="https://example.invalid/unused/400" TargetMode="External" /><Relationship Id="rId401" Type="http://schemas.openxmlformats.org/officeDocument/2006/relationships/hyperlink" Target="https://example.invalid/unused/401" TargetMode="External" /><Relationship Id="rId402" Type="http://schemas.openxmlformats.org/officeDocument/2006/relationships/hyperlink" Target="https://example.invalid/unused/402" TargetMode="External" /><Relationship Id="rId403" Type="http://schemas.openxmlformats.org/officeDocument/2006/relationships/hyperlink" Target="https://example.invalid/unused/403" TargetMode="External" /><Relationship Id="rId404" Type="http://schemas.openxmlformats.org/officeDocument/2006/relationships/hyperlink" Target="https://example.invalid/unused/404" TargetMode="External" /><Relationship Id="rId405" Type="http://schemas.openxmlformats.org/officeDocument/2006/relationships/hyperlink" Target="https://example.invalid/unused/405" TargetMode="External" /><Relationship Id="rId406" Type="http://schemas.openxmlformats.org/officeDocument/2006/relationships/hyperlink" Target="https://example.invalid/unused/406" TargetMode="External" /><Relationship Id="rId407" Type="http://schemas.openxmlformats.org/officeDocument/2006/relationships/hyperlink" Target="https://example.invalid/unused/407" TargetMode="External" /><Relationship Id="rId408" Type="http://schemas.openxmlformats.org/officeDocument/2006/relationships/hyperlink" Target="https://example.invalid/unused/408" TargetMode="External" /><Relationship Id="rId409" Type="http://schemas.openxmlformats.org/officeDocument/2006/relationships/hyperlink" Target="https://example.invalid/unused/409" TargetMode="External" /><Relationship Id="rId410" Type="http://schemas.openxmlformats.org/officeDocument/2006/relationships/hyperlink" Target="https://example.invalid/unused/410" TargetMode="External" /><Relationship Id="rId411" Type="http://schemas.openxmlformats.org/officeDocument/2006/relationships/hyperlink" Target="https://example.invalid/unused/411" TargetMode="External" /><Relationship Id="rId412" Type="http://schemas.openxmlformats.org/officeDocument/2006/relationships/hyperlink" Target="https://example.invalid/unused/412" TargetMode="External" /><Relationship Id="rId413" Type="http://schemas.openxmlformats.org/officeDocument/2006/relationships/hyperlink" Target="https://example.invalid/unused/413" TargetMode="External" /><Relationship Id="rId414" Type="http://schemas.openxmlformats.org/officeDocument/2006/relationships/hyperlink" Target="https://example.invalid/unused/414" TargetMode="External" /><Relationship Id="rId415" Type="http://schemas.openxmlformats.org/officeDocument/2006/relationships/hyperlink" Target="https://example.invalid/unused/415" TargetMode="External" /><Relationship Id="rId416" Type="http://schemas.openxmlformats.org/officeDocument/2006/relationships/hyperlink" Target="https://example.invalid/unused/416" TargetMode="External" /><Relationship Id="rId417" Type="http://schemas.openxmlformats.org/officeDocument/2006/relationships/hyperlink" Target="https://example.invalid/unused/417" TargetMode="External" /><Relationship Id="rId418" Type="http://schemas.openxmlformats.org/officeDocument/2006/relationships/hyperlink" Target="https://example.invalid/unused/418" TargetMode="External" /><Relationship Id="rId419" Type="http://schemas.openxmlformats.org/officeDocument/2006/relationships/hyperlink" Target="https://example.invalid/unused/419" TargetMode="External" /><Relationship Id="rId420" Type="http://schemas.openxmlformats.org/officeDocument/2006/relationships/hyperlink" Target="https://example.invalid/unused/420" TargetMode="External" /><Relationship Id="rId421" Type="http://schemas.openxmlformats.org/officeDocument/2006/relationships/hyperlink" Target="https://example.invalid/unused/421" TargetMode="External" /><Relationship Id="rId422" Type="http://schemas.openxmlformats.org/officeDocument/2006/relationships/hyperlink" Target="https://example.invalid/unused/422" TargetMode="External" /><Relationship Id="rId423" Type="http://schemas.openxmlformats.org/officeDocument/2006/relationships/hyperlink" Target="https://example.invalid/unused/423" TargetMode="External" /><Relationship Id="rId424" Type="http://schemas.openxmlformats.org/officeDocument/2006/relationships/hyperlink" Target="https://example.invalid/unused/424" TargetMode="External" /><Relationship Id="rId425" Type="http://schemas.openxmlformats.org/officeDocument/2006/relationships/hyperlink" Target="https://example.invalid/unused/425" TargetMode="External" /><Relationship Id="rId426" Type="http://schemas.openxmlformats.org/officeDocument/2006/relationships/hyperlink" Target="https://example.invalid/unused/426" TargetMode="External" /><Relationship Id="rId427" Type="http://schemas.openxmlformats.org/officeDocument/2006/relationships/hyperlink" Target="https://example.invalid/unused/427" TargetMode="External" /><Relationship Id="rId428" Type="http://schemas.openxmlformats.org/officeDocument/2006/relationships/hyperlink" Target="https://example.invalid/unused/428" TargetMode="External" /><Relationship Id="rId429" Type="http://schemas.openxmlformats.org/officeDocument/2006/relationships/hyperlink" Target="https://example.invalid/unused/429" TargetMode="External" /><Relationship Id="rId430" Type="http://schemas.openxmlformats.org/officeDocument/2006/relationships/hyperlink" Target="https://example.invalid/unused/430" TargetMode="External" /><Relationship Id="rId431" Type="http://schemas.openxmlformats.org/officeDocument/2006/relationships/hyperlink" Target="https://example.invalid/unused/431" TargetMode="External" /><Relationship Id="rId432" Type="http://schemas.openxmlformats.org/officeDocument/2006/relationships/hyperlink" Target="https://example.invalid/unused/432" TargetMode="External" /><Relationship Id="rId433" Type="http://schemas.openxmlformats.org/officeDocument/2006/relationships/hyperlink" Target="https://example.invalid/unused/433" TargetMode="External" /><Relationship Id="rId434" Type="http://schemas.openxmlformats.org/officeDocument/2006/relationships/hyperlink" Target="https://example.invalid/unused/434" TargetMode="External" /><Relationship Id="rId435" Type="http://schemas.openxmlformats.org/officeDocument/2006/relationships/hyperlink" Target="https://example.invalid/unused/435" TargetMode="External" /><Relationship Id="rId436" Type="http://schemas.openxmlformats.org/officeDocument/2006/relationships/hyperlink" Target="https://example.invalid/unused/436" TargetMode="External" /><Relationship Id="rId437" Type="http://schemas.openxmlformats.org/officeDocument/2006/relationships/hyperlink" Target="https://example.invalid/unused/437" TargetMode="External" /><Relationship Id="rId438" Type="http://schemas.openxmlformats.org/officeDocument/2006/relationships/hyperlink" Target="https://example.invalid/unused/438" TargetMode="External" /><Relationship Id="rId439" Type="http://schemas.openxmlformats.org/officeDocument/2006/relationships/hyperlink" Target="https://example.invalid/unused/439" TargetMode="External" /><Relationship Id="rId440" Type="http://schemas.openxmlformats.org/officeDocument/2006/relationships/hyperlink" Target="https://example.invalid/unused/440" TargetMode="External" /><Relationship Id="rId441" Type="http://schemas.openxmlformats.org/officeDocument/2006/relationships/hyperlink" Target="https://example.invalid/unused/441" TargetMode="External" /><Relationship Id="rId442" Type="http://schemas.openxmlformats.org/officeDocument/2006/relationships/hyperlink" Target="https://example.invalid/unused/442" TargetMode="External" /><Relationship Id="rId443" Type="http://schemas.openxmlformats.org/officeDocument/2006/relationships/hyperlink" Target="https://example.invalid/unused/443" TargetMode="External" /><Relationship Id="rId444" Type="http://schemas.openxmlformats.org/officeDocument/2006/relationships/hyperlink" Target="https://example.invalid/unused/444" TargetMode="External" /><Relationship Id="rId445" Type="http://schemas.openxmlformats.org/officeDocument/2006/relationships/hyperlink" Target="https://example.invalid/unused/445" TargetMode="External" /><Relationship Id="rId446" Type="http://schemas.openxmlformats.org/officeDocument/2006/relationships/hyperlink" Target="https://example.invalid/unused/446" TargetMode="External" /><Relationship Id="rId447" Type="http://schemas.openxmlformats.org/officeDocument/2006/relationships/hyperlink" Target="https://example.invalid/unused/447" TargetMode="External" /><Relationship Id="rId448" Type="http://schemas.openxmlformats.org/officeDocument/2006/relationships/hyperlink" Target="https://example.invalid/unused/448" TargetMode="External" /><Relationship Id="rId449" Type="http://schemas.openxmlformats.org/officeDocument/2006/relationships/hyperlink" Target="https://example.invalid/unused/449" TargetMode="External" /><Relationship Id="rId450" Type="http://schemas.openxmlformats.org/officeDocument/2006/relationships/hyperlink" Target="https://example.invalid/unused/450" TargetMode="External" /><Relationship Id="rId451" Type="http://schemas.openxmlformats.org/officeDocument/2006/relationships/hyperlink" Target="https://example.invalid/unused/451" TargetMode="External" /><Relationship Id="rId452" Type="http://schemas.openxmlformats.org/officeDocument/2006/relationships/hyperlink" Target="https://example.invalid/unused/452" TargetMode="External" /><Relationship Id="rId453" Type="http://schemas.openxmlformats.org/officeDocument/2006/relationships/hyperlink" Target="https://example.invalid/unused/453" TargetMode="External" /><Relationship Id="rId454" Type="http://schemas.openxmlformats.org/officeDocument/2006/relationships/hyperlink" Target="https://example.invalid/unused/454" TargetMode="External" /><Relationship Id="rId455" Type="http://schemas.openxmlformats.org/officeDocument/2006/relationships/hyperlink" Target="https://example.invalid/unused/455" TargetMode="External" /><Relationship Id="rId456" Type="http://schemas.openxmlformats.org/officeDocument/2006/relationships/hyperlink" Target="https://example.invalid/unused/456" TargetMode="External" /><Relationship Id="rId457" Type="http://schemas.openxmlformats.org/officeDocument/2006/relationships/hyperlink" Target="https://example.invalid/unused/457" TargetMode="External" /><Relationship Id="rId458" Type="http://schemas.openxmlformats.org/officeDocument/2006/relationships/hyperlink" Target="https://example.invalid/unused/458" TargetMode="External" /><Relationship Id="rId459" Type="http://schemas.openxmlformats.org/officeDocument/2006/relationships/hyperlink" Target="https://example.invalid/unused/459" TargetMode="External" /><Relationship Id="rId460" Type="http://schemas.openxmlformats.org/officeDocument/2006/relationships/hyperlink" Target="https://example.invalid/unused/460" TargetMode="External" /><Relationship Id="rId461" Type="http://schemas.openxmlformats.org/officeDocument/2006/relationships/hyperlink" Target="https://example.invalid/unused/461" TargetMode="External" /><Relationship Id="rId462" Type="http://schemas.openxmlformats.org/officeDocument/2006/relationships/hyperlink" Target="https://example.invalid/unused/462" TargetMode="External" /><Relationship Id="rId463" Type="http://schemas.openxmlformats.org/officeDocument/2006/relationships/hyperlink" Target="https://example.invalid/unused/463" TargetMode="External" /><Relationship Id="rId464" Type="http://schemas.openxmlformats.org/officeDocument/2006/relationships/hyperlink" Target="https://example.invalid/unused/464" TargetMode="External" /><Relationship Id="rId465" Type="http://schemas.openxmlformats.org/officeDocument/2006/relationships/hyperlink" Target="https://example.invalid/unused/465" TargetMode="External" /><Relationship Id="rId466" Type="http://schemas.openxmlformats.org/officeDocument/2006/relationships/hyperlink" Target="https://example.invalid/unused/466" TargetMode="External" /><Relationship Id="rId467" Type="http://schemas.openxmlformats.org/officeDocument/2006/relationships/hyperlink" Target="https://example.invalid/unused/467" TargetMode="External" /><Relationship Id="rId468" Type="http://schemas.openxmlformats.org/officeDocument/2006/relationships/hyperlink" Target="https://example.invalid/unused/468" TargetMode="External" /><Relationship Id="rId469" Type="http://schemas.openxmlformats.org/officeDocument/2006/relationships/hyperlink" Target="https://example.invalid/unused/469" TargetMode="External" /><Relationship Id="rId470" Type="http://schemas.openxmlformats.org/officeDocument/2006/relationships/hyperlink" Target="https://example.invalid/unused/470" TargetMode="External" /><Relationship Id="rId471" Type="http://schemas.openxmlformats.org/officeDocument/2006/relationships/hyperlink" Target="https://example.invalid/unused/471" TargetMode="External" /><Relationship Id="rId472" Type="http://schemas.openxmlformats.org/officeDocument/2006/relationships/hyperlink" Target="https://example.invalid/unused/472" TargetMode="External" /><Relationship Id="rId473" Type="http://schemas.openxmlformats.org/officeDocument/2006/relationships/hyperlink" Target="https://example.invalid/unused/473" TargetMode="External" /><Relationship Id="rId474" Type="http://schemas.openxmlformats.org/officeDocument/2006/relationships/hyperlink" Target="https://example.invalid/unused/474" TargetMode="External" /><Relationship Id="rId475" Type="http://schemas.openxmlformats.org/officeDocument/2006/relationships/hyperlink" Target="https://example.invalid/unused/475" TargetMode="External" /><Relationship Id="rId476" Type="http://schemas.openxmlformats.org/officeDocument/2006/relationships/hyperlink" Target="https://example.invalid/unused/476" TargetMode="External" /><Relationship Id="rId477" Type="http://schemas.openxmlformats.org/officeDocument/2006/relationships/hyperlink" Target="https://example.invalid/unused/477" TargetMode="External" /><Relationship Id="rId478" Type="http://schemas.openxmlformats.org/officeDocument/2006/relationships/hyperlink" Target="https://example.invalid/unused/478" TargetMode="External" /><Relationship Id="rId479" Type="http://schemas.openxmlformats.org/officeDocument/2006/relationships/hyperlink" Target="https://example.invalid/unused/479" TargetMode="External" /><Relationship Id="rId480" Type="http://schemas.openxmlformats.org/officeDocument/2006/relationships/hyperlink" Target="https://example.invalid/unused/480" TargetMode="External" /><Relationship Id="rId481" Type="http://schemas.openxmlformats.org/officeDocument/2006/relationships/hyperlink" Target="https://example.invalid/unused/481" TargetMode="External" /><Relationship Id="rId482" Type="http://schemas.openxmlformats.org/officeDocument/2006/relationships/hyperlink" Target="https://example.invalid/unused/482" TargetMode="External" /><Relationship Id="rId483" Type="http://schemas.openxmlformats.org/officeDocument/2006/relationships/hyperlink" Target="https://example.invalid/unused/483" TargetMode="External" /><Relationship Id="rId484" Type="http://schemas.openxmlformats.org/officeDocument/2006/relationships/hyperlink" Target="https://example.invalid/unused/484" TargetMode="External" /><Relationship Id="rId485" Type="http://schemas.openxmlformats.org/officeDocument/2006/relationships/hyperlink" Target="https://example.invalid/unused/485" TargetMode="External" /><Relationship Id="rId486" Type="http://schemas.openxmlformats.org/officeDocument/2006/relationships/hyperlink" Target="https://example.invalid/unused/486" TargetMode="External" /><Relationship Id="rId487" Type="http://schemas.openxmlformats.org/officeDocument/2006/relationships/hyperlink" Target="https://example.invalid/unused/487" TargetMode="External" /><Relationship Id="rId488" Type="http://schemas.openxmlformats.org/officeDocument/2006/relationships/hyperlink" Target="https://example.invalid/unused/488" TargetMode="External" /><Relationship Id="rId489" Type="http://schemas.openxmlformats.org/officeDocument/2006/relationships/hyperlink" Target="https://example.invalid/unused/489" TargetMode="External" /><Relationship Id="rId490" Type="http://schemas.openxmlformats.org/officeDocument/2006/relationships/hyperlink" Target="https://example.invalid/unused/490" TargetMode="External" /><Relationship Id="rId491" Type="http://schemas.openxmlformats.org/officeDocument/2006/relationships/hyperlink" Target="https://example.invalid/unused/491" TargetMode="External" /><Relationship Id="rId492" Type="http://schemas.openxmlformats.org/officeDocument/2006/relationships/hyperlink" Target="https://example.invalid/unused/492" TargetMode="External" /><Relationship Id="rId493" Type="http://schemas.openxmlformats.org/officeDocument/2006/relationships/hyperlink" Target="https://example.invalid/unused/493" TargetMode="External" /><Relationship Id="rId494" Type="http://schemas.openxmlformats.org/officeDocument/2006/relationships/hyperlink" Target="https://example.invalid/unused/494" TargetMode="External" /><Relationship Id="rId495" Type="http://schemas.openxmlformats.org/officeDocument/2006/relationships/hyperlink" Target="https://example.invalid/unused/495" TargetMode="External" /><Relationship Id="rId496" Type="http://schemas.openxmlformats.org/officeDocument/2006/relationships/hyperlink" Target="https://example.invalid/unused/496" TargetMode="External" /><Relationship Id="rId497" Type="http://schemas.openxmlformats.org/officeDocument/2006/relationships/hyperlink" Target="https://example.invalid/unused/497" TargetMode="External" /><Relationship Id="rId498" Type="http://schemas.openxmlformats.org/officeDocument/2006/relationships/hyperlink" Target="https://example.invalid/unused/498" TargetMode="External" /><Relationship Id="rId499" Type="http://schemas.openxmlformats.org/officeDocument/2006/relationships/hyperlink" Target="https://example.invalid/unused/499" TargetMode="External" /><Relationship Id="rId500" Type="http://schemas.openxmlformats.org/officeDocument/2006/relationships/hyperlink" Target="https://example.invalid/unused/500" TargetMode="External" /><Relationship Id="rId501" Type="http://schemas.openxmlformats.org/officeDocument/2006/relationships/hyperlink" Target="https://example.invalid/unused/501" TargetMode="External" /><Relationship Id="rId502" Type="http://schemas.openxmlformats.org/officeDocument/2006/relationships/hyperlink" Target="https://example.invalid/unused/502" TargetMode="External" /><Relationship Id="rId503" Type="http://schemas.openxmlformats.org/officeDocument/2006/relationships/hyperlink" Target="https://example.invalid/unused/503" TargetMode="External" /><Relationship Id="rId504" Type="http://schemas.openxmlformats.org/officeDocument/2006/relationships/hyperlink" Target="https://example.invalid/unused/504" TargetMode="External" /><Relationship Id="rId505" Type="http://schemas.openxmlformats.org/officeDocument/2006/relationships/hyperlink" Target="https://example.invalid/unused/505" TargetMode="External" /><Relationship Id="rId506" Type="http://schemas.openxmlformats.org/officeDocument/2006/relationships/hyperlink" Target="https://example.invalid/unused/506" TargetMode="External" /><Relationship Id="rId507" Type="http://schemas.openxmlformats.org/officeDocument/2006/relationships/hyperlink" Target="https://example.invalid/unused/507" TargetMode="External" /><Relationship Id="rId508" Type="http://schemas.openxmlformats.org/officeDocument/2006/relationships/hyperlink" Target="https://example.invalid/unused/508" TargetMode="External" /><Relationship Id="rId509" Type="http://schemas.openxmlformats.org/officeDocument/2006/relationships/hyperlink" Target="https://example.invalid/unused/509" TargetMode="External" /><Relationship Id="rId510" Type="http://schemas.openxmlformats.org/officeDocument/2006/relationships/hyperlink" Target="https://example.invalid/unused/510" TargetMode="External" /><Relationship Id="rId511" Type="http://schemas.openxmlformats.org/officeDocument/2006/relationships/hyperlink" Target="https://example.invalid/unused/511" TargetMode="External" /><Relationship Id="rId512" Type="http://schemas.openxmlformats.org/officeDocument/2006/relationships/hyperlink" Target="https://example.invalid/unused/512" TargetMode="External" /><Relationship Id="rId513" Type="http://schemas.openxmlformats.org/officeDocument/2006/relationships/hyperlink" Target="https://example.invalid/unused/513" TargetMode="External" /><Relationship Id="rId514" Type="http://schemas.openxmlformats.org/officeDocument/2006/relationships/hyperlink" Target="https://example.invalid/unused/514" TargetMode="External" /><Relationship Id="rId515" Type="http://schemas.openxmlformats.org/officeDocument/2006/relationships/hyperlink" Target="https://example.invalid/unused/515" TargetMode="External" /><Relationship Id="rId516" Type="http://schemas.openxmlformats.org/officeDocument/2006/relationships/hyperlink" Target="https://example.invalid/unused/516" TargetMode="External" /><Relationship Id="rId517" Type="http://schemas.openxmlformats.org/officeDocument/2006/relationships/hyperlink" Target="https://example.invalid/unused/517" TargetMode="External" /><Relationship Id="rId518" Type="http://schemas.openxmlformats.org/officeDocument/2006/relationships/hyperlink" Target="https://example.invalid/unused/518" TargetMode="External" /><Relationship Id="rId519" Type="http://schemas.openxmlformats.org/officeDocument/2006/relationships/hyperlink" Target="https://example.invalid/unused/519" TargetMode="External" /><Relationship Id="rId520" Type="http://schemas.openxmlformats.org/officeDocument/2006/relationships/hyperlink" Target="https://example.invalid/unused/520" TargetMode="External" /><Relationship Id="rId521" Type="http://schemas.openxmlformats.org/officeDocument/2006/relationships/hyperlink" Target="https://example.invalid/unused/521" TargetMode="External" /><Relationship Id="rId522" Type="http://schemas.openxmlformats.org/officeDocument/2006/relationships/hyperlink" Target="https://example.invalid/unused/522" TargetMode="External" /><Relationship Id="rId523" Type="http://schemas.openxmlformats.org/officeDocument/2006/relationships/hyperlink" Target="https://example.invalid/unused/523" TargetMode="External" /><Relationship Id="rId524" Type="http://schemas.openxmlformats.org/officeDocument/2006/relationships/hyperlink" Target="https://example.invalid/unused/524" TargetMode="External" /><Relationship Id="rId525" Type="http://schemas.openxmlformats.org/officeDocument/2006/relationships/hyperlink" Target="https://example.invalid/unused/525" TargetMode="External" /><Relationship Id="rId526" Type="http://schemas.openxmlformats.org/officeDocument/2006/relationships/hyperlink" Target="https://example.invalid/unused/526" TargetMode="External" /><Relationship Id="rId527" Type="http://schemas.openxmlformats.org/officeDocument/2006/relationships/hyperlink" Target="https://example.invalid/unused/527" TargetMode="External" /><Relationship Id="rId528" Type="http://schemas.openxmlformats.org/officeDocument/2006/relationships/hyperlink" Target="https://example.invalid/unused/528" TargetMode="External" /><Relationship Id="rId529" Type="http://schemas.openxmlformats.org/officeDocument/2006/relationships/hyperlink" Target="https://example.invalid/unused/529" TargetMode="External" /><Relationship Id="rId530" Type="http://schemas.openxmlformats.org/officeDocument/2006/relationships/hyperlink" Target="https://example.invalid/unused/530" TargetMode="External" /><Relationship Id="rId531" Type="http://schemas.openxmlformats.org/officeDocument/2006/relationships/hyperlink" Target="https://example.invalid/unused/531" TargetMode="External" /><Relationship Id="rId532" Type="http://schemas.openxmlformats.org/officeDocument/2006/relationships/hyperlink" Target="https://example.invalid/unused/532" TargetMode="External" /><Relationship Id="rId533" Type="http://schemas.openxmlformats.org/officeDocument/2006/relationships/hyperlink" Target="https://example.invalid/unused/533" TargetMode="External" /><Relationship Id="rId534" Type="http://schemas.openxmlformats.org/officeDocument/2006/relationships/hyperlink" Target="https://example.invalid/unused/534" TargetMode="External" /><Relationship Id="rId535" Type="http://schemas.openxmlformats.org/officeDocument/2006/relationships/hyperlink" Target="https://example.invalid/unused/535" TargetMode="External" /><Relationship Id="rId536" Type="http://schemas.openxmlformats.org/officeDocument/2006/relationships/hyperlink" Target="https://example.invalid/unused/536" TargetMode="External" /><Relationship Id="rId537" Type="http://schemas.openxmlformats.org/officeDocument/2006/relationships/hyperlink" Target="https://example.invalid/unused/537" TargetMode="External" /><Relationship Id="rId538" Type="http://schemas.openxmlformats.org/officeDocument/2006/relationships/hyperlink" Target="https://example.invalid/unused/538" TargetMode="External" /><Relationship Id="rId539" Type="http://schemas.openxmlformats.org/officeDocument/2006/relationships/hyperlink" Target="https://example.invalid/unused/539" TargetMode="External" /><Relationship Id="rId540" Type="http://schemas.openxmlformats.org/officeDocument/2006/relationships/hyperlink" Target="https://example.invalid/unused/540" TargetMode="External" /><Relationship Id="rId541" Type="http://schemas.openxmlformats.org/officeDocument/2006/relationships/hyperlink" Target="https://example.invalid/unused/541" TargetMode="External" /><Relationship Id="rId542" Type="http://schemas.openxmlformats.org/officeDocument/2006/relationships/hyperlink" Target="https://example.invalid/unused/542" TargetMode="External" /><Relationship Id="rId543" Type="http://schemas.openxmlformats.org/officeDocument/2006/relationships/hyperlink" Target="https://example.invalid/unused/543" TargetMode="External" /><Relationship Id="rId544" Type="http://schemas.openxmlformats.org/officeDocument/2006/relationships/hyperlink" Target="https://example.invalid/unused/544" TargetMode="External" /><Relationship Id="rId545" Type="http://schemas.openxmlformats.org/officeDocument/2006/relationships/hyperlink" Target="https://example.invalid/unused/545" TargetMode="External" /><Relationship Id="rId546" Type="http://schemas.openxmlformats.org/officeDocument/2006/relationships/hyperlink" Target="https://example.invalid/unused/546" TargetMode="External" /><Relationship Id="rId547" Type="http://schemas.openxmlformats.org/officeDocument/2006/relationships/hyperlink" Target="https://example.invalid/unused/547" TargetMode="External" /><Relationship Id="rId548" Type="http://schemas.openxmlformats.org/officeDocument/2006/relationships/hyperlink" Target="https://example.invalid/unused/548" TargetMode="External" /><Relationship Id="rId549" Type="http://schemas.openxmlformats.org/officeDocument/2006/relationships/hyperlink" Target="https://example.invalid/unused/549" TargetMode="External" /><Relationship Id="rId550" Type="http://schemas.openxmlformats.org/officeDocument/2006/relationships/hyperlink" Target="https://example.invalid/unused/550" TargetMode="External" /><Relationship Id="rId551" Type="http://schemas.openxmlformats.org/officeDocument/2006/relationships/hyperlink" Target="https://example.invalid/unused/551" TargetMode="External" /><Relationship Id="rId552" Type="http://schemas.openxmlformats.org/officeDocument/2006/relationships/hyperlink" Target="https://example.invalid/unused/552" TargetMode="External" /><Relationship Id="rId553" Type="http://schemas.openxmlformats.org/officeDocument/2006/relationships/hyperlink" Target="https://example.invalid/unused/553" TargetMode="External" /><Relationship Id="rId554" Type="http://schemas.openxmlformats.org/officeDocument/2006/relationships/hyperlink" Target="https://example.invalid/unused/554" TargetMode="External" /><Relationship Id="rId555" Type="http://schemas.openxmlformats.org/officeDocument/2006/relationships/hyperlink" Target="https://example.invalid/unused/555" TargetMode="External" /><Relationship Id="rId556" Type="http://schemas.openxmlformats.org/officeDocument/2006/relationships/hyperlink" Target="https://example.invalid/unused/556" TargetMode="External" /><Relationship Id="rId557" Type="http://schemas.openxmlformats.org/officeDocument/2006/relationships/hyperlink" Target="https://example.invalid/unused/557" TargetMode="External" /><Relationship Id="rId558" Type="http://schemas.openxmlformats.org/officeDocument/2006/relationships/hyperlink" Target="https://example.invalid/unused/558" TargetMode="External" /><Relationship Id="rId559" Type="http://schemas.openxmlformats.org/officeDocument/2006/relationships/hyperlink" Target="https://example.invalid/unused/559" TargetMode="External" /><Relationship Id="rId560" Type="http://schemas.openxmlformats.org/officeDocument/2006/relationships/hyperlink" Target="https://example.invalid/unused/560" TargetMode="External" /><Relationship Id="rId561" Type="http://schemas.openxmlformats.org/officeDocument/2006/relationships/hyperlink" Target="https://example.invalid/unused/561" TargetMode="External" /><Relationship Id="rId562" Type="http://schemas.openxmlformats.org/officeDocument/2006/relationships/hyperlink" Target="https://example.invalid/unused/562" TargetMode="External" /><Relationship Id="rId563" Type="http://schemas.openxmlformats.org/officeDocument/2006/relationships/hyperlink" Target="https://example.invalid/unused/563" TargetMode="External" /><Relationship Id="rId564" Type="http://schemas.openxmlformats.org/officeDocument/2006/relationships/hyperlink" Target="https://example.invalid/unused/564" TargetMode="External" /><Relationship Id="rId565" Type="http://schemas.openxmlformats.org/officeDocument/2006/relationships/hyperlink" Target="https://example.invalid/unused/565" TargetMode="External" /><Relationship Id="rId566" Type="http://schemas.openxmlformats.org/officeDocument/2006/relationships/hyperlink" Target="https://example.invalid/unused/566" TargetMode="External" /><Relationship Id="rId567" Type="http://schemas.openxmlformats.org/officeDocument/2006/relationships/hyperlink" Target="https://example.invalid/unused/567" TargetMode="External" /><Relationship Id="rId568" Type="http://schemas.openxmlformats.org/officeDocument/2006/relationships/hyperlink" Target="https://example.invalid/unused/568" TargetMode="External" /><Relationship Id="rId569" Type="http://schemas.openxmlformats.org/officeDocument/2006/relationships/hyperlink" Target="https://example.invalid/unused/569" TargetMode="External" /><Relationship Id="rId570" Type="http://schemas.openxmlformats.org/officeDocument/2006/relationships/hyperlink" Target="https://example.invalid/unused/570" TargetMode="External" /><Relationship Id="rId571" Type="http://schemas.openxmlformats.org/officeDocument/2006/relationships/hyperlink" Target="https://example.invalid/unused/571" TargetMode="External" /><Relationship Id="rId572" Type="http://schemas.openxmlformats.org/officeDocument/2006/relationships/hyperlink" Target="https://example.invalid/unused/572" TargetMode="External" /><Relationship Id="rId573" Type="http://schemas.openxmlformats.org/officeDocument/2006/relationships/hyperlink" Target="https://example.invalid/unused/573" TargetMode="External" /><Relationship Id="rId574" Type="http://schemas.openxmlformats.org/officeDocument/2006/relationships/hyperlink" Target="https://example.invalid/unused/574" TargetMode="External" /><Relationship Id="rId575" Type="http://schemas.openxmlformats.org/officeDocument/2006/relationships/hyperlink" Target="https://example.invalid/unused/575" TargetMode="External" /><Relationship Id="rId576" Type="http://schemas.openxmlformats.org/officeDocument/2006/relationships/hyperlink" Target="https://example.invalid/unused/576" TargetMode="External" /><Relationship Id="rId577" Type="http://schemas.openxmlformats.org/officeDocument/2006/relationships/hyperlink" Target="https://example.invalid/unused/577" TargetMode="External" /><Relationship Id="rId578" Type="http://schemas.openxmlformats.org/officeDocument/2006/relationships/hyperlink" Target="https://example.invalid/unused/578" TargetMode="External" /><Relationship Id="rId579" Type="http://schemas.openxmlformats.org/officeDocument/2006/relationships/hyperlink" Target="https://example.invalid/unused/579" TargetMode="External" /><Relationship Id="rId580" Type="http://schemas.openxmlformats.org/officeDocument/2006/relationships/hyperlink" Target="https://example.invalid/unused/580" TargetMode="External" /><Relationship Id="rId581" Type="http://schemas.openxmlformats.org/officeDocument/2006/relationships/hyperlink" Target="https://example.invalid/unused/581" TargetMode="External" /><Relationship Id="rId582" Type="http://schemas.openxmlformats.org/officeDocument/2006/relationships/hyperlink" Target="https://example.invalid/unused/582" TargetMode="External" /><Relationship Id="rId583" Type="http://schemas.openxmlformats.org/officeDocument/2006/relationships/hyperlink" Target="https://example.invalid/unused/583" TargetMode="External" /><Relationship Id="rId584" Type="http://schemas.openxmlformats.org/officeDocument/2006/relationships/hyperlink" Target="https://example.invalid/unused/584" TargetMode="External" /><Relationship Id="rId585" Type="http://schemas.openxmlformats.org/officeDocument/2006/relationships/hyperlink" Target="https://example.invalid/unused/585" TargetMode="External" /><Relationship Id="rId586" Type="http://schemas.openxmlformats.org/officeDocument/2006/relationships/hyperlink" Target="https://example.invalid/unused/586" TargetMode="External" /><Relationship Id="rId587" Type="http://schemas.openxmlformats.org/officeDocument/2006/relationships/hyperlink" Target="https://example.invalid/unused/587" TargetMode="External" /><Relationship Id="rId588" Type="http://schemas.openxmlformats.org/officeDocument/2006/relationships/hyperlink" Target="https://example.invalid/unused/588" TargetMode="External" /><Relationship Id="rId589" Type="http://schemas.openxmlformats.org/officeDocument/2006/relationships/hyperlink" Target="https://example.invalid/unused/589" TargetMode="External" /><Relationship Id="rId590" Type="http://schemas.openxmlformats.org/officeDocument/2006/relationships/hyperlink" Target="https://example.invalid/unused/590" TargetMode="External" /><Relationship Id="rId591" Type="http://schemas.openxmlformats.org/officeDocument/2006/relationships/hyperlink" Target="https://example.invalid/unused/591" TargetMode="External" /><Relationship Id="rId592" Type="http://schemas.openxmlformats.org/officeDocument/2006/relationships/hyperlink" Target="https://example.invalid/unused/592" TargetMode="External" /><Relationship Id="rId593" Type="http://schemas.openxmlformats.org/officeDocument/2006/relationships/hyperlink" Target="https://example.invalid/unused/593" TargetMode="External" /><Relationship Id="rId594" Type="http://schemas.openxmlformats.org/officeDocument/2006/relationships/hyperlink" Target="https://example.invalid/unused/594" TargetMode="External" /><Relationship Id="rId595" Type="http://schemas.openxmlformats.org/officeDocument/2006/relationships/hyperlink" Target="https://example.invalid/unused/595" TargetMode="External" /><Relationship Id="rId596" Type="http://schemas.openxmlformats.org/officeDocument/2006/relationships/hyperlink" Target="https://example.invalid/unused/596" TargetMode="External" /><Relationship Id="rId597" Type="http://schemas.openxmlformats.org/officeDocument/2006/relationships/hyperlink" Target="https://example.invalid/unused/597" TargetMode="External" /><Relationship Id="rId598" Type="http://schemas.openxmlformats.org/officeDocument/2006/relationships/hyperlink" Target="https://example.invalid/unused/598" TargetMode="External" /><Relationship Id="rId599" Type="http://schemas.openxmlformats.org/officeDocument/2006/relationships/hyperlink" Target="https://example.invalid/unused/599" TargetMode="External" /><Relationship Id="rId600" Type="http://schemas.openxmlformats.org/officeDocument/2006/relationships/hyperlink" Target="https://example.invalid/unused/600" TargetMode="External" /><Relationship Id="rId601" Type="http://schemas.openxmlformats.org/officeDocument/2006/relationships/hyperlink" Target="https://example.invalid/unused/601" TargetMode="External" /><Relationship Id="rId602" Type="http://schemas.openxmlformats.org/officeDocument/2006/relationships/hyperlink" Target="https://example.invalid/unused/602" TargetMode="External" /><Relationship Id="rId603" Type="http://schemas.openxmlformats.org/officeDocument/2006/relationships/hyperlink" Target="https://example.invalid/unused/603" TargetMode="External" /><Relationship Id="rId604" Type="http://schemas.openxmlformats.org/officeDocument/2006/relationships/hyperlink" Target="https://example.invalid/unused/604" TargetMode="External" /><Relationship Id="rId605" Type="http://schemas.openxmlformats.org/officeDocument/2006/relationships/hyperlink" Target="https://example.invalid/unused/605" TargetMode="External" /><Relationship Id="rId606" Type="http://schemas.openxmlformats.org/officeDocument/2006/relationships/hyperlink" Target="https://example.invalid/unused/606" TargetMode="External" /><Relationship Id="rId607" Type="http://schemas.openxmlformats.org/officeDocument/2006/relationships/hyperlink" Target="https://example.invalid/unused/607" TargetMode="External" /><Relationship Id="rId608" Type="http://schemas.openxmlformats.org/officeDocument/2006/relationships/hyperlink" Target="https://example.invalid/unused/608" TargetMode="External" /><Relationship Id="rId609" Type="http://schemas.openxmlformats.org/officeDocument/2006/relationships/hyperlink" Target="https://example.invalid/unused/609" TargetMode="External" /><Relationship Id="rId610" Type="http://schemas.openxmlformats.org/officeDocument/2006/relationships/hyperlink" Target="https://example.invalid/unused/610" TargetMode="External" /><Relationship Id="rId611" Type="http://schemas.openxmlformats.org/officeDocument/2006/relationships/hyperlink" Target="https://example.invalid/unused/611" TargetMode="External" /><Relationship Id="rId612" Type="http://schemas.openxmlformats.org/officeDocument/2006/relationships/hyperlink" Target="https://example.invalid/unused/612" TargetMode="External" /><Relationship Id="rId613" Type="http://schemas.openxmlformats.org/officeDocument/2006/relationships/hyperlink" Target="https://example.invalid/unused/613" TargetMode="External" /><Relationship Id="rId614" Type="http://schemas.openxmlformats.org/officeDocument/2006/relationships/hyperlink" Target="https://example.invalid/unused/614" TargetMode="External" /><Relationship Id="rId615" Type="http://schemas.openxmlformats.org/officeDocument/2006/relationships/hyperlink" Target="https://example.invalid/unused/615" TargetMode="External" /><Relationship Id="rId616" Type="http://schemas.openxmlformats.org/officeDocument/2006/relationships/hyperlink" Target="https://example.invalid/unused/616" TargetMode="External" /><Relationship Id="rId617" Type="http://schemas.openxmlformats.org/officeDocument/2006/relationships/hyperlink" Target="https://example.invalid/unused/617" TargetMode="External" /><Relationship Id="rId618" Type="http://schemas.openxmlformats.org/officeDocument/2006/relationships/hyperlink" Target="https://example.invalid/unused/618" TargetMode="External" /><Relationship Id="rId619" Type="http://schemas.openxmlformats.org/officeDocument/2006/relationships/hyperlink" Target="https://example.invalid/unused/619" TargetMode="External" /><Relationship Id="rId620" Type="http://schemas.openxmlformats.org/officeDocument/2006/relationships/hyperlink" Target="https://example.invalid/unused/620" TargetMode="External" /><Relationship Id="rId621" Type="http://schemas.openxmlformats.org/officeDocument/2006/relationships/hyperlink" Target="https://example.invalid/unused/621" TargetMode="External" /><Relationship Id="rId622" Type="http://schemas.openxmlformats.org/officeDocument/2006/relationships/hyperlink" Target="https://example.invalid/unused/622" TargetMode="External" /><Relationship Id="rId623" Type="http://schemas.openxmlformats.org/officeDocument/2006/relationships/hyperlink" Target="https://example.invalid/unused/623" TargetMode="External" /><Relationship Id="rId624" Type="http://schemas.openxmlformats.org/officeDocument/2006/relationships/hyperlink" Target="https://example.invalid/unused/624" TargetMode="External" /><Relationship Id="rId625" Type="http://schemas.openxmlformats.org/officeDocument/2006/relationships/hyperlink" Target="https://example.invalid/unused/625" TargetMode="External" /><Relationship Id="rId626" Type="http://schemas.openxmlformats.org/officeDocument/2006/relationships/hyperlink" Target="https://example.invalid/unused/626" TargetMode="External" /><Relationship Id="rId627" Type="http://schemas.openxmlformats.org/officeDocument/2006/relationships/hyperlink" Target="https://example.invalid/unused/627" TargetMode="External" /><Relationship Id="rId628" Type="http://schemas.openxmlformats.org/officeDocument/2006/relationships/hyperlink" Target="https://example.invalid/unused/628" TargetMode="External" /><Relationship Id="rId629" Type="http://schemas.openxmlformats.org/officeDocument/2006/relationships/hyperlink" Target="https://example.invalid/unused/629" TargetMode="External" /><Relationship Id="rId630" Type="http://schemas.openxmlformats.org/officeDocument/2006/relationships/hyperlink" Target="https://example.invalid/unused/630" TargetMode="External" /><Relationship Id="rId631" Type="http://schemas.openxmlformats.org/officeDocument/2006/relationships/hyperlink" Target="https://example.invalid/unused/631" TargetMode="External" /><Relationship Id="rId632" Type="http://schemas.openxmlformats.org/officeDocument/2006/relationships/hyperlink" Target="https://example.invalid/unused/632" TargetMode="External" /><Relationship Id="rId633" Type="http://schemas.openxmlformats.org/officeDocument/2006/relationships/hyperlink" Target="https://example.invalid/unused/633" TargetMode="External" /><Relationship Id="rId634" Type="http://schemas.openxmlformats.org/officeDocument/2006/relationships/hyperlink" Target="https://example.invalid/unused/634" TargetMode="External" /><Relationship Id="rId635" Type="http://schemas.openxmlformats.org/officeDocument/2006/relationships/hyperlink" Target="https://example.invalid/unused/635" TargetMode="External" /><Relationship Id="rId636" Type="http://schemas.openxmlformats.org/officeDocument/2006/relationships/hyperlink" Target="https://example.invalid/unused/636" TargetMode="External" /><Relationship Id="rId637" Type="http://schemas.openxmlformats.org/officeDocument/2006/relationships/hyperlink" Target="https://example.invalid/unused/637" TargetMode="External" /><Relationship Id="rId638" Type="http://schemas.openxmlformats.org/officeDocument/2006/relationships/hyperlink" Target="https://example.invalid/unused/638" TargetMode="External" /><Relationship Id="rId639" Type="http://schemas.openxmlformats.org/officeDocument/2006/relationships/hyperlink" Target="https://example.invalid/unused/639" TargetMode="External" /><Relationship Id="rId640" Type="http://schemas.openxmlformats.org/officeDocument/2006/relationships/hyperlink" Target="https://example.invalid/unused/640" TargetMode="External" /><Relationship Id="rId641" Type="http://schemas.openxmlformats.org/officeDocument/2006/relationships/hyperlink" Target="https://example.invalid/unused/641" TargetMode="External" /><Relationship Id="rId642" Type="http://schemas.openxmlformats.org/officeDocument/2006/relationships/hyperlink" Target="https://example.invalid/unused/642" TargetMode="External" /><Relationship Id="rId643" Type="http://schemas.openxmlformats.org/officeDocument/2006/relationships/hyperlink" Target="https://example.invalid/unused/643" TargetMode="External" /><Relationship Id="rId644" Type="http://schemas.openxmlformats.org/officeDocument/2006/relationships/hyperlink" Target="https://example.invalid/unused/644" TargetMode="External" /><Relationship Id="rId645" Type="http://schemas.openxmlformats.org/officeDocument/2006/relationships/hyperlink" Target="https://example.invalid/unused/645" TargetMode="External" /><Relationship Id="rId646" Type="http://schemas.openxmlformats.org/officeDocument/2006/relationships/hyperlink" Target="https://example.invalid/unused/646" TargetMode="External" /><Relationship Id="rId647" Type="http://schemas.openxmlformats.org/officeDocument/2006/relationships/hyperlink" Target="https://example.invalid/unused/647" TargetMode="External" /><Relationship Id="rId648" Type="http://schemas.openxmlformats.org/officeDocument/2006/relationships/hyperlink" Target="https://example.invalid/unused/648" TargetMode="External" /><Relationship Id="rId649" Type="http://schemas.openxmlformats.org/officeDocument/2006/relationships/hyperlink" Target="https://example.invalid/unused/649" TargetMode="External" /><Relationship Id="rId650" Type="http://schemas.openxmlformats.org/officeDocument/2006/relationships/hyperlink" Target="https://example.invalid/unused/650" TargetMode="External" /><Relationship Id="rId651" Type="http://schemas.openxmlformats.org/officeDocument/2006/relationships/hyperlink" Target="https://example.invalid/unused/651" TargetMode="External" /><Relationship Id="rId652" Type="http://schemas.openxmlformats.org/officeDocument/2006/relationships/hyperlink" Target="https://example.invalid/unused/652" TargetMode="External" /><Relationship Id="rId653" Type="http://schemas.openxmlformats.org/officeDocument/2006/relationships/hyperlink" Target="https://example.invalid/unused/653" TargetMode="External" /><Relationship Id="rId654" Type="http://schemas.openxmlformats.org/officeDocument/2006/relationships/hyperlink" Target="https://example.invalid/unused/654" TargetMode="External" /><Relationship Id="rId655" Type="http://schemas.openxmlformats.org/officeDocument/2006/relationships/hyperlink" Target="https://example.invalid/unused/655" TargetMode="External" /><Relationship Id="rId656" Type="http://schemas.openxmlformats.org/officeDocument/2006/relationships/hyperlink" Target="https://example.invalid/unused/656" TargetMode="External" /><Relationship Id="rId657" Type="http://schemas.openxmlformats.org/officeDocument/2006/relationships/hyperlink" Target="https://example.invalid/unused/657" TargetMode="External" /><Relationship Id="rId658" Type="http://schemas.openxmlformats.org/officeDocument/2006/relationships/hyperlink" Target="https://example.invalid/unused/658" TargetMode="External" /><Relationship Id="rId659" Type="http://schemas.openxmlformats.org/officeDocument/2006/relationships/hyperlink" Target="https://example.invalid/unused/659" TargetMode="External" /><Relationship Id="rId660" Type="http://schemas.openxmlformats.org/officeDocument/2006/relationships/hyperlink" Target="https://example.invalid/unused/660" TargetMode="External" /><Relationship Id="rId661" Type="http://schemas.openxmlformats.org/officeDocument/2006/relationships/hyperlink" Target="https://example.invalid/unused/661" TargetMode="External" /><Relationship Id="rId662" Type="http://schemas.openxmlformats.org/officeDocument/2006/relationships/hyperlink" Target="https://example.invalid/unused/662" TargetMode="External" /><Relationship Id="rId663" Type="http://schemas.openxmlformats.org/officeDocument/2006/relationships/hyperlink" Target="https://example.invalid/unused/663" TargetMode="External" /><Relationship Id="rId664" Type="http://schemas.openxmlformats.org/officeDocument/2006/relationships/hyperlink" Target="https://example.invalid/unused/664" TargetMode="External" /><Relationship Id="rId665" Type="http://schemas.openxmlformats.org/officeDocument/2006/relationships/hyperlink" Target="https://example.invalid/unused/665" TargetMode="External" /><Relationship Id="rId666" Type="http://schemas.openxmlformats.org/officeDocument/2006/relationships/hyperlink" Target="https://example.invalid/unused/666" TargetMode="External" /><Relationship Id="rId667" Type="http://schemas.openxmlformats.org/officeDocument/2006/relationships/hyperlink" Target="https://example.invalid/unused/667" TargetMode="External" /><Relationship Id="rId668" Type="http://schemas.openxmlformats.org/officeDocument/2006/relationships/hyperlink" Target="https://example.invalid/unused/668" TargetMode="External" /><Relationship Id="rId669" Type="http://schemas.openxmlformats.org/officeDocument/2006/relationships/hyperlink" Target="https://example.invalid/unused/669" TargetMode="External" /><Relationship Id="rId670" Type="http://schemas.openxmlformats.org/officeDocument/2006/relationships/hyperlink" Target="https://example.invalid/unused/670" TargetMode="External" /><Relationship Id="rId671" Type="http://schemas.openxmlformats.org/officeDocument/2006/relationships/hyperlink" Target="https://example.invalid/unused/671" TargetMode="External" /><Relationship Id="rId672" Type="http://schemas.openxmlformats.org/officeDocument/2006/relationships/hyperlink" Target="https://example.invalid/unused/672" TargetMode="External" /><Relationship Id="rId673" Type="http://schemas.openxmlformats.org/officeDocument/2006/relationships/hyperlink" Target="https://example.invalid/unused/673" TargetMode="External" /><Relationship Id="rId674" Type="http://schemas.openxmlformats.org/officeDocument/2006/relationships/hyperlink" Target="https://example.invalid/unused/674" TargetMode="External" /><Relationship Id="rId675" Type="http://schemas.openxmlformats.org/officeDocument/2006/relationships/hyperlink" Target="https://example.invalid/unused/675" TargetMode="External" /><Relationship Id="rId676" Type="http://schemas.openxmlformats.org/officeDocument/2006/relationships/hyperlink" Target="https://example.invalid/unused/676" TargetMode="External" /><Relationship Id="rId677" Type="http://schemas.openxmlformats.org/officeDocument/2006/relationships/hyperlink" Target="https://example.invalid/unused/677" TargetMode="External" /><Relationship Id="rId678" Type="http://schemas.openxmlformats.org/officeDocument/2006/relationships/hyperlink" Target="https://example.invalid/unused/678" TargetMode="External" /><Relationship Id="rId679" Type="http://schemas.openxmlformats.org/officeDocument/2006/relationships/hyperlink" Target="https://example.invalid/unused/679" TargetMode="External" /><Relationship Id="rId680" Type="http://schemas.openxmlformats.org/officeDocument/2006/relationships/hyperlink" Target="https://example.invalid/unused/680" TargetMode="External" /><Relationship Id="rId681" Type="http://schemas.openxmlformats.org/officeDocument/2006/relationships/hyperlink" Target="https://example.invalid/unused/681" TargetMode="External" /><Relationship Id="rId682" Type="http://schemas.openxmlformats.org/officeDocument/2006/relationships/hyperlink" Target="https://example.invalid/unused/682" TargetMode="External" /><Relationship Id="rId683" Type="http://schemas.openxmlformats.org/officeDocument/2006/relationships/hyperlink" Target="https://example.invalid/unused/683" TargetMode="External" /><Relationship Id="rId684" Type="http://schemas.openxmlformats.org/officeDocument/2006/relationships/hyperlink" Target="https://example.invalid/unused/684" TargetMode="External" /><Relationship Id="rId685" Type="http://schemas.openxmlformats.org/officeDocument/2006/relationships/hyperlink" Target="https://example.invalid/unused/685" TargetMode="External" /><Relationship Id="rId686" Type="http://schemas.openxmlformats.org/officeDocument/2006/relationships/hyperlink" Target="https://example.invalid/unused/686" TargetMode="External" /><Relationship Id="rId687" Type="http://schemas.openxmlformats.org/officeDocument/2006/relationships/hyperlink" Target="https://example.invalid/unused/687" TargetMode="External" /><Relationship Id="rId688" Type="http://schemas.openxmlformats.org/officeDocument/2006/relationships/hyperlink" Target="https://example.invalid/unused/688" TargetMode="External" /><Relationship Id="rId689" Type="http://schemas.openxmlformats.org/officeDocument/2006/relationships/hyperlink" Target="https://example.invalid/unused/689" TargetMode="External" /><Relationship Id="rId690" Type="http://schemas.openxmlformats.org/officeDocument/2006/relationships/hyperlink" Target="https://example.invalid/unused/690" TargetMode="External" /><Relationship Id="rId691" Type="http://schemas.openxmlformats.org/officeDocument/2006/relationships/hyperlink" Target="https://example.invalid/unused/691" TargetMode="External" /><Relationship Id="rId692" Type="http://schemas.openxmlformats.org/officeDocument/2006/relationships/hyperlink" Target="https://example.invalid/unused/692" TargetMode="External" /><Relationship Id="rId693" Type="http://schemas.openxmlformats.org/officeDocument/2006/relationships/hyperlink" Target="https://example.invalid/unused/693" TargetMode="External" /><Relationship Id="rId694" Type="http://schemas.openxmlformats.org/officeDocument/2006/relationships/hyperlink" Target="https://example.invalid/unused/694" TargetMode="External" /><Relationship Id="rId695" Type="http://schemas.openxmlformats.org/officeDocument/2006/relationships/hyperlink" Target="https://example.invalid/unused/695" TargetMode="External" /><Relationship Id="rId696" Type="http://schemas.openxmlformats.org/officeDocument/2006/relationships/hyperlink" Target="https://example.invalid/unused/696" TargetMode="External" /><Relationship Id="rId697" Type="http://schemas.openxmlformats.org/officeDocument/2006/relationships/hyperlink" Target="https://example.invalid/unused/697" TargetMode="External" /><Relationship Id="rId698" Type="http://schemas.openxmlformats.org/officeDocument/2006/relationships/hyperlink" Target="https://example.invalid/unused/698" TargetMode="External" /><Relationship Id="rId699" Type="http://schemas.openxmlformats.org/officeDocument/2006/relationships/hyperlink" Target="https://example.invalid/unused/699" TargetMode="External" /><Relationship Id="rId700" Type="http://schemas.openxmlformats.org/officeDocument/2006/relationships/hyperlink" Target="https://example.invalid/unused/700" TargetMode="External" /><Relationship Id="rId701" Type="http://schemas.openxmlformats.org/officeDocument/2006/relationships/hyperlink" Target="https://example.invalid/unused/701" TargetMode="External" /><Relationship Id="rId702" Type="http://schemas.openxmlformats.org/officeDocument/2006/relationships/hyperlink" Target="https://example.invalid/unused/702" TargetMode="External" /><Relationship Id="rId703" Type="http://schemas.openxmlformats.org/officeDocument/2006/relationships/hyperlink" Target="https://example.invalid/unused/703" TargetMode="External" /><Relationship Id="rId704" Type="http://schemas.openxmlformats.org/officeDocument/2006/relationships/hyperlink" Target="https://example.invalid/unused/704" TargetMode="External" /><Relationship Id="rId705" Type="http://schemas.openxmlformats.org/officeDocument/2006/relationships/hyperlink" Target="https://example.invalid/unused/705" TargetMode="External" /><Relationship Id="rId706" Type="http://schemas.openxmlformats.org/officeDocument/2006/relationships/hyperlink" Target="https://example.invalid/unused/706" TargetMode="External" /><Relationship Id="rId707" Type="http://schemas.openxmlformats.org/officeDocument/2006/relationships/hyperlink" Target="https://example.invalid/unused/707" TargetMode="External" /><Relationship Id="rId708" Type="http://schemas.openxmlformats.org/officeDocument/2006/relationships/hyperlink" Target="https://example.invalid/unused/708" TargetMode="External" /><Relationship Id="rId709" Type="http://schemas.openxmlformats.org/officeDocument/2006/relationships/hyperlink" Target="https://example.invalid/unused/709" TargetMode="External" /><Relationship Id="rId710" Type="http://schemas.openxmlformats.org/officeDocument/2006/relationships/hyperlink" Target="https://example.invalid/unused/710" TargetMode="External" /><Relationship Id="rId711" Type="http://schemas.openxmlformats.org/officeDocument/2006/relationships/hyperlink" Target="https://example.invalid/unused/711" TargetMode="External" /><Relationship Id="rId712" Type="http://schemas.openxmlformats.org/officeDocument/2006/relationships/hyperlink" Target="https://example.invalid/unused/712" TargetMode="External" /><Relationship Id="rId713" Type="http://schemas.openxmlformats.org/officeDocument/2006/relationships/hyperlink" Target="https://example.invalid/unused/713" TargetMode="External" /><Relationship Id="rId714" Type="http://schemas.openxmlformats.org/officeDocument/2006/relationships/hyperlink" Target="https://example.invalid/unused/714" TargetMode="External" /><Relationship Id="rId715" Type="http://schemas.openxmlformats.org/officeDocument/2006/relationships/hyperlink" Target="https://example.invalid/unused/715" TargetMode="External" /><Relationship Id="rId716" Type="http://schemas.openxmlformats.org/officeDocument/2006/relationships/hyperlink" Target="https://example.invalid/unused/716" TargetMode="External" /><Relationship Id="rId717" Type="http://schemas.openxmlformats.org/officeDocument/2006/relationships/hyperlink" Target="https://example.invalid/unused/717" TargetMode="External" /><Relationship Id="rId718" Type="http://schemas.openxmlformats.org/officeDocument/2006/relationships/hyperlink" Target="https://example.invalid/unused/718" TargetMode="External" /><Relationship Id="rId719" Type="http://schemas.openxmlformats.org/officeDocument/2006/relationships/hyperlink" Target="https://example.invalid/unused/719" TargetMode="External" /><Relationship Id="rId720" Type="http://schemas.openxmlformats.org/officeDocument/2006/relationships/hyperlink" Target="https://example.invalid/unused/720" TargetMode="External" /><Relationship Id="rId721" Type="http://schemas.openxmlformats.org/officeDocument/2006/relationships/hyperlink" Target="https://example.invalid/unused/721" TargetMode="External" /><Relationship Id="rId722" Type="http://schemas.openxmlformats.org/officeDocument/2006/relationships/hyperlink" Target="https://example.invalid/unused/722" TargetMode="External" /><Relationship Id="rId723" Type="http://schemas.openxmlformats.org/officeDocument/2006/relationships/hyperlink" Target="https://example.invalid/unused/723" TargetMode="External" /><Relationship Id="rId724" Type="http://schemas.openxmlformats.org/officeDocument/2006/relationships/hyperlink" Target="https://example.invalid/unused/724" TargetMode="External" /><Relationship Id="rId725" Type="http://schemas.openxmlformats.org/officeDocument/2006/relationships/hyperlink" Target="https://example.invalid/unused/725" TargetMode="External" /><Relationship Id="rId726" Type="http://schemas.openxmlformats.org/officeDocument/2006/relationships/hyperlink" Target="https://example.invalid/unused/726" TargetMode="External" /><Relationship Id="rId727" Type="http://schemas.openxmlformats.org/officeDocument/2006/relationships/hyperlink" Target="https://example.invalid/unused/727" TargetMode="External" /><Relationship Id="rId728" Type="http://schemas.openxmlformats.org/officeDocument/2006/relationships/hyperlink" Target="https://example.invalid/unused/728" TargetMode="External" /><Relationship Id="rId729" Type="http://schemas.openxmlformats.org/officeDocument/2006/relationships/hyperlink" Target="https://example.invalid/unused/729" TargetMode="External" /><Relationship Id="rId730" Type="http://schemas.openxmlformats.org/officeDocument/2006/relationships/hyperlink" Target="https://example.invalid/unused/730" TargetMode="External" /><Relationship Id="rId731" Type="http://schemas.openxmlformats.org/officeDocument/2006/relationships/hyperlink" Target="https://example.invalid/unused/731" TargetMode="External" /><Relationship Id="rId732" Type="http://schemas.openxmlformats.org/officeDocument/2006/relationships/hyperlink" Target="https://example.invalid/unused/732" TargetMode="External" /><Relationship Id="rId733" Type="http://schemas.openxmlformats.org/officeDocument/2006/relationships/hyperlink" Target="https://example.invalid/unused/733" TargetMode="External" /><Relationship Id="rId734" Type="http://schemas.openxmlformats.org/officeDocument/2006/relationships/hyperlink" Target="https://example.invalid/unused/734" TargetMode="External" /><Relationship Id="rId735" Type="http://schemas.openxmlformats.org/officeDocument/2006/relationships/hyperlink" Target="https://example.invalid/unused/735" TargetMode="External" /><Relationship Id="rId736" Type="http://schemas.openxmlformats.org/officeDocument/2006/relationships/hyperlink" Target="https://example.invalid/unused/736" TargetMode="External" /><Relationship Id="rId737" Type="http://schemas.openxmlformats.org/officeDocument/2006/relationships/hyperlink" Target="https://example.invalid/unused/737" TargetMode="External" /><Relationship Id="rId738" Type="http://schemas.openxmlformats.org/officeDocument/2006/relationships/hyperlink" Target="https://example.invalid/unused/738" TargetMode="External" /><Relationship Id="rId739" Type="http://schemas.openxmlformats.org/officeDocument/2006/relationships/hyperlink" Target="https://example.invalid/unused/739" TargetMode="External" /><Relationship Id="rId740" Type="http://schemas.openxmlformats.org/officeDocument/2006/relationships/hyperlink" Target="https://example.invalid/unused/740" TargetMode="External" /><Relationship Id="rId741" Type="http://schemas.openxmlformats.org/officeDocument/2006/relationships/hyperlink" Target="https://example.invalid/unused/741" TargetMode="External" /><Relationship Id="rId742" Type="http://schemas.openxmlformats.org/officeDocument/2006/relationships/hyperlink" Target="https://example.invalid/unused/742" TargetMode="External" /><Relationship Id="rId743" Type="http://schemas.openxmlformats.org/officeDocument/2006/relationships/hyperlink" Target="https://example.invalid/unused/743" TargetMode="External" /><Relationship Id="rId744" Type="http://schemas.openxmlformats.org/officeDocument/2006/relationships/hyperlink" Target="https://example.invalid/unused/744" TargetMode="External" /><Relationship Id="rId745" Type="http://schemas.openxmlformats.org/officeDocument/2006/relationships/hyperlink" Target="https://example.invalid/unused/745" TargetMode="External" /><Relationship Id="rId746" Type="http://schemas.openxmlformats.org/officeDocument/2006/relationships/hyperlink" Target="https://example.invalid/unused/746" TargetMode="External" /><Relationship Id="rId747" Type="http://schemas.openxmlformats.org/officeDocument/2006/relationships/hyperlink" Target="https://example.invalid/unused/747" TargetMode="External" /><Relationship Id="rId748" Type="http://schemas.openxmlformats.org/officeDocument/2006/relationships/hyperlink" Target="https://example.invalid/unused/748" TargetMode="External" /><Relationship Id="rId749" Type="http://schemas.openxmlformats.org/officeDocument/2006/relationships/hyperlink" Target="https://example.invalid/unused/749" TargetMode="External" /><Relationship Id="rId750" Type="http://schemas.openxmlformats.org/officeDocument/2006/relationships/hyperlink" Target="https://example.invalid/unused/750" TargetMode="External" /><Relationship Id="rId751" Type="http://schemas.openxmlformats.org/officeDocument/2006/relationships/hyperlink" Target="https://example.invalid/unused/751" TargetMode="External" /><Relationship Id="rId752" Type="http://schemas.openxmlformats.org/officeDocument/2006/relationships/hyperlink" Target="https://example.invalid/unused/752" TargetMode="External" /><Relationship Id="rId753" Type="http://schemas.openxmlformats.org/officeDocument/2006/relationships/hyperlink" Target="https://example.invalid/unused/753" TargetMode="External" /><Relationship Id="rId754" Type="http://schemas.openxmlformats.org/officeDocument/2006/relationships/hyperlink" Target="https://example.invalid/unused/754" TargetMode="External" /><Relationship Id="rId755" Type="http://schemas.openxmlformats.org/officeDocument/2006/relationships/hyperlink" Target="https://example.invalid/unused/755" TargetMode="External" /><Relationship Id="rId756" Type="http://schemas.openxmlformats.org/officeDocument/2006/relationships/hyperlink" Target="https://example.invalid/unused/756" TargetMode="External" /><Relationship Id="rId757" Type="http://schemas.openxmlformats.org/officeDocument/2006/relationships/hyperlink" Target="https://example.invalid/unused/757" TargetMode="External" /><Relationship Id="rId758" Type="http://schemas.openxmlformats.org/officeDocument/2006/relationships/hyperlink" Target="https://example.invalid/unused/758" TargetMode="External" /><Relationship Id="rId759" Type="http://schemas.openxmlformats.org/officeDocument/2006/relationships/hyperlink" Target="https://example.invalid/unused/759" TargetMode="External" /><Relationship Id="rId760" Type="http://schemas.openxmlformats.org/officeDocument/2006/relationships/hyperlink" Target="https://example.invalid/unused/760" TargetMode="External" /><Relationship Id="rId761" Type="http://schemas.openxmlformats.org/officeDocument/2006/relationships/hyperlink" Target="https://example.invalid/unused/761" TargetMode="External" /><Relationship Id="rId762" Type="http://schemas.openxmlformats.org/officeDocument/2006/relationships/hyperlink" Target="https://example.invalid/unused/762" TargetMode="External" /><Relationship Id="rId763" Type="http://schemas.openxmlformats.org/officeDocument/2006/relationships/hyperlink" Target="https://example.invalid/unused/763" TargetMode="External" /><Relationship Id="rId764" Type="http://schemas.openxmlformats.org/officeDocument/2006/relationships/hyperlink" Target="https://example.invalid/unused/764" TargetMode="External" /><Relationship Id="rId765" Type="http://schemas.openxmlformats.org/officeDocument/2006/relationships/hyperlink" Target="https://example.invalid/unused/765" TargetMode="External" /><Relationship Id="rId766" Type="http://schemas.openxmlformats.org/officeDocument/2006/relationships/hyperlink" Target="https://example.invalid/unused/766" TargetMode="External" /><Relationship Id="rId767" Type="http://schemas.openxmlformats.org/officeDocument/2006/relationships/hyperlink" Target="https://example.invalid/unused/767" TargetMode="External" /><Relationship Id="rId768" Type="http://schemas.openxmlformats.org/officeDocument/2006/relationships/hyperlink" Target="https://example.invalid/unused/768" TargetMode="External" /><Relationship Id="rId769" Type="http://schemas.openxmlformats.org/officeDocument/2006/relationships/hyperlink" Target="https://example.invalid/unused/769" TargetMode="External" /><Relationship Id="rId770" Type="http://schemas.openxmlformats.org/officeDocument/2006/relationships/hyperlink" Target="https://example.invalid/unused/770" TargetMode="External" /><Relationship Id="rId771" Type="http://schemas.openxmlformats.org/officeDocument/2006/relationships/hyperlink" Target="https://example.invalid/unused/771" TargetMode="External" /><Relationship Id="rId772" Type="http://schemas.openxmlformats.org/officeDocument/2006/relationships/hyperlink" Target="https://example.invalid/unused/772" TargetMode="External" /><Relationship Id="rId773" Type="http://schemas.openxmlformats.org/officeDocument/2006/relationships/hyperlink" Target="https://example.invalid/unused/773" TargetMode="External" /><Relationship Id="rId774" Type="http://schemas.openxmlformats.org/officeDocument/2006/relationships/hyperlink" Target="https://example.invalid/unused/774" TargetMode="External" /><Relationship Id="rId775" Type="http://schemas.openxmlformats.org/officeDocument/2006/relationships/hyperlink" Target="https://example.invalid/unused/775" TargetMode="External" /><Relationship Id="rId776" Type="http://schemas.openxmlformats.org/officeDocument/2006/relationships/hyperlink" Target="https://example.invalid/unused/776" TargetMode="External" /><Relationship Id="rId777" Type="http://schemas.openxmlformats.org/officeDocument/2006/relationships/hyperlink" Target="https://example.invalid/unused/777" TargetMode="External" /><Relationship Id="rId778" Type="http://schemas.openxmlformats.org/officeDocument/2006/relationships/hyperlink" Target="https://example.invalid/unused/778" TargetMode="External" /><Relationship Id="rId779" Type="http://schemas.openxmlformats.org/officeDocument/2006/relationships/hyperlink" Target="https://example.invalid/unused/779" TargetMode="External" /><Relationship Id="rId780" Type="http://schemas.openxmlformats.org/officeDocument/2006/relationships/hyperlink" Target="https://example.invalid/unused/780" TargetMode="External" /><Relationship Id="rId781" Type="http://schemas.openxmlformats.org/officeDocument/2006/relationships/hyperlink" Target="https://example.invalid/unused/781" TargetMode="External" /><Relationship Id="rId782" Type="http://schemas.openxmlformats.org/officeDocument/2006/relationships/hyperlink" Target="https://example.invalid/unused/782" TargetMode="External" /><Relationship Id="rId783" Type="http://schemas.openxmlformats.org/officeDocument/2006/relationships/hyperlink" Target="https://example.invalid/unused/783" TargetMode="External" /><Relationship Id="rId784" Type="http://schemas.openxmlformats.org/officeDocument/2006/relationships/hyperlink" Target="https://example.invalid/unused/784" TargetMode="External" /><Relationship Id="rId785" Type="http://schemas.openxmlformats.org/officeDocument/2006/relationships/hyperlink" Target="https://example.invalid/unused/785" TargetMode="External" /><Relationship Id="rId786" Type="http://schemas.openxmlformats.org/officeDocument/2006/relationships/hyperlink" Target="https://example.invalid/unused/786" TargetMode="External" /><Relationship Id="rId787" Type="http://schemas.openxmlformats.org/officeDocument/2006/relationships/hyperlink" Target="https://example.invalid/unused/787" TargetMode="External" /><Relationship Id="rId788" Type="http://schemas.openxmlformats.org/officeDocument/2006/relationships/hyperlink" Target="https://example.invalid/unused/788" TargetMode="External" /><Relationship Id="rId789" Type="http://schemas.openxmlformats.org/officeDocument/2006/relationships/hyperlink" Target="https://example.invalid/unused/789" TargetMode="External" /><Relationship Id="rId790" Type="http://schemas.openxmlformats.org/officeDocument/2006/relationships/hyperlink" Target="https://example.invalid/unused/790" TargetMode="External" /><Relationship Id="rId791" Type="http://schemas.openxmlformats.org/officeDocument/2006/relationships/hyperlink" Target="https://example.invalid/unused/791" TargetMode="External" /><Relationship Id="rId792" Type="http://schemas.openxmlformats.org/officeDocument/2006/relationships/hyperlink" Target="https://example.invalid/unused/792" TargetMode="External" /><Relationship Id="rId793" Type="http://schemas.openxmlformats.org/officeDocument/2006/relationships/hyperlink" Target="https://example.invalid/unused/793" TargetMode="External" /><Relationship Id="rId794" Type="http://schemas.openxmlformats.org/officeDocument/2006/relationships/hyperlink" Target="https://example.invalid/unused/794" TargetMode="External" /><Relationship Id="rId795" Type="http://schemas.openxmlformats.org/officeDocument/2006/relationships/hyperlink" Target="https://example.invalid/unused/795" TargetMode="External" /><Relationship Id="rId796" Type="http://schemas.openxmlformats.org/officeDocument/2006/relationships/hyperlink" Target="https://example.invalid/unused/796" TargetMode="External" /><Relationship Id="rId797" Type="http://schemas.openxmlformats.org/officeDocument/2006/relationships/hyperlink" Target="https://example.invalid/unused/797" TargetMode="External" /><Relationship Id="rId798" Type="http://schemas.openxmlformats.org/officeDocument/2006/relationships/hyperlink" Target="https://example.invalid/unused/798" TargetMode="External" /><Relationship Id="rId799" Type="http://schemas.openxmlformats.org/officeDocument/2006/relationships/hyperlink" Target="https://example.invalid/unused/799" TargetMode="External" /><Relationship Id="rId800" Type="http://schemas.openxmlformats.org/officeDocument/2006/relationships/hyperlink" Target="https://example.invalid/unused/800" TargetMode="External" /><Relationship Id="rId801" Type="http://schemas.openxmlformats.org/officeDocument/2006/relationships/hyperlink" Target="https://example.invalid/unused/801" TargetMode="External" /><Relationship Id="rId802" Type="http://schemas.openxmlformats.org/officeDocument/2006/relationships/hyperlink" Target="https://example.invalid/unused/802" TargetMode="External" /><Relationship Id="rId803" Type="http://schemas.openxmlformats.org/officeDocument/2006/relationships/hyperlink" Target="https://example.invalid/unused/803" TargetMode="External" /><Relationship Id="rId804" Type="http://schemas.openxmlformats.org/officeDocument/2006/relationships/hyperlink" Target="https://example.invalid/unused/804" TargetMode="External" /><Relationship Id="rId805" Type="http://schemas.openxmlformats.org/officeDocument/2006/relationships/hyperlink" Target="https://example.invalid/unused/805" TargetMode="External" /><Relationship Id="rId806" Type="http://schemas.openxmlformats.org/officeDocument/2006/relationships/hyperlink" Target="https://example.invalid/unused/806" TargetMode="External" /><Relationship Id="rId807" Type="http://schemas.openxmlformats.org/officeDocument/2006/relationships/hyperlink" Target="https://example.invalid/unused/807" TargetMode="External" /><Relationship Id="rId808" Type="http://schemas.openxmlformats.org/officeDocument/2006/relationships/hyperlink" Target="https://example.invalid/unused/808" TargetMode="External" /><Relationship Id="rId809" Type="http://schemas.openxmlformats.org/officeDocument/2006/relationships/hyperlink" Target="https://example.invalid/unused/809" TargetMode="External" /><Relationship Id="rId810" Type="http://schemas.openxmlformats.org/officeDocument/2006/relationships/hyperlink" Target="https://example.invalid/unused/810" TargetMode="External" /><Relationship Id="rId811" Type="http://schemas.openxmlformats.org/officeDocument/2006/relationships/hyperlink" Target="https://example.invalid/unused/811" TargetMode="External" /><Relationship Id="rId812" Type="http://schemas.openxmlformats.org/officeDocument/2006/relationships/hyperlink" Target="https://example.invalid/unused/812" TargetMode="External" /><Relationship Id="rId813" Type="http://schemas.openxmlformats.org/officeDocument/2006/relationships/hyperlink" Target="https://example.invalid/unused/813" TargetMode="External" /><Relationship Id="rId814" Type="http://schemas.openxmlformats.org/officeDocument/2006/relationships/hyperlink" Target="https://example.invalid/unused/814" TargetMode="External" /><Relationship Id="rId815" Type="http://schemas.openxmlformats.org/officeDocument/2006/relationships/hyperlink" Target="https://example.invalid/unused/815" TargetMode="External" /><Relationship Id="rId816" Type="http://schemas.openxmlformats.org/officeDocument/2006/relationships/hyperlink" Target="https://example.invalid/unused/816" TargetMode="External" /><Relationship Id="rId817" Type="http://schemas.openxmlformats.org/officeDocument/2006/relationships/hyperlink" Target="https://example.invalid/unused/817" TargetMode="External" /><Relationship Id="rId818" Type="http://schemas.openxmlformats.org/officeDocument/2006/relationships/hyperlink" Target="https://example.invalid/unused/818" TargetMode="External" /><Relationship Id="rId819" Type="http://schemas.openxmlformats.org/officeDocument/2006/relationships/hyperlink" Target="https://example.invalid/unused/819" TargetMode="External" /><Relationship Id="rId820" Type="http://schemas.openxmlformats.org/officeDocument/2006/relationships/hyperlink" Target="https://example.invalid/unused/820" TargetMode="External" /><Relationship Id="rId821" Type="http://schemas.openxmlformats.org/officeDocument/2006/relationships/hyperlink" Target="https://example.invalid/unused/821" TargetMode="External" /><Relationship Id="rId822" Type="http://schemas.openxmlformats.org/officeDocument/2006/relationships/hyperlink" Target="https://example.invalid/unused/822" TargetMode="External" /><Relationship Id="rId823" Type="http://schemas.openxmlformats.org/officeDocument/2006/relationships/hyperlink" Target="https://example.invalid/unused/823" TargetMode="External" /><Relationship Id="rId824" Type="http://schemas.openxmlformats.org/officeDocument/2006/relationships/hyperlink" Target="https://example.invalid/unused/824" TargetMode="External" /><Relationship Id="rId825" Type="http://schemas.openxmlformats.org/officeDocument/2006/relationships/hyperlink" Target="https://example.invalid/unused/825" TargetMode="External" /><Relationship Id="rId826" Type="http://schemas.openxmlformats.org/officeDocument/2006/relationships/hyperlink" Target="https://example.invalid/unused/826" TargetMode="External" /><Relationship Id="rId827" Type="http://schemas.openxmlformats.org/officeDocument/2006/relationships/hyperlink" Target="https://example.invalid/unused/827" TargetMode="External" /><Relationship Id="rId828" Type="http://schemas.openxmlformats.org/officeDocument/2006/relationships/hyperlink" Target="https://example.invalid/unused/828" TargetMode="External" /><Relationship Id="rId829" Type="http://schemas.openxmlformats.org/officeDocument/2006/relationships/hyperlink" Target="https://example.invalid/unused/829" TargetMode="External" /><Relationship Id="rId830" Type="http://schemas.openxmlformats.org/officeDocument/2006/relationships/hyperlink" Target="https://example.invalid/unused/830" TargetMode="External" /><Relationship Id="rId831" Type="http://schemas.openxmlformats.org/officeDocument/2006/relationships/hyperlink" Target="https://example.invalid/unused/831" TargetMode="External" /><Relationship Id="rId832" Type="http://schemas.openxmlformats.org/officeDocument/2006/relationships/hyperlink" Target="https://example.invalid/unused/832" TargetMode="External" /><Relationship Id="rId833" Type="http://schemas.openxmlformats.org/officeDocument/2006/relationships/hyperlink" Target="https://example.invalid/unused/833" TargetMode="External" /><Relationship Id="rId834" Type="http://schemas.openxmlformats.org/officeDocument/2006/relationships/hyperlink" Target="https://example.invalid/unused/834" TargetMode="External" /><Relationship Id="rId835" Type="http://schemas.openxmlformats.org/officeDocument/2006/relationships/hyperlink" Target="https://example.invalid/unused/835" TargetMode="External" /><Relationship Id="rId836" Type="http://schemas.openxmlformats.org/officeDocument/2006/relationships/hyperlink" Target="https://example.invalid/unused/836" TargetMode="External" /><Relationship Id="rId837" Type="http://schemas.openxmlformats.org/officeDocument/2006/relationships/hyperlink" Target="https://example.invalid/unused/837" TargetMode="External" /><Relationship Id="rId838" Type="http://schemas.openxmlformats.org/officeDocument/2006/relationships/hyperlink" Target="https://example.invalid/unused/838" TargetMode="External" /><Relationship Id="rId839" Type="http://schemas.openxmlformats.org/officeDocument/2006/relationships/hyperlink" Target="https://example.invalid/unused/839" TargetMode="External" /><Relationship Id="rId840" Type="http://schemas.openxmlformats.org/officeDocument/2006/relationships/hyperlink" Target="https://example.invalid/unused/840" TargetMode="External" /><Relationship Id="rId841" Type="http://schemas.openxmlformats.org/officeDocument/2006/relationships/hyperlink" Target="https://example.invalid/unused/841" TargetMode="External" /><Relationship Id="rId842" Type="http://schemas.openxmlformats.org/officeDocument/2006/relationships/hyperlink" Target="https://example.invalid/unused/842" TargetMode="External" /><Relationship Id="rId843" Type="http://schemas.openxmlformats.org/officeDocument/2006/relationships/hyperlink" Target="https://example.invalid/unused/843" TargetMode="External" /><Relationship Id="rId844" Type="http://schemas.openxmlformats.org/officeDocument/2006/relationships/hyperlink" Target="https://example.invalid/unused/844" TargetMode="External" /><Relationship Id="rId845" Type="http://schemas.openxmlformats.org/officeDocument/2006/relationships/hyperlink" Target="https://example.invalid/unused/845" TargetMode="External" /><Relationship Id="rId846" Type="http://schemas.openxmlformats.org/officeDocument/2006/relationships/hyperlink" Target="https://example.invalid/unused/846" TargetMode="External" /><Relationship Id="rId847" Type="http://schemas.openxmlformats.org/officeDocument/2006/relationships/hyperlink" Target="https://example.invalid/unused/847" TargetMode="External" /><Relationship Id="rId848" Type="http://schemas.openxmlformats.org/officeDocument/2006/relationships/hyperlink" Target="https://example.invalid/unused/848" TargetMode="External" /><Relationship Id="rId849" Type="http://schemas.openxmlformats.org/officeDocument/2006/relationships/hyperlink" Target="https://example.invalid/unused/849" TargetMode="External" /><Relationship Id="rId850" Type="http://schemas.openxmlformats.org/officeDocument/2006/relationships/hyperlink" Target="https://example.invalid/unused/850" TargetMode="External" /><Relationship Id="rId851" Type="http://schemas.openxmlformats.org/officeDocument/2006/relationships/hyperlink" Target="https://example.invalid/unused/851" TargetMode="External" /><Relationship Id="rId852" Type="http://schemas.openxmlformats.org/officeDocument/2006/relationships/hyperlink" Target="https://example.invalid/unused/852" TargetMode="External" /><Relationship Id="rId853" Type="http://schemas.openxmlformats.org/officeDocument/2006/relationships/hyperlink" Target="https://example.invalid/unused/853" TargetMode="External" /><Relationship Id="rId854" Type="http://schemas.openxmlformats.org/officeDocument/2006/relationships/hyperlink" Target="https://example.invalid/unused/854" TargetMode="External" /><Relationship Id="rId855" Type="http://schemas.openxmlformats.org/officeDocument/2006/relationships/hyperlink" Target="https://example.invalid/unused/855" TargetMode="External" /><Relationship Id="rId856" Type="http://schemas.openxmlformats.org/officeDocument/2006/relationships/hyperlink" Target="https://example.invalid/unused/856" TargetMode="External" /><Relationship Id="rId857" Type="http://schemas.openxmlformats.org/officeDocument/2006/relationships/hyperlink" Target="https://example.invalid/unused/857" TargetMode="External" /><Relationship Id="rId858" Type="http://schemas.openxmlformats.org/officeDocument/2006/relationships/hyperlink" Target="https://example.invalid/unused/858" TargetMode="External" /><Relationship Id="rId859" Type="http://schemas.openxmlformats.org/officeDocument/2006/relationships/hyperlink" Target="https://example.invalid/unused/859" TargetMode="External" /><Relationship Id="rId860" Type="http://schemas.openxmlformats.org/officeDocument/2006/relationships/hyperlink" Target="https://example.invalid/unused/860" TargetMode="External" /><Relationship Id="rId861" Type="http://schemas.openxmlformats.org/officeDocument/2006/relationships/hyperlink" Target="https://example.invalid/unused/861" TargetMode="External" /><Relationship Id="rId862" Type="http://schemas.openxmlformats.org/officeDocument/2006/relationships/hyperlink" Target="https://example.invalid/unused/862" TargetMode="External" /><Relationship Id="rId863" Type="http://schemas.openxmlformats.org/officeDocument/2006/relationships/hyperlink" Target="https://example.invalid/unused/863" TargetMode="External" /><Relationship Id="rId864" Type="http://schemas.openxmlformats.org/officeDocument/2006/relationships/hyperlink" Target="https://example.invalid/unused/864" TargetMode="External" /><Relationship Id="rId865" Type="http://schemas.openxmlformats.org/officeDocument/2006/relationships/hyperlink" Target="https://example.invalid/unused/865" TargetMode="External" /><Relationship Id="rId866" Type="http://schemas.openxmlformats.org/officeDocument/2006/relationships/hyperlink" Target="https://example.invalid/unused/866" TargetMode="External" /><Relationship Id="rId867" Type="http://schemas.openxmlformats.org/officeDocument/2006/relationships/hyperlink" Target="https://example.invalid/unused/867" TargetMode="External" /><Relationship Id="rId868" Type="http://schemas.openxmlformats.org/officeDocument/2006/relationships/hyperlink" Target="https://example.invalid/unused/868" TargetMode="External" /><Relationship Id="rId869" Type="http://schemas.openxmlformats.org/officeDocument/2006/relationships/hyperlink" Target="https://example.invalid/unused/869" TargetMode="External" /><Relationship Id="rId870" Type="http://schemas.openxmlformats.org/officeDocument/2006/relationships/hyperlink" Target="https://example.invalid/unused/870" TargetMode="External" /><Relationship Id="rId871" Type="http://schemas.openxmlformats.org/officeDocument/2006/relationships/hyperlink" Target="https://example.invalid/unused/871" TargetMode="External" /><Relationship Id="rId872" Type="http://schemas.openxmlformats.org/officeDocument/2006/relationships/hyperlink" Target="https://example.invalid/unused/872" TargetMode="External" /><Relationship Id="rId873" Type="http://schemas.openxmlformats.org/officeDocument/2006/relationships/hyperlink" Target="https://example.invalid/unused/873" TargetMode="External" /><Relationship Id="rId874" Type="http://schemas.openxmlformats.org/officeDocument/2006/relationships/hyperlink" Target="https://example.invalid/unused/874" TargetMode="External" /><Relationship Id="rId875" Type="http://schemas.openxmlformats.org/officeDocument/2006/relationships/hyperlink" Target="https://example.invalid/unused/875" TargetMode="External" /><Relationship Id="rId876" Type="http://schemas.openxmlformats.org/officeDocument/2006/relationships/hyperlink" Target="https://example.invalid/unused/876" TargetMode="External" /><Relationship Id="rId877" Type="http://schemas.openxmlformats.org/officeDocument/2006/relationships/hyperlink" Target="https://example.invalid/unused/877" TargetMode="External" /><Relationship Id="rId878" Type="http://schemas.openxmlformats.org/officeDocument/2006/relationships/hyperlink" Target="https://example.invalid/unused/878" TargetMode="External" /><Relationship Id="rId879" Type="http://schemas.openxmlformats.org/officeDocument/2006/relationships/hyperlink" Target="https://example.invalid/unused/879" TargetMode="External" /><Relationship Id="rId880" Type="http://schemas.openxmlformats.org/officeDocument/2006/relationships/hyperlink" Target="https://example.invalid/unused/880" TargetMode="External" /><Relationship Id="rId881" Type="http://schemas.openxmlformats.org/officeDocument/2006/relationships/hyperlink" Target="https://example.invalid/unused/881" TargetMode="External" /><Relationship Id="rId882" Type="http://schemas.openxmlformats.org/officeDocument/2006/relationships/hyperlink" Target="https://example.invalid/unused/882" TargetMode="External" /><Relationship Id="rId883" Type="http://schemas.openxmlformats.org/officeDocument/2006/relationships/hyperlink" Target="https://example.invalid/unused/883" TargetMode="External" /><Relationship Id="rId884" Type="http://schemas.openxmlformats.org/officeDocument/2006/relationships/hyperlink" Target="https://example.invalid/unused/884" TargetMode="External" /><Relationship Id="rId885" Type="http://schemas.openxmlformats.org/officeDocument/2006/relationships/hyperlink" Target="https://example.invalid/unused/885" TargetMode="External" /><Relationship Id="rId886" Type="http://schemas.openxmlformats.org/officeDocument/2006/relationships/hyperlink" Target="https://example.invalid/unused/886" TargetMode="External" /><Relationship Id="rId887" Type="http://schemas.openxmlformats.org/officeDocument/2006/relationships/hyperlink" Target="https://example.invalid/unused/887" TargetMode="External" /><Relationship Id="rId888" Type="http://schemas.openxmlformats.org/officeDocument/2006/relationships/hyperlink" Target="https://example.invalid/unused/888" TargetMode="External" /><Relationship Id="rId889" Type="http://schemas.openxmlformats.org/officeDocument/2006/relationships/hyperlink" Target="https://example.invalid/unused/889" TargetMode="External" /><Relationship Id="rId890" Type="http://schemas.openxmlformats.org/officeDocument/2006/relationships/hyperlink" Target="https://example.invalid/unused/890" TargetMode="External" /><Relationship Id="rId891" Type="http://schemas.openxmlformats.org/officeDocument/2006/relationships/hyperlink" Target="https://example.invalid/unused/891" TargetMode="External" /><Relationship Id="rId892" Type="http://schemas.openxmlformats.org/officeDocument/2006/relationships/hyperlink" Target="https://example.invalid/unused/892" TargetMode="External" /><Relationship Id="rId893" Type="http://schemas.openxmlformats.org/officeDocument/2006/relationships/hyperlink" Target="https://example.invalid/unused/893" TargetMode="External" /><Relationship Id="rId894" Type="http://schemas.openxmlformats.org/officeDocument/2006/relationships/hyperlink" Target="https://example.invalid/unused/894" TargetMode="External" /><Relationship Id="rId895" Type="http://schemas.openxmlformats.org/officeDocument/2006/relationships/hyperlink" Target="https://example.invalid/unused/895" TargetMode="External" /><Relationship Id="rId896" Type="http://schemas.openxmlformats.org/officeDocument/2006/relationships/hyperlink" Target="https://example.invalid/unused/896" TargetMode="External" /><Relationship Id="rId897" Type="http://schemas.openxmlformats.org/officeDocument/2006/relationships/hyperlink" Target="https://example.invalid/unused/897" TargetMode="External" /><Relationship Id="rId898" Type="http://schemas.openxmlformats.org/officeDocument/2006/relationships/hyperlink" Target="https://example.invalid/unused/898" TargetMode="External" /><Relationship Id="rId899" Type="http://schemas.openxmlformats.org/officeDocument/2006/relationships/hyperlink" Target="https://example.invalid/unused/899" TargetMode="External" /><Relationship Id="rId900" Type="http://schemas.openxmlformats.org/officeDocument/2006/relationships/hyperlink" Target="https://example.invalid/unused/900" TargetMode="External" /><Relationship Id="rId901" Type="http://schemas.openxmlformats.org/officeDocument/2006/relationships/hyperlink" Target="https://example.invalid/unused/901" TargetMode="External" /><Relationship Id="rId902" Type="http://schemas.openxmlformats.org/officeDocument/2006/relationships/hyperlink" Target="https://example.invalid/unused/902" TargetMode="External" /><Relationship Id="rId903" Type="http://schemas.openxmlformats.org/officeDocument/2006/relationships/hyperlink" Target="https://example.invalid/unused/903" TargetMode="External" /><Relationship Id="rId904" Type="http://schemas.openxmlformats.org/officeDocument/2006/relationships/hyperlink" Target="https://example.invalid/unused/904" TargetMode="External" /><Relationship Id="rId905" Type="http://schemas.openxmlformats.org/officeDocument/2006/relationships/hyperlink" Target="https://example.invalid/unused/905" TargetMode="External" /><Relationship Id="rId906" Type="http://schemas.openxmlformats.org/officeDocument/2006/relationships/hyperlink" Target="https://example.invalid/unused/906" TargetMode="External" /><Relationship Id="rId907" Type="http://schemas.openxmlformats.org/officeDocument/2006/relationships/hyperlink" Target="https://example.invalid/unused/907" TargetMode="External" /><Relationship Id="rId908" Type="http://schemas.openxmlformats.org/officeDocument/2006/relationships/hyperlink" Target="https://example.invalid/unused/908" TargetMode="External" /><Relationship Id="rId909" Type="http://schemas.openxmlformats.org/officeDocument/2006/relationships/hyperlink" Target="https://example.invalid/unused/909" TargetMode="External" /><Relationship Id="rId910" Type="http://schemas.openxmlformats.org/officeDocument/2006/relationships/hyperlink" Target="https://example.invalid/unused/910" TargetMode="External" /><Relationship Id="rId911" Type="http://schemas.openxmlformats.org/officeDocument/2006/relationships/hyperlink" Target="https://example.invalid/unused/911" TargetMode="External" /><Relationship Id="rId912" Type="http://schemas.openxmlformats.org/officeDocument/2006/relationships/hyperlink" Target="https://example.invalid/unused/912" TargetMode="External" /><Relationship Id="rId913" Type="http://schemas.openxmlformats.org/officeDocument/2006/relationships/hyperlink" Target="https://example.invalid/unused/913" TargetMode="External" /><Relationship Id="rId914" Type="http://schemas.openxmlformats.org/officeDocument/2006/relationships/hyperlink" Target="https://example.invalid/unused/914" TargetMode="External" /><Relationship Id="rId915" Type="http://schemas.openxmlformats.org/officeDocument/2006/relationships/hyperlink" Target="https://example.invalid/unused/915" TargetMode="External" /><Relationship Id="rId916" Type="http://schemas.openxmlformats.org/officeDocument/2006/relationships/hyperlink" Target="https://example.invalid/unused/916" TargetMode="External" /><Relationship Id="rId917" Type="http://schemas.openxmlformats.org/officeDocument/2006/relationships/hyperlink" Target="https://example.invalid/unused/917" TargetMode="External" /><Relationship Id="rId918" Type="http://schemas.openxmlformats.org/officeDocument/2006/relationships/hyperlink" Target="https://example.invalid/unused/918" TargetMode="External" /><Relationship Id="rId919" Type="http://schemas.openxmlformats.org/officeDocument/2006/relationships/hyperlink" Target="https://example.invalid/unused/919" TargetMode="External" /><Relationship Id="rId920" Type="http://schemas.openxmlformats.org/officeDocument/2006/relationships/hyperlink" Target="https://example.invalid/unused/920" TargetMode="External" /><Relationship Id="rId921" Type="http://schemas.openxmlformats.org/officeDocument/2006/relationships/hyperlink" Target="https://example.invalid/unused/921" TargetMode="External" /><Relationship Id="rId922" Type="http://schemas.openxmlformats.org/officeDocument/2006/relationships/hyperlink" Target="https://example.invalid/unused/922" TargetMode="External" /><Relationship Id="rId923" Type="http://schemas.openxmlformats.org/officeDocument/2006/relationships/hyperlink" Target="https://example.invalid/unused/923" TargetMode="External" /><Relationship Id="rId924" Type="http://schemas.openxmlformats.org/officeDocument/2006/relationships/hyperlink" Target="https://example.invalid/unused/924" TargetMode="External" /><Relationship Id="rId925" Type="http://schemas.openxmlformats.org/officeDocument/2006/relationships/hyperlink" Target="https://example.invalid/unused/925" TargetMode="External" /><Relationship Id="rId926" Type="http://schemas.openxmlformats.org/officeDocument/2006/relationships/hyperlink" Target="https://example.invalid/unused/926" TargetMode="External" /><Relationship Id="rId927" Type="http://schemas.openxmlformats.org/officeDocument/2006/relationships/hyperlink" Target="https://example.invalid/unused/927" TargetMode="External" /><Relationship Id="rId928" Type="http://schemas.openxmlformats.org/officeDocument/2006/relationships/hyperlink" Target="https://example.invalid/unused/928" TargetMode="External" /><Relationship Id="rId929" Type="http://schemas.openxmlformats.org/officeDocument/2006/relationships/hyperlink" Target="https://example.invalid/unused/929" TargetMode="External" /><Relationship Id="rId930" Type="http://schemas.openxmlformats.org/officeDocument/2006/relationships/hyperlink" Target="https://example.invalid/unused/930" TargetMode="External" /><Relationship Id="rId931" Type="http://schemas.openxmlformats.org/officeDocument/2006/relationships/hyperlink" Target="https://example.invalid/unused/931" TargetMode="External" /><Relationship Id="rId932" Type="http://schemas.openxmlformats.org/officeDocument/2006/relationships/hyperlink" Target="https://example.invalid/unused/932" TargetMode="External" /><Relationship Id="rId933" Type="http://schemas.openxmlformats.org/officeDocument/2006/relationships/hyperlink" Target="https://example.invalid/unused/933" TargetMode="External" /><Relationship Id="rId934" Type="http://schemas.openxmlformats.org/officeDocument/2006/relationships/hyperlink" Target="https://example.invalid/unused/934" TargetMode="External" /><Relationship Id="rId935" Type="http://schemas.openxmlformats.org/officeDocument/2006/relationships/hyperlink" Target="https://example.invalid/unused/935" TargetMode="External" /><Relationship Id="rId936" Type="http://schemas.openxmlformats.org/officeDocument/2006/relationships/hyperlink" Target="https://example.invalid/unused/936" TargetMode="External" /><Relationship Id="rId937" Type="http://schemas.openxmlformats.org/officeDocument/2006/relationships/hyperlink" Target="https://example.invalid/unused/937" TargetMode="External" /><Relationship Id="rId938" Type="http://schemas.openxmlformats.org/officeDocument/2006/relationships/hyperlink" Target="https://example.invalid/unused/938" TargetMode="External" /><Relationship Id="rId939" Type="http://schemas.openxmlformats.org/officeDocument/2006/relationships/hyperlink" Target="https://example.invalid/unused/939" TargetMode="External" /><Relationship Id="rId940" Type="http://schemas.openxmlformats.org/officeDocument/2006/relationships/hyperlink" Target="https://example.invalid/unused/940" TargetMode="External" /><Relationship Id="rId941" Type="http://schemas.openxmlformats.org/officeDocument/2006/relationships/hyperlink" Target="https://example.invalid/unused/941" TargetMode="External" /><Relationship Id="rId942" Type="http://schemas.openxmlformats.org/officeDocument/2006/relationships/hyperlink" Target="https://example.invalid/unused/942" TargetMode="External" /><Relationship Id="rId943" Type="http://schemas.openxmlformats.org/officeDocument/2006/relationships/hyperlink" Target="https://example.invalid/unused/943" TargetMode="External" /><Relationship Id="rId944" Type="http://schemas.openxmlformats.org/officeDocument/2006/relationships/hyperlink" Target="https://example.invalid/unused/944" TargetMode="External" /><Relationship Id="rId945" Type="http://schemas.openxmlformats.org/officeDocument/2006/relationships/hyperlink" Target="https://example.invalid/unused/945" TargetMode="External" /><Relationship Id="rId946" Type="http://schemas.openxmlformats.org/officeDocument/2006/relationships/hyperlink" Target="https://example.invalid/unused/946" TargetMode="External" /><Relationship Id="rId947" Type="http://schemas.openxmlformats.org/officeDocument/2006/relationships/hyperlink" Target="https://example.invalid/unused/947" TargetMode="External" /><Relationship Id="rId948" Type="http://schemas.openxmlformats.org/officeDocument/2006/relationships/hyperlink" Target="https://example.invalid/unused/948" TargetMode="External" /><Relationship Id="rId949" Type="http://schemas.openxmlformats.org/officeDocument/2006/relationships/hyperlink" Target="https://example.invalid/unused/949" TargetMode="External" /><Relationship Id="rId950" Type="http://schemas.openxmlformats.org/officeDocument/2006/relationships/hyperlink" Target="https://example.invalid/unused/950" TargetMode="External" /><Relationship Id="rId951" Type="http://schemas.openxmlformats.org/officeDocument/2006/relationships/hyperlink" Target="https://example.invalid/unused/951" TargetMode="External" /><Relationship Id="rId952" Type="http://schemas.openxmlformats.org/officeDocument/2006/relationships/hyperlink" Target="https://example.invalid/unused/952" TargetMode="External" /><Relationship Id="rId953" Type="http://schemas.openxmlformats.org/officeDocument/2006/relationships/hyperlink" Target="https://example.invalid/unused/953" TargetMode="External" /><Relationship Id="rId954" Type="http://schemas.openxmlformats.org/officeDocument/2006/relationships/hyperlink" Target="https://example.invalid/unused/954" TargetMode="External" /><Relationship Id="rId955" Type="http://schemas.openxmlformats.org/officeDocument/2006/relationships/hyperlink" Target="https://example.invalid/unused/955" TargetMode="External" /><Relationship Id="rId956" Type="http://schemas.openxmlformats.org/officeDocument/2006/relationships/hyperlink" Target="https://example.invalid/unused/956" TargetMode="External" /><Relationship Id="rId957" Type="http://schemas.openxmlformats.org/officeDocument/2006/relationships/hyperlink" Target="https://example.invalid/unused/957" TargetMode="External" /><Relationship Id="rId958" Type="http://schemas.openxmlformats.org/officeDocument/2006/relationships/hyperlink" Target="https://example.invalid/unused/958" TargetMode="External" /><Relationship Id="rId959" Type="http://schemas.openxmlformats.org/officeDocument/2006/relationships/hyperlink" Target="https://example.invalid/unused/959" TargetMode="External" /><Relationship Id="rId960" Type="http://schemas.openxmlformats.org/officeDocument/2006/relationships/hyperlink" Target="https://example.invalid/unused/960" TargetMode="External" /><Relationship Id="rId961" Type="http://schemas.openxmlformats.org/officeDocument/2006/relationships/hyperlink" Target="https://example.invalid/unused/961" TargetMode="External" /><Relationship Id="rId962" Type="http://schemas.openxmlformats.org/officeDocument/2006/relationships/hyperlink" Target="https://example.invalid/unused/962" TargetMode="External" /><Relationship Id="rId963" Type="http://schemas.openxmlformats.org/officeDocument/2006/relationships/hyperlink" Target="https://example.invalid/unused/963" TargetMode="External" /><Relationship Id="rId964" Type="http://schemas.openxmlformats.org/officeDocument/2006/relationships/hyperlink" Target="https://example.invalid/unused/964" TargetMode="External" /><Relationship Id="rId965" Type="http://schemas.openxmlformats.org/officeDocument/2006/relationships/hyperlink" Target="https://example.invalid/unused/965" TargetMode="External" /><Relationship Id="rId966" Type="http://schemas.openxmlformats.org/officeDocument/2006/relationships/hyperlink" Target="https://example.invalid/unused/966" TargetMode="External" /><Relationship Id="rId967" Type="http://schemas.openxmlformats.org/officeDocument/2006/relationships/hyperlink" Target="https://example.invalid/unused/967" TargetMode="External" /><Relationship Id="rId968" Type="http://schemas.openxmlformats.org/officeDocument/2006/relationships/hyperlink" Target="https://example.invalid/unused/968" TargetMode="External" /><Relationship Id="rId969" Type="http://schemas.openxmlformats.org/officeDocument/2006/relationships/hyperlink" Target="https://example.invalid/unused/969" TargetMode="External" /><Relationship Id="rId970" Type="http://schemas.openxmlformats.org/officeDocument/2006/relationships/hyperlink" Target="https://example.invalid/unused/970" TargetMode="External" /><Relationship Id="rId971" Type="http://schemas.openxmlformats.org/officeDocument/2006/relationships/hyperlink" Target="https://example.invalid/unused/971" TargetMode="External" /><Relationship Id="rId972" Type="http://schemas.openxmlformats.org/officeDocument/2006/relationships/hyperlink" Target="https://example.invalid/unused/972" TargetMode="External" /><Relationship Id="rId973" Type="http://schemas.openxmlformats.org/officeDocument/2006/relationships/hyperlink" Target="https://example.invalid/unused/973" TargetMode="External" /><Relationship Id="rId974" Type="http://schemas.openxmlformats.org/officeDocument/2006/relationships/hyperlink" Target="https://example.invalid/unused/974" TargetMode="External" /><Relationship Id="rId975" Type="http://schemas.openxmlformats.org/officeDocument/2006/relationships/hyperlink" Target="https://example.invalid/unused/975" TargetMode="External" /><Relationship Id="rId976" Type="http://schemas.openxmlformats.org/officeDocument/2006/relationships/hyperlink" Target="https://example.invalid/unused/976" TargetMode="External" /><Relationship Id="rId977" Type="http://schemas.openxmlformats.org/officeDocument/2006/relationships/hyperlink" Target="https://example.invalid/unused/977" TargetMode="External" /><Relationship Id="rId978" Type="http://schemas.openxmlformats.org/officeDocument/2006/relationships/hyperlink" Target="https://example.invalid/unused/978" TargetMode="External" /><Relationship Id="rId979" Type="http://schemas.openxmlformats.org/officeDocument/2006/relationships/hyperlink" Target="https://example.invalid/unused/979" TargetMode="External" /><Relationship Id="rId980" Type="http://schemas.openxmlformats.org/officeDocument/2006/relationships/hyperlink" Target="https://example.invalid/unused/980" TargetMode="External" /><Relationship Id="rId981" Type="http://schemas.openxmlformats.org/officeDocument/2006/relationships/hyperlink" Target="https://example.invalid/unused/981" TargetMode="External" /><Relationship Id="rId982" Type="http://schemas.openxmlformats.org/officeDocument/2006/relationships/hyperlink" Target="https://example.invalid/unused/982" TargetMode="External" /><Relationship Id="rId983" Type="http://schemas.openxmlformats.org/officeDocument/2006/relationships/hyperlink" Target="https://example.invalid/unused/983" TargetMode="External" /><Relationship Id="rId984" Type="http://schemas.openxmlformats.org/officeDocument/2006/relationships/hyperlink" Target="https://example.invalid/unused/984" TargetMode="External" /><Relationship Id="rId985" Type="http://schemas.openxmlformats.org/officeDocument/2006/relationships/hyperlink" Target="https://example.invalid/unused/985" TargetMode="External" /><Relationship Id="rId986" Type="http://schemas.openxmlformats.org/officeDocument/2006/relationships/hyperlink" Target="https://example.invalid/unused/986" TargetMode="External" /><Relationship Id="rId987" Type="http://schemas.openxmlformats.org/officeDocument/2006/relationships/hyperlink" Target="https://example.invalid/unused/987" TargetMode="External" /><Relationship Id="rId988" Type="http://schemas.openxmlformats.org/officeDocument/2006/relationships/hyperlink" Target="https://example.invalid/unused/988" TargetMode="External" /><Relationship Id="rId989" Type="http://schemas.openxmlformats.org/officeDocument/2006/relationships/hyperlink" Target="https://example.invalid/unused/989" TargetMode="External" /><Relationship Id="rId990" Type="http://schemas.openxmlformats.org/officeDocument/2006/relationships/hyperlink" Target="https://example.invalid/unused/990" TargetMode="External" /><Relationship Id="rId991" Type="http://schemas.openxmlformats.org/officeDocument/2006/relationships/hyperlink" Target="https://example.invalid/unused/991" TargetMode="External" /><Relationship Id="rId992" Type="http://schemas.openxmlformats.org/officeDocument/2006/relationships/hyperlink" Target="https://example.invalid/unused/992" TargetMode="External" /><Relationship Id="rId993" Type="http://schemas.openxmlformats.org/officeDocument/2006/relationships/hyperlink" Target="https://example.invalid/unused/993" TargetMode="External" /><Relationship Id="rId994" Type="http://schemas.openxmlformats.org/officeDocument/2006/relationships/hyperlink" Target="https://example.invalid/unused/994" TargetMode="External" /><Relationship Id="rId995" Type="http://schemas.openxmlformats.org/officeDocument/2006/relationships/hyperlink" Target="https://example.invalid/unused/995" TargetMode="External" /><Relationship Id="rId996" Type="http://schemas.openxmlformats.org/officeDocument/2006/relationships/hyperlink" Target="https://example.invalid/unused/996" TargetMode="External" /><Relationship Id="rId997" Type="http://schemas.openxmlformats.org/officeDocument/2006/relationships/hyperlink" Target="https://example.invalid/unused/997" TargetMode="External" /><Relationship Id="rId998" Type="http://schemas.openxmlformats.org/officeDocument/2006/relationships/hyperlink" Target="https://example.invalid/unused/998" TargetMode="External" /><Relationship Id="rId999" Type="http://schemas.openxmlformats.org/officeDocument/2006/relationships/hyperlink" Target="https://example.invalid/unused/999" TargetMode="External" /><Relationship Id="rId1000" Type="http://schemas.openxmlformats.org/officeDocument/2006/relationships/hyperlink" Target="https://example.invalid/unused/1000" TargetMode="External" /><Relationship Id="rId1001" Type="http://schemas.openxmlformats.org/officeDocument/2006/relationships/hyperlink" Target="https://example.invalid/unused/1001" TargetMode="External" /><Relationship Id="rId1002" Type="http://schemas.openxmlformats.org/officeDocument/2006/relationships/hyperlink" Target="https://example.invalid/unused/1002" TargetMode="External" /><Relationship Id="rId1003" Type="http://schemas.openxmlformats.org/officeDocument/2006/relationships/hyperlink" Target="https://example.invalid/unused/1003" TargetMode="External" /><Relationship Id="rId1004" Type="http://schemas.openxmlformats.org/officeDocument/2006/relationships/hyperlink" Target="https://example.invalid/unused/1004" TargetMode="External" /><Relationship Id="rId1005" Type="http://schemas.openxmlformats.org/officeDocument/2006/relationships/hyperlink" Target="https://example.invalid/unused/1005" TargetMode="External" /><Relationship Id="rId1006" Type="http://schemas.openxmlformats.org/officeDocument/2006/relationships/hyperlink" Target="https://example.invalid/unused/1006" TargetMode="External" /><Relationship Id="rId1007" Type="http://schemas.openxmlformats.org/officeDocument/2006/relationships/hyperlink" Target="https://example.invalid/unused/1007" TargetMode="External" /><Relationship Id="rId1008" Type="http://schemas.openxmlformats.org/officeDocument/2006/relationships/hyperlink" Target="https://example.invalid/unused/1008" TargetMode="External" /><Relationship Id="rId1009" Type="http://schemas.openxmlformats.org/officeDocument/2006/relationships/hyperlink" Target="https://example.invalid/unused/1009" TargetMode="External" /><Relationship Id="rId1010" Type="http://schemas.openxmlformats.org/officeDocument/2006/relationships/hyperlink" Target="https://example.invalid/unused/1010" TargetMode="External" /><Relationship Id="rId1011" Type="http://schemas.openxmlformats.org/officeDocument/2006/relationships/hyperlink" Target="https://example.invalid/unused/1011" TargetMode="External" /><Relationship Id="rId1012" Type="http://schemas.openxmlformats.org/officeDocument/2006/relationships/hyperlink" Target="https://example.invalid/unused/1012" TargetMode="External" /><Relationship Id="rId1013" Type="http://schemas.openxmlformats.org/officeDocument/2006/relationships/hyperlink" Target="https://example.invalid/unused/1013" TargetMode="External" /><Relationship Id="rId1014" Type="http://schemas.openxmlformats.org/officeDocument/2006/relationships/hyperlink" Target="https://example.invalid/unused/1014" TargetMode="External" /><Relationship Id="rId1015" Type="http://schemas.openxmlformats.org/officeDocument/2006/relationships/hyperlink" Target="https://example.invalid/unused/1015" TargetMode="External" /><Relationship Id="rId1016" Type="http://schemas.openxmlformats.org/officeDocument/2006/relationships/hyperlink" Target="https://example.invalid/unused/1016" TargetMode="External" /><Relationship Id="rId1017" Type="http://schemas.openxmlformats.org/officeDocument/2006/relationships/hyperlink" Target="https://example.invalid/unused/1017" TargetMode="External" /><Relationship Id="rId1018" Type="http://schemas.openxmlformats.org/officeDocument/2006/relationships/hyperlink" Target="https://example.invalid/unused/1018" TargetMode="External" /><Relationship Id="rId1019" Type="http://schemas.openxmlformats.org/officeDocument/2006/relationships/hyperlink" Target="https://example.invalid/unused/1019" TargetMode="External" /><Relationship Id="rId1020" Type="http://schemas.openxmlformats.org/officeDocument/2006/relationships/hyperlink" Target="https://example.invalid/unused/1020" TargetMode="External" /><Relationship Id="rId1021" Type="http://schemas.openxmlformats.org/officeDocument/2006/relationships/hyperlink" Target="https://example.invalid/unused/1021" TargetMode="External" /><Relationship Id="rId1022" Type="http://schemas.openxmlformats.org/officeDocument/2006/relationships/hyperlink" Target="https://example.invalid/unused/1022" TargetMode="External" /><Relationship Id="rId1023" Type="http://schemas.openxmlformats.org/officeDocument/2006/relationships/hyperlink" Target="https://example.invalid/unused/1023" TargetMode="External" /><Relationship Id="rId1024" Type="http://schemas.openxmlformats.org/officeDocument/2006/relationships/hyperlink" Target="https://example.invalid/unused/1024" TargetMode="External" /><Relationship Id="rId1025" Type="http://schemas.openxmlformats.org/officeDocument/2006/relationships/hyperlink" Target="https://example.invalid/unused/1025" TargetMode="External" /><Relationship Id="rId1026" Type="http://schemas.openxmlformats.org/officeDocument/2006/relationships/hyperlink" Target="https://example.invalid/unused/1026" TargetMode="External" /><Relationship Id="rId1027" Type="http://schemas.openxmlformats.org/officeDocument/2006/relationships/hyperlink" Target="https://example.invalid/unused/1027" TargetMode="External" /><Relationship Id="rId1028" Type="http://schemas.openxmlformats.org/officeDocument/2006/relationships/hyperlink" Target="https://example.invalid/unused/1028" TargetMode="External" /><Relationship Id="rId1029" Type="http://schemas.openxmlformats.org/officeDocument/2006/relationships/hyperlink" Target="https://example.invalid/unused/1029" TargetMode="External" /><Relationship Id="rId1030" Type="http://schemas.openxmlformats.org/officeDocument/2006/relationships/hyperlink" Target="https://example.invalid/unused/1030" TargetMode="External" /><Relationship Id="rId1031" Type="http://schemas.openxmlformats.org/officeDocument/2006/relationships/hyperlink" Target="https://example.invalid/unused/1031" TargetMode="External" /><Relationship Id="rId1032" Type="http://schemas.openxmlformats.org/officeDocument/2006/relationships/hyperlink" Target="https://example.invalid/unused/1032" TargetMode="External" /><Relationship Id="rId1033" Type="http://schemas.openxmlformats.org/officeDocument/2006/relationships/hyperlink" Target="https://example.invalid/unused/1033" TargetMode="External" /><Relationship Id="rId1034" Type="http://schemas.openxmlformats.org/officeDocument/2006/relationships/hyperlink" Target="https://example.invalid/unused/1034" TargetMode="External" /><Relationship Id="rId1035" Type="http://schemas.openxmlformats.org/officeDocument/2006/relationships/hyperlink" Target="https://example.invalid/unused/1035" TargetMode="External" /><Relationship Id="rId1036" Type="http://schemas.openxmlformats.org/officeDocument/2006/relationships/hyperlink" Target="https://example.invalid/unused/1036" TargetMode="External" /><Relationship Id="rId1037" Type="http://schemas.openxmlformats.org/officeDocument/2006/relationships/hyperlink" Target="https://example.invalid/unused/1037" TargetMode="External" /><Relationship Id="rId1038" Type="http://schemas.openxmlformats.org/officeDocument/2006/relationships/hyperlink" Target="https://example.invalid/unused/1038" TargetMode="External" /><Relationship Id="rId1039" Type="http://schemas.openxmlformats.org/officeDocument/2006/relationships/hyperlink" Target="https://example.invalid/unused/1039" TargetMode="External" /><Relationship Id="rId1040" Type="http://schemas.openxmlformats.org/officeDocument/2006/relationships/hyperlink" Target="https://example.invalid/unused/1040" TargetMode="External" /><Relationship Id="rId1041" Type="http://schemas.openxmlformats.org/officeDocument/2006/relationships/hyperlink" Target="https://example.invalid/unused/1041" TargetMode="External" /><Relationship Id="rId1042" Type="http://schemas.openxmlformats.org/officeDocument/2006/relationships/hyperlink" Target="https://example.invalid/unused/1042" TargetMode="External" /><Relationship Id="rId1043" Type="http://schemas.openxmlformats.org/officeDocument/2006/relationships/hyperlink" Target="https://example.invalid/unused/1043" TargetMode="External" /><Relationship Id="rId1044" Type="http://schemas.openxmlformats.org/officeDocument/2006/relationships/hyperlink" Target="https://example.invalid/unused/1044" TargetMode="External" /><Relationship Id="rId1045" Type="http://schemas.openxmlformats.org/officeDocument/2006/relationships/hyperlink" Target="https://example.invalid/unused/1045" TargetMode="External" /><Relationship Id="rId1046" Type="http://schemas.openxmlformats.org/officeDocument/2006/relationships/hyperlink" Target="https://example.invalid/unused/1046" TargetMode="External" /><Relationship Id="rId1047" Type="http://schemas.openxmlformats.org/officeDocument/2006/relationships/hyperlink" Target="https://example.invalid/unused/1047" TargetMode="External" /><Relationship Id="rId1048" Type="http://schemas.openxmlformats.org/officeDocument/2006/relationships/hyperlink" Target="https://example.invalid/unused/1048" TargetMode="External" /><Relationship Id="rId1049" Type="http://schemas.openxmlformats.org/officeDocument/2006/relationships/hyperlink" Target="https://example.invalid/unused/1049" TargetMode="External" /><Relationship Id="rId1050" Type="http://schemas.openxmlformats.org/officeDocument/2006/relationships/hyperlink" Target="https://example.invalid/unused/1050" TargetMode="External" /><Relationship Id="rId1051" Type="http://schemas.openxmlformats.org/officeDocument/2006/relationships/hyperlink" Target="https://example.invalid/unused/1051" TargetMode="External" /><Relationship Id="rId1052" Type="http://schemas.openxmlformats.org/officeDocument/2006/relationships/hyperlink" Target="https://example.invalid/unused/1052" TargetMode="External" /><Relationship Id="rId1053" Type="http://schemas.openxmlformats.org/officeDocument/2006/relationships/hyperlink" Target="https://example.invalid/unused/1053" TargetMode="External" /><Relationship Id="rId1054" Type="http://schemas.openxmlformats.org/officeDocument/2006/relationships/hyperlink" Target="https://example.invalid/unused/1054" TargetMode="External" /><Relationship Id="rId1055" Type="http://schemas.openxmlformats.org/officeDocument/2006/relationships/hyperlink" Target="https://example.invalid/unused/1055" TargetMode="External" /><Relationship Id="rId1056" Type="http://schemas.openxmlformats.org/officeDocument/2006/relationships/hyperlink" Target="https://example.invalid/unused/1056" TargetMode="External" /><Relationship Id="rId1057" Type="http://schemas.openxmlformats.org/officeDocument/2006/relationships/hyperlink" Target="https://example.invalid/unused/1057" TargetMode="External" /><Relationship Id="rId1058" Type="http://schemas.openxmlformats.org/officeDocument/2006/relationships/hyperlink" Target="https://example.invalid/unused/1058" TargetMode="External" /><Relationship Id="rId1059" Type="http://schemas.openxmlformats.org/officeDocument/2006/relationships/hyperlink" Target="https://example.invalid/unused/1059" TargetMode="External" /><Relationship Id="rId1060" Type="http://schemas.openxmlformats.org/officeDocument/2006/relationships/hyperlink" Target="https://example.invalid/unused/1060" TargetMode="External" /><Relationship Id="rId1061" Type="http://schemas.openxmlformats.org/officeDocument/2006/relationships/hyperlink" Target="https://example.invalid/unused/1061" TargetMode="External" /><Relationship Id="rId1062" Type="http://schemas.openxmlformats.org/officeDocument/2006/relationships/hyperlink" Target="https://example.invalid/unused/1062" TargetMode="External" /><Relationship Id="rId1063" Type="http://schemas.openxmlformats.org/officeDocument/2006/relationships/hyperlink" Target="https://example.invalid/unused/1063" TargetMode="External" /><Relationship Id="rId1064" Type="http://schemas.openxmlformats.org/officeDocument/2006/relationships/hyperlink" Target="https://example.invalid/unused/1064" TargetMode="External" /><Relationship Id="rId1065" Type="http://schemas.openxmlformats.org/officeDocument/2006/relationships/hyperlink" Target="https://example.invalid/unused/1065" TargetMode="External" /><Relationship Id="rId1066" Type="http://schemas.openxmlformats.org/officeDocument/2006/relationships/hyperlink" Target="https://example.invalid/unused/1066" TargetMode="External" /><Relationship Id="rId1067" Type="http://schemas.openxmlformats.org/officeDocument/2006/relationships/hyperlink" Target="https://example.invalid/unused/1067" TargetMode="External" /><Relationship Id="rId1068" Type="http://schemas.openxmlformats.org/officeDocument/2006/relationships/hyperlink" Target="https://example.invalid/unused/1068" TargetMode="External" /><Relationship Id="rId1069" Type="http://schemas.openxmlformats.org/officeDocument/2006/relationships/hyperlink" Target="https://example.invalid/unused/1069" TargetMode="External" /><Relationship Id="rId1070" Type="http://schemas.openxmlformats.org/officeDocument/2006/relationships/hyperlink" Target="https://example.invalid/unused/1070" TargetMode="External" /><Relationship Id="rId1071" Type="http://schemas.openxmlformats.org/officeDocument/2006/relationships/hyperlink" Target="https://example.invalid/unused/1071" TargetMode="External" /><Relationship Id="rId1072" Type="http://schemas.openxmlformats.org/officeDocument/2006/relationships/hyperlink" Target="https://example.invalid/unused/1072" TargetMode="External" /><Relationship Id="rId1073" Type="http://schemas.openxmlformats.org/officeDocument/2006/relationships/hyperlink" Target="https://example.invalid/unused/1073" TargetMode="External" /><Relationship Id="rId1074" Type="http://schemas.openxmlformats.org/officeDocument/2006/relationships/hyperlink" Target="https://example.invalid/unused/1074" TargetMode="External" /><Relationship Id="rId1075" Type="http://schemas.openxmlformats.org/officeDocument/2006/relationships/hyperlink" Target="https://example.invalid/unused/1075" TargetMode="External" /><Relationship Id="rId1076" Type="http://schemas.openxmlformats.org/officeDocument/2006/relationships/hyperlink" Target="https://example.invalid/unused/1076" TargetMode="External" /><Relationship Id="rId1077" Type="http://schemas.openxmlformats.org/officeDocument/2006/relationships/hyperlink" Target="https://example.invalid/unused/1077" TargetMode="External" /><Relationship Id="rId1078" Type="http://schemas.openxmlformats.org/officeDocument/2006/relationships/hyperlink" Target="https://example.invalid/unused/1078" TargetMode="External" /><Relationship Id="rId1079" Type="http://schemas.openxmlformats.org/officeDocument/2006/relationships/hyperlink" Target="https://example.invalid/unused/1079" TargetMode="External" /><Relationship Id="rId1080" Type="http://schemas.openxmlformats.org/officeDocument/2006/relationships/hyperlink" Target="https://example.invalid/unused/1080" TargetMode="External" /><Relationship Id="rId1081" Type="http://schemas.openxmlformats.org/officeDocument/2006/relationships/hyperlink" Target="https://example.invalid/unused/1081" TargetMode="External" /><Relationship Id="rId1082" Type="http://schemas.openxmlformats.org/officeDocument/2006/relationships/hyperlink" Target="https://example.invalid/unused/1082" TargetMode="External" /><Relationship Id="rId1083" Type="http://schemas.openxmlformats.org/officeDocument/2006/relationships/hyperlink" Target="https://example.invalid/unused/1083" TargetMode="External" /><Relationship Id="rId1084" Type="http://schemas.openxmlformats.org/officeDocument/2006/relationships/hyperlink" Target="https://example.invalid/unused/1084" TargetMode="External" /><Relationship Id="rId1085" Type="http://schemas.openxmlformats.org/officeDocument/2006/relationships/hyperlink" Target="https://example.invalid/unused/1085" TargetMode="External" /><Relationship Id="rId1086" Type="http://schemas.openxmlformats.org/officeDocument/2006/relationships/hyperlink" Target="https://example.invalid/unused/1086" TargetMode="External" /><Relationship Id="rId1087" Type="http://schemas.openxmlformats.org/officeDocument/2006/relationships/hyperlink" Target="https://example.invalid/unused/1087" TargetMode="External" /><Relationship Id="rId1088" Type="http://schemas.openxmlformats.org/officeDocument/2006/relationships/hyperlink" Target="https://example.invalid/unused/1088" TargetMode="External" /><Relationship Id="rId1089" Type="http://schemas.openxmlformats.org/officeDocument/2006/relationships/hyperlink" Target="https://example.invalid/unused/1089" TargetMode="External" /><Relationship Id="rId1090" Type="http://schemas.openxmlformats.org/officeDocument/2006/relationships/hyperlink" Target="https://example.invalid/unused/1090" TargetMode="External" /><Relationship Id="rId1091" Type="http://schemas.openxmlformats.org/officeDocument/2006/relationships/hyperlink" Target="https://example.invalid/unused/1091" TargetMode="External" /><Relationship Id="rId1092" Type="http://schemas.openxmlformats.org/officeDocument/2006/relationships/hyperlink" Target="https://example.invalid/unused/1092" TargetMode="External" /><Relationship Id="rId1093" Type="http://schemas.openxmlformats.org/officeDocument/2006/relationships/hyperlink" Target="https://example.invalid/unused/1093" TargetMode="External" /><Relationship Id="rId1094" Type="http://schemas.openxmlformats.org/officeDocument/2006/relationships/hyperlink" Target="https://example.invalid/unused/1094" TargetMode="External" /><Relationship Id="rId1095" Type="http://schemas.openxmlformats.org/officeDocument/2006/relationships/hyperlink" Target="https://example.invalid/unused/1095" TargetMode="External" /><Relationship Id="rId1096" Type="http://schemas.openxmlformats.org/officeDocument/2006/relationships/hyperlink" Target="https://example.invalid/unused/1096" TargetMode="External" /><Relationship Id="rId1097" Type="http://schemas.openxmlformats.org/officeDocument/2006/relationships/hyperlink" Target="https://example.invalid/unused/1097" TargetMode="External" /><Relationship Id="rId1098" Type="http://schemas.openxmlformats.org/officeDocument/2006/relationships/hyperlink" Target="https://example.invalid/unused/1098" TargetMode="External" /><Relationship Id="rId1099" Type="http://schemas.openxmlformats.org/officeDocument/2006/relationships/hyperlink" Target="https://example.invalid/unused/1099" TargetMode="External" /><Relationship Id="rId1100" Type="http://schemas.openxmlformats.org/officeDocument/2006/relationships/hyperlink" Target="https://example.invalid/unused/1100" TargetMode="External" /><Relationship Id="rId1101" Type="http://schemas.openxmlformats.org/officeDocument/2006/relationships/hyperlink" Target="https://example.invalid/unused/1101" TargetMode="External" /><Relationship Id="rId1102" Type="http://schemas.openxmlformats.org/officeDocument/2006/relationships/hyperlink" Target="https://example.invalid/unused/1102" TargetMode="External" /><Relationship Id="rId1103" Type="http://schemas.openxmlformats.org/officeDocument/2006/relationships/hyperlink" Target="https://example.invalid/unused/1103" TargetMode="External" /><Relationship Id="rId1104" Type="http://schemas.openxmlformats.org/officeDocument/2006/relationships/hyperlink" Target="https://example.invalid/unused/1104" TargetMode="External" /><Relationship Id="rId1105" Type="http://schemas.openxmlformats.org/officeDocument/2006/relationships/hyperlink" Target="https://example.invalid/unused/1105" TargetMode="External" /><Relationship Id="rId1106" Type="http://schemas.openxmlformats.org/officeDocument/2006/relationships/hyperlink" Target="https://example.invalid/unused/1106" TargetMode="External" /><Relationship Id="rId1107" Type="http://schemas.openxmlformats.org/officeDocument/2006/relationships/hyperlink" Target="https://example.invalid/unused/1107" TargetMode="External" /><Relationship Id="rId1108" Type="http://schemas.openxmlformats.org/officeDocument/2006/relationships/hyperlink" Target="https://example.invalid/unused/1108" TargetMode="External" /><Relationship Id="rId1109" Type="http://schemas.openxmlformats.org/officeDocument/2006/relationships/hyperlink" Target="https://example.invalid/unused/1109" TargetMode="External" /><Relationship Id="rId1110" Type="http://schemas.openxmlformats.org/officeDocument/2006/relationships/hyperlink" Target="https://example.invalid/unused/1110" TargetMode="External" /><Relationship Id="rId1111" Type="http://schemas.openxmlformats.org/officeDocument/2006/relationships/hyperlink" Target="https://example.invalid/unused/1111" TargetMode="External" /><Relationship Id="rId1112" Type="http://schemas.openxmlformats.org/officeDocument/2006/relationships/hyperlink" Target="https://example.invalid/unused/1112" TargetMode="External" /><Relationship Id="rId1113" Type="http://schemas.openxmlformats.org/officeDocument/2006/relationships/hyperlink" Target="https://example.invalid/unused/1113" TargetMode="External" /><Relationship Id="rId1114" Type="http://schemas.openxmlformats.org/officeDocument/2006/relationships/hyperlink" Target="https://example.invalid/unused/1114" TargetMode="External" /><Relationship Id="rId1115" Type="http://schemas.openxmlformats.org/officeDocument/2006/relationships/hyperlink" Target="https://example.invalid/unused/1115" TargetMode="External" /><Relationship Id="rId1116" Type="http://schemas.openxmlformats.org/officeDocument/2006/relationships/hyperlink" Target="https://example.invalid/unused/1116" TargetMode="External" /><Relationship Id="rId1117" Type="http://schemas.openxmlformats.org/officeDocument/2006/relationships/hyperlink" Target="https://example.invalid/unused/1117" TargetMode="External" /><Relationship Id="rId1118" Type="http://schemas.openxmlformats.org/officeDocument/2006/relationships/hyperlink" Target="https://example.invalid/unused/1118" TargetMode="External" /><Relationship Id="rId1119" Type="http://schemas.openxmlformats.org/officeDocument/2006/relationships/hyperlink" Target="https://example.invalid/unused/1119" TargetMode="External" /><Relationship Id="rId1120" Type="http://schemas.openxmlformats.org/officeDocument/2006/relationships/hyperlink" Target="https://example.invalid/unused/1120" TargetMode="External" /><Relationship Id="rId1121" Type="http://schemas.openxmlformats.org/officeDocument/2006/relationships/hyperlink" Target="https://example.invalid/unused/1121" TargetMode="External" /><Relationship Id="rId1122" Type="http://schemas.openxmlformats.org/officeDocument/2006/relationships/hyperlink" Target="https://example.invalid/unused/1122" TargetMode="External" /><Relationship Id="rId1123" Type="http://schemas.openxmlformats.org/officeDocument/2006/relationships/hyperlink" Target="https://example.invalid/unused/1123" TargetMode="External" /><Relationship Id="rId1124" Type="http://schemas.openxmlformats.org/officeDocument/2006/relationships/hyperlink" Target="https://example.invalid/unused/1124" TargetMode="External" /><Relationship Id="rId1125" Type="http://schemas.openxmlformats.org/officeDocument/2006/relationships/hyperlink" Target="https://example.invalid/unused/1125" TargetMode="External" /><Relationship Id="rId1126" Type="http://schemas.openxmlformats.org/officeDocument/2006/relationships/hyperlink" Target="https://example.invalid/unused/1126" TargetMode="External" /><Relationship Id="rId1127" Type="http://schemas.openxmlformats.org/officeDocument/2006/relationships/hyperlink" Target="https://example.invalid/unused/1127" TargetMode="External" /><Relationship Id="rId1128" Type="http://schemas.openxmlformats.org/officeDocument/2006/relationships/hyperlink" Target="https://example.invalid/unused/1128" TargetMode="External" /><Relationship Id="rId1129" Type="http://schemas.openxmlformats.org/officeDocument/2006/relationships/hyperlink" Target="https://example.invalid/unused/1129" TargetMode="External" /><Relationship Id="rId1130" Type="http://schemas.openxmlformats.org/officeDocument/2006/relationships/hyperlink" Target="https://example.invalid/unused/1130" TargetMode="External" /><Relationship Id="rId1131" Type="http://schemas.openxmlformats.org/officeDocument/2006/relationships/hyperlink" Target="https://example.invalid/unused/1131" TargetMode="External" /><Relationship Id="rId1132" Type="http://schemas.openxmlformats.org/officeDocument/2006/relationships/hyperlink" Target="https://example.invalid/unused/1132" TargetMode="External" /><Relationship Id="rId1133" Type="http://schemas.openxmlformats.org/officeDocument/2006/relationships/hyperlink" Target="https://example.invalid/unused/1133" TargetMode="External" /><Relationship Id="rId1134" Type="http://schemas.openxmlformats.org/officeDocument/2006/relationships/hyperlink" Target="https://example.invalid/unused/1134" TargetMode="External" /><Relationship Id="rId1135" Type="http://schemas.openxmlformats.org/officeDocument/2006/relationships/hyperlink" Target="https://example.invalid/unused/1135" TargetMode="External" /><Relationship Id="rId1136" Type="http://schemas.openxmlformats.org/officeDocument/2006/relationships/hyperlink" Target="https://example.invalid/unused/1136" TargetMode="External" /><Relationship Id="rId1137" Type="http://schemas.openxmlformats.org/officeDocument/2006/relationships/hyperlink" Target="https://example.invalid/unused/1137" TargetMode="External" /><Relationship Id="rId1138" Type="http://schemas.openxmlformats.org/officeDocument/2006/relationships/hyperlink" Target="https://example.invalid/unused/1138" TargetMode="External" /><Relationship Id="rId1139" Type="http://schemas.openxmlformats.org/officeDocument/2006/relationships/hyperlink" Target="https://example.invalid/unused/1139" TargetMode="External" /><Relationship Id="rId1140" Type="http://schemas.openxmlformats.org/officeDocument/2006/relationships/hyperlink" Target="https://example.invalid/unused/1140" TargetMode="External" /><Relationship Id="rId1141" Type="http://schemas.openxmlformats.org/officeDocument/2006/relationships/hyperlink" Target="https://example.invalid/unused/1141" TargetMode="External" /><Relationship Id="rId1142" Type="http://schemas.openxmlformats.org/officeDocument/2006/relationships/hyperlink" Target="https://example.invalid/unused/1142" TargetMode="External" /><Relationship Id="rId1143" Type="http://schemas.openxmlformats.org/officeDocument/2006/relationships/hyperlink" Target="https://example.invalid/unused/1143" TargetMode="External" /><Relationship Id="rId1144" Type="http://schemas.openxmlformats.org/officeDocument/2006/relationships/hyperlink" Target="https://example.invalid/unused/1144" TargetMode="External" /><Relationship Id="rId1145" Type="http://schemas.openxmlformats.org/officeDocument/2006/relationships/hyperlink" Target="https://example.invalid/unused/1145" TargetMode="External" /><Relationship Id="rId1146" Type="http://schemas.openxmlformats.org/officeDocument/2006/relationships/hyperlink" Target="https://example.invalid/unused/1146" TargetMode="External" /><Relationship Id="rId1147" Type="http://schemas.openxmlformats.org/officeDocument/2006/relationships/hyperlink" Target="https://example.invalid/unused/1147" TargetMode="External" /><Relationship Id="rId1148" Type="http://schemas.openxmlformats.org/officeDocument/2006/relationships/hyperlink" Target="https://example.invalid/unused/1148" TargetMode="External" /><Relationship Id="rId1149" Type="http://schemas.openxmlformats.org/officeDocument/2006/relationships/hyperlink" Target="https://example.invalid/unused/1149" TargetMode="External" /><Relationship Id="rId1150" Type="http://schemas.openxmlformats.org/officeDocument/2006/relationships/hyperlink" Target="https://example.invalid/unused/1150" TargetMode="External" /><Relationship Id="rId1151" Type="http://schemas.openxmlformats.org/officeDocument/2006/relationships/hyperlink" Target="https://example.invalid/unused/1151" TargetMode="External" /><Relationship Id="rId1152" Type="http://schemas.openxmlformats.org/officeDocument/2006/relationships/hyperlink" Target="https://example.invalid/unused/1152" TargetMode="External" /><Relationship Id="rId1153" Type="http://schemas.openxmlformats.org/officeDocument/2006/relationships/hyperlink" Target="https://example.invalid/unused/1153" TargetMode="External" /><Relationship Id="rId1154" Type="http://schemas.openxmlformats.org/officeDocument/2006/relationships/hyperlink" Target="https://example.invalid/unused/1154" TargetMode="External" /><Relationship Id="rId1155" Type="http://schemas.openxmlformats.org/officeDocument/2006/relationships/hyperlink" Target="https://example.invalid/unused/1155" TargetMode="External" /><Relationship Id="rId1156" Type="http://schemas.openxmlformats.org/officeDocument/2006/relationships/hyperlink" Target="https://example.invalid/unused/1156" TargetMode="External" /><Relationship Id="rId1157" Type="http://schemas.openxmlformats.org/officeDocument/2006/relationships/hyperlink" Target="https://example.invalid/unused/1157" TargetMode="External" /><Relationship Id="rId1158" Type="http://schemas.openxmlformats.org/officeDocument/2006/relationships/hyperlink" Target="https://example.invalid/unused/1158" TargetMode="External" /><Relationship Id="rId1159" Type="http://schemas.openxmlformats.org/officeDocument/2006/relationships/hyperlink" Target="https://example.invalid/unused/1159" TargetMode="External" /><Relationship Id="rId1160" Type="http://schemas.openxmlformats.org/officeDocument/2006/relationships/hyperlink" Target="https://example.invalid/unused/1160" TargetMode="External" /><Relationship Id="rId1161" Type="http://schemas.openxmlformats.org/officeDocument/2006/relationships/hyperlink" Target="https://example.invalid/unused/1161" TargetMode="External" /><Relationship Id="rId1162" Type="http://schemas.openxmlformats.org/officeDocument/2006/relationships/hyperlink" Target="https://example.invalid/unused/1162" TargetMode="External" /><Relationship Id="rId1163" Type="http://schemas.openxmlformats.org/officeDocument/2006/relationships/hyperlink" Target="https://example.invalid/unused/1163" TargetMode="External" /><Relationship Id="rId1164" Type="http://schemas.openxmlformats.org/officeDocument/2006/relationships/hyperlink" Target="https://example.invalid/unused/1164" TargetMode="External" /><Relationship Id="rId1165" Type="http://schemas.openxmlformats.org/officeDocument/2006/relationships/hyperlink" Target="https://example.invalid/unused/1165" TargetMode="External" /><Relationship Id="rId1166" Type="http://schemas.openxmlformats.org/officeDocument/2006/relationships/hyperlink" Target="https://example.invalid/unused/1166" TargetMode="External" /><Relationship Id="rId1167" Type="http://schemas.openxmlformats.org/officeDocument/2006/relationships/hyperlink" Target="https://example.invalid/unused/1167" TargetMode="External" /><Relationship Id="rId1168" Type="http://schemas.openxmlformats.org/officeDocument/2006/relationships/hyperlink" Target="https://example.invalid/unused/1168" TargetMode="External" /><Relationship Id="rId1169" Type="http://schemas.openxmlformats.org/officeDocument/2006/relationships/hyperlink" Target="https://example.invalid/unused/1169" TargetMode="External" /><Relationship Id="rId1170" Type="http://schemas.openxmlformats.org/officeDocument/2006/relationships/hyperlink" Target="https://example.invalid/unused/1170" TargetMode="External" /><Relationship Id="rId1171" Type="http://schemas.openxmlformats.org/officeDocument/2006/relationships/hyperlink" Target="https://example.invalid/unused/1171" TargetMode="External" /><Relationship Id="rId1172" Type="http://schemas.openxmlformats.org/officeDocument/2006/relationships/hyperlink" Target="https://example.invalid/unused/1172" TargetMode="External" /><Relationship Id="rId1173" Type="http://schemas.openxmlformats.org/officeDocument/2006/relationships/hyperlink" Target="https://example.invalid/unused/1173" TargetMode="External" /><Relationship Id="rId1174" Type="http://schemas.openxmlformats.org/officeDocument/2006/relationships/hyperlink" Target="https://example.invalid/unused/1174" TargetMode="External" /><Relationship Id="rId1175" Type="http://schemas.openxmlformats.org/officeDocument/2006/relationships/hyperlink" Target="https://example.invalid/unused/1175" TargetMode="External" /><Relationship Id="rId1176" Type="http://schemas.openxmlformats.org/officeDocument/2006/relationships/hyperlink" Target="https://example.invalid/unused/1176" TargetMode="External" /><Relationship Id="rId1177" Type="http://schemas.openxmlformats.org/officeDocument/2006/relationships/hyperlink" Target="https://example.invalid/unused/1177" TargetMode="External" /><Relationship Id="rId1178" Type="http://schemas.openxmlformats.org/officeDocument/2006/relationships/hyperlink" Target="https://example.invalid/unused/1178" TargetMode="External" /><Relationship Id="rId1179" Type="http://schemas.openxmlformats.org/officeDocument/2006/relationships/hyperlink" Target="https://example.invalid/unused/1179" TargetMode="External" /><Relationship Id="rId1180" Type="http://schemas.openxmlformats.org/officeDocument/2006/relationships/hyperlink" Target="https://example.invalid/unused/1180" TargetMode="External" /><Relationship Id="rId1181" Type="http://schemas.openxmlformats.org/officeDocument/2006/relationships/hyperlink" Target="https://example.invalid/unused/1181" TargetMode="External" /><Relationship Id="rId1182" Type="http://schemas.openxmlformats.org/officeDocument/2006/relationships/hyperlink" Target="https://example.invalid/unused/1182" TargetMode="External" /><Relationship Id="rId1183" Type="http://schemas.openxmlformats.org/officeDocument/2006/relationships/hyperlink" Target="https://example.invalid/unused/1183" TargetMode="External" /><Relationship Id="rId1184" Type="http://schemas.openxmlformats.org/officeDocument/2006/relationships/hyperlink" Target="https://example.invalid/unused/1184" TargetMode="External" /><Relationship Id="rId1185" Type="http://schemas.openxmlformats.org/officeDocument/2006/relationships/hyperlink" Target="https://example.invalid/unused/1185" TargetMode="External" /><Relationship Id="rId1186" Type="http://schemas.openxmlformats.org/officeDocument/2006/relationships/hyperlink" Target="https://example.invalid/unused/1186" TargetMode="External" /><Relationship Id="rId1187" Type="http://schemas.openxmlformats.org/officeDocument/2006/relationships/hyperlink" Target="https://example.invalid/unused/1187" TargetMode="External" /><Relationship Id="rId1188" Type="http://schemas.openxmlformats.org/officeDocument/2006/relationships/hyperlink" Target="https://example.invalid/unused/1188" TargetMode="External" /><Relationship Id="rId1189" Type="http://schemas.openxmlformats.org/officeDocument/2006/relationships/hyperlink" Target="https://example.invalid/unused/1189" TargetMode="External" /><Relationship Id="rId1190" Type="http://schemas.openxmlformats.org/officeDocument/2006/relationships/hyperlink" Target="https://example.invalid/unused/1190" TargetMode="External" /><Relationship Id="rId1191" Type="http://schemas.openxmlformats.org/officeDocument/2006/relationships/hyperlink" Target="https://example.invalid/unused/1191" TargetMode="External" /><Relationship Id="rId1192" Type="http://schemas.openxmlformats.org/officeDocument/2006/relationships/hyperlink" Target="https://example.invalid/unused/1192" TargetMode="External" /><Relationship Id="rId1193" Type="http://schemas.openxmlformats.org/officeDocument/2006/relationships/hyperlink" Target="https://example.invalid/unused/1193" TargetMode="External" /><Relationship Id="rId1194" Type="http://schemas.openxmlformats.org/officeDocument/2006/relationships/hyperlink" Target="https://example.invalid/unused/1194" TargetMode="External" /><Relationship Id="rId1195" Type="http://schemas.openxmlformats.org/officeDocument/2006/relationships/hyperlink" Target="https://example.invalid/unused/1195" TargetMode="External" /><Relationship Id="rId1196" Type="http://schemas.openxmlformats.org/officeDocument/2006/relationships/hyperlink" Target="https://example.invalid/unused/1196" TargetMode="External" /><Relationship Id="rId1197" Type="http://schemas.openxmlformats.org/officeDocument/2006/relationships/hyperlink" Target="https://example.invalid/unused/1197" TargetMode="External" /><Relationship Id="rId1198" Type="http://schemas.openxmlformats.org/officeDocument/2006/relationships/hyperlink" Target="https://example.invalid/unused/1198" TargetMode="External" /><Relationship Id="rId1199" Type="http://schemas.openxmlformats.org/officeDocument/2006/relationships/hyperlink" Target="https://example.invalid/unused/1199" TargetMode="External" /><Relationship Id="rId1200" Type="http://schemas.openxmlformats.org/officeDocument/2006/relationships/hyperlink" Target="https://example.invalid/unused/1200" TargetMode="External" /><Relationship Id="rId1201" Type="http://schemas.openxmlformats.org/officeDocument/2006/relationships/hyperlink" Target="https://example.invalid/unused/1201" TargetMode="External" /><Relationship Id="rId1202" Type="http://schemas.openxmlformats.org/officeDocument/2006/relationships/hyperlink" Target="https://example.invalid/unused/1202" TargetMode="External" /><Relationship Id="rId1203" Type="http://schemas.openxmlformats.org/officeDocument/2006/relationships/hyperlink" Target="https://example.invalid/unused/1203" TargetMode="External" /><Relationship Id="rId1204" Type="http://schemas.openxmlformats.org/officeDocument/2006/relationships/hyperlink" Target="https://example.invalid/unused/1204" TargetMode="External" /><Relationship Id="rId1205" Type="http://schemas.openxmlformats.org/officeDocument/2006/relationships/hyperlink" Target="https://example.invalid/unused/1205" TargetMode="External" /><Relationship Id="rId1206" Type="http://schemas.openxmlformats.org/officeDocument/2006/relationships/hyperlink" Target="https://example.invalid/unused/1206" TargetMode="External" /><Relationship Id="rId1207" Type="http://schemas.openxmlformats.org/officeDocument/2006/relationships/hyperlink" Target="https://example.invalid/unused/1207" TargetMode="External" /><Relationship Id="rId1208" Type="http://schemas.openxmlformats.org/officeDocument/2006/relationships/hyperlink" Target="https://example.invalid/unused/1208" TargetMode="External" /><Relationship Id="rId1209" Type="http://schemas.openxmlformats.org/officeDocument/2006/relationships/hyperlink" Target="https://example.invalid/unused/1209" TargetMode="External" /><Relationship Id="rId1210" Type="http://schemas.openxmlformats.org/officeDocument/2006/relationships/hyperlink" Target="https://example.invalid/unused/1210" TargetMode="External" /><Relationship Id="rId1211" Type="http://schemas.openxmlformats.org/officeDocument/2006/relationships/hyperlink" Target="https://example.invalid/unused/1211" TargetMode="External" /><Relationship Id="rId1212" Type="http://schemas.openxmlformats.org/officeDocument/2006/relationships/hyperlink" Target="https://example.invalid/unused/1212" TargetMode="External" /><Relationship Id="rId1213" Type="http://schemas.openxmlformats.org/officeDocument/2006/relationships/hyperlink" Target="https://example.invalid/unused/1213" TargetMode="External" /><Relationship Id="rId1214" Type="http://schemas.openxmlformats.org/officeDocument/2006/relationships/hyperlink" Target="https://example.invalid/unused/1214" TargetMode="External" /><Relationship Id="rId1215" Type="http://schemas.openxmlformats.org/officeDocument/2006/relationships/hyperlink" Target="https://example.invalid/unused/1215" TargetMode="External" /><Relationship Id="rId1216" Type="http://schemas.openxmlformats.org/officeDocument/2006/relationships/hyperlink" Target="https://example.invalid/unused/1216" TargetMode="External" /><Relationship Id="rId1217" Type="http://schemas.openxmlformats.org/officeDocument/2006/relationships/hyperlink" Target="https://example.invalid/unused/1217" TargetMode="External" /><Relationship Id="rId1218" Type="http://schemas.openxmlformats.org/officeDocument/2006/relationships/hyperlink" Target="https://example.invalid/unused/1218" TargetMode="External" /><Relationship Id="rId1219" Type="http://schemas.openxmlformats.org/officeDocument/2006/relationships/hyperlink" Target="https://example.invalid/unused/1219" TargetMode="External" /><Relationship Id="rId1220" Type="http://schemas.openxmlformats.org/officeDocument/2006/relationships/hyperlink" Target="https://example.invalid/unused/1220" TargetMode="External" /><Relationship Id="rId1221" Type="http://schemas.openxmlformats.org/officeDocument/2006/relationships/hyperlink" Target="https://example.invalid/unused/1221" TargetMode="External" /><Relationship Id="rId1222" Type="http://schemas.openxmlformats.org/officeDocument/2006/relationships/hyperlink" Target="https://example.invalid/unused/1222" TargetMode="External" /><Relationship Id="rId1223" Type="http://schemas.openxmlformats.org/officeDocument/2006/relationships/hyperlink" Target="https://example.invalid/unused/1223" TargetMode="External" /><Relationship Id="rId1224" Type="http://schemas.openxmlformats.org/officeDocument/2006/relationships/hyperlink" Target="https://example.invalid/unused/1224" TargetMode="External" /><Relationship Id="rId1225" Type="http://schemas.openxmlformats.org/officeDocument/2006/relationships/hyperlink" Target="https://example.invalid/unused/1225" TargetMode="External" /><Relationship Id="rId1226" Type="http://schemas.openxmlformats.org/officeDocument/2006/relationships/hyperlink" Target="https://example.invalid/unused/1226" TargetMode="External" /><Relationship Id="rId1227" Type="http://schemas.openxmlformats.org/officeDocument/2006/relationships/hyperlink" Target="https://example.invalid/unused/1227" TargetMode="External" /><Relationship Id="rId1228" Type="http://schemas.openxmlformats.org/officeDocument/2006/relationships/hyperlink" Target="https://example.invalid/unused/1228" TargetMode="External" /><Relationship Id="rId1229" Type="http://schemas.openxmlformats.org/officeDocument/2006/relationships/hyperlink" Target="https://example.invalid/unused/1229" TargetMode="External" /><Relationship Id="rId1230" Type="http://schemas.openxmlformats.org/officeDocument/2006/relationships/hyperlink" Target="https://example.invalid/unused/1230" TargetMode="External" /><Relationship Id="rId1231" Type="http://schemas.openxmlformats.org/officeDocument/2006/relationships/hyperlink" Target="https://example.invalid/unused/1231" TargetMode="External" /><Relationship Id="rId1232" Type="http://schemas.openxmlformats.org/officeDocument/2006/relationships/hyperlink" Target="https://example.invalid/unused/1232" TargetMode="External" /><Relationship Id="rId1233" Type="http://schemas.openxmlformats.org/officeDocument/2006/relationships/hyperlink" Target="https://example.invalid/unused/1233" TargetMode="External" /><Relationship Id="rId1234" Type="http://schemas.openxmlformats.org/officeDocument/2006/relationships/hyperlink" Target="https://example.invalid/unused/1234" TargetMode="External" /><Relationship Id="rId1235" Type="http://schemas.openxmlformats.org/officeDocument/2006/relationships/hyperlink" Target="https://example.invalid/unused/1235" TargetMode="External" /><Relationship Id="rId1236" Type="http://schemas.openxmlformats.org/officeDocument/2006/relationships/hyperlink" Target="https://example.invalid/unused/1236" TargetMode="External" /><Relationship Id="rId1237" Type="http://schemas.openxmlformats.org/officeDocument/2006/relationships/hyperlink" Target="https://example.invalid/unused/1237" TargetMode="External" /><Relationship Id="rId1238" Type="http://schemas.openxmlformats.org/officeDocument/2006/relationships/hyperlink" Target="https://example.invalid/unused/1238" TargetMode="External" /><Relationship Id="rId1239" Type="http://schemas.openxmlformats.org/officeDocument/2006/relationships/hyperlink" Target="https://example.invalid/unused/1239" TargetMode="External" /><Relationship Id="rId1240" Type="http://schemas.openxmlformats.org/officeDocument/2006/relationships/hyperlink" Target="https://example.invalid/unused/1240" TargetMode="External" /><Relationship Id="rId1241" Type="http://schemas.openxmlformats.org/officeDocument/2006/relationships/hyperlink" Target="https://example.invalid/unused/1241" TargetMode="External" /><Relationship Id="rId1242" Type="http://schemas.openxmlformats.org/officeDocument/2006/relationships/hyperlink" Target="https://example.invalid/unused/1242" TargetMode="External" /><Relationship Id="rId1243" Type="http://schemas.openxmlformats.org/officeDocument/2006/relationships/hyperlink" Target="https://example.invalid/unused/1243" TargetMode="External" /><Relationship Id="rId1244" Type="http://schemas.openxmlformats.org/officeDocument/2006/relationships/hyperlink" Target="https://example.invalid/unused/1244" TargetMode="External" /><Relationship Id="rId1245" Type="http://schemas.openxmlformats.org/officeDocument/2006/relationships/hyperlink" Target="https://example.invalid/unused/1245" TargetMode="External" /><Relationship Id="rId1246" Type="http://schemas.openxmlformats.org/officeDocument/2006/relationships/hyperlink" Target="https://example.invalid/unused/1246" TargetMode="External" /><Relationship Id="rId1247" Type="http://schemas.openxmlformats.org/officeDocument/2006/relationships/hyperlink" Target="https://example.invalid/unused/1247" TargetMode="External" /><Relationship Id="rId1248" Type="http://schemas.openxmlformats.org/officeDocument/2006/relationships/hyperlink" Target="https://example.invalid/unused/1248" TargetMode="External" /><Relationship Id="rId1249" Type="http://schemas.openxmlformats.org/officeDocument/2006/relationships/hyperlink" Target="https://example.invalid/unused/1249" TargetMode="External" /><Relationship Id="rId1250" Type="http://schemas.openxmlformats.org/officeDocument/2006/relationships/hyperlink" Target="https://example.invalid/unused/1250" TargetMode="External" /><Relationship Id="rId1251" Type="http://schemas.openxmlformats.org/officeDocument/2006/relationships/hyperlink" Target="https://example.invalid/unused/1251" TargetMode="External" /><Relationship Id="rId1252" Type="http://schemas.openxmlformats.org/officeDocument/2006/relationships/hyperlink" Target="https://example.invalid/unused/1252" TargetMode="External" /><Relationship Id="rId1253" Type="http://schemas.openxmlformats.org/officeDocument/2006/relationships/hyperlink" Target="https://example.invalid/unused/1253" TargetMode="External" /><Relationship Id="rId1254" Type="http://schemas.openxmlformats.org/officeDocument/2006/relationships/hyperlink" Target="https://example.invalid/unused/1254" TargetMode="External" /><Relationship Id="rId1255" Type="http://schemas.openxmlformats.org/officeDocument/2006/relationships/hyperlink" Target="https://example.invalid/unused/1255" TargetMode="External" /><Relationship Id="rId1256" Type="http://schemas.openxmlformats.org/officeDocument/2006/relationships/hyperlink" Target="https://example.invalid/unused/1256" TargetMode="External" /><Relationship Id="rId1257" Type="http://schemas.openxmlformats.org/officeDocument/2006/relationships/hyperlink" Target="https://example.invalid/unused/1257" TargetMode="External" /><Relationship Id="rId1258" Type="http://schemas.openxmlformats.org/officeDocument/2006/relationships/hyperlink" Target="https://example.invalid/unused/1258" TargetMode="External" /><Relationship Id="rId1259" Type="http://schemas.openxmlformats.org/officeDocument/2006/relationships/hyperlink" Target="https://example.invalid/unused/1259" TargetMode="External" /><Relationship Id="rId1260" Type="http://schemas.openxmlformats.org/officeDocument/2006/relationships/hyperlink" Target="https://example.invalid/unused/1260" TargetMode="External" /><Relationship Id="rId1261" Type="http://schemas.openxmlformats.org/officeDocument/2006/relationships/hyperlink" Target="https://example.invalid/unused/1261" TargetMode="External" /><Relationship Id="rId1262" Type="http://schemas.openxmlformats.org/officeDocument/2006/relationships/hyperlink" Target="https://example.invalid/unused/1262" TargetMode="External" /><Relationship Id="rId1263" Type="http://schemas.openxmlformats.org/officeDocument/2006/relationships/hyperlink" Target="https://example.invalid/unused/1263" TargetMode="External" /><Relationship Id="rId1264" Type="http://schemas.openxmlformats.org/officeDocument/2006/relationships/hyperlink" Target="https://example.invalid/unused/1264" TargetMode="External" /><Relationship Id="rId1265" Type="http://schemas.openxmlformats.org/officeDocument/2006/relationships/hyperlink" Target="https://example.invalid/unused/1265" TargetMode="External" /><Relationship Id="rId1266" Type="http://schemas.openxmlformats.org/officeDocument/2006/relationships/hyperlink" Target="https://example.invalid/unused/1266" TargetMode="External" /><Relationship Id="rId1267" Type="http://schemas.openxmlformats.org/officeDocument/2006/relationships/hyperlink" Target="https://example.invalid/unused/1267" TargetMode="External" /><Relationship Id="rId1268" Type="http://schemas.openxmlformats.org/officeDocument/2006/relationships/hyperlink" Target="https://example.invalid/unused/1268" TargetMode="External" /><Relationship Id="rId1269" Type="http://schemas.openxmlformats.org/officeDocument/2006/relationships/hyperlink" Target="https://example.invalid/unused/1269" TargetMode="External" /><Relationship Id="rId1270" Type="http://schemas.openxmlformats.org/officeDocument/2006/relationships/hyperlink" Target="https://example.invalid/unused/1270" TargetMode="External" /><Relationship Id="rId1271" Type="http://schemas.openxmlformats.org/officeDocument/2006/relationships/hyperlink" Target="https://example.invalid/unused/1271" TargetMode="External" /><Relationship Id="rId1272" Type="http://schemas.openxmlformats.org/officeDocument/2006/relationships/hyperlink" Target="https://example.invalid/unused/1272" TargetMode="External" /><Relationship Id="rId1273" Type="http://schemas.openxmlformats.org/officeDocument/2006/relationships/hyperlink" Target="https://example.invalid/unused/1273" TargetMode="External" /><Relationship Id="rId1274" Type="http://schemas.openxmlformats.org/officeDocument/2006/relationships/hyperlink" Target="https://example.invalid/unused/1274" TargetMode="External" /><Relationship Id="rId1275" Type="http://schemas.openxmlformats.org/officeDocument/2006/relationships/hyperlink" Target="https://example.invalid/unused/1275" TargetMode="External" /><Relationship Id="rId1276" Type="http://schemas.openxmlformats.org/officeDocument/2006/relationships/hyperlink" Target="https://example.invalid/unused/1276" TargetMode="External" /><Relationship Id="rId1277" Type="http://schemas.openxmlformats.org/officeDocument/2006/relationships/hyperlink" Target="https://example.invalid/unused/1277" TargetMode="External" /><Relationship Id="rId1278" Type="http://schemas.openxmlformats.org/officeDocument/2006/relationships/hyperlink" Target="https://example.invalid/unused/1278" TargetMode="External" /><Relationship Id="rId1279" Type="http://schemas.openxmlformats.org/officeDocument/2006/relationships/hyperlink" Target="https://example.invalid/unused/1279" TargetMode="External" /><Relationship Id="rId1280" Type="http://schemas.openxmlformats.org/officeDocument/2006/relationships/hyperlink" Target="https://example.invalid/unused/1280" TargetMode="External" /><Relationship Id="rId1281" Type="http://schemas.openxmlformats.org/officeDocument/2006/relationships/hyperlink" Target="https://example.invalid/unused/1281" TargetMode="External" /><Relationship Id="rId1282" Type="http://schemas.openxmlformats.org/officeDocument/2006/relationships/hyperlink" Target="https://example.invalid/unused/1282" TargetMode="External" /><Relationship Id="rId1283" Type="http://schemas.openxmlformats.org/officeDocument/2006/relationships/hyperlink" Target="https://example.invalid/unused/1283" TargetMode="External" /><Relationship Id="rId1284" Type="http://schemas.openxmlformats.org/officeDocument/2006/relationships/hyperlink" Target="https://example.invalid/unused/1284" TargetMode="External" /><Relationship Id="rId1285" Type="http://schemas.openxmlformats.org/officeDocument/2006/relationships/hyperlink" Target="https://example.invalid/unused/1285" TargetMode="External" /><Relationship Id="rId1286" Type="http://schemas.openxmlformats.org/officeDocument/2006/relationships/hyperlink" Target="https://example.invalid/unused/1286" TargetMode="External" /><Relationship Id="rId1287" Type="http://schemas.openxmlformats.org/officeDocument/2006/relationships/hyperlink" Target="https://example.invalid/unused/1287" TargetMode="External" /><Relationship Id="rId1288" Type="http://schemas.openxmlformats.org/officeDocument/2006/relationships/hyperlink" Target="https://example.invalid/unused/1288" TargetMode="External" /><Relationship Id="rId1289" Type="http://schemas.openxmlformats.org/officeDocument/2006/relationships/hyperlink" Target="https://example.invalid/unused/1289" TargetMode="External" /><Relationship Id="rId1290" Type="http://schemas.openxmlformats.org/officeDocument/2006/relationships/hyperlink" Target="https://example.invalid/unused/1290" TargetMode="External" /><Relationship Id="rId1291" Type="http://schemas.openxmlformats.org/officeDocument/2006/relationships/hyperlink" Target="https://example.invalid/unused/1291" TargetMode="External" /><Relationship Id="rId1292" Type="http://schemas.openxmlformats.org/officeDocument/2006/relationships/hyperlink" Target="https://example.invalid/unused/1292" TargetMode="External" /><Relationship Id="rId1293" Type="http://schemas.openxmlformats.org/officeDocument/2006/relationships/hyperlink" Target="https://example.invalid/unused/1293" TargetMode="External" /><Relationship Id="rId1294" Type="http://schemas.openxmlformats.org/officeDocument/2006/relationships/hyperlink" Target="https://example.invalid/unused/1294" TargetMode="External" /><Relationship Id="rId1295" Type="http://schemas.openxmlformats.org/officeDocument/2006/relationships/hyperlink" Target="https://example.invalid/unused/1295" TargetMode="External" /><Relationship Id="rId1296" Type="http://schemas.openxmlformats.org/officeDocument/2006/relationships/hyperlink" Target="https://example.invalid/unused/1296" TargetMode="External" /><Relationship Id="rId1297" Type="http://schemas.openxmlformats.org/officeDocument/2006/relationships/hyperlink" Target="https://example.invalid/unused/1297" TargetMode="External" /><Relationship Id="rId1298" Type="http://schemas.openxmlformats.org/officeDocument/2006/relationships/hyperlink" Target="https://example.invalid/unused/1298" TargetMode="External" /><Relationship Id="rId1299" Type="http://schemas.openxmlformats.org/officeDocument/2006/relationships/hyperlink" Target="https://example.invalid/unused/1299" TargetMode="External" /><Relationship Id="rId1300" Type="http://schemas.openxmlformats.org/officeDocument/2006/relationships/hyperlink" Target="https://example.invalid/unused/1300" TargetMode="External" /><Relationship Id="rId1301" Type="http://schemas.openxmlformats.org/officeDocument/2006/relationships/hyperlink" Target="https://example.invalid/unused/1301" TargetMode="External" /><Relationship Id="rId1302" Type="http://schemas.openxmlformats.org/officeDocument/2006/relationships/hyperlink" Target="https://example.invalid/unused/1302" TargetMode="External" /><Relationship Id="rId1303" Type="http://schemas.openxmlformats.org/officeDocument/2006/relationships/hyperlink" Target="https://example.invalid/unused/1303" TargetMode="External" /><Relationship Id="rId1304" Type="http://schemas.openxmlformats.org/officeDocument/2006/relationships/hyperlink" Target="https://example.invalid/unused/1304" TargetMode="External" /><Relationship Id="rId1305" Type="http://schemas.openxmlformats.org/officeDocument/2006/relationships/hyperlink" Target="https://example.invalid/unused/1305" TargetMode="External" /><Relationship Id="rId1306" Type="http://schemas.openxmlformats.org/officeDocument/2006/relationships/hyperlink" Target="https://example.invalid/unused/1306" TargetMode="External" /><Relationship Id="rId1307" Type="http://schemas.openxmlformats.org/officeDocument/2006/relationships/hyperlink" Target="https://example.invalid/unused/1307" TargetMode="External" /><Relationship Id="rId1308" Type="http://schemas.openxmlformats.org/officeDocument/2006/relationships/hyperlink" Target="https://example.invalid/unused/1308" TargetMode="External" /><Relationship Id="rId1309" Type="http://schemas.openxmlformats.org/officeDocument/2006/relationships/hyperlink" Target="https://example.invalid/unused/1309" TargetMode="External" /><Relationship Id="rId1310" Type="http://schemas.openxmlformats.org/officeDocument/2006/relationships/hyperlink" Target="https://example.invalid/unused/1310" TargetMode="External" /><Relationship Id="rId1311" Type="http://schemas.openxmlformats.org/officeDocument/2006/relationships/hyperlink" Target="https://example.invalid/unused/1311" TargetMode="External" /><Relationship Id="rId1312" Type="http://schemas.openxmlformats.org/officeDocument/2006/relationships/hyperlink" Target="https://example.invalid/unused/1312" TargetMode="External" /><Relationship Id="rId1313" Type="http://schemas.openxmlformats.org/officeDocument/2006/relationships/hyperlink" Target="https://example.invalid/unused/1313" TargetMode="External" /><Relationship Id="rId1314" Type="http://schemas.openxmlformats.org/officeDocument/2006/relationships/hyperlink" Target="https://example.invalid/unused/1314" TargetMode="External" /><Relationship Id="rId1315" Type="http://schemas.openxmlformats.org/officeDocument/2006/relationships/hyperlink" Target="https://example.invalid/unused/1315" TargetMode="External" /><Relationship Id="rId1316" Type="http://schemas.openxmlformats.org/officeDocument/2006/relationships/hyperlink" Target="https://example.invalid/unused/1316" TargetMode="External" /><Relationship Id="rId1317" Type="http://schemas.openxmlformats.org/officeDocument/2006/relationships/hyperlink" Target="https://example.invalid/unused/1317" TargetMode="External" /><Relationship Id="rId1318" Type="http://schemas.openxmlformats.org/officeDocument/2006/relationships/hyperlink" Target="https://example.invalid/unused/1318" TargetMode="External" /><Relationship Id="rId1319" Type="http://schemas.openxmlformats.org/officeDocument/2006/relationships/hyperlink" Target="https://example.invalid/unused/1319" TargetMode="External" /><Relationship Id="rId1320" Type="http://schemas.openxmlformats.org/officeDocument/2006/relationships/hyperlink" Target="https://example.invalid/unused/1320" TargetMode="External" /><Relationship Id="rId1321" Type="http://schemas.openxmlformats.org/officeDocument/2006/relationships/hyperlink" Target="https://example.invalid/unused/1321" TargetMode="External" /><Relationship Id="rId1322" Type="http://schemas.openxmlformats.org/officeDocument/2006/relationships/hyperlink" Target="https://example.invalid/unused/1322" TargetMode="External" /><Relationship Id="rId1323" Type="http://schemas.openxmlformats.org/officeDocument/2006/relationships/hyperlink" Target="https://example.invalid/unused/1323" TargetMode="External" /><Relationship Id="rId1324" Type="http://schemas.openxmlformats.org/officeDocument/2006/relationships/hyperlink" Target="https://example.invalid/unused/1324" TargetMode="External" /><Relationship Id="rId1325" Type="http://schemas.openxmlformats.org/officeDocument/2006/relationships/hyperlink" Target="https://example.invalid/unused/1325" TargetMode="External" /><Relationship Id="rId1326" Type="http://schemas.openxmlformats.org/officeDocument/2006/relationships/hyperlink" Target="https://example.invalid/unused/1326" TargetMode="External" /><Relationship Id="rId1327" Type="http://schemas.openxmlformats.org/officeDocument/2006/relationships/hyperlink" Target="https://example.invalid/unused/1327" TargetMode="External" /><Relationship Id="rId1328" Type="http://schemas.openxmlformats.org/officeDocument/2006/relationships/hyperlink" Target="https://example.invalid/unused/1328" TargetMode="External" /><Relationship Id="rId1329" Type="http://schemas.openxmlformats.org/officeDocument/2006/relationships/hyperlink" Target="https://example.invalid/unused/1329" TargetMode="External" /><Relationship Id="rId1330" Type="http://schemas.openxmlformats.org/officeDocument/2006/relationships/hyperlink" Target="https://example.invalid/unused/1330" TargetMode="External" /><Relationship Id="rId1331" Type="http://schemas.openxmlformats.org/officeDocument/2006/relationships/hyperlink" Target="https://example.invalid/unused/1331" TargetMode="External" /><Relationship Id="rId1332" Type="http://schemas.openxmlformats.org/officeDocument/2006/relationships/hyperlink" Target="https://example.invalid/unused/1332" TargetMode="External" /><Relationship Id="rId1333" Type="http://schemas.openxmlformats.org/officeDocument/2006/relationships/hyperlink" Target="https://example.invalid/unused/1333" TargetMode="External" /><Relationship Id="rId1334" Type="http://schemas.openxmlformats.org/officeDocument/2006/relationships/hyperlink" Target="https://example.invalid/unused/1334" TargetMode="External" /><Relationship Id="rId1335" Type="http://schemas.openxmlformats.org/officeDocument/2006/relationships/hyperlink" Target="https://example.invalid/unused/1335" TargetMode="External" /><Relationship Id="rId1336" Type="http://schemas.openxmlformats.org/officeDocument/2006/relationships/hyperlink" Target="https://example.invalid/unused/1336" TargetMode="External" /><Relationship Id="rId1337" Type="http://schemas.openxmlformats.org/officeDocument/2006/relationships/hyperlink" Target="https://example.invalid/unused/1337" TargetMode="External" /><Relationship Id="rId1338" Type="http://schemas.openxmlformats.org/officeDocument/2006/relationships/hyperlink" Target="https://example.invalid/unused/1338" TargetMode="External" /><Relationship Id="rId1339" Type="http://schemas.openxmlformats.org/officeDocument/2006/relationships/hyperlink" Target="https://example.invalid/unused/1339" TargetMode="External" /><Relationship Id="rId1340" Type="http://schemas.openxmlformats.org/officeDocument/2006/relationships/hyperlink" Target="https://example.invalid/unused/1340" TargetMode="External" /><Relationship Id="rId1341" Type="http://schemas.openxmlformats.org/officeDocument/2006/relationships/hyperlink" Target="https://example.invalid/unused/1341" TargetMode="External" /><Relationship Id="rId1342" Type="http://schemas.openxmlformats.org/officeDocument/2006/relationships/hyperlink" Target="https://example.invalid/unused/1342" TargetMode="External" /><Relationship Id="rId1343" Type="http://schemas.openxmlformats.org/officeDocument/2006/relationships/hyperlink" Target="https://example.invalid/unused/1343" TargetMode="External" /><Relationship Id="rId1344" Type="http://schemas.openxmlformats.org/officeDocument/2006/relationships/hyperlink" Target="https://example.invalid/unused/1344" TargetMode="External" /><Relationship Id="rId1345" Type="http://schemas.openxmlformats.org/officeDocument/2006/relationships/hyperlink" Target="https://example.invalid/unused/1345" TargetMode="External" /><Relationship Id="rId1346" Type="http://schemas.openxmlformats.org/officeDocument/2006/relationships/hyperlink" Target="https://example.invalid/unused/1346" TargetMode="External" /><Relationship Id="rId1347" Type="http://schemas.openxmlformats.org/officeDocument/2006/relationships/hyperlink" Target="https://example.invalid/unused/1347" TargetMode="External" /><Relationship Id="rId1348" Type="http://schemas.openxmlformats.org/officeDocument/2006/relationships/hyperlink" Target="https://example.invalid/unused/1348" TargetMode="External" /><Relationship Id="rId1349" Type="http://schemas.openxmlformats.org/officeDocument/2006/relationships/hyperlink" Target="https://example.invalid/unused/1349" TargetMode="External" /><Relationship Id="rId1350" Type="http://schemas.openxmlformats.org/officeDocument/2006/relationships/hyperlink" Target="https://example.invalid/unused/1350" TargetMode="External" /><Relationship Id="rId1351" Type="http://schemas.openxmlformats.org/officeDocument/2006/relationships/hyperlink" Target="https://example.invalid/unused/1351" TargetMode="External" /><Relationship Id="rId1352" Type="http://schemas.openxmlformats.org/officeDocument/2006/relationships/hyperlink" Target="https://example.invalid/unused/1352" TargetMode="External" /><Relationship Id="rId1353" Type="http://schemas.openxmlformats.org/officeDocument/2006/relationships/hyperlink" Target="https://example.invalid/unused/1353" TargetMode="External" /><Relationship Id="rId1354" Type="http://schemas.openxmlformats.org/officeDocument/2006/relationships/hyperlink" Target="https://example.invalid/unused/1354" TargetMode="External" /><Relationship Id="rId1355" Type="http://schemas.openxmlformats.org/officeDocument/2006/relationships/hyperlink" Target="https://example.invalid/unused/1355" TargetMode="External" /><Relationship Id="rId1356" Type="http://schemas.openxmlformats.org/officeDocument/2006/relationships/hyperlink" Target="https://example.invalid/unused/1356" TargetMode="External" /><Relationship Id="rId1357" Type="http://schemas.openxmlformats.org/officeDocument/2006/relationships/hyperlink" Target="https://example.invalid/unused/1357" TargetMode="External" /><Relationship Id="rId1358" Type="http://schemas.openxmlformats.org/officeDocument/2006/relationships/hyperlink" Target="https://example.invalid/unused/1358" TargetMode="External" /><Relationship Id="rId1359" Type="http://schemas.openxmlformats.org/officeDocument/2006/relationships/hyperlink" Target="https://example.invalid/unused/1359" TargetMode="External" /><Relationship Id="rId1360" Type="http://schemas.openxmlformats.org/officeDocument/2006/relationships/hyperlink" Target="https://example.invalid/unused/1360" TargetMode="External" /><Relationship Id="rId1361" Type="http://schemas.openxmlformats.org/officeDocument/2006/relationships/hyperlink" Target="https://example.invalid/unused/1361" TargetMode="External" /><Relationship Id="rId1362" Type="http://schemas.openxmlformats.org/officeDocument/2006/relationships/hyperlink" Target="https://example.invalid/unused/1362" TargetMode="External" /><Relationship Id="rId1363" Type="http://schemas.openxmlformats.org/officeDocument/2006/relationships/hyperlink" Target="https://example.invalid/unused/1363" TargetMode="External" /><Relationship Id="rId1364" Type="http://schemas.openxmlformats.org/officeDocument/2006/relationships/hyperlink" Target="https://example.invalid/unused/1364" TargetMode="External" /><Relationship Id="rId1365" Type="http://schemas.openxmlformats.org/officeDocument/2006/relationships/hyperlink" Target="https://example.invalid/unused/1365" TargetMode="External" /><Relationship Id="rId1366" Type="http://schemas.openxmlformats.org/officeDocument/2006/relationships/hyperlink" Target="https://example.invalid/unused/1366" TargetMode="External" /><Relationship Id="rId1367" Type="http://schemas.openxmlformats.org/officeDocument/2006/relationships/hyperlink" Target="https://example.invalid/unused/1367" TargetMode="External" /><Relationship Id="rId1368" Type="http://schemas.openxmlformats.org/officeDocument/2006/relationships/hyperlink" Target="https://example.invalid/unused/1368" TargetMode="External" /><Relationship Id="rId1369" Type="http://schemas.openxmlformats.org/officeDocument/2006/relationships/hyperlink" Target="https://example.invalid/unused/1369" TargetMode="External" /><Relationship Id="rId1370" Type="http://schemas.openxmlformats.org/officeDocument/2006/relationships/hyperlink" Target="https://example.invalid/unused/1370" TargetMode="External" /><Relationship Id="rId1371" Type="http://schemas.openxmlformats.org/officeDocument/2006/relationships/hyperlink" Target="https://example.invalid/unused/1371" TargetMode="External" /><Relationship Id="rId1372" Type="http://schemas.openxmlformats.org/officeDocument/2006/relationships/hyperlink" Target="https://example.invalid/unused/1372" TargetMode="External" /><Relationship Id="rId1373" Type="http://schemas.openxmlformats.org/officeDocument/2006/relationships/hyperlink" Target="https://example.invalid/unused/1373" TargetMode="External" /><Relationship Id="rId1374" Type="http://schemas.openxmlformats.org/officeDocument/2006/relationships/hyperlink" Target="https://example.invalid/unused/1374" TargetMode="External" /><Relationship Id="rId1375" Type="http://schemas.openxmlformats.org/officeDocument/2006/relationships/hyperlink" Target="https://example.invalid/unused/1375" TargetMode="External" /><Relationship Id="rId1376" Type="http://schemas.openxmlformats.org/officeDocument/2006/relationships/hyperlink" Target="https://example.invalid/unused/1376" TargetMode="External" /><Relationship Id="rId1377" Type="http://schemas.openxmlformats.org/officeDocument/2006/relationships/hyperlink" Target="https://example.invalid/unused/1377" TargetMode="External" /><Relationship Id="rId1378" Type="http://schemas.openxmlformats.org/officeDocument/2006/relationships/hyperlink" Target="https://example.invalid/unused/1378" TargetMode="External" /><Relationship Id="rId1379" Type="http://schemas.openxmlformats.org/officeDocument/2006/relationships/hyperlink" Target="https://example.invalid/unused/1379" TargetMode="External" /><Relationship Id="rId1380" Type="http://schemas.openxmlformats.org/officeDocument/2006/relationships/hyperlink" Target="https://example.invalid/unused/1380" TargetMode="External" /><Relationship Id="rId1381" Type="http://schemas.openxmlformats.org/officeDocument/2006/relationships/hyperlink" Target="https://example.invalid/unused/1381" TargetMode="External" /><Relationship Id="rId1382" Type="http://schemas.openxmlformats.org/officeDocument/2006/relationships/hyperlink" Target="https://example.invalid/unused/1382" TargetMode="External" /><Relationship Id="rId1383" Type="http://schemas.openxmlformats.org/officeDocument/2006/relationships/hyperlink" Target="https://example.invalid/unused/1383" TargetMode="External" /><Relationship Id="rId1384" Type="http://schemas.openxmlformats.org/officeDocument/2006/relationships/hyperlink" Target="https://example.invalid/unused/1384" TargetMode="External" /><Relationship Id="rId1385" Type="http://schemas.openxmlformats.org/officeDocument/2006/relationships/hyperlink" Target="https://example.invalid/unused/1385" TargetMode="External" /><Relationship Id="rId1386" Type="http://schemas.openxmlformats.org/officeDocument/2006/relationships/hyperlink" Target="https://example.invalid/unused/1386" TargetMode="External" /><Relationship Id="rId1387" Type="http://schemas.openxmlformats.org/officeDocument/2006/relationships/hyperlink" Target="https://example.invalid/unused/1387" TargetMode="External" /><Relationship Id="rId1388" Type="http://schemas.openxmlformats.org/officeDocument/2006/relationships/hyperlink" Target="https://example.invalid/unused/1388" TargetMode="External" /><Relationship Id="rId1389" Type="http://schemas.openxmlformats.org/officeDocument/2006/relationships/hyperlink" Target="https://example.invalid/unused/1389" TargetMode="External" /><Relationship Id="rId1390" Type="http://schemas.openxmlformats.org/officeDocument/2006/relationships/hyperlink" Target="https://example.invalid/unused/1390" TargetMode="External" /><Relationship Id="rId1391" Type="http://schemas.openxmlformats.org/officeDocument/2006/relationships/hyperlink" Target="https://example.invalid/unused/1391" TargetMode="External" /><Relationship Id="rId1392" Type="http://schemas.openxmlformats.org/officeDocument/2006/relationships/hyperlink" Target="https://example.invalid/unused/1392" TargetMode="External" /><Relationship Id="rId1393" Type="http://schemas.openxmlformats.org/officeDocument/2006/relationships/hyperlink" Target="https://example.invalid/unused/1393" TargetMode="External" /><Relationship Id="rId1394" Type="http://schemas.openxmlformats.org/officeDocument/2006/relationships/hyperlink" Target="https://example.invalid/unused/1394" TargetMode="External" /><Relationship Id="rId1395" Type="http://schemas.openxmlformats.org/officeDocument/2006/relationships/hyperlink" Target="https://example.invalid/unused/1395" TargetMode="External" /><Relationship Id="rId1396" Type="http://schemas.openxmlformats.org/officeDocument/2006/relationships/hyperlink" Target="https://example.invalid/unused/1396" TargetMode="External" /><Relationship Id="rId1397" Type="http://schemas.openxmlformats.org/officeDocument/2006/relationships/hyperlink" Target="https://example.invalid/unused/1397" TargetMode="External" /><Relationship Id="rId1398" Type="http://schemas.openxmlformats.org/officeDocument/2006/relationships/hyperlink" Target="https://example.invalid/unused/1398" TargetMode="External" /><Relationship Id="rId1399" Type="http://schemas.openxmlformats.org/officeDocument/2006/relationships/hyperlink" Target="https://example.invalid/unused/1399" TargetMode="External" /><Relationship Id="rId1400" Type="http://schemas.openxmlformats.org/officeDocument/2006/relationships/hyperlink" Target="https://example.invalid/unused/1400" TargetMode="External" /><Relationship Id="rId1401" Type="http://schemas.openxmlformats.org/officeDocument/2006/relationships/hyperlink" Target="https://example.invalid/unused/1401" TargetMode="External" /><Relationship Id="rId1402" Type="http://schemas.openxmlformats.org/officeDocument/2006/relationships/hyperlink" Target="https://example.invalid/unused/1402" TargetMode="External" /><Relationship Id="rId1403" Type="http://schemas.openxmlformats.org/officeDocument/2006/relationships/hyperlink" Target="https://example.invalid/unused/1403" TargetMode="External" /><Relationship Id="rId1404" Type="http://schemas.openxmlformats.org/officeDocument/2006/relationships/hyperlink" Target="https://example.invalid/unused/1404" TargetMode="External" /><Relationship Id="rId1405" Type="http://schemas.openxmlformats.org/officeDocument/2006/relationships/hyperlink" Target="https://example.invalid/unused/1405" TargetMode="External" /><Relationship Id="rId1406" Type="http://schemas.openxmlformats.org/officeDocument/2006/relationships/hyperlink" Target="https://example.invalid/unused/1406" TargetMode="External" /><Relationship Id="rId1407" Type="http://schemas.openxmlformats.org/officeDocument/2006/relationships/hyperlink" Target="https://example.invalid/unused/1407" TargetMode="External" /><Relationship Id="rId1408" Type="http://schemas.openxmlformats.org/officeDocument/2006/relationships/hyperlink" Target="https://example.invalid/unused/1408" TargetMode="External" /><Relationship Id="rId1409" Type="http://schemas.openxmlformats.org/officeDocument/2006/relationships/hyperlink" Target="https://example.invalid/unused/1409" TargetMode="External" /><Relationship Id="rId1410" Type="http://schemas.openxmlformats.org/officeDocument/2006/relationships/hyperlink" Target="https://example.invalid/unused/1410" TargetMode="External" /><Relationship Id="rId1411" Type="http://schemas.openxmlformats.org/officeDocument/2006/relationships/hyperlink" Target="https://example.invalid/unused/1411" TargetMode="External" /><Relationship Id="rId1412" Type="http://schemas.openxmlformats.org/officeDocument/2006/relationships/hyperlink" Target="https://example.invalid/unused/1412" TargetMode="External" /><Relationship Id="rId1413" Type="http://schemas.openxmlformats.org/officeDocument/2006/relationships/hyperlink" Target="https://example.invalid/unused/1413" TargetMode="External" /><Relationship Id="rId1414" Type="http://schemas.openxmlformats.org/officeDocument/2006/relationships/hyperlink" Target="https://example.invalid/unused/1414" TargetMode="External" /><Relationship Id="rId1415" Type="http://schemas.openxmlformats.org/officeDocument/2006/relationships/hyperlink" Target="https://example.invalid/unused/1415" TargetMode="External" /><Relationship Id="rId1416" Type="http://schemas.openxmlformats.org/officeDocument/2006/relationships/hyperlink" Target="https://example.invalid/unused/1416" TargetMode="External" /><Relationship Id="rId1417" Type="http://schemas.openxmlformats.org/officeDocument/2006/relationships/hyperlink" Target="https://example.invalid/unused/1417" TargetMode="External" /><Relationship Id="rId1418" Type="http://schemas.openxmlformats.org/officeDocument/2006/relationships/hyperlink" Target="https://example.invalid/unused/1418" TargetMode="External" /><Relationship Id="rId1419" Type="http://schemas.openxmlformats.org/officeDocument/2006/relationships/hyperlink" Target="https://example.invalid/unused/1419" TargetMode="External" /><Relationship Id="rId1420" Type="http://schemas.openxmlformats.org/officeDocument/2006/relationships/hyperlink" Target="https://example.invalid/unused/1420" TargetMode="External" /><Relationship Id="rId1421" Type="http://schemas.openxmlformats.org/officeDocument/2006/relationships/hyperlink" Target="https://example.invalid/unused/1421" TargetMode="External" /><Relationship Id="rId1422" Type="http://schemas.openxmlformats.org/officeDocument/2006/relationships/hyperlink" Target="https://example.invalid/unused/1422" TargetMode="External" /><Relationship Id="rId1423" Type="http://schemas.openxmlformats.org/officeDocument/2006/relationships/hyperlink" Target="https://example.invalid/unused/1423" TargetMode="External" /><Relationship Id="rId1424" Type="http://schemas.openxmlformats.org/officeDocument/2006/relationships/hyperlink" Target="https://example.invalid/unused/1424" TargetMode="External" /><Relationship Id="rId1425" Type="http://schemas.openxmlformats.org/officeDocument/2006/relationships/hyperlink" Target="https://example.invalid/unused/1425" TargetMode="External" /><Relationship Id="rId1426" Type="http://schemas.openxmlformats.org/officeDocument/2006/relationships/hyperlink" Target="https://example.invalid/unused/1426" TargetMode="External" /><Relationship Id="rId1427" Type="http://schemas.openxmlformats.org/officeDocument/2006/relationships/hyperlink" Target="https://example.invalid/unused/1427" TargetMode="External" /><Relationship Id="rId1428" Type="http://schemas.openxmlformats.org/officeDocument/2006/relationships/hyperlink" Target="https://example.invalid/unused/1428" TargetMode="External" /><Relationship Id="rId1429" Type="http://schemas.openxmlformats.org/officeDocument/2006/relationships/hyperlink" Target="https://example.invalid/unused/1429" TargetMode="External" /><Relationship Id="rId1430" Type="http://schemas.openxmlformats.org/officeDocument/2006/relationships/hyperlink" Target="https://example.invalid/unused/1430" TargetMode="External" /><Relationship Id="rId1431" Type="http://schemas.openxmlformats.org/officeDocument/2006/relationships/hyperlink" Target="https://example.invalid/unused/1431" TargetMode="External" /><Relationship Id="rId1432" Type="http://schemas.openxmlformats.org/officeDocument/2006/relationships/hyperlink" Target="https://example.invalid/unused/1432" TargetMode="External" /><Relationship Id="rId1433" Type="http://schemas.openxmlformats.org/officeDocument/2006/relationships/hyperlink" Target="https://example.invalid/unused/1433" TargetMode="External" /><Relationship Id="rId1434" Type="http://schemas.openxmlformats.org/officeDocument/2006/relationships/hyperlink" Target="https://example.invalid/unused/1434" TargetMode="External" /><Relationship Id="rId1435" Type="http://schemas.openxmlformats.org/officeDocument/2006/relationships/hyperlink" Target="https://example.invalid/unused/1435" TargetMode="External" /><Relationship Id="rId1436" Type="http://schemas.openxmlformats.org/officeDocument/2006/relationships/hyperlink" Target="https://example.invalid/unused/1436" TargetMode="External" /><Relationship Id="rId1437" Type="http://schemas.openxmlformats.org/officeDocument/2006/relationships/hyperlink" Target="https://example.invalid/unused/1437" TargetMode="External" /><Relationship Id="rId1438" Type="http://schemas.openxmlformats.org/officeDocument/2006/relationships/hyperlink" Target="https://example.invalid/unused/1438" TargetMode="External" /><Relationship Id="rId1439" Type="http://schemas.openxmlformats.org/officeDocument/2006/relationships/hyperlink" Target="https://example.invalid/unused/1439" TargetMode="External" /><Relationship Id="rId1440" Type="http://schemas.openxmlformats.org/officeDocument/2006/relationships/hyperlink" Target="https://example.invalid/unused/1440" TargetMode="External" /><Relationship Id="rId1441" Type="http://schemas.openxmlformats.org/officeDocument/2006/relationships/hyperlink" Target="https://example.invalid/unused/1441" TargetMode="External" /><Relationship Id="rId1442" Type="http://schemas.openxmlformats.org/officeDocument/2006/relationships/hyperlink" Target="https://example.invalid/unused/1442" TargetMode="External" /><Relationship Id="rId1443" Type="http://schemas.openxmlformats.org/officeDocument/2006/relationships/hyperlink" Target="https://example.invalid/unused/1443" TargetMode="External" /><Relationship Id="rId1444" Type="http://schemas.openxmlformats.org/officeDocument/2006/relationships/hyperlink" Target="https://example.invalid/unused/1444" TargetMode="External" /><Relationship Id="rId1445" Type="http://schemas.openxmlformats.org/officeDocument/2006/relationships/hyperlink" Target="https://example.invalid/unused/1445" TargetMode="External" /><Relationship Id="rId1446" Type="http://schemas.openxmlformats.org/officeDocument/2006/relationships/hyperlink" Target="https://example.invalid/unused/1446" TargetMode="External" /><Relationship Id="rId1447" Type="http://schemas.openxmlformats.org/officeDocument/2006/relationships/hyperlink" Target="https://example.invalid/unused/1447" TargetMode="External" /><Relationship Id="rId1448" Type="http://schemas.openxmlformats.org/officeDocument/2006/relationships/hyperlink" Target="https://example.invalid/unused/1448" TargetMode="External" /><Relationship Id="rId1449" Type="http://schemas.openxmlformats.org/officeDocument/2006/relationships/hyperlink" Target="https://example.invalid/unused/1449" TargetMode="External" /><Relationship Id="rId1450" Type="http://schemas.openxmlformats.org/officeDocument/2006/relationships/hyperlink" Target="https://example.invalid/unused/1450" TargetMode="External" /><Relationship Id="rId1451" Type="http://schemas.openxmlformats.org/officeDocument/2006/relationships/hyperlink" Target="https://example.invalid/unused/1451" TargetMode="External" /><Relationship Id="rId1452" Type="http://schemas.openxmlformats.org/officeDocument/2006/relationships/hyperlink" Target="https://example.invalid/unused/1452" TargetMode="External" /><Relationship Id="rId1453" Type="http://schemas.openxmlformats.org/officeDocument/2006/relationships/hyperlink" Target="https://example.invalid/unused/1453" TargetMode="External" /><Relationship Id="rId1454" Type="http://schemas.openxmlformats.org/officeDocument/2006/relationships/hyperlink" Target="https://example.invalid/unused/1454" TargetMode="External" /><Relationship Id="rId1455" Type="http://schemas.openxmlformats.org/officeDocument/2006/relationships/hyperlink" Target="https://example.invalid/unused/1455" TargetMode="External" /><Relationship Id="rId1456" Type="http://schemas.openxmlformats.org/officeDocument/2006/relationships/hyperlink" Target="https://example.invalid/unused/1456" TargetMode="External" /><Relationship Id="rId1457" Type="http://schemas.openxmlformats.org/officeDocument/2006/relationships/hyperlink" Target="https://example.invalid/unused/1457" TargetMode="External" /><Relationship Id="rId1458" Type="http://schemas.openxmlformats.org/officeDocument/2006/relationships/hyperlink" Target="https://example.invalid/unused/1458" TargetMode="External" /><Relationship Id="rId1459" Type="http://schemas.openxmlformats.org/officeDocument/2006/relationships/hyperlink" Target="https://example.invalid/unused/1459" TargetMode="External" /><Relationship Id="rId1460" Type="http://schemas.openxmlformats.org/officeDocument/2006/relationships/hyperlink" Target="https://example.invalid/unused/1460" TargetMode="External" /><Relationship Id="rId1461" Type="http://schemas.openxmlformats.org/officeDocument/2006/relationships/hyperlink" Target="https://example.invalid/unused/1461" TargetMode="External" /><Relationship Id="rId1462" Type="http://schemas.openxmlformats.org/officeDocument/2006/relationships/hyperlink" Target="https://example.invalid/unused/1462" TargetMode="External" /><Relationship Id="rId1463" Type="http://schemas.openxmlformats.org/officeDocument/2006/relationships/hyperlink" Target="https://example.invalid/unused/1463" TargetMode="External" /><Relationship Id="rId1464" Type="http://schemas.openxmlformats.org/officeDocument/2006/relationships/hyperlink" Target="https://example.invalid/unused/1464" TargetMode="External" /><Relationship Id="rId1465" Type="http://schemas.openxmlformats.org/officeDocument/2006/relationships/hyperlink" Target="https://example.invalid/unused/1465" TargetMode="External" /><Relationship Id="rId1466" Type="http://schemas.openxmlformats.org/officeDocument/2006/relationships/hyperlink" Target="https://example.invalid/unused/1466" TargetMode="External" /><Relationship Id="rId1467" Type="http://schemas.openxmlformats.org/officeDocument/2006/relationships/hyperlink" Target="https://example.invalid/unused/1467" TargetMode="External" /><Relationship Id="rId1468" Type="http://schemas.openxmlformats.org/officeDocument/2006/relationships/hyperlink" Target="https://example.invalid/unused/1468" TargetMode="External" /><Relationship Id="rId1469" Type="http://schemas.openxmlformats.org/officeDocument/2006/relationships/hyperlink" Target="https://example.invalid/unused/1469" TargetMode="External" /><Relationship Id="rId1470" Type="http://schemas.openxmlformats.org/officeDocument/2006/relationships/hyperlink" Target="https://example.invalid/unused/1470" TargetMode="External" /><Relationship Id="rId1471" Type="http://schemas.openxmlformats.org/officeDocument/2006/relationships/hyperlink" Target="https://example.invalid/unused/1471" TargetMode="External" /><Relationship Id="rId1472" Type="http://schemas.openxmlformats.org/officeDocument/2006/relationships/hyperlink" Target="https://example.invalid/unused/1472" TargetMode="External" /><Relationship Id="rId1473" Type="http://schemas.openxmlformats.org/officeDocument/2006/relationships/hyperlink" Target="https://example.invalid/unused/1473" TargetMode="External" /><Relationship Id="rId1474" Type="http://schemas.openxmlformats.org/officeDocument/2006/relationships/hyperlink" Target="https://example.invalid/unused/1474" TargetMode="External" /><Relationship Id="rId1475" Type="http://schemas.openxmlformats.org/officeDocument/2006/relationships/hyperlink" Target="https://example.invalid/unused/1475" TargetMode="External" /><Relationship Id="rId1476" Type="http://schemas.openxmlformats.org/officeDocument/2006/relationships/hyperlink" Target="https://example.invalid/unused/1476" TargetMode="External" /><Relationship Id="rId1477" Type="http://schemas.openxmlformats.org/officeDocument/2006/relationships/hyperlink" Target="https://example.invalid/unused/1477" TargetMode="External" /><Relationship Id="rId1478" Type="http://schemas.openxmlformats.org/officeDocument/2006/relationships/hyperlink" Target="https://example.invalid/unused/1478" TargetMode="External" /><Relationship Id="rId1479" Type="http://schemas.openxmlformats.org/officeDocument/2006/relationships/hyperlink" Target="https://example.invalid/unused/1479" TargetMode="External" /><Relationship Id="rId1480" Type="http://schemas.openxmlformats.org/officeDocument/2006/relationships/hyperlink" Target="https://example.invalid/unused/1480" TargetMode="External" /><Relationship Id="rId1481" Type="http://schemas.openxmlformats.org/officeDocument/2006/relationships/hyperlink" Target="https://example.invalid/unused/1481" TargetMode="External" /><Relationship Id="rId1482" Type="http://schemas.openxmlformats.org/officeDocument/2006/relationships/hyperlink" Target="https://example.invalid/unused/1482" TargetMode="External" /><Relationship Id="rId1483" Type="http://schemas.openxmlformats.org/officeDocument/2006/relationships/hyperlink" Target="https://example.invalid/unused/1483" TargetMode="External" /><Relationship Id="rId1484" Type="http://schemas.openxmlformats.org/officeDocument/2006/relationships/hyperlink" Target="https://example.invalid/unused/1484" TargetMode="External" /><Relationship Id="rId1485" Type="http://schemas.openxmlformats.org/officeDocument/2006/relationships/hyperlink" Target="https://example.invalid/unused/1485" TargetMode="External" /><Relationship Id="rId1486" Type="http://schemas.openxmlformats.org/officeDocument/2006/relationships/hyperlink" Target="https://example.invalid/unused/1486" TargetMode="External" /><Relationship Id="rId1487" Type="http://schemas.openxmlformats.org/officeDocument/2006/relationships/hyperlink" Target="https://example.invalid/unused/1487" TargetMode="External" /><Relationship Id="rId1488" Type="http://schemas.openxmlformats.org/officeDocument/2006/relationships/hyperlink" Target="https://example.invalid/unused/1488" TargetMode="External" /><Relationship Id="rId1489" Type="http://schemas.openxmlformats.org/officeDocument/2006/relationships/hyperlink" Target="https://example.invalid/unused/1489" TargetMode="External" /><Relationship Id="rId1490" Type="http://schemas.openxmlformats.org/officeDocument/2006/relationships/hyperlink" Target="https://example.invalid/unused/1490" TargetMode="External" /><Relationship Id="rId1491" Type="http://schemas.openxmlformats.org/officeDocument/2006/relationships/hyperlink" Target="https://example.invalid/unused/1491" TargetMode="External" /><Relationship Id="rId1492" Type="http://schemas.openxmlformats.org/officeDocument/2006/relationships/hyperlink" Target="https://example.invalid/unused/1492" TargetMode="External" /><Relationship Id="rId1493" Type="http://schemas.openxmlformats.org/officeDocument/2006/relationships/hyperlink" Target="https://example.invalid/unused/1493" TargetMode="External" /><Relationship Id="rId1494" Type="http://schemas.openxmlformats.org/officeDocument/2006/relationships/hyperlink" Target="https://example.invalid/unused/1494" TargetMode="External" /><Relationship Id="rId1495" Type="http://schemas.openxmlformats.org/officeDocument/2006/relationships/hyperlink" Target="https://example.invalid/unused/1495" TargetMode="External" /><Relationship Id="rId1496" Type="http://schemas.openxmlformats.org/officeDocument/2006/relationships/hyperlink" Target="https://example.invalid/unused/1496" TargetMode="External" /><Relationship Id="rId1497" Type="http://schemas.openxmlformats.org/officeDocument/2006/relationships/hyperlink" Target="https://example.invalid/unused/1497" TargetMode="External" /><Relationship Id="rId1498" Type="http://schemas.openxmlformats.org/officeDocument/2006/relationships/hyperlink" Target="https://example.invalid/unused/1498" TargetMode="External" /><Relationship Id="rId1499" Type="http://schemas.openxmlformats.org/officeDocument/2006/relationships/hyperlink" Target="https://example.invalid/unused/1499" TargetMode="External" /><Relationship Id="rId1500" Type="http://schemas.openxmlformats.org/officeDocument/2006/relationships/hyperlink" Target="https://example.invalid/unused/1500" TargetMode="External" /><Relationship Id="rId1501" Type="http://schemas.openxmlformats.org/officeDocument/2006/relationships/hyperlink" Target="https://example.invalid/unused/1501" TargetMode="External" /><Relationship Id="rId1502" Type="http://schemas.openxmlformats.org/officeDocument/2006/relationships/hyperlink" Target="https://example.invalid/unused/1502" TargetMode="External" /><Relationship Id="rId1503" Type="http://schemas.openxmlformats.org/officeDocument/2006/relationships/hyperlink" Target="https://example.invalid/unused/1503" TargetMode="External" /><Relationship Id="rId1504" Type="http://schemas.openxmlformats.org/officeDocument/2006/relationships/hyperlink" Target="https://example.invalid/unused/1504" TargetMode="External" /><Relationship Id="rId1505" Type="http://schemas.openxmlformats.org/officeDocument/2006/relationships/hyperlink" Target="https://example.invalid/unused/1505" TargetMode="External" /><Relationship Id="rId1506" Type="http://schemas.openxmlformats.org/officeDocument/2006/relationships/hyperlink" Target="https://example.invalid/unused/1506" TargetMode="External" /><Relationship Id="rId1507" Type="http://schemas.openxmlformats.org/officeDocument/2006/relationships/hyperlink" Target="https://example.invalid/unused/1507" TargetMode="External" /><Relationship Id="rId1508" Type="http://schemas.openxmlformats.org/officeDocument/2006/relationships/hyperlink" Target="https://example.invalid/unused/1508" TargetMode="External" /><Relationship Id="rId1509" Type="http://schemas.openxmlformats.org/officeDocument/2006/relationships/hyperlink" Target="https://example.invalid/unused/1509" TargetMode="External" /><Relationship Id="rId1510" Type="http://schemas.openxmlformats.org/officeDocument/2006/relationships/hyperlink" Target="https://example.invalid/unused/1510" TargetMode="External" /><Relationship Id="rId1511" Type="http://schemas.openxmlformats.org/officeDocument/2006/relationships/hyperlink" Target="https://example.invalid/unused/1511" TargetMode="External" /><Relationship Id="rId1512" Type="http://schemas.openxmlformats.org/officeDocument/2006/relationships/hyperlink" Target="https://example.invalid/unused/1512" TargetMode="External" /><Relationship Id="rId1513" Type="http://schemas.openxmlformats.org/officeDocument/2006/relationships/hyperlink" Target="https://example.invalid/unused/1513" TargetMode="External" /><Relationship Id="rId1514" Type="http://schemas.openxmlformats.org/officeDocument/2006/relationships/hyperlink" Target="https://example.invalid/unused/1514" TargetMode="External" /><Relationship Id="rId1515" Type="http://schemas.openxmlformats.org/officeDocument/2006/relationships/hyperlink" Target="https://example.invalid/unused/1515" TargetMode="External" /><Relationship Id="rId1516" Type="http://schemas.openxmlformats.org/officeDocument/2006/relationships/hyperlink" Target="https://example.invalid/unused/1516" TargetMode="External" /><Relationship Id="rId1517" Type="http://schemas.openxmlformats.org/officeDocument/2006/relationships/hyperlink" Target="https://example.invalid/unused/1517" TargetMode="External" /><Relationship Id="rId1518" Type="http://schemas.openxmlformats.org/officeDocument/2006/relationships/hyperlink" Target="https://example.invalid/unused/1518" TargetMode="External" /><Relationship Id="rId1519" Type="http://schemas.openxmlformats.org/officeDocument/2006/relationships/hyperlink" Target="https://example.invalid/unused/1519" TargetMode="External" /><Relationship Id="rId1520" Type="http://schemas.openxmlformats.org/officeDocument/2006/relationships/hyperlink" Target="https://example.invalid/unused/1520" TargetMode="External" /><Relationship Id="rId1521" Type="http://schemas.openxmlformats.org/officeDocument/2006/relationships/hyperlink" Target="https://example.invalid/unused/1521" TargetMode="External" /><Relationship Id="rId1522" Type="http://schemas.openxmlformats.org/officeDocument/2006/relationships/hyperlink" Target="https://example.invalid/unused/1522" TargetMode="External" /><Relationship Id="rId1523" Type="http://schemas.openxmlformats.org/officeDocument/2006/relationships/hyperlink" Target="https://example.invalid/unused/1523" TargetMode="External" /><Relationship Id="rId1524" Type="http://schemas.openxmlformats.org/officeDocument/2006/relationships/hyperlink" Target="https://example.invalid/unused/1524" TargetMode="External" /><Relationship Id="rId1525" Type="http://schemas.openxmlformats.org/officeDocument/2006/relationships/hyperlink" Target="https://example.invalid/unused/1525" TargetMode="External" /><Relationship Id="rId1526" Type="http://schemas.openxmlformats.org/officeDocument/2006/relationships/hyperlink" Target="https://example.invalid/unused/1526" TargetMode="External" /><Relationship Id="rId1527" Type="http://schemas.openxmlformats.org/officeDocument/2006/relationships/hyperlink" Target="https://example.invalid/unused/1527" TargetMode="External" /><Relationship Id="rId1528" Type="http://schemas.openxmlformats.org/officeDocument/2006/relationships/hyperlink" Target="https://example.invalid/unused/1528" TargetMode="External" /><Relationship Id="rId1529" Type="http://schemas.openxmlformats.org/officeDocument/2006/relationships/hyperlink" Target="https://example.invalid/unused/1529" TargetMode="External" /><Relationship Id="rId1530" Type="http://schemas.openxmlformats.org/officeDocument/2006/relationships/hyperlink" Target="https://example.invalid/unused/1530" TargetMode="External" /><Relationship Id="rId1531" Type="http://schemas.openxmlformats.org/officeDocument/2006/relationships/hyperlink" Target="https://example.invalid/unused/1531" TargetMode="External" /><Relationship Id="rId1532" Type="http://schemas.openxmlformats.org/officeDocument/2006/relationships/hyperlink" Target="https://example.invalid/unused/1532" TargetMode="External" /><Relationship Id="rId1533" Type="http://schemas.openxmlformats.org/officeDocument/2006/relationships/hyperlink" Target="https://example.invalid/unused/1533" TargetMode="External" /><Relationship Id="rId1534" Type="http://schemas.openxmlformats.org/officeDocument/2006/relationships/hyperlink" Target="https://example.invalid/unused/1534" TargetMode="External" /><Relationship Id="rId1535" Type="http://schemas.openxmlformats.org/officeDocument/2006/relationships/hyperlink" Target="https://example.invalid/unused/1535" TargetMode="External" /><Relationship Id="rId1536" Type="http://schemas.openxmlformats.org/officeDocument/2006/relationships/hyperlink" Target="https://example.invalid/unused/1536" TargetMode="External" /><Relationship Id="rId1537" Type="http://schemas.openxmlformats.org/officeDocument/2006/relationships/hyperlink" Target="https://example.invalid/unused/1537" TargetMode="External" /><Relationship Id="rId1538" Type="http://schemas.openxmlformats.org/officeDocument/2006/relationships/hyperlink" Target="https://example.invalid/unused/1538" TargetMode="External" /><Relationship Id="rId1539" Type="http://schemas.openxmlformats.org/officeDocument/2006/relationships/hyperlink" Target="https://example.invalid/unused/1539" TargetMode="External" /><Relationship Id="rId1540" Type="http://schemas.openxmlformats.org/officeDocument/2006/relationships/hyperlink" Target="https://example.invalid/unused/1540" TargetMode="External" /><Relationship Id="rId1541" Type="http://schemas.openxmlformats.org/officeDocument/2006/relationships/hyperlink" Target="https://example.invalid/unused/1541" TargetMode="External" /><Relationship Id="rId1542" Type="http://schemas.openxmlformats.org/officeDocument/2006/relationships/hyperlink" Target="https://example.invalid/unused/1542" TargetMode="External" /><Relationship Id="rId1543" Type="http://schemas.openxmlformats.org/officeDocument/2006/relationships/hyperlink" Target="https://example.invalid/unused/1543" TargetMode="External" /><Relationship Id="rId1544" Type="http://schemas.openxmlformats.org/officeDocument/2006/relationships/hyperlink" Target="https://example.invalid/unused/1544" TargetMode="External" /><Relationship Id="rId1545" Type="http://schemas.openxmlformats.org/officeDocument/2006/relationships/hyperlink" Target="https://example.invalid/unused/1545" TargetMode="External" /><Relationship Id="rId1546" Type="http://schemas.openxmlformats.org/officeDocument/2006/relationships/hyperlink" Target="https://example.invalid/unused/1546" TargetMode="External" /><Relationship Id="rId1547" Type="http://schemas.openxmlformats.org/officeDocument/2006/relationships/hyperlink" Target="https://example.invalid/unused/1547" TargetMode="External" /><Relationship Id="rId1548" Type="http://schemas.openxmlformats.org/officeDocument/2006/relationships/hyperlink" Target="https://example.invalid/unused/1548" TargetMode="External" /><Relationship Id="rId1549" Type="http://schemas.openxmlformats.org/officeDocument/2006/relationships/hyperlink" Target="https://example.invalid/unused/1549" TargetMode="External" /><Relationship Id="rId1550" Type="http://schemas.openxmlformats.org/officeDocument/2006/relationships/hyperlink" Target="https://example.invalid/unused/1550" TargetMode="External" /><Relationship Id="rId1551" Type="http://schemas.openxmlformats.org/officeDocument/2006/relationships/hyperlink" Target="https://example.invalid/unused/1551" TargetMode="External" /><Relationship Id="rId1552" Type="http://schemas.openxmlformats.org/officeDocument/2006/relationships/hyperlink" Target="https://example.invalid/unused/1552" TargetMode="External" /><Relationship Id="rId1553" Type="http://schemas.openxmlformats.org/officeDocument/2006/relationships/hyperlink" Target="https://example.invalid/unused/1553" TargetMode="External" /><Relationship Id="rId1554" Type="http://schemas.openxmlformats.org/officeDocument/2006/relationships/hyperlink" Target="https://example.invalid/unused/1554" TargetMode="External" /><Relationship Id="rId1555" Type="http://schemas.openxmlformats.org/officeDocument/2006/relationships/hyperlink" Target="https://example.invalid/unused/1555" TargetMode="External" /><Relationship Id="rId1556" Type="http://schemas.openxmlformats.org/officeDocument/2006/relationships/hyperlink" Target="https://example.invalid/unused/1556" TargetMode="External" /><Relationship Id="rId1557" Type="http://schemas.openxmlformats.org/officeDocument/2006/relationships/hyperlink" Target="https://example.invalid/unused/1557" TargetMode="External" /><Relationship Id="rId1558" Type="http://schemas.openxmlformats.org/officeDocument/2006/relationships/hyperlink" Target="https://example.invalid/unused/1558" TargetMode="External" /><Relationship Id="rId1559" Type="http://schemas.openxmlformats.org/officeDocument/2006/relationships/hyperlink" Target="https://example.invalid/unused/1559" TargetMode="External" /><Relationship Id="rId1560" Type="http://schemas.openxmlformats.org/officeDocument/2006/relationships/hyperlink" Target="https://example.invalid/unused/1560" TargetMode="External" /><Relationship Id="rId1561" Type="http://schemas.openxmlformats.org/officeDocument/2006/relationships/hyperlink" Target="https://example.invalid/unused/1561" TargetMode="External" /><Relationship Id="rId1562" Type="http://schemas.openxmlformats.org/officeDocument/2006/relationships/hyperlink" Target="https://example.invalid/unused/1562" TargetMode="External" /><Relationship Id="rId1563" Type="http://schemas.openxmlformats.org/officeDocument/2006/relationships/hyperlink" Target="https://example.invalid/unused/1563" TargetMode="External" /><Relationship Id="rId1564" Type="http://schemas.openxmlformats.org/officeDocument/2006/relationships/hyperlink" Target="https://example.invalid/unused/1564" TargetMode="External" /><Relationship Id="rId1565" Type="http://schemas.openxmlformats.org/officeDocument/2006/relationships/hyperlink" Target="https://example.invalid/unused/1565" TargetMode="External" /><Relationship Id="rId1566" Type="http://schemas.openxmlformats.org/officeDocument/2006/relationships/hyperlink" Target="https://example.invalid/unused/1566" TargetMode="External" /><Relationship Id="rId1567" Type="http://schemas.openxmlformats.org/officeDocument/2006/relationships/hyperlink" Target="https://example.invalid/unused/1567" TargetMode="External" /><Relationship Id="rId1568" Type="http://schemas.openxmlformats.org/officeDocument/2006/relationships/hyperlink" Target="https://example.invalid/unused/1568" TargetMode="External" /><Relationship Id="rId1569" Type="http://schemas.openxmlformats.org/officeDocument/2006/relationships/hyperlink" Target="https://example.invalid/unused/1569" TargetMode="External" /><Relationship Id="rId1570" Type="http://schemas.openxmlformats.org/officeDocument/2006/relationships/hyperlink" Target="https://example.invalid/unused/1570" TargetMode="External" /><Relationship Id="rId1571" Type="http://schemas.openxmlformats.org/officeDocument/2006/relationships/hyperlink" Target="https://example.invalid/unused/1571" TargetMode="External" /><Relationship Id="rId1572" Type="http://schemas.openxmlformats.org/officeDocument/2006/relationships/hyperlink" Target="https://example.invalid/unused/1572" TargetMode="External" /><Relationship Id="rId1573" Type="http://schemas.openxmlformats.org/officeDocument/2006/relationships/hyperlink" Target="https://example.invalid/unused/1573" TargetMode="External" /><Relationship Id="rId1574" Type="http://schemas.openxmlformats.org/officeDocument/2006/relationships/hyperlink" Target="https://example.invalid/unused/1574" TargetMode="External" /><Relationship Id="rId1575" Type="http://schemas.openxmlformats.org/officeDocument/2006/relationships/hyperlink" Target="https://example.invalid/unused/1575" TargetMode="External" /><Relationship Id="rId1576" Type="http://schemas.openxmlformats.org/officeDocument/2006/relationships/hyperlink" Target="https://example.invalid/unused/1576" TargetMode="External" /><Relationship Id="rId1577" Type="http://schemas.openxmlformats.org/officeDocument/2006/relationships/hyperlink" Target="https://example.invalid/unused/1577" TargetMode="External" /><Relationship Id="rId1578" Type="http://schemas.openxmlformats.org/officeDocument/2006/relationships/hyperlink" Target="https://example.invalid/unused/1578" TargetMode="External" /><Relationship Id="rId1579" Type="http://schemas.openxmlformats.org/officeDocument/2006/relationships/hyperlink" Target="https://example.invalid/unused/1579" TargetMode="External" /><Relationship Id="rId1580" Type="http://schemas.openxmlformats.org/officeDocument/2006/relationships/hyperlink" Target="https://example.invalid/unused/1580" TargetMode="External" /><Relationship Id="rId1581" Type="http://schemas.openxmlformats.org/officeDocument/2006/relationships/hyperlink" Target="https://example.invalid/unused/1581" TargetMode="External" /><Relationship Id="rId1582" Type="http://schemas.openxmlformats.org/officeDocument/2006/relationships/hyperlink" Target="https://example.invalid/unused/1582" TargetMode="External" /><Relationship Id="rId1583" Type="http://schemas.openxmlformats.org/officeDocument/2006/relationships/hyperlink" Target="https://example.invalid/unused/1583" TargetMode="External" /><Relationship Id="rId1584" Type="http://schemas.openxmlformats.org/officeDocument/2006/relationships/hyperlink" Target="https://example.invalid/unused/1584" TargetMode="External" /><Relationship Id="rId1585" Type="http://schemas.openxmlformats.org/officeDocument/2006/relationships/hyperlink" Target="https://example.invalid/unused/1585" TargetMode="External" /><Relationship Id="rId1586" Type="http://schemas.openxmlformats.org/officeDocument/2006/relationships/hyperlink" Target="https://example.invalid/unused/1586" TargetMode="External" /><Relationship Id="rId1587" Type="http://schemas.openxmlformats.org/officeDocument/2006/relationships/hyperlink" Target="https://example.invalid/unused/1587" TargetMode="External" /><Relationship Id="rId1588" Type="http://schemas.openxmlformats.org/officeDocument/2006/relationships/hyperlink" Target="https://example.invalid/unused/1588" TargetMode="External" /><Relationship Id="rId1589" Type="http://schemas.openxmlformats.org/officeDocument/2006/relationships/hyperlink" Target="https://example.invalid/unused/1589" TargetMode="External" /><Relationship Id="rId1590" Type="http://schemas.openxmlformats.org/officeDocument/2006/relationships/hyperlink" Target="https://example.invalid/unused/1590" TargetMode="External" /><Relationship Id="rId1591" Type="http://schemas.openxmlformats.org/officeDocument/2006/relationships/hyperlink" Target="https://example.invalid/unused/1591" TargetMode="External" /><Relationship Id="rId1592" Type="http://schemas.openxmlformats.org/officeDocument/2006/relationships/hyperlink" Target="https://example.invalid/unused/1592" TargetMode="External" /><Relationship Id="rId1593" Type="http://schemas.openxmlformats.org/officeDocument/2006/relationships/hyperlink" Target="https://example.invalid/unused/1593" TargetMode="External" /><Relationship Id="rId1594" Type="http://schemas.openxmlformats.org/officeDocument/2006/relationships/hyperlink" Target="https://example.invalid/unused/1594" TargetMode="External" /><Relationship Id="rId1595" Type="http://schemas.openxmlformats.org/officeDocument/2006/relationships/hyperlink" Target="https://example.invalid/unused/1595" TargetMode="External" /><Relationship Id="rId1596" Type="http://schemas.openxmlformats.org/officeDocument/2006/relationships/hyperlink" Target="https://example.invalid/unused/1596" TargetMode="External" /><Relationship Id="rId1597" Type="http://schemas.openxmlformats.org/officeDocument/2006/relationships/hyperlink" Target="https://example.invalid/unused/1597" TargetMode="External" /><Relationship Id="rId1598" Type="http://schemas.openxmlformats.org/officeDocument/2006/relationships/hyperlink" Target="https://example.invalid/unused/1598" TargetMode="External" /><Relationship Id="rId1599" Type="http://schemas.openxmlformats.org/officeDocument/2006/relationships/hyperlink" Target="https://example.invalid/unused/1599" TargetMode="External" /><Relationship Id="rId1600" Type="http://schemas.openxmlformats.org/officeDocument/2006/relationships/hyperlink" Target="https://example.invalid/unused/1600" TargetMode="External" /><Relationship Id="rId1601" Type="http://schemas.openxmlformats.org/officeDocument/2006/relationships/hyperlink" Target="https://example.invalid/unused/1601" TargetMode="External" /><Relationship Id="rId1602" Type="http://schemas.openxmlformats.org/officeDocument/2006/relationships/hyperlink" Target="https://example.invalid/unused/1602" TargetMode="External" /><Relationship Id="rId1603" Type="http://schemas.openxmlformats.org/officeDocument/2006/relationships/hyperlink" Target="https://example.invalid/unused/1603" TargetMode="External" /><Relationship Id="rId1604" Type="http://schemas.openxmlformats.org/officeDocument/2006/relationships/hyperlink" Target="https://example.invalid/unused/1604" TargetMode="External" /><Relationship Id="rId1605" Type="http://schemas.openxmlformats.org/officeDocument/2006/relationships/hyperlink" Target="https://example.invalid/unused/1605" TargetMode="External" /><Relationship Id="rId1606" Type="http://schemas.openxmlformats.org/officeDocument/2006/relationships/hyperlink" Target="https://example.invalid/unused/1606" TargetMode="External" /><Relationship Id="rId1607" Type="http://schemas.openxmlformats.org/officeDocument/2006/relationships/hyperlink" Target="https://example.invalid/unused/1607" TargetMode="External" /><Relationship Id="rId1608" Type="http://schemas.openxmlformats.org/officeDocument/2006/relationships/hyperlink" Target="https://example.invalid/unused/1608" TargetMode="External" /><Relationship Id="rId1609" Type="http://schemas.openxmlformats.org/officeDocument/2006/relationships/hyperlink" Target="https://example.invalid/unused/1609" TargetMode="External" /><Relationship Id="rId1610" Type="http://schemas.openxmlformats.org/officeDocument/2006/relationships/hyperlink" Target="https://example.invalid/unused/1610" TargetMode="External" /><Relationship Id="rId1611" Type="http://schemas.openxmlformats.org/officeDocument/2006/relationships/hyperlink" Target="https://example.invalid/unused/1611" TargetMode="External" /><Relationship Id="rId1612" Type="http://schemas.openxmlformats.org/officeDocument/2006/relationships/hyperlink" Target="https://example.invalid/unused/1612" TargetMode="External" /><Relationship Id="rId1613" Type="http://schemas.openxmlformats.org/officeDocument/2006/relationships/hyperlink" Target="https://example.invalid/unused/1613" TargetMode="External" /><Relationship Id="rId1614" Type="http://schemas.openxmlformats.org/officeDocument/2006/relationships/hyperlink" Target="https://example.invalid/unused/1614" TargetMode="External" /><Relationship Id="rId1615" Type="http://schemas.openxmlformats.org/officeDocument/2006/relationships/hyperlink" Target="https://example.invalid/unused/1615" TargetMode="External" /><Relationship Id="rId1616" Type="http://schemas.openxmlformats.org/officeDocument/2006/relationships/hyperlink" Target="https://example.invalid/unused/1616" TargetMode="External" /><Relationship Id="rId1617" Type="http://schemas.openxmlformats.org/officeDocument/2006/relationships/hyperlink" Target="https://example.invalid/unused/1617" TargetMode="External" /><Relationship Id="rId1618" Type="http://schemas.openxmlformats.org/officeDocument/2006/relationships/hyperlink" Target="https://example.invalid/unused/1618" TargetMode="External" /><Relationship Id="rId1619" Type="http://schemas.openxmlformats.org/officeDocument/2006/relationships/hyperlink" Target="https://example.invalid/unused/1619" TargetMode="External" /><Relationship Id="rId1620" Type="http://schemas.openxmlformats.org/officeDocument/2006/relationships/hyperlink" Target="https://example.invalid/unused/1620" TargetMode="External" /><Relationship Id="rId1621" Type="http://schemas.openxmlformats.org/officeDocument/2006/relationships/hyperlink" Target="https://example.invalid/unused/1621" TargetMode="External" /><Relationship Id="rId1622" Type="http://schemas.openxmlformats.org/officeDocument/2006/relationships/hyperlink" Target="https://example.invalid/unused/1622" TargetMode="External" /><Relationship Id="rId1623" Type="http://schemas.openxmlformats.org/officeDocument/2006/relationships/hyperlink" Target="https://example.invalid/unused/1623" TargetMode="External" /><Relationship Id="rId1624" Type="http://schemas.openxmlformats.org/officeDocument/2006/relationships/hyperlink" Target="https://example.invalid/unused/1624" TargetMode="External" /><Relationship Id="rId1625" Type="http://schemas.openxmlformats.org/officeDocument/2006/relationships/hyperlink" Target="https://example.invalid/unused/1625" TargetMode="External" /><Relationship Id="rId1626" Type="http://schemas.openxmlformats.org/officeDocument/2006/relationships/hyperlink" Target="https://example.invalid/unused/1626" TargetMode="External" /><Relationship Id="rId1627" Type="http://schemas.openxmlformats.org/officeDocument/2006/relationships/hyperlink" Target="https://example.invalid/unused/1627" TargetMode="External" /><Relationship Id="rId1628" Type="http://schemas.openxmlformats.org/officeDocument/2006/relationships/hyperlink" Target="https://example.invalid/unused/1628" TargetMode="External" /><Relationship Id="rId1629" Type="http://schemas.openxmlformats.org/officeDocument/2006/relationships/hyperlink" Target="https://example.invalid/unused/1629" TargetMode="External" /><Relationship Id="rId1630" Type="http://schemas.openxmlformats.org/officeDocument/2006/relationships/hyperlink" Target="https://example.invalid/unused/1630" TargetMode="External" /><Relationship Id="rId1631" Type="http://schemas.openxmlformats.org/officeDocument/2006/relationships/hyperlink" Target="https://example.invalid/unused/1631" TargetMode="External" /><Relationship Id="rId1632" Type="http://schemas.openxmlformats.org/officeDocument/2006/relationships/hyperlink" Target="https://example.invalid/unused/1632" TargetMode="External" /><Relationship Id="rId1633" Type="http://schemas.openxmlformats.org/officeDocument/2006/relationships/hyperlink" Target="https://example.invalid/unused/1633" TargetMode="External" /><Relationship Id="rId1634" Type="http://schemas.openxmlformats.org/officeDocument/2006/relationships/hyperlink" Target="https://example.invalid/unused/1634" TargetMode="External" /><Relationship Id="rId1635" Type="http://schemas.openxmlformats.org/officeDocument/2006/relationships/hyperlink" Target="https://example.invalid/unused/1635" TargetMode="External" /><Relationship Id="rId1636" Type="http://schemas.openxmlformats.org/officeDocument/2006/relationships/hyperlink" Target="https://example.invalid/unused/1636" TargetMode="External" /><Relationship Id="rId1637" Type="http://schemas.openxmlformats.org/officeDocument/2006/relationships/hyperlink" Target="https://example.invalid/unused/1637" TargetMode="External" /><Relationship Id="rId1638" Type="http://schemas.openxmlformats.org/officeDocument/2006/relationships/hyperlink" Target="https://example.invalid/unused/1638" TargetMode="External" /><Relationship Id="rId1639" Type="http://schemas.openxmlformats.org/officeDocument/2006/relationships/hyperlink" Target="https://example.invalid/unused/1639" TargetMode="External" /><Relationship Id="rId1640" Type="http://schemas.openxmlformats.org/officeDocument/2006/relationships/hyperlink" Target="https://example.invalid/unused/1640" TargetMode="External" /><Relationship Id="rId1641" Type="http://schemas.openxmlformats.org/officeDocument/2006/relationships/hyperlink" Target="https://example.invalid/unused/1641" TargetMode="External" /><Relationship Id="rId1642" Type="http://schemas.openxmlformats.org/officeDocument/2006/relationships/hyperlink" Target="https://example.invalid/unused/1642" TargetMode="External" /><Relationship Id="rId1643" Type="http://schemas.openxmlformats.org/officeDocument/2006/relationships/hyperlink" Target="https://example.invalid/unused/1643" TargetMode="External" /><Relationship Id="rId1644" Type="http://schemas.openxmlformats.org/officeDocument/2006/relationships/hyperlink" Target="https://example.invalid/unused/1644" TargetMode="External" /><Relationship Id="rId1645" Type="http://schemas.openxmlformats.org/officeDocument/2006/relationships/hyperlink" Target="https://example.invalid/unused/1645" TargetMode="External" /><Relationship Id="rId1646" Type="http://schemas.openxmlformats.org/officeDocument/2006/relationships/hyperlink" Target="https://example.invalid/unused/1646" TargetMode="External" /><Relationship Id="rId1647" Type="http://schemas.openxmlformats.org/officeDocument/2006/relationships/hyperlink" Target="https://example.invalid/unused/1647" TargetMode="External" /><Relationship Id="rId1648" Type="http://schemas.openxmlformats.org/officeDocument/2006/relationships/hyperlink" Target="https://example.invalid/unused/1648" TargetMode="External" /><Relationship Id="rId1649" Type="http://schemas.openxmlformats.org/officeDocument/2006/relationships/hyperlink" Target="https://example.invalid/unused/1649" TargetMode="External" /><Relationship Id="rId1650" Type="http://schemas.openxmlformats.org/officeDocument/2006/relationships/hyperlink" Target="https://example.invalid/unused/1650" TargetMode="External" /><Relationship Id="rId1651" Type="http://schemas.openxmlformats.org/officeDocument/2006/relationships/hyperlink" Target="https://example.invalid/unused/1651" TargetMode="External" /><Relationship Id="rId1652" Type="http://schemas.openxmlformats.org/officeDocument/2006/relationships/hyperlink" Target="https://example.invalid/unused/1652" TargetMode="External" /><Relationship Id="rId1653" Type="http://schemas.openxmlformats.org/officeDocument/2006/relationships/hyperlink" Target="https://example.invalid/unused/1653" TargetMode="External" /><Relationship Id="rId1654" Type="http://schemas.openxmlformats.org/officeDocument/2006/relationships/hyperlink" Target="https://example.invalid/unused/1654" TargetMode="External" /><Relationship Id="rId1655" Type="http://schemas.openxmlformats.org/officeDocument/2006/relationships/hyperlink" Target="https://example.invalid/unused/1655" TargetMode="External" /><Relationship Id="rId1656" Type="http://schemas.openxmlformats.org/officeDocument/2006/relationships/hyperlink" Target="https://example.invalid/unused/1656" TargetMode="External" /><Relationship Id="rId1657" Type="http://schemas.openxmlformats.org/officeDocument/2006/relationships/hyperlink" Target="https://example.invalid/unused/1657" TargetMode="External" /><Relationship Id="rId1658" Type="http://schemas.openxmlformats.org/officeDocument/2006/relationships/hyperlink" Target="https://example.invalid/unused/1658" TargetMode="External" /><Relationship Id="rId1659" Type="http://schemas.openxmlformats.org/officeDocument/2006/relationships/hyperlink" Target="https://example.invalid/unused/1659" TargetMode="External" /><Relationship Id="rId1660" Type="http://schemas.openxmlformats.org/officeDocument/2006/relationships/hyperlink" Target="https://example.invalid/unused/1660" TargetMode="External" /><Relationship Id="rId1661" Type="http://schemas.openxmlformats.org/officeDocument/2006/relationships/hyperlink" Target="https://example.invalid/unused/1661" TargetMode="External" /><Relationship Id="rId1662" Type="http://schemas.openxmlformats.org/officeDocument/2006/relationships/hyperlink" Target="https://example.invalid/unused/1662" TargetMode="External" /><Relationship Id="rId1663" Type="http://schemas.openxmlformats.org/officeDocument/2006/relationships/hyperlink" Target="https://example.invalid/unused/1663" TargetMode="External" /><Relationship Id="rId1664" Type="http://schemas.openxmlformats.org/officeDocument/2006/relationships/hyperlink" Target="https://example.invalid/unused/1664" TargetMode="External" /><Relationship Id="rId1665" Type="http://schemas.openxmlformats.org/officeDocument/2006/relationships/hyperlink" Target="https://example.invalid/unused/1665" TargetMode="External" /><Relationship Id="rId1666" Type="http://schemas.openxmlformats.org/officeDocument/2006/relationships/hyperlink" Target="https://example.invalid/unused/1666" TargetMode="External" /><Relationship Id="rId1667" Type="http://schemas.openxmlformats.org/officeDocument/2006/relationships/hyperlink" Target="https://example.invalid/unused/1667" TargetMode="External" /><Relationship Id="rId1668" Type="http://schemas.openxmlformats.org/officeDocument/2006/relationships/hyperlink" Target="https://example.invalid/unused/1668" TargetMode="External" /><Relationship Id="rId1669" Type="http://schemas.openxmlformats.org/officeDocument/2006/relationships/hyperlink" Target="https://example.invalid/unused/1669" TargetMode="External" /><Relationship Id="rId1670" Type="http://schemas.openxmlformats.org/officeDocument/2006/relationships/hyperlink" Target="https://example.invalid/unused/1670" TargetMode="External" /><Relationship Id="rId1671" Type="http://schemas.openxmlformats.org/officeDocument/2006/relationships/hyperlink" Target="https://example.invalid/unused/1671" TargetMode="External" /><Relationship Id="rId1672" Type="http://schemas.openxmlformats.org/officeDocument/2006/relationships/hyperlink" Target="https://example.invalid/unused/1672" TargetMode="External" /><Relationship Id="rId1673" Type="http://schemas.openxmlformats.org/officeDocument/2006/relationships/hyperlink" Target="https://example.invalid/unused/1673" TargetMode="External" /><Relationship Id="rId1674" Type="http://schemas.openxmlformats.org/officeDocument/2006/relationships/hyperlink" Target="https://example.invalid/unused/1674" TargetMode="External" /><Relationship Id="rId1675" Type="http://schemas.openxmlformats.org/officeDocument/2006/relationships/hyperlink" Target="https://example.invalid/unused/1675" TargetMode="External" /><Relationship Id="rId1676" Type="http://schemas.openxmlformats.org/officeDocument/2006/relationships/hyperlink" Target="https://example.invalid/unused/1676" TargetMode="External" /><Relationship Id="rId1677" Type="http://schemas.openxmlformats.org/officeDocument/2006/relationships/hyperlink" Target="https://example.invalid/unused/1677" TargetMode="External" /><Relationship Id="rId1678" Type="http://schemas.openxmlformats.org/officeDocument/2006/relationships/hyperlink" Target="https://example.invalid/unused/1678" TargetMode="External" /><Relationship Id="rId1679" Type="http://schemas.openxmlformats.org/officeDocument/2006/relationships/hyperlink" Target="https://example.invalid/unused/1679" TargetMode="External" /><Relationship Id="rId1680" Type="http://schemas.openxmlformats.org/officeDocument/2006/relationships/hyperlink" Target="https://example.invalid/unused/1680" TargetMode="External" /><Relationship Id="rId1681" Type="http://schemas.openxmlformats.org/officeDocument/2006/relationships/hyperlink" Target="https://example.invalid/unused/1681" TargetMode="External" /><Relationship Id="rId1682" Type="http://schemas.openxmlformats.org/officeDocument/2006/relationships/hyperlink" Target="https://example.invalid/unused/1682" TargetMode="External" /><Relationship Id="rId1683" Type="http://schemas.openxmlformats.org/officeDocument/2006/relationships/hyperlink" Target="https://example.invalid/unused/1683" TargetMode="External" /><Relationship Id="rId1684" Type="http://schemas.openxmlformats.org/officeDocument/2006/relationships/hyperlink" Target="https://example.invalid/unused/1684" TargetMode="External" /><Relationship Id="rId1685" Type="http://schemas.openxmlformats.org/officeDocument/2006/relationships/hyperlink" Target="https://example.invalid/unused/1685" TargetMode="External" /><Relationship Id="rId1686" Type="http://schemas.openxmlformats.org/officeDocument/2006/relationships/hyperlink" Target="https://example.invalid/unused/1686" TargetMode="External" /><Relationship Id="rId1687" Type="http://schemas.openxmlformats.org/officeDocument/2006/relationships/hyperlink" Target="https://example.invalid/unused/1687" TargetMode="External" /><Relationship Id="rId1688" Type="http://schemas.openxmlformats.org/officeDocument/2006/relationships/hyperlink" Target="https://example.invalid/unused/1688" TargetMode="External" /><Relationship Id="rId1689" Type="http://schemas.openxmlformats.org/officeDocument/2006/relationships/hyperlink" Target="https://example.invalid/unused/1689" TargetMode="External" /><Relationship Id="rId1690" Type="http://schemas.openxmlformats.org/officeDocument/2006/relationships/hyperlink" Target="https://example.invalid/unused/1690" TargetMode="External" /><Relationship Id="rId1691" Type="http://schemas.openxmlformats.org/officeDocument/2006/relationships/hyperlink" Target="https://example.invalid/unused/1691" TargetMode="External" /><Relationship Id="rId1692" Type="http://schemas.openxmlformats.org/officeDocument/2006/relationships/hyperlink" Target="https://example.invalid/unused/1692" TargetMode="External" /><Relationship Id="rId1693" Type="http://schemas.openxmlformats.org/officeDocument/2006/relationships/hyperlink" Target="https://example.invalid/unused/1693" TargetMode="External" /><Relationship Id="rId1694" Type="http://schemas.openxmlformats.org/officeDocument/2006/relationships/hyperlink" Target="https://example.invalid/unused/1694" TargetMode="External" /><Relationship Id="rId1695" Type="http://schemas.openxmlformats.org/officeDocument/2006/relationships/hyperlink" Target="https://example.invalid/unused/1695" TargetMode="External" /><Relationship Id="rId1696" Type="http://schemas.openxmlformats.org/officeDocument/2006/relationships/hyperlink" Target="https://example.invalid/unused/1696" TargetMode="External" /><Relationship Id="rId1697" Type="http://schemas.openxmlformats.org/officeDocument/2006/relationships/hyperlink" Target="https://example.invalid/unused/1697" TargetMode="External" /><Relationship Id="rId1698" Type="http://schemas.openxmlformats.org/officeDocument/2006/relationships/hyperlink" Target="https://example.invalid/unused/1698" TargetMode="External" /><Relationship Id="rId1699" Type="http://schemas.openxmlformats.org/officeDocument/2006/relationships/hyperlink" Target="https://example.invalid/unused/1699" TargetMode="External" /><Relationship Id="rId1700" Type="http://schemas.openxmlformats.org/officeDocument/2006/relationships/hyperlink" Target="https://example.invalid/unused/1700" TargetMode="External" /><Relationship Id="rId1701" Type="http://schemas.openxmlformats.org/officeDocument/2006/relationships/hyperlink" Target="https://example.invalid/unused/1701" TargetMode="External" /><Relationship Id="rId1702" Type="http://schemas.openxmlformats.org/officeDocument/2006/relationships/hyperlink" Target="https://example.invalid/unused/1702" TargetMode="External" /><Relationship Id="rId1703" Type="http://schemas.openxmlformats.org/officeDocument/2006/relationships/hyperlink" Target="https://example.invalid/unused/1703" TargetMode="External" /><Relationship Id="rId1704" Type="http://schemas.openxmlformats.org/officeDocument/2006/relationships/hyperlink" Target="https://example.invalid/unused/1704" TargetMode="External" /><Relationship Id="rId1705" Type="http://schemas.openxmlformats.org/officeDocument/2006/relationships/hyperlink" Target="https://example.invalid/unused/1705" TargetMode="External" /><Relationship Id="rId1706" Type="http://schemas.openxmlformats.org/officeDocument/2006/relationships/hyperlink" Target="https://example.invalid/unused/1706" TargetMode="External" /><Relationship Id="rId1707" Type="http://schemas.openxmlformats.org/officeDocument/2006/relationships/hyperlink" Target="https://example.invalid/unused/1707" TargetMode="External" /><Relationship Id="rId1708" Type="http://schemas.openxmlformats.org/officeDocument/2006/relationships/hyperlink" Target="https://example.invalid/unused/1708" TargetMode="External" /><Relationship Id="rId1709" Type="http://schemas.openxmlformats.org/officeDocument/2006/relationships/hyperlink" Target="https://example.invalid/unused/1709" TargetMode="External" /><Relationship Id="rId1710" Type="http://schemas.openxmlformats.org/officeDocument/2006/relationships/hyperlink" Target="https://example.invalid/unused/1710" TargetMode="External" /><Relationship Id="rId1711" Type="http://schemas.openxmlformats.org/officeDocument/2006/relationships/hyperlink" Target="https://example.invalid/unused/1711" TargetMode="External" /><Relationship Id="rId1712" Type="http://schemas.openxmlformats.org/officeDocument/2006/relationships/hyperlink" Target="https://example.invalid/unused/1712" TargetMode="External" /><Relationship Id="rId1713" Type="http://schemas.openxmlformats.org/officeDocument/2006/relationships/hyperlink" Target="https://example.invalid/unused/1713" TargetMode="External" /><Relationship Id="rId1714" Type="http://schemas.openxmlformats.org/officeDocument/2006/relationships/hyperlink" Target="https://example.invalid/unused/1714" TargetMode="External" /><Relationship Id="rId1715" Type="http://schemas.openxmlformats.org/officeDocument/2006/relationships/hyperlink" Target="https://example.invalid/unused/1715" TargetMode="External" /><Relationship Id="rId1716" Type="http://schemas.openxmlformats.org/officeDocument/2006/relationships/hyperlink" Target="https://example.invalid/unused/1716" TargetMode="External" /><Relationship Id="rId1717" Type="http://schemas.openxmlformats.org/officeDocument/2006/relationships/hyperlink" Target="https://example.invalid/unused/1717" TargetMode="External" /><Relationship Id="rId1718" Type="http://schemas.openxmlformats.org/officeDocument/2006/relationships/hyperlink" Target="https://example.invalid/unused/1718" TargetMode="External" /><Relationship Id="rId1719" Type="http://schemas.openxmlformats.org/officeDocument/2006/relationships/hyperlink" Target="https://example.invalid/unused/1719" TargetMode="External" /><Relationship Id="rId1720" Type="http://schemas.openxmlformats.org/officeDocument/2006/relationships/hyperlink" Target="https://example.invalid/unused/1720" TargetMode="External" /><Relationship Id="rId1721" Type="http://schemas.openxmlformats.org/officeDocument/2006/relationships/hyperlink" Target="https://example.invalid/unused/1721" TargetMode="External" /><Relationship Id="rId1722" Type="http://schemas.openxmlformats.org/officeDocument/2006/relationships/hyperlink" Target="https://example.invalid/unused/1722" TargetMode="External" /><Relationship Id="rId1723" Type="http://schemas.openxmlformats.org/officeDocument/2006/relationships/hyperlink" Target="https://example.invalid/unused/1723" TargetMode="External" /><Relationship Id="rId1724" Type="http://schemas.openxmlformats.org/officeDocument/2006/relationships/hyperlink" Target="https://example.invalid/unused/1724" TargetMode="External" /><Relationship Id="rId1725" Type="http://schemas.openxmlformats.org/officeDocument/2006/relationships/hyperlink" Target="https://example.invalid/unused/1725" TargetMode="External" /><Relationship Id="rId1726" Type="http://schemas.openxmlformats.org/officeDocument/2006/relationships/hyperlink" Target="https://example.invalid/unused/1726" TargetMode="External" /><Relationship Id="rId1727" Type="http://schemas.openxmlformats.org/officeDocument/2006/relationships/hyperlink" Target="https://example.invalid/unused/1727" TargetMode="External" /><Relationship Id="rId1728" Type="http://schemas.openxmlformats.org/officeDocument/2006/relationships/hyperlink" Target="https://example.invalid/unused/1728" TargetMode="External" /><Relationship Id="rId1729" Type="http://schemas.openxmlformats.org/officeDocument/2006/relationships/hyperlink" Target="https://example.invalid/unused/1729" TargetMode="External" /><Relationship Id="rId1730" Type="http://schemas.openxmlformats.org/officeDocument/2006/relationships/hyperlink" Target="https://example.invalid/unused/1730" TargetMode="External" /><Relationship Id="rId1731" Type="http://schemas.openxmlformats.org/officeDocument/2006/relationships/hyperlink" Target="https://example.invalid/unused/1731" TargetMode="External" /><Relationship Id="rId1732" Type="http://schemas.openxmlformats.org/officeDocument/2006/relationships/hyperlink" Target="https://example.invalid/unused/1732" TargetMode="External" /><Relationship Id="rId1733" Type="http://schemas.openxmlformats.org/officeDocument/2006/relationships/hyperlink" Target="https://example.invalid/unused/1733" TargetMode="External" /><Relationship Id="rId1734" Type="http://schemas.openxmlformats.org/officeDocument/2006/relationships/hyperlink" Target="https://example.invalid/unused/1734" TargetMode="External" /><Relationship Id="rId1735" Type="http://schemas.openxmlformats.org/officeDocument/2006/relationships/hyperlink" Target="https://example.invalid/unused/1735" TargetMode="External" /><Relationship Id="rId1736" Type="http://schemas.openxmlformats.org/officeDocument/2006/relationships/hyperlink" Target="https://example.invalid/unused/1736" TargetMode="External" /><Relationship Id="rId1737" Type="http://schemas.openxmlformats.org/officeDocument/2006/relationships/hyperlink" Target="https://example.invalid/unused/1737" TargetMode="External" /><Relationship Id="rId1738" Type="http://schemas.openxmlformats.org/officeDocument/2006/relationships/hyperlink" Target="https://example.invalid/unused/1738" TargetMode="External" /><Relationship Id="rId1739" Type="http://schemas.openxmlformats.org/officeDocument/2006/relationships/hyperlink" Target="https://example.invalid/unused/1739" TargetMode="External" /><Relationship Id="rId1740" Type="http://schemas.openxmlformats.org/officeDocument/2006/relationships/hyperlink" Target="https://example.invalid/unused/1740" TargetMode="External" /><Relationship Id="rId1741" Type="http://schemas.openxmlformats.org/officeDocument/2006/relationships/hyperlink" Target="https://example.invalid/unused/1741" TargetMode="External" /><Relationship Id="rId1742" Type="http://schemas.openxmlformats.org/officeDocument/2006/relationships/hyperlink" Target="https://example.invalid/unused/1742" TargetMode="External" /><Relationship Id="rId1743" Type="http://schemas.openxmlformats.org/officeDocument/2006/relationships/hyperlink" Target="https://example.invalid/unused/1743" TargetMode="External" /><Relationship Id="rId1744" Type="http://schemas.openxmlformats.org/officeDocument/2006/relationships/hyperlink" Target="https://example.invalid/unused/1744" TargetMode="External" /><Relationship Id="rId1745" Type="http://schemas.openxmlformats.org/officeDocument/2006/relationships/hyperlink" Target="https://example.invalid/unused/1745" TargetMode="External" /><Relationship Id="rId1746" Type="http://schemas.openxmlformats.org/officeDocument/2006/relationships/hyperlink" Target="https://example.invalid/unused/1746" TargetMode="External" /><Relationship Id="rId1747" Type="http://schemas.openxmlformats.org/officeDocument/2006/relationships/hyperlink" Target="https://example.invalid/unused/1747" TargetMode="External" /><Relationship Id="rId1748" Type="http://schemas.openxmlformats.org/officeDocument/2006/relationships/hyperlink" Target="https://example.invalid/unused/1748" TargetMode="External" /><Relationship Id="rId1749" Type="http://schemas.openxmlformats.org/officeDocument/2006/relationships/hyperlink" Target="https://example.invalid/unused/1749" TargetMode="External" /><Relationship Id="rId1750" Type="http://schemas.openxmlformats.org/officeDocument/2006/relationships/hyperlink" Target="https://example.invalid/unused/1750" TargetMode="External" /><Relationship Id="rId1751" Type="http://schemas.openxmlformats.org/officeDocument/2006/relationships/hyperlink" Target="https://example.invalid/unused/1751" TargetMode="External" /><Relationship Id="rId1752" Type="http://schemas.openxmlformats.org/officeDocument/2006/relationships/hyperlink" Target="https://example.invalid/unused/1752" TargetMode="External" /><Relationship Id="rId1753" Type="http://schemas.openxmlformats.org/officeDocument/2006/relationships/hyperlink" Target="https://example.invalid/unused/1753" TargetMode="External" /><Relationship Id="rId1754" Type="http://schemas.openxmlformats.org/officeDocument/2006/relationships/hyperlink" Target="https://example.invalid/unused/1754" TargetMode="External" /><Relationship Id="rId1755" Type="http://schemas.openxmlformats.org/officeDocument/2006/relationships/hyperlink" Target="https://example.invalid/unused/1755" TargetMode="External" /><Relationship Id="rId1756" Type="http://schemas.openxmlformats.org/officeDocument/2006/relationships/hyperlink" Target="https://example.invalid/unused/1756" TargetMode="External" /><Relationship Id="rId1757" Type="http://schemas.openxmlformats.org/officeDocument/2006/relationships/hyperlink" Target="https://example.invalid/unused/1757" TargetMode="External" /><Relationship Id="rId1758" Type="http://schemas.openxmlformats.org/officeDocument/2006/relationships/hyperlink" Target="https://example.invalid/unused/1758" TargetMode="External" /><Relationship Id="rId1759" Type="http://schemas.openxmlformats.org/officeDocument/2006/relationships/hyperlink" Target="https://example.invalid/unused/1759" TargetMode="External" /><Relationship Id="rId1760" Type="http://schemas.openxmlformats.org/officeDocument/2006/relationships/hyperlink" Target="https://example.invalid/unused/1760" TargetMode="External" /><Relationship Id="rId1761" Type="http://schemas.openxmlformats.org/officeDocument/2006/relationships/hyperlink" Target="https://example.invalid/unused/1761" TargetMode="External" /><Relationship Id="rId1762" Type="http://schemas.openxmlformats.org/officeDocument/2006/relationships/hyperlink" Target="https://example.invalid/unused/1762" TargetMode="External" /><Relationship Id="rId1763" Type="http://schemas.openxmlformats.org/officeDocument/2006/relationships/hyperlink" Target="https://example.invalid/unused/1763" TargetMode="External" /><Relationship Id="rId1764" Type="http://schemas.openxmlformats.org/officeDocument/2006/relationships/hyperlink" Target="https://example.invalid/unused/1764" TargetMode="External" /><Relationship Id="rId1765" Type="http://schemas.openxmlformats.org/officeDocument/2006/relationships/hyperlink" Target="https://example.invalid/unused/1765" TargetMode="External" /><Relationship Id="rId1766" Type="http://schemas.openxmlformats.org/officeDocument/2006/relationships/hyperlink" Target="https://example.invalid/unused/1766" TargetMode="External" /><Relationship Id="rId1767" Type="http://schemas.openxmlformats.org/officeDocument/2006/relationships/hyperlink" Target="https://example.invalid/unused/1767" TargetMode="External" /><Relationship Id="rId1768" Type="http://schemas.openxmlformats.org/officeDocument/2006/relationships/hyperlink" Target="https://example.invalid/unused/1768" TargetMode="External" /><Relationship Id="rId1769" Type="http://schemas.openxmlformats.org/officeDocument/2006/relationships/hyperlink" Target="https://example.invalid/unused/1769" TargetMode="External" /><Relationship Id="rId1770" Type="http://schemas.openxmlformats.org/officeDocument/2006/relationships/hyperlink" Target="https://example.invalid/unused/1770" TargetMode="External" /><Relationship Id="rId1771" Type="http://schemas.openxmlformats.org/officeDocument/2006/relationships/hyperlink" Target="https://example.invalid/unused/1771" TargetMode="External" /><Relationship Id="rId1772" Type="http://schemas.openxmlformats.org/officeDocument/2006/relationships/hyperlink" Target="https://example.invalid/unused/1772" TargetMode="External" /><Relationship Id="rId1773" Type="http://schemas.openxmlformats.org/officeDocument/2006/relationships/hyperlink" Target="https://example.invalid/unused/1773" TargetMode="External" /><Relationship Id="rId1774" Type="http://schemas.openxmlformats.org/officeDocument/2006/relationships/hyperlink" Target="https://example.invalid/unused/1774" TargetMode="External" /><Relationship Id="rId1775" Type="http://schemas.openxmlformats.org/officeDocument/2006/relationships/hyperlink" Target="https://example.invalid/unused/1775" TargetMode="External" /><Relationship Id="rId1776" Type="http://schemas.openxmlformats.org/officeDocument/2006/relationships/hyperlink" Target="https://example.invalid/unused/1776" TargetMode="External" /><Relationship Id="rId1777" Type="http://schemas.openxmlformats.org/officeDocument/2006/relationships/hyperlink" Target="https://example.invalid/unused/1777" TargetMode="External" /><Relationship Id="rId1778" Type="http://schemas.openxmlformats.org/officeDocument/2006/relationships/hyperlink" Target="https://example.invalid/unused/1778" TargetMode="External" /><Relationship Id="rId1779" Type="http://schemas.openxmlformats.org/officeDocument/2006/relationships/hyperlink" Target="https://example.invalid/unused/1779" TargetMode="External" /><Relationship Id="rId1780" Type="http://schemas.openxmlformats.org/officeDocument/2006/relationships/hyperlink" Target="https://example.invalid/unused/1780" TargetMode="External" /><Relationship Id="rId1781" Type="http://schemas.openxmlformats.org/officeDocument/2006/relationships/hyperlink" Target="https://example.invalid/unused/1781" TargetMode="External" /><Relationship Id="rId1782" Type="http://schemas.openxmlformats.org/officeDocument/2006/relationships/hyperlink" Target="https://example.invalid/unused/1782" TargetMode="External" /><Relationship Id="rId1783" Type="http://schemas.openxmlformats.org/officeDocument/2006/relationships/hyperlink" Target="https://example.invalid/unused/1783" TargetMode="External" /><Relationship Id="rId1784" Type="http://schemas.openxmlformats.org/officeDocument/2006/relationships/hyperlink" Target="https://example.invalid/unused/1784" TargetMode="External" /><Relationship Id="rId1785" Type="http://schemas.openxmlformats.org/officeDocument/2006/relationships/hyperlink" Target="https://example.invalid/unused/1785" TargetMode="External" /><Relationship Id="rId1786" Type="http://schemas.openxmlformats.org/officeDocument/2006/relationships/hyperlink" Target="https://example.invalid/unused/1786" TargetMode="External" /><Relationship Id="rId1787" Type="http://schemas.openxmlformats.org/officeDocument/2006/relationships/hyperlink" Target="https://example.invalid/unused/1787" TargetMode="External" /><Relationship Id="rId1788" Type="http://schemas.openxmlformats.org/officeDocument/2006/relationships/hyperlink" Target="https://example.invalid/unused/1788" TargetMode="External" /><Relationship Id="rId1789" Type="http://schemas.openxmlformats.org/officeDocument/2006/relationships/hyperlink" Target="https://example.invalid/unused/1789" TargetMode="External" /><Relationship Id="rId1790" Type="http://schemas.openxmlformats.org/officeDocument/2006/relationships/hyperlink" Target="https://example.invalid/unused/1790" TargetMode="External" /><Relationship Id="rId1791" Type="http://schemas.openxmlformats.org/officeDocument/2006/relationships/hyperlink" Target="https://example.invalid/unused/1791" TargetMode="External" /><Relationship Id="rId1792" Type="http://schemas.openxmlformats.org/officeDocument/2006/relationships/hyperlink" Target="https://example.invalid/unused/1792" TargetMode="External" /><Relationship Id="rId1793" Type="http://schemas.openxmlformats.org/officeDocument/2006/relationships/hyperlink" Target="https://example.invalid/unused/1793" TargetMode="External" /><Relationship Id="rId1794" Type="http://schemas.openxmlformats.org/officeDocument/2006/relationships/hyperlink" Target="https://example.invalid/unused/1794" TargetMode="External" /><Relationship Id="rId1795" Type="http://schemas.openxmlformats.org/officeDocument/2006/relationships/hyperlink" Target="https://example.invalid/unused/1795" TargetMode="External" /><Relationship Id="rId1796" Type="http://schemas.openxmlformats.org/officeDocument/2006/relationships/hyperlink" Target="https://example.invalid/unused/1796" TargetMode="External" /><Relationship Id="rId1797" Type="http://schemas.openxmlformats.org/officeDocument/2006/relationships/hyperlink" Target="https://example.invalid/unused/1797" TargetMode="External" /><Relationship Id="rId1798" Type="http://schemas.openxmlformats.org/officeDocument/2006/relationships/hyperlink" Target="https://example.invalid/unused/1798" TargetMode="External" /><Relationship Id="rId1799" Type="http://schemas.openxmlformats.org/officeDocument/2006/relationships/hyperlink" Target="https://example.invalid/unused/1799" TargetMode="External" /><Relationship Id="rId1800" Type="http://schemas.openxmlformats.org/officeDocument/2006/relationships/hyperlink" Target="https://example.invalid/unused/1800" TargetMode="External" /><Relationship Id="rId1801" Type="http://schemas.openxmlformats.org/officeDocument/2006/relationships/hyperlink" Target="https://example.invalid/unused/1801" TargetMode="External" /><Relationship Id="rId1802" Type="http://schemas.openxmlformats.org/officeDocument/2006/relationships/hyperlink" Target="https://example.invalid/unused/1802" TargetMode="External" /><Relationship Id="rId1803" Type="http://schemas.openxmlformats.org/officeDocument/2006/relationships/hyperlink" Target="https://example.invalid/unused/1803" TargetMode="External" /><Relationship Id="rId1804" Type="http://schemas.openxmlformats.org/officeDocument/2006/relationships/hyperlink" Target="https://example.invalid/unused/1804" TargetMode="External" /><Relationship Id="rId1805" Type="http://schemas.openxmlformats.org/officeDocument/2006/relationships/hyperlink" Target="https://example.invalid/unused/1805" TargetMode="External" /><Relationship Id="rId1806" Type="http://schemas.openxmlformats.org/officeDocument/2006/relationships/hyperlink" Target="https://example.invalid/unused/1806" TargetMode="External" /><Relationship Id="rId1807" Type="http://schemas.openxmlformats.org/officeDocument/2006/relationships/hyperlink" Target="https://example.invalid/unused/1807" TargetMode="External" /><Relationship Id="rId1808" Type="http://schemas.openxmlformats.org/officeDocument/2006/relationships/hyperlink" Target="https://example.invalid/unused/1808" TargetMode="External" /><Relationship Id="rId1809" Type="http://schemas.openxmlformats.org/officeDocument/2006/relationships/hyperlink" Target="https://example.invalid/unused/1809" TargetMode="External" /><Relationship Id="rId1810" Type="http://schemas.openxmlformats.org/officeDocument/2006/relationships/hyperlink" Target="https://example.invalid/unused/1810" TargetMode="External" /><Relationship Id="rId1811" Type="http://schemas.openxmlformats.org/officeDocument/2006/relationships/hyperlink" Target="https://example.invalid/unused/1811" TargetMode="External" /><Relationship Id="rId1812" Type="http://schemas.openxmlformats.org/officeDocument/2006/relationships/hyperlink" Target="https://example.invalid/unused/1812" TargetMode="External" /><Relationship Id="rId1813" Type="http://schemas.openxmlformats.org/officeDocument/2006/relationships/hyperlink" Target="https://example.invalid/unused/1813" TargetMode="External" /><Relationship Id="rId1814" Type="http://schemas.openxmlformats.org/officeDocument/2006/relationships/hyperlink" Target="https://example.invalid/unused/1814" TargetMode="External" /><Relationship Id="rId1815" Type="http://schemas.openxmlformats.org/officeDocument/2006/relationships/hyperlink" Target="https://example.invalid/unused/1815" TargetMode="External" /><Relationship Id="rId1816" Type="http://schemas.openxmlformats.org/officeDocument/2006/relationships/hyperlink" Target="https://example.invalid/unused/1816" TargetMode="External" /><Relationship Id="rId1817" Type="http://schemas.openxmlformats.org/officeDocument/2006/relationships/hyperlink" Target="https://example.invalid/unused/1817" TargetMode="External" /><Relationship Id="rId1818" Type="http://schemas.openxmlformats.org/officeDocument/2006/relationships/hyperlink" Target="https://example.invalid/unused/1818" TargetMode="External" /><Relationship Id="rId1819" Type="http://schemas.openxmlformats.org/officeDocument/2006/relationships/hyperlink" Target="https://example.invalid/unused/1819" TargetMode="External" /><Relationship Id="rId1820" Type="http://schemas.openxmlformats.org/officeDocument/2006/relationships/hyperlink" Target="https://example.invalid/unused/1820" TargetMode="External" /><Relationship Id="rId1821" Type="http://schemas.openxmlformats.org/officeDocument/2006/relationships/hyperlink" Target="https://example.invalid/unused/1821" TargetMode="External" /><Relationship Id="rId1822" Type="http://schemas.openxmlformats.org/officeDocument/2006/relationships/hyperlink" Target="https://example.invalid/unused/1822" TargetMode="External" /><Relationship Id="rId1823" Type="http://schemas.openxmlformats.org/officeDocument/2006/relationships/hyperlink" Target="https://example.invalid/unused/1823" TargetMode="External" /><Relationship Id="rId1824" Type="http://schemas.openxmlformats.org/officeDocument/2006/relationships/hyperlink" Target="https://example.invalid/unused/1824" TargetMode="External" /><Relationship Id="rId1825" Type="http://schemas.openxmlformats.org/officeDocument/2006/relationships/hyperlink" Target="https://example.invalid/unused/1825" TargetMode="External" /><Relationship Id="rId1826" Type="http://schemas.openxmlformats.org/officeDocument/2006/relationships/hyperlink" Target="https://example.invalid/unused/1826" TargetMode="External" /><Relationship Id="rId1827" Type="http://schemas.openxmlformats.org/officeDocument/2006/relationships/hyperlink" Target="https://example.invalid/unused/1827" TargetMode="External" /><Relationship Id="rId1828" Type="http://schemas.openxmlformats.org/officeDocument/2006/relationships/hyperlink" Target="https://example.invalid/unused/1828" TargetMode="External" /><Relationship Id="rId1829" Type="http://schemas.openxmlformats.org/officeDocument/2006/relationships/hyperlink" Target="https://example.invalid/unused/1829" TargetMode="External" /><Relationship Id="rId1830" Type="http://schemas.openxmlformats.org/officeDocument/2006/relationships/hyperlink" Target="https://example.invalid/unused/1830" TargetMode="External" /><Relationship Id="rId1831" Type="http://schemas.openxmlformats.org/officeDocument/2006/relationships/hyperlink" Target="https://example.invalid/unused/1831" TargetMode="External" /><Relationship Id="rId1832" Type="http://schemas.openxmlformats.org/officeDocument/2006/relationships/hyperlink" Target="https://example.invalid/unused/1832" TargetMode="External" /><Relationship Id="rId1833" Type="http://schemas.openxmlformats.org/officeDocument/2006/relationships/hyperlink" Target="https://example.invalid/unused/1833" TargetMode="External" /><Relationship Id="rId1834" Type="http://schemas.openxmlformats.org/officeDocument/2006/relationships/hyperlink" Target="https://example.invalid/unused/1834" TargetMode="External" /><Relationship Id="rId1835" Type="http://schemas.openxmlformats.org/officeDocument/2006/relationships/hyperlink" Target="https://example.invalid/unused/1835" TargetMode="External" /><Relationship Id="rId1836" Type="http://schemas.openxmlformats.org/officeDocument/2006/relationships/hyperlink" Target="https://example.invalid/unused/1836" TargetMode="External" /><Relationship Id="rId1837" Type="http://schemas.openxmlformats.org/officeDocument/2006/relationships/hyperlink" Target="https://example.invalid/unused/1837" TargetMode="External" /><Relationship Id="rId1838" Type="http://schemas.openxmlformats.org/officeDocument/2006/relationships/hyperlink" Target="https://example.invalid/unused/1838" TargetMode="External" /><Relationship Id="rId1839" Type="http://schemas.openxmlformats.org/officeDocument/2006/relationships/hyperlink" Target="https://example.invalid/unused/1839" TargetMode="External" /><Relationship Id="rId1840" Type="http://schemas.openxmlformats.org/officeDocument/2006/relationships/hyperlink" Target="https://example.invalid/unused/1840" TargetMode="External" /><Relationship Id="rId1841" Type="http://schemas.openxmlformats.org/officeDocument/2006/relationships/hyperlink" Target="https://example.invalid/unused/1841" TargetMode="External" /><Relationship Id="rId1842" Type="http://schemas.openxmlformats.org/officeDocument/2006/relationships/hyperlink" Target="https://example.invalid/unused/1842" TargetMode="External" /><Relationship Id="rId1843" Type="http://schemas.openxmlformats.org/officeDocument/2006/relationships/hyperlink" Target="https://example.invalid/unused/1843" TargetMode="External" /><Relationship Id="rId1844" Type="http://schemas.openxmlformats.org/officeDocument/2006/relationships/hyperlink" Target="https://example.invalid/unused/1844" TargetMode="External" /><Relationship Id="rId1845" Type="http://schemas.openxmlformats.org/officeDocument/2006/relationships/hyperlink" Target="https://example.invalid/unused/1845" TargetMode="External" /><Relationship Id="rId1846" Type="http://schemas.openxmlformats.org/officeDocument/2006/relationships/hyperlink" Target="https://example.invalid/unused/1846" TargetMode="External" /><Relationship Id="rId1847" Type="http://schemas.openxmlformats.org/officeDocument/2006/relationships/hyperlink" Target="https://example.invalid/unused/1847" TargetMode="External" /><Relationship Id="rId1848" Type="http://schemas.openxmlformats.org/officeDocument/2006/relationships/hyperlink" Target="https://example.invalid/unused/1848" TargetMode="External" /><Relationship Id="rId1849" Type="http://schemas.openxmlformats.org/officeDocument/2006/relationships/hyperlink" Target="https://example.invalid/unused/1849" TargetMode="External" /><Relationship Id="rId1850" Type="http://schemas.openxmlformats.org/officeDocument/2006/relationships/hyperlink" Target="https://example.invalid/unused/1850" TargetMode="External" /><Relationship Id="rId1851" Type="http://schemas.openxmlformats.org/officeDocument/2006/relationships/hyperlink" Target="https://example.invalid/unused/1851" TargetMode="External" /><Relationship Id="rId1852" Type="http://schemas.openxmlformats.org/officeDocument/2006/relationships/hyperlink" Target="https://example.invalid/unused/1852" TargetMode="External" /><Relationship Id="rId1853" Type="http://schemas.openxmlformats.org/officeDocument/2006/relationships/hyperlink" Target="https://example.invalid/unused/1853" TargetMode="External" /><Relationship Id="rId1854" Type="http://schemas.openxmlformats.org/officeDocument/2006/relationships/hyperlink" Target="https://example.invalid/unused/1854" TargetMode="External" /><Relationship Id="rId1855" Type="http://schemas.openxmlformats.org/officeDocument/2006/relationships/hyperlink" Target="https://example.invalid/unused/1855" TargetMode="External" /><Relationship Id="rId1856" Type="http://schemas.openxmlformats.org/officeDocument/2006/relationships/hyperlink" Target="https://example.invalid/unused/1856" TargetMode="External" /><Relationship Id="rId1857" Type="http://schemas.openxmlformats.org/officeDocument/2006/relationships/hyperlink" Target="https://example.invalid/unused/1857" TargetMode="External" /><Relationship Id="rId1858" Type="http://schemas.openxmlformats.org/officeDocument/2006/relationships/hyperlink" Target="https://example.invalid/unused/1858" TargetMode="External" /><Relationship Id="rId1859" Type="http://schemas.openxmlformats.org/officeDocument/2006/relationships/hyperlink" Target="https://example.invalid/unused/1859" TargetMode="External" /><Relationship Id="rId1860" Type="http://schemas.openxmlformats.org/officeDocument/2006/relationships/hyperlink" Target="https://example.invalid/unused/1860" TargetMode="External" /><Relationship Id="rId1861" Type="http://schemas.openxmlformats.org/officeDocument/2006/relationships/hyperlink" Target="https://example.invalid/unused/1861" TargetMode="External" /><Relationship Id="rId1862" Type="http://schemas.openxmlformats.org/officeDocument/2006/relationships/hyperlink" Target="https://example.invalid/unused/1862" TargetMode="External" /><Relationship Id="rId1863" Type="http://schemas.openxmlformats.org/officeDocument/2006/relationships/hyperlink" Target="https://example.invalid/unused/1863" TargetMode="External" /><Relationship Id="rId1864" Type="http://schemas.openxmlformats.org/officeDocument/2006/relationships/hyperlink" Target="https://example.invalid/unused/1864" TargetMode="External" /><Relationship Id="rId1865" Type="http://schemas.openxmlformats.org/officeDocument/2006/relationships/hyperlink" Target="https://example.invalid/unused/1865" TargetMode="External" /><Relationship Id="rId1866" Type="http://schemas.openxmlformats.org/officeDocument/2006/relationships/hyperlink" Target="https://example.invalid/unused/1866" TargetMode="External" /><Relationship Id="rId1867" Type="http://schemas.openxmlformats.org/officeDocument/2006/relationships/hyperlink" Target="https://example.invalid/unused/1867" TargetMode="External" /><Relationship Id="rId1868" Type="http://schemas.openxmlformats.org/officeDocument/2006/relationships/hyperlink" Target="https://example.invalid/unused/1868" TargetMode="External" /><Relationship Id="rId1869" Type="http://schemas.openxmlformats.org/officeDocument/2006/relationships/hyperlink" Target="https://example.invalid/unused/1869" TargetMode="External" /><Relationship Id="rId1870" Type="http://schemas.openxmlformats.org/officeDocument/2006/relationships/hyperlink" Target="https://example.invalid/unused/1870" TargetMode="External" /><Relationship Id="rId1871" Type="http://schemas.openxmlformats.org/officeDocument/2006/relationships/hyperlink" Target="https://example.invalid/unused/1871" TargetMode="External" /><Relationship Id="rId1872" Type="http://schemas.openxmlformats.org/officeDocument/2006/relationships/hyperlink" Target="https://example.invalid/unused/1872" TargetMode="External" /><Relationship Id="rId1873" Type="http://schemas.openxmlformats.org/officeDocument/2006/relationships/hyperlink" Target="https://example.invalid/unused/1873" TargetMode="External" /><Relationship Id="rId1874" Type="http://schemas.openxmlformats.org/officeDocument/2006/relationships/hyperlink" Target="https://example.invalid/unused/1874" TargetMode="External" /><Relationship Id="rId1875" Type="http://schemas.openxmlformats.org/officeDocument/2006/relationships/hyperlink" Target="https://example.invalid/unused/1875" TargetMode="External" /><Relationship Id="rId1876" Type="http://schemas.openxmlformats.org/officeDocument/2006/relationships/hyperlink" Target="https://example.invalid/unused/1876" TargetMode="External" /><Relationship Id="rId1877" Type="http://schemas.openxmlformats.org/officeDocument/2006/relationships/hyperlink" Target="https://example.invalid/unused/1877" TargetMode="External" /><Relationship Id="rId1878" Type="http://schemas.openxmlformats.org/officeDocument/2006/relationships/hyperlink" Target="https://example.invalid/unused/1878" TargetMode="External" /><Relationship Id="rId1879" Type="http://schemas.openxmlformats.org/officeDocument/2006/relationships/hyperlink" Target="https://example.invalid/unused/1879" TargetMode="External" /><Relationship Id="rId1880" Type="http://schemas.openxmlformats.org/officeDocument/2006/relationships/hyperlink" Target="https://example.invalid/unused/1880" TargetMode="External" /><Relationship Id="rId1881" Type="http://schemas.openxmlformats.org/officeDocument/2006/relationships/hyperlink" Target="https://example.invalid/unused/1881" TargetMode="External" /><Relationship Id="rId1882" Type="http://schemas.openxmlformats.org/officeDocument/2006/relationships/hyperlink" Target="https://example.invalid/unused/1882" TargetMode="External" /><Relationship Id="rId1883" Type="http://schemas.openxmlformats.org/officeDocument/2006/relationships/hyperlink" Target="https://example.invalid/unused/1883" TargetMode="External" /><Relationship Id="rId1884" Type="http://schemas.openxmlformats.org/officeDocument/2006/relationships/hyperlink" Target="https://example.invalid/unused/1884" TargetMode="External" /><Relationship Id="rId1885" Type="http://schemas.openxmlformats.org/officeDocument/2006/relationships/hyperlink" Target="https://example.invalid/unused/1885" TargetMode="External" /><Relationship Id="rId1886" Type="http://schemas.openxmlformats.org/officeDocument/2006/relationships/hyperlink" Target="https://example.invalid/unused/1886" TargetMode="External" /><Relationship Id="rId1887" Type="http://schemas.openxmlformats.org/officeDocument/2006/relationships/hyperlink" Target="https://example.invalid/unused/1887" TargetMode="External" /><Relationship Id="rId1888" Type="http://schemas.openxmlformats.org/officeDocument/2006/relationships/hyperlink" Target="https://example.invalid/unused/1888" TargetMode="External" /><Relationship Id="rId1889" Type="http://schemas.openxmlformats.org/officeDocument/2006/relationships/hyperlink" Target="https://example.invalid/unused/1889" TargetMode="External" /><Relationship Id="rId1890" Type="http://schemas.openxmlformats.org/officeDocument/2006/relationships/hyperlink" Target="https://example.invalid/unused/1890" TargetMode="External" /><Relationship Id="rId1891" Type="http://schemas.openxmlformats.org/officeDocument/2006/relationships/hyperlink" Target="https://example.invalid/unused/1891" TargetMode="External" /><Relationship Id="rId1892" Type="http://schemas.openxmlformats.org/officeDocument/2006/relationships/hyperlink" Target="https://example.invalid/unused/1892" TargetMode="External" /><Relationship Id="rId1893" Type="http://schemas.openxmlformats.org/officeDocument/2006/relationships/hyperlink" Target="https://example.invalid/unused/1893" TargetMode="External" /><Relationship Id="rId1894" Type="http://schemas.openxmlformats.org/officeDocument/2006/relationships/hyperlink" Target="https://example.invalid/unused/1894" TargetMode="External" /><Relationship Id="rId1895" Type="http://schemas.openxmlformats.org/officeDocument/2006/relationships/hyperlink" Target="https://example.invalid/unused/1895" TargetMode="External" /><Relationship Id="rId1896" Type="http://schemas.openxmlformats.org/officeDocument/2006/relationships/hyperlink" Target="https://example.invalid/unused/1896" TargetMode="External" /><Relationship Id="rId1897" Type="http://schemas.openxmlformats.org/officeDocument/2006/relationships/hyperlink" Target="https://example.invalid/unused/1897" TargetMode="External" /><Relationship Id="rId1898" Type="http://schemas.openxmlformats.org/officeDocument/2006/relationships/hyperlink" Target="https://example.invalid/unused/1898" TargetMode="External" /><Relationship Id="rId1899" Type="http://schemas.openxmlformats.org/officeDocument/2006/relationships/hyperlink" Target="https://example.invalid/unused/1899" TargetMode="External" /><Relationship Id="rId1900" Type="http://schemas.openxmlformats.org/officeDocument/2006/relationships/hyperlink" Target="https://example.invalid/unused/1900" TargetMode="External" /><Relationship Id="rId1901" Type="http://schemas.openxmlformats.org/officeDocument/2006/relationships/hyperlink" Target="https://example.invalid/unused/1901" TargetMode="External" /><Relationship Id="rId1902" Type="http://schemas.openxmlformats.org/officeDocument/2006/relationships/hyperlink" Target="https://example.invalid/unused/1902" TargetMode="External" /><Relationship Id="rId1903" Type="http://schemas.openxmlformats.org/officeDocument/2006/relationships/hyperlink" Target="https://example.invalid/unused/1903" TargetMode="External" /><Relationship Id="rId1904" Type="http://schemas.openxmlformats.org/officeDocument/2006/relationships/hyperlink" Target="https://example.invalid/unused/1904" TargetMode="External" /><Relationship Id="rId1905" Type="http://schemas.openxmlformats.org/officeDocument/2006/relationships/hyperlink" Target="https://example.invalid/unused/1905" TargetMode="External" /><Relationship Id="rId1906" Type="http://schemas.openxmlformats.org/officeDocument/2006/relationships/hyperlink" Target="https://example.invalid/unused/1906" TargetMode="External" /><Relationship Id="rId1907" Type="http://schemas.openxmlformats.org/officeDocument/2006/relationships/hyperlink" Target="https://example.invalid/unused/1907" TargetMode="External" /><Relationship Id="rId1908" Type="http://schemas.openxmlformats.org/officeDocument/2006/relationships/hyperlink" Target="https://example.invalid/unused/1908" TargetMode="External" /><Relationship Id="rId1909" Type="http://schemas.openxmlformats.org/officeDocument/2006/relationships/hyperlink" Target="https://example.invalid/unused/1909" TargetMode="External" /><Relationship Id="rId1910" Type="http://schemas.openxmlformats.org/officeDocument/2006/relationships/hyperlink" Target="https://example.invalid/unused/1910" TargetMode="External" /><Relationship Id="rId1911" Type="http://schemas.openxmlformats.org/officeDocument/2006/relationships/hyperlink" Target="https://example.invalid/unused/1911" TargetMode="External" /><Relationship Id="rId1912" Type="http://schemas.openxmlformats.org/officeDocument/2006/relationships/hyperlink" Target="https://example.invalid/unused/1912" TargetMode="External" /><Relationship Id="rId1913" Type="http://schemas.openxmlformats.org/officeDocument/2006/relationships/hyperlink" Target="https://example.invalid/unused/1913" TargetMode="External" /><Relationship Id="rId1914" Type="http://schemas.openxmlformats.org/officeDocument/2006/relationships/hyperlink" Target="https://example.invalid/unused/1914" TargetMode="External" /><Relationship Id="rId1915" Type="http://schemas.openxmlformats.org/officeDocument/2006/relationships/hyperlink" Target="https://example.invalid/unused/1915" TargetMode="External" /><Relationship Id="rId1916" Type="http://schemas.openxmlformats.org/officeDocument/2006/relationships/hyperlink" Target="https://example.invalid/unused/1916" TargetMode="External" /><Relationship Id="rId1917" Type="http://schemas.openxmlformats.org/officeDocument/2006/relationships/hyperlink" Target="https://example.invalid/unused/1917" TargetMode="External" /><Relationship Id="rId1918" Type="http://schemas.openxmlformats.org/officeDocument/2006/relationships/hyperlink" Target="https://example.invalid/unused/1918" TargetMode="External" /><Relationship Id="rId1919" Type="http://schemas.openxmlformats.org/officeDocument/2006/relationships/hyperlink" Target="https://example.invalid/unused/1919" TargetMode="External" /><Relationship Id="rId1920" Type="http://schemas.openxmlformats.org/officeDocument/2006/relationships/hyperlink" Target="https://example.invalid/unused/1920" TargetMode="External" /><Relationship Id="rId1921" Type="http://schemas.openxmlformats.org/officeDocument/2006/relationships/hyperlink" Target="https://example.invalid/unused/1921" TargetMode="External" /><Relationship Id="rId1922" Type="http://schemas.openxmlformats.org/officeDocument/2006/relationships/hyperlink" Target="https://example.invalid/unused/1922" TargetMode="External" /><Relationship Id="rId1923" Type="http://schemas.openxmlformats.org/officeDocument/2006/relationships/hyperlink" Target="https://example.invalid/unused/1923" TargetMode="External" /><Relationship Id="rId1924" Type="http://schemas.openxmlformats.org/officeDocument/2006/relationships/hyperlink" Target="https://example.invalid/unused/1924" TargetMode="External" /><Relationship Id="rId1925" Type="http://schemas.openxmlformats.org/officeDocument/2006/relationships/hyperlink" Target="https://example.invalid/unused/1925" TargetMode="External" /><Relationship Id="rId1926" Type="http://schemas.openxmlformats.org/officeDocument/2006/relationships/hyperlink" Target="https://example.invalid/unused/1926" TargetMode="External" /><Relationship Id="rId1927" Type="http://schemas.openxmlformats.org/officeDocument/2006/relationships/hyperlink" Target="https://example.invalid/unused/1927" TargetMode="External" /><Relationship Id="rId1928" Type="http://schemas.openxmlformats.org/officeDocument/2006/relationships/hyperlink" Target="https://example.invalid/unused/1928" TargetMode="External" /><Relationship Id="rId1929" Type="http://schemas.openxmlformats.org/officeDocument/2006/relationships/hyperlink" Target="https://example.invalid/unused/1929" TargetMode="External" /><Relationship Id="rId1930" Type="http://schemas.openxmlformats.org/officeDocument/2006/relationships/hyperlink" Target="https://example.invalid/unused/1930" TargetMode="External" /><Relationship Id="rId1931" Type="http://schemas.openxmlformats.org/officeDocument/2006/relationships/hyperlink" Target="https://example.invalid/unused/1931" TargetMode="External" /><Relationship Id="rId1932" Type="http://schemas.openxmlformats.org/officeDocument/2006/relationships/hyperlink" Target="https://example.invalid/unused/1932" TargetMode="External" /><Relationship Id="rId1933" Type="http://schemas.openxmlformats.org/officeDocument/2006/relationships/hyperlink" Target="https://example.invalid/unused/1933" TargetMode="External" /><Relationship Id="rId1934" Type="http://schemas.openxmlformats.org/officeDocument/2006/relationships/hyperlink" Target="https://example.invalid/unused/1934" TargetMode="External" /><Relationship Id="rId1935" Type="http://schemas.openxmlformats.org/officeDocument/2006/relationships/hyperlink" Target="https://example.invalid/unused/1935" TargetMode="External" /><Relationship Id="rId1936" Type="http://schemas.openxmlformats.org/officeDocument/2006/relationships/hyperlink" Target="https://example.invalid/unused/1936" TargetMode="External" /><Relationship Id="rId1937" Type="http://schemas.openxmlformats.org/officeDocument/2006/relationships/hyperlink" Target="https://example.invalid/unused/1937" TargetMode="External" /><Relationship Id="rId1938" Type="http://schemas.openxmlformats.org/officeDocument/2006/relationships/hyperlink" Target="https://example.invalid/unused/1938" TargetMode="External" /><Relationship Id="rId1939" Type="http://schemas.openxmlformats.org/officeDocument/2006/relationships/hyperlink" Target="https://example.invalid/unused/1939" TargetMode="External" /><Relationship Id="rId1940" Type="http://schemas.openxmlformats.org/officeDocument/2006/relationships/hyperlink" Target="https://example.invalid/unused/1940" TargetMode="External" /><Relationship Id="rId1941" Type="http://schemas.openxmlformats.org/officeDocument/2006/relationships/hyperlink" Target="https://example.invalid/unused/1941" TargetMode="External" /><Relationship Id="rId1942" Type="http://schemas.openxmlformats.org/officeDocument/2006/relationships/hyperlink" Target="https://example.invalid/unused/1942" TargetMode="External" /><Relationship Id="rId1943" Type="http://schemas.openxmlformats.org/officeDocument/2006/relationships/hyperlink" Target="https://example.invalid/unused/1943" TargetMode="External" /><Relationship Id="rId1944" Type="http://schemas.openxmlformats.org/officeDocument/2006/relationships/hyperlink" Target="https://example.invalid/unused/1944" TargetMode="External" /><Relationship Id="rId1945" Type="http://schemas.openxmlformats.org/officeDocument/2006/relationships/hyperlink" Target="https://example.invalid/unused/1945" TargetMode="External" /><Relationship Id="rId1946" Type="http://schemas.openxmlformats.org/officeDocument/2006/relationships/hyperlink" Target="https://example.invalid/unused/1946" TargetMode="External" /><Relationship Id="rId1947" Type="http://schemas.openxmlformats.org/officeDocument/2006/relationships/hyperlink" Target="https://example.invalid/unused/1947" TargetMode="External" /><Relationship Id="rId1948" Type="http://schemas.openxmlformats.org/officeDocument/2006/relationships/hyperlink" Target="https://example.invalid/unused/1948" TargetMode="External" /><Relationship Id="rId1949" Type="http://schemas.openxmlformats.org/officeDocument/2006/relationships/hyperlink" Target="https://example.invalid/unused/1949" TargetMode="External" /><Relationship Id="rId1950" Type="http://schemas.openxmlformats.org/officeDocument/2006/relationships/hyperlink" Target="https://example.invalid/unused/1950" TargetMode="External" /><Relationship Id="rId1951" Type="http://schemas.openxmlformats.org/officeDocument/2006/relationships/hyperlink" Target="https://example.invalid/unused/1951" TargetMode="External" /><Relationship Id="rId1952" Type="http://schemas.openxmlformats.org/officeDocument/2006/relationships/hyperlink" Target="https://example.invalid/unused/1952" TargetMode="External" /><Relationship Id="rId1953" Type="http://schemas.openxmlformats.org/officeDocument/2006/relationships/hyperlink" Target="https://example.invalid/unused/1953" TargetMode="External" /><Relationship Id="rId1954" Type="http://schemas.openxmlformats.org/officeDocument/2006/relationships/hyperlink" Target="https://example.invalid/unused/1954" TargetMode="External" /><Relationship Id="rId1955" Type="http://schemas.openxmlformats.org/officeDocument/2006/relationships/hyperlink" Target="https://example.invalid/unused/1955" TargetMode="External" /><Relationship Id="rId1956" Type="http://schemas.openxmlformats.org/officeDocument/2006/relationships/hyperlink" Target="https://example.invalid/unused/1956" TargetMode="External" /><Relationship Id="rId1957" Type="http://schemas.openxmlformats.org/officeDocument/2006/relationships/hyperlink" Target="https://example.invalid/unused/1957" TargetMode="External" /><Relationship Id="rId1958" Type="http://schemas.openxmlformats.org/officeDocument/2006/relationships/hyperlink" Target="https://example.invalid/unused/1958" TargetMode="External" /><Relationship Id="rId1959" Type="http://schemas.openxmlformats.org/officeDocument/2006/relationships/hyperlink" Target="https://example.invalid/unused/1959" TargetMode="External" /><Relationship Id="rId1960" Type="http://schemas.openxmlformats.org/officeDocument/2006/relationships/hyperlink" Target="https://example.invalid/unused/1960" TargetMode="External" /><Relationship Id="rId1961" Type="http://schemas.openxmlformats.org/officeDocument/2006/relationships/hyperlink" Target="https://example.invalid/unused/1961" TargetMode="External" /><Relationship Id="rId1962" Type="http://schemas.openxmlformats.org/officeDocument/2006/relationships/hyperlink" Target="https://example.invalid/unused/1962" TargetMode="External" /><Relationship Id="rId1963" Type="http://schemas.openxmlformats.org/officeDocument/2006/relationships/hyperlink" Target="https://example.invalid/unused/1963" TargetMode="External" /><Relationship Id="rId1964" Type="http://schemas.openxmlformats.org/officeDocument/2006/relationships/hyperlink" Target="https://example.invalid/unused/1964" TargetMode="External" /><Relationship Id="rId1965" Type="http://schemas.openxmlformats.org/officeDocument/2006/relationships/hyperlink" Target="https://example.invalid/unused/1965" TargetMode="External" /><Relationship Id="rId1966" Type="http://schemas.openxmlformats.org/officeDocument/2006/relationships/hyperlink" Target="https://example.invalid/unused/1966" TargetMode="External" /><Relationship Id="rId1967" Type="http://schemas.openxmlformats.org/officeDocument/2006/relationships/hyperlink" Target="https://example.invalid/unused/1967" TargetMode="External" /><Relationship Id="rId1968" Type="http://schemas.openxmlformats.org/officeDocument/2006/relationships/hyperlink" Target="https://example.invalid/unused/1968" TargetMode="External" /><Relationship Id="rId1969" Type="http://schemas.openxmlformats.org/officeDocument/2006/relationships/hyperlink" Target="https://example.invalid/unused/1969" TargetMode="External" /><Relationship Id="rId1970" Type="http://schemas.openxmlformats.org/officeDocument/2006/relationships/hyperlink" Target="https://example.invalid/unused/1970" TargetMode="External" /><Relationship Id="rId1971" Type="http://schemas.openxmlformats.org/officeDocument/2006/relationships/hyperlink" Target="https://example.invalid/unused/1971" TargetMode="External" /><Relationship Id="rId1972" Type="http://schemas.openxmlformats.org/officeDocument/2006/relationships/hyperlink" Target="https://example.invalid/unused/1972" TargetMode="External" /><Relationship Id="rId1973" Type="http://schemas.openxmlformats.org/officeDocument/2006/relationships/hyperlink" Target="https://example.invalid/unused/1973" TargetMode="External" /><Relationship Id="rId1974" Type="http://schemas.openxmlformats.org/officeDocument/2006/relationships/hyperlink" Target="https://example.invalid/unused/1974" TargetMode="External" /><Relationship Id="rId1975" Type="http://schemas.openxmlformats.org/officeDocument/2006/relationships/hyperlink" Target="https://example.invalid/unused/1975" TargetMode="External" /><Relationship Id="rId1976" Type="http://schemas.openxmlformats.org/officeDocument/2006/relationships/hyperlink" Target="https://example.invalid/unused/1976" TargetMode="External" /><Relationship Id="rId1977" Type="http://schemas.openxmlformats.org/officeDocument/2006/relationships/hyperlink" Target="https://example.invalid/unused/1977" TargetMode="External" /><Relationship Id="rId1978" Type="http://schemas.openxmlformats.org/officeDocument/2006/relationships/hyperlink" Target="https://example.invalid/unused/1978" TargetMode="External" /><Relationship Id="rId1979" Type="http://schemas.openxmlformats.org/officeDocument/2006/relationships/hyperlink" Target="https://example.invalid/unused/1979" TargetMode="External" /><Relationship Id="rId1980" Type="http://schemas.openxmlformats.org/officeDocument/2006/relationships/hyperlink" Target="https://example.invalid/unused/1980" TargetMode="External" /><Relationship Id="rId1981" Type="http://schemas.openxmlformats.org/officeDocument/2006/relationships/hyperlink" Target="https://example.invalid/unused/1981" TargetMode="External" /><Relationship Id="rId1982" Type="http://schemas.openxmlformats.org/officeDocument/2006/relationships/hyperlink" Target="https://example.invalid/unused/1982" TargetMode="External" /><Relationship Id="rId1983" Type="http://schemas.openxmlformats.org/officeDocument/2006/relationships/hyperlink" Target="https://example.invalid/unused/1983" TargetMode="External" /><Relationship Id="rId1984" Type="http://schemas.openxmlformats.org/officeDocument/2006/relationships/hyperlink" Target="https://example.invalid/unused/1984" TargetMode="External" /><Relationship Id="rId1985" Type="http://schemas.openxmlformats.org/officeDocument/2006/relationships/hyperlink" Target="https://example.invalid/unused/1985" TargetMode="External" /><Relationship Id="rId1986" Type="http://schemas.openxmlformats.org/officeDocument/2006/relationships/hyperlink" Target="https://example.invalid/unused/1986" TargetMode="External" /><Relationship Id="rId1987" Type="http://schemas.openxmlformats.org/officeDocument/2006/relationships/hyperlink" Target="https://example.invalid/unused/1987" TargetMode="External" /><Relationship Id="rId1988" Type="http://schemas.openxmlformats.org/officeDocument/2006/relationships/hyperlink" Target="https://example.invalid/unused/1988" TargetMode="External" /><Relationship Id="rId1989" Type="http://schemas.openxmlformats.org/officeDocument/2006/relationships/hyperlink" Target="https://example.invalid/unused/1989" TargetMode="External" /><Relationship Id="rId1990" Type="http://schemas.openxmlformats.org/officeDocument/2006/relationships/hyperlink" Target="https://example.invalid/unused/1990" TargetMode="External" /><Relationship Id="rId1991" Type="http://schemas.openxmlformats.org/officeDocument/2006/relationships/hyperlink" Target="https://example.invalid/unused/1991" TargetMode="External" /><Relationship Id="rId1992" Type="http://schemas.openxmlformats.org/officeDocument/2006/relationships/hyperlink" Target="https://example.invalid/unused/1992" TargetMode="External" /><Relationship Id="rId1993" Type="http://schemas.openxmlformats.org/officeDocument/2006/relationships/hyperlink" Target="https://example.invalid/unused/1993" TargetMode="External" /><Relationship Id="rId1994" Type="http://schemas.openxmlformats.org/officeDocument/2006/relationships/hyperlink" Target="https://example.invalid/unused/1994" TargetMode="External" /><Relationship Id="rId1995" Type="http://schemas.openxmlformats.org/officeDocument/2006/relationships/hyperlink" Target="https://example.invalid/unused/1995" TargetMode="External" /><Relationship Id="rId1996" Type="http://schemas.openxmlformats.org/officeDocument/2006/relationships/hyperlink" Target="https://example.invalid/unused/1996" TargetMode="External" /><Relationship Id="rId1997" Type="http://schemas.openxmlformats.org/officeDocument/2006/relationships/hyperlink" Target="https://example.invalid/unused/1997" TargetMode="External" /><Relationship Id="rId1998" Type="http://schemas.openxmlformats.org/officeDocument/2006/relationships/hyperlink" Target="https://example.invalid/unused/1998" TargetMode="External" /><Relationship Id="rId1999" Type="http://schemas.openxmlformats.org/officeDocument/2006/relationships/hyperlink" Target="https://example.invalid/unused/1999" TargetMode="External" /><Relationship Id="rId2000" Type="http://schemas.openxmlformats.org/officeDocument/2006/relationships/hyperlink" Target="https://example.invalid/unused/2000" TargetMode="External" /><Relationship Id="rId2001" Type="http://schemas.openxmlformats.org/officeDocument/2006/relationships/hyperlink" Target="https://example.invalid/unused/2001" TargetMode="External" /><Relationship Id="rId2002" Type="http://schemas.openxmlformats.org/officeDocument/2006/relationships/hyperlink" Target="https://example.invalid/unused/2002" TargetMode="External" /><Relationship Id="rId2003" Type="http://schemas.openxmlformats.org/officeDocument/2006/relationships/hyperlink" Target="https://example.invalid/unused/2003" TargetMode="External" /><Relationship Id="rId2004" Type="http://schemas.openxmlformats.org/officeDocument/2006/relationships/hyperlink" Target="https://example.invalid/unused/2004" TargetMode="External" /><Relationship Id="rId2005" Type="http://schemas.openxmlformats.org/officeDocument/2006/relationships/hyperlink" Target="https://example.invalid/unused/2005" TargetMode="External" /><Relationship Id="rId2006" Type="http://schemas.openxmlformats.org/officeDocument/2006/relationships/hyperlink" Target="https://example.invalid/unused/2006" TargetMode="External" /><Relationship Id="rId2007" Type="http://schemas.openxmlformats.org/officeDocument/2006/relationships/hyperlink" Target="https://example.invalid/unused/2007" TargetMode="External" /><Relationship Id="rId2008" Type="http://schemas.openxmlformats.org/officeDocument/2006/relationships/hyperlink" Target="https://example.invalid/unused/2008" TargetMode="External" /><Relationship Id="rId2009" Type="http://schemas.openxmlformats.org/officeDocument/2006/relationships/hyperlink" Target="https://example.invalid/unused/2009" TargetMode="External" /><Relationship Id="rId2010" Type="http://schemas.openxmlformats.org/officeDocument/2006/relationships/hyperlink" Target="https://example.invalid/unused/2010" TargetMode="External" /><Relationship Id="rId2011" Type="http://schemas.openxmlformats.org/officeDocument/2006/relationships/hyperlink" Target="https://example.invalid/unused/2011" TargetMode="External" /><Relationship Id="rId2012" Type="http://schemas.openxmlformats.org/officeDocument/2006/relationships/hyperlink" Target="https://example.invalid/unused/2012" TargetMode="External" /><Relationship Id="rId2013" Type="http://schemas.openxmlformats.org/officeDocument/2006/relationships/hyperlink" Target="https://example.invalid/unused/2013" TargetMode="External" /><Relationship Id="rId2014" Type="http://schemas.openxmlformats.org/officeDocument/2006/relationships/hyperlink" Target="https://example.invalid/unused/2014" TargetMode="External" /><Relationship Id="rId2015" Type="http://schemas.openxmlformats.org/officeDocument/2006/relationships/hyperlink" Target="https://example.invalid/unused/2015" TargetMode="External" /><Relationship Id="rId2016" Type="http://schemas.openxmlformats.org/officeDocument/2006/relationships/hyperlink" Target="https://example.invalid/unused/2016" TargetMode="External" /><Relationship Id="rId2017" Type="http://schemas.openxmlformats.org/officeDocument/2006/relationships/hyperlink" Target="https://example.invalid/unused/2017" TargetMode="External" /><Relationship Id="rId2018" Type="http://schemas.openxmlformats.org/officeDocument/2006/relationships/hyperlink" Target="https://example.invalid/unused/2018" TargetMode="External" /><Relationship Id="rId2019" Type="http://schemas.openxmlformats.org/officeDocument/2006/relationships/hyperlink" Target="https://example.invalid/unused/2019" TargetMode="External" /><Relationship Id="rId2020" Type="http://schemas.openxmlformats.org/officeDocument/2006/relationships/hyperlink" Target="https://example.invalid/unused/2020" TargetMode="External" /><Relationship Id="rId2021" Type="http://schemas.openxmlformats.org/officeDocument/2006/relationships/hyperlink" Target="https://example.invalid/unused/2021" TargetMode="External" /><Relationship Id="rId2022" Type="http://schemas.openxmlformats.org/officeDocument/2006/relationships/hyperlink" Target="https://example.invalid/unused/2022" TargetMode="External" /><Relationship Id="rId2023" Type="http://schemas.openxmlformats.org/officeDocument/2006/relationships/hyperlink" Target="https://example.invalid/unused/2023" TargetMode="External" /><Relationship Id="rId2024" Type="http://schemas.openxmlformats.org/officeDocument/2006/relationships/hyperlink" Target="https://example.invalid/unused/2024" TargetMode="External" /><Relationship Id="rId2025" Type="http://schemas.openxmlformats.org/officeDocument/2006/relationships/hyperlink" Target="https://example.invalid/unused/2025" TargetMode="External" /><Relationship Id="rId2026" Type="http://schemas.openxmlformats.org/officeDocument/2006/relationships/hyperlink" Target="https://example.invalid/unused/2026" TargetMode="External" /><Relationship Id="rId2027" Type="http://schemas.openxmlformats.org/officeDocument/2006/relationships/hyperlink" Target="https://example.invalid/unused/2027" TargetMode="External" /><Relationship Id="rId2028" Type="http://schemas.openxmlformats.org/officeDocument/2006/relationships/hyperlink" Target="https://example.invalid/unused/2028" TargetMode="External" /><Relationship Id="rId2029" Type="http://schemas.openxmlformats.org/officeDocument/2006/relationships/hyperlink" Target="https://example.invalid/unused/2029" TargetMode="External" /><Relationship Id="rId2030" Type="http://schemas.openxmlformats.org/officeDocument/2006/relationships/hyperlink" Target="https://example.invalid/unused/2030" TargetMode="External" /><Relationship Id="rId2031" Type="http://schemas.openxmlformats.org/officeDocument/2006/relationships/hyperlink" Target="https://example.invalid/unused/2031" TargetMode="External" /><Relationship Id="rId2032" Type="http://schemas.openxmlformats.org/officeDocument/2006/relationships/hyperlink" Target="https://example.invalid/unused/2032" TargetMode="External" /><Relationship Id="rId2033" Type="http://schemas.openxmlformats.org/officeDocument/2006/relationships/hyperlink" Target="https://example.invalid/unused/2033" TargetMode="External" /><Relationship Id="rId2034" Type="http://schemas.openxmlformats.org/officeDocument/2006/relationships/hyperlink" Target="https://example.invalid/unused/2034" TargetMode="External" /><Relationship Id="rId2035" Type="http://schemas.openxmlformats.org/officeDocument/2006/relationships/hyperlink" Target="https://example.invalid/unused/2035" TargetMode="External" /><Relationship Id="rId2036" Type="http://schemas.openxmlformats.org/officeDocument/2006/relationships/hyperlink" Target="https://example.invalid/unused/2036" TargetMode="External" /><Relationship Id="rId2037" Type="http://schemas.openxmlformats.org/officeDocument/2006/relationships/hyperlink" Target="https://example.invalid/unused/2037" TargetMode="External" /><Relationship Id="rId2038" Type="http://schemas.openxmlformats.org/officeDocument/2006/relationships/hyperlink" Target="https://example.invalid/unused/2038" TargetMode="External" /><Relationship Id="rId2039" Type="http://schemas.openxmlformats.org/officeDocument/2006/relationships/hyperlink" Target="https://example.invalid/unused/2039" TargetMode="External" /><Relationship Id="rId2040" Type="http://schemas.openxmlformats.org/officeDocument/2006/relationships/hyperlink" Target="https://example.invalid/unused/2040" TargetMode="External" /><Relationship Id="rId2041" Type="http://schemas.openxmlformats.org/officeDocument/2006/relationships/hyperlink" Target="https://example.invalid/unused/2041" TargetMode="External" /><Relationship Id="rId2042" Type="http://schemas.openxmlformats.org/officeDocument/2006/relationships/hyperlink" Target="https://example.invalid/unused/2042" TargetMode="External" /><Relationship Id="rId2043" Type="http://schemas.openxmlformats.org/officeDocument/2006/relationships/hyperlink" Target="https://example.invalid/unused/2043" TargetMode="External" /><Relationship Id="rId2044" Type="http://schemas.openxmlformats.org/officeDocument/2006/relationships/hyperlink" Target="https://example.invalid/unused/2044" TargetMode="External" /><Relationship Id="rId2045" Type="http://schemas.openxmlformats.org/officeDocument/2006/relationships/hyperlink" Target="https://example.invalid/unused/2045" TargetMode="External" /><Relationship Id="rId2046" Type="http://schemas.openxmlformats.org/officeDocument/2006/relationships/hyperlink" Target="https://example.invalid/unused/2046" TargetMode="External" /><Relationship Id="rId2047" Type="http://schemas.openxmlformats.org/officeDocument/2006/relationships/hyperlink" Target="https://example.invalid/unused/2047" TargetMode="External" /><Relationship Id="rId2048" Type="http://schemas.openxmlformats.org/officeDocument/2006/relationships/hyperlink" Target="https://example.invalid/unused/2048" TargetMode="External" /><Relationship Id="rId2049" Type="http://schemas.openxmlformats.org/officeDocument/2006/relationships/hyperlink" Target="https://example.invalid/unused/2049" TargetMode="External" /><Relationship Id="rId2050" Type="http://schemas.openxmlformats.org/officeDocument/2006/relationships/hyperlink" Target="https://example.invalid/unused/2050" TargetMode="External" /><Relationship Id="rId2051" Type="http://schemas.openxmlformats.org/officeDocument/2006/relationships/hyperlink" Target="https://example.invalid/unused/2051" TargetMode="External" /><Relationship Id="rId2052" Type="http://schemas.openxmlformats.org/officeDocument/2006/relationships/hyperlink" Target="https://example.invalid/unused/2052" TargetMode="External" /><Relationship Id="rId2053" Type="http://schemas.openxmlformats.org/officeDocument/2006/relationships/hyperlink" Target="https://example.invalid/unused/2053" TargetMode="External" /><Relationship Id="rId2054" Type="http://schemas.openxmlformats.org/officeDocument/2006/relationships/hyperlink" Target="https://example.invalid/unused/2054" TargetMode="External" /><Relationship Id="rId2055" Type="http://schemas.openxmlformats.org/officeDocument/2006/relationships/hyperlink" Target="https://example.invalid/unused/2055" TargetMode="External" /><Relationship Id="rId2056" Type="http://schemas.openxmlformats.org/officeDocument/2006/relationships/hyperlink" Target="https://example.invalid/unused/2056" TargetMode="External" /><Relationship Id="rId2057" Type="http://schemas.openxmlformats.org/officeDocument/2006/relationships/hyperlink" Target="https://example.invalid/unused/2057" TargetMode="External" /><Relationship Id="rId2058" Type="http://schemas.openxmlformats.org/officeDocument/2006/relationships/hyperlink" Target="https://example.invalid/unused/2058" TargetMode="External" /><Relationship Id="rId2059" Type="http://schemas.openxmlformats.org/officeDocument/2006/relationships/hyperlink" Target="https://example.invalid/unused/2059" TargetMode="External" /><Relationship Id="rId2060" Type="http://schemas.openxmlformats.org/officeDocument/2006/relationships/hyperlink" Target="https://example.invalid/unused/2060" TargetMode="External" /><Relationship Id="rId2061" Type="http://schemas.openxmlformats.org/officeDocument/2006/relationships/hyperlink" Target="https://example.invalid/unused/2061" TargetMode="External" /><Relationship Id="rId2062" Type="http://schemas.openxmlformats.org/officeDocument/2006/relationships/hyperlink" Target="https://example.invalid/unused/2062" TargetMode="External" /><Relationship Id="rId2063" Type="http://schemas.openxmlformats.org/officeDocument/2006/relationships/hyperlink" Target="https://example.invalid/unused/2063" TargetMode="External" /><Relationship Id="rId2064" Type="http://schemas.openxmlformats.org/officeDocument/2006/relationships/hyperlink" Target="https://example.invalid/unused/2064" TargetMode="External" /><Relationship Id="rId2065" Type="http://schemas.openxmlformats.org/officeDocument/2006/relationships/hyperlink" Target="https://example.invalid/unused/2065" TargetMode="External" /><Relationship Id="rId2066" Type="http://schemas.openxmlformats.org/officeDocument/2006/relationships/hyperlink" Target="https://example.invalid/unused/2066" TargetMode="External" /><Relationship Id="rId2067" Type="http://schemas.openxmlformats.org/officeDocument/2006/relationships/hyperlink" Target="https://example.invalid/unused/2067" TargetMode="External" /><Relationship Id="rId2068" Type="http://schemas.openxmlformats.org/officeDocument/2006/relationships/hyperlink" Target="https://example.invalid/unused/2068" TargetMode="External" /><Relationship Id="rId2069" Type="http://schemas.openxmlformats.org/officeDocument/2006/relationships/hyperlink" Target="https://example.invalid/unused/2069" TargetMode="External" /><Relationship Id="rId2070" Type="http://schemas.openxmlformats.org/officeDocument/2006/relationships/hyperlink" Target="https://example.invalid/unused/2070" TargetMode="External" /><Relationship Id="rId2071" Type="http://schemas.openxmlformats.org/officeDocument/2006/relationships/hyperlink" Target="https://example.invalid/unused/2071" TargetMode="External" /><Relationship Id="rId2072" Type="http://schemas.openxmlformats.org/officeDocument/2006/relationships/hyperlink" Target="https://example.invalid/unused/2072" TargetMode="External" /><Relationship Id="rId2073" Type="http://schemas.openxmlformats.org/officeDocument/2006/relationships/hyperlink" Target="https://example.invalid/unused/2073" TargetMode="External" /><Relationship Id="rId2074" Type="http://schemas.openxmlformats.org/officeDocument/2006/relationships/hyperlink" Target="https://example.invalid/unused/2074" TargetMode="External" /><Relationship Id="rId2075" Type="http://schemas.openxmlformats.org/officeDocument/2006/relationships/hyperlink" Target="https://example.invalid/unused/2075" TargetMode="External" /><Relationship Id="rId2076" Type="http://schemas.openxmlformats.org/officeDocument/2006/relationships/hyperlink" Target="https://example.invalid/unused/2076" TargetMode="External" /><Relationship Id="rId2077" Type="http://schemas.openxmlformats.org/officeDocument/2006/relationships/hyperlink" Target="https://example.invalid/unused/2077" TargetMode="External" /><Relationship Id="rId2078" Type="http://schemas.openxmlformats.org/officeDocument/2006/relationships/hyperlink" Target="https://example.invalid/unused/2078" TargetMode="External" /><Relationship Id="rId2079" Type="http://schemas.openxmlformats.org/officeDocument/2006/relationships/hyperlink" Target="https://example.invalid/unused/2079" TargetMode="External" /><Relationship Id="rId2080" Type="http://schemas.openxmlformats.org/officeDocument/2006/relationships/hyperlink" Target="https://example.invalid/unused/2080" TargetMode="External" /><Relationship Id="rId2081" Type="http://schemas.openxmlformats.org/officeDocument/2006/relationships/hyperlink" Target="https://example.invalid/unused/2081" TargetMode="External" /><Relationship Id="rId2082" Type="http://schemas.openxmlformats.org/officeDocument/2006/relationships/hyperlink" Target="https://example.invalid/unused/2082" TargetMode="External" /><Relationship Id="rId2083" Type="http://schemas.openxmlformats.org/officeDocument/2006/relationships/hyperlink" Target="https://example.invalid/unused/2083" TargetMode="External" /><Relationship Id="rId2084" Type="http://schemas.openxmlformats.org/officeDocument/2006/relationships/hyperlink" Target="https://example.invalid/unused/2084" TargetMode="External" /><Relationship Id="rId2085" Type="http://schemas.openxmlformats.org/officeDocument/2006/relationships/hyperlink" Target="https://example.invalid/unused/2085" TargetMode="External" /><Relationship Id="rId2086" Type="http://schemas.openxmlformats.org/officeDocument/2006/relationships/hyperlink" Target="https://example.invalid/unused/2086" TargetMode="External" /><Relationship Id="rId2087" Type="http://schemas.openxmlformats.org/officeDocument/2006/relationships/hyperlink" Target="https://example.invalid/unused/2087" TargetMode="External" /><Relationship Id="rId2088" Type="http://schemas.openxmlformats.org/officeDocument/2006/relationships/hyperlink" Target="https://example.invalid/unused/2088" TargetMode="External" /><Relationship Id="rId2089" Type="http://schemas.openxmlformats.org/officeDocument/2006/relationships/hyperlink" Target="https://example.invalid/unused/2089" TargetMode="External" /><Relationship Id="rId2090" Type="http://schemas.openxmlformats.org/officeDocument/2006/relationships/hyperlink" Target="https://example.invalid/unused/2090" TargetMode="External" /><Relationship Id="rId2091" Type="http://schemas.openxmlformats.org/officeDocument/2006/relationships/hyperlink" Target="https://example.invalid/unused/2091" TargetMode="External" /><Relationship Id="rId2092" Type="http://schemas.openxmlformats.org/officeDocument/2006/relationships/hyperlink" Target="https://example.invalid/unused/2092" TargetMode="External" /><Relationship Id="rId2093" Type="http://schemas.openxmlformats.org/officeDocument/2006/relationships/hyperlink" Target="https://example.invalid/unused/2093" TargetMode="External" /><Relationship Id="rId2094" Type="http://schemas.openxmlformats.org/officeDocument/2006/relationships/hyperlink" Target="https://example.invalid/unused/2094" TargetMode="External" /><Relationship Id="rId2095" Type="http://schemas.openxmlformats.org/officeDocument/2006/relationships/hyperlink" Target="https://example.invalid/unused/2095" TargetMode="External" /><Relationship Id="rId2096" Type="http://schemas.openxmlformats.org/officeDocument/2006/relationships/hyperlink" Target="https://example.invalid/unused/2096" TargetMode="External" /><Relationship Id="rId2097" Type="http://schemas.openxmlformats.org/officeDocument/2006/relationships/hyperlink" Target="https://example.invalid/unused/2097" TargetMode="External" /><Relationship Id="rId2098" Type="http://schemas.openxmlformats.org/officeDocument/2006/relationships/hyperlink" Target="https://example.invalid/unused/2098" TargetMode="External" /><Relationship Id="rId2099" Type="http://schemas.openxmlformats.org/officeDocument/2006/relationships/hyperlink" Target="https://example.invalid/unused/2099" TargetMode="External" /><Relationship Id="rId2100" Type="http://schemas.openxmlformats.org/officeDocument/2006/relationships/hyperlink" Target="https://example.invalid/unused/2100" TargetMode="External" /><Relationship Id="rId2101" Type="http://schemas.openxmlformats.org/officeDocument/2006/relationships/hyperlink" Target="https://example.invalid/unused/2101" TargetMode="External" /><Relationship Id="rId2102" Type="http://schemas.openxmlformats.org/officeDocument/2006/relationships/hyperlink" Target="https://example.invalid/unused/2102" TargetMode="External" /><Relationship Id="rId2103" Type="http://schemas.openxmlformats.org/officeDocument/2006/relationships/hyperlink" Target="https://example.invalid/unused/2103" TargetMode="External" /><Relationship Id="rId2104" Type="http://schemas.openxmlformats.org/officeDocument/2006/relationships/hyperlink" Target="https://example.invalid/unused/2104" TargetMode="External" /><Relationship Id="rId2105" Type="http://schemas.openxmlformats.org/officeDocument/2006/relationships/hyperlink" Target="https://example.invalid/unused/2105" TargetMode="External" /><Relationship Id="rId2106" Type="http://schemas.openxmlformats.org/officeDocument/2006/relationships/hyperlink" Target="https://example.invalid/unused/2106" TargetMode="External" /><Relationship Id="rId2107" Type="http://schemas.openxmlformats.org/officeDocument/2006/relationships/hyperlink" Target="https://example.invalid/unused/2107" TargetMode="External" /><Relationship Id="rId2108" Type="http://schemas.openxmlformats.org/officeDocument/2006/relationships/hyperlink" Target="https://example.invalid/unused/2108" TargetMode="External" /><Relationship Id="rId2109" Type="http://schemas.openxmlformats.org/officeDocument/2006/relationships/hyperlink" Target="https://example.invalid/unused/2109" TargetMode="External" /><Relationship Id="rId2110" Type="http://schemas.openxmlformats.org/officeDocument/2006/relationships/hyperlink" Target="https://example.invalid/unused/2110" TargetMode="External" /><Relationship Id="rId2111" Type="http://schemas.openxmlformats.org/officeDocument/2006/relationships/hyperlink" Target="https://example.invalid/unused/2111" TargetMode="External" /><Relationship Id="rId2112" Type="http://schemas.openxmlformats.org/officeDocument/2006/relationships/hyperlink" Target="https://example.invalid/unused/2112" TargetMode="External" /><Relationship Id="rId2113" Type="http://schemas.openxmlformats.org/officeDocument/2006/relationships/hyperlink" Target="https://example.invalid/unused/2113" TargetMode="External" /><Relationship Id="rId2114" Type="http://schemas.openxmlformats.org/officeDocument/2006/relationships/hyperlink" Target="https://example.invalid/unused/2114" TargetMode="External" /><Relationship Id="rId2115" Type="http://schemas.openxmlformats.org/officeDocument/2006/relationships/hyperlink" Target="https://example.invalid/unused/2115" TargetMode="External" /><Relationship Id="rId2116" Type="http://schemas.openxmlformats.org/officeDocument/2006/relationships/hyperlink" Target="https://example.invalid/unused/2116" TargetMode="External" /><Relationship Id="rId2117" Type="http://schemas.openxmlformats.org/officeDocument/2006/relationships/hyperlink" Target="https://example.invalid/unused/2117" TargetMode="External" /><Relationship Id="rId2118" Type="http://schemas.openxmlformats.org/officeDocument/2006/relationships/hyperlink" Target="https://example.invalid/unused/2118" TargetMode="External" /><Relationship Id="rId2119" Type="http://schemas.openxmlformats.org/officeDocument/2006/relationships/hyperlink" Target="https://example.invalid/unused/2119" TargetMode="External" /><Relationship Id="rId2120" Type="http://schemas.openxmlformats.org/officeDocument/2006/relationships/hyperlink" Target="https://example.invalid/unused/2120" TargetMode="External" /><Relationship Id="rId2121" Type="http://schemas.openxmlformats.org/officeDocument/2006/relationships/hyperlink" Target="https://example.invalid/unused/2121" TargetMode="External" /><Relationship Id="rId2122" Type="http://schemas.openxmlformats.org/officeDocument/2006/relationships/hyperlink" Target="https://example.invalid/unused/2122" TargetMode="External" /><Relationship Id="rId2123" Type="http://schemas.openxmlformats.org/officeDocument/2006/relationships/hyperlink" Target="https://example.invalid/unused/2123" TargetMode="External" /><Relationship Id="rId2124" Type="http://schemas.openxmlformats.org/officeDocument/2006/relationships/hyperlink" Target="https://example.invalid/unused/2124" TargetMode="External" /><Relationship Id="rId2125" Type="http://schemas.openxmlformats.org/officeDocument/2006/relationships/hyperlink" Target="https://example.invalid/unused/2125" TargetMode="External" /><Relationship Id="rId2126" Type="http://schemas.openxmlformats.org/officeDocument/2006/relationships/hyperlink" Target="https://example.invalid/unused/2126" TargetMode="External" /><Relationship Id="rId2127" Type="http://schemas.openxmlformats.org/officeDocument/2006/relationships/hyperlink" Target="https://example.invalid/unused/2127" TargetMode="External" /><Relationship Id="rId2128" Type="http://schemas.openxmlformats.org/officeDocument/2006/relationships/hyperlink" Target="https://example.invalid/unused/2128" TargetMode="External" /><Relationship Id="rId2129" Type="http://schemas.openxmlformats.org/officeDocument/2006/relationships/hyperlink" Target="https://example.invalid/unused/2129" TargetMode="External" /><Relationship Id="rId2130" Type="http://schemas.openxmlformats.org/officeDocument/2006/relationships/hyperlink" Target="https://example.invalid/unused/2130" TargetMode="External" /><Relationship Id="rId2131" Type="http://schemas.openxmlformats.org/officeDocument/2006/relationships/hyperlink" Target="https://example.invalid/unused/2131" TargetMode="External" /><Relationship Id="rId2132" Type="http://schemas.openxmlformats.org/officeDocument/2006/relationships/hyperlink" Target="https://example.invalid/unused/2132" TargetMode="External" /><Relationship Id="rId2133" Type="http://schemas.openxmlformats.org/officeDocument/2006/relationships/hyperlink" Target="https://example.invalid/unused/2133" TargetMode="External" /><Relationship Id="rId2134" Type="http://schemas.openxmlformats.org/officeDocument/2006/relationships/hyperlink" Target="https://example.invalid/unused/2134" TargetMode="External" /><Relationship Id="rId2135" Type="http://schemas.openxmlformats.org/officeDocument/2006/relationships/hyperlink" Target="https://example.invalid/unused/2135" TargetMode="External" /><Relationship Id="rId2136" Type="http://schemas.openxmlformats.org/officeDocument/2006/relationships/hyperlink" Target="https://example.invalid/unused/2136" TargetMode="External" /><Relationship Id="rId2137" Type="http://schemas.openxmlformats.org/officeDocument/2006/relationships/hyperlink" Target="https://example.invalid/unused/2137" TargetMode="External" /><Relationship Id="rId2138" Type="http://schemas.openxmlformats.org/officeDocument/2006/relationships/hyperlink" Target="https://example.invalid/unused/2138" TargetMode="External" /><Relationship Id="rId2139" Type="http://schemas.openxmlformats.org/officeDocument/2006/relationships/hyperlink" Target="https://example.invalid/unused/2139" TargetMode="External" /><Relationship Id="rId2140" Type="http://schemas.openxmlformats.org/officeDocument/2006/relationships/hyperlink" Target="https://example.invalid/unused/2140" TargetMode="External" /><Relationship Id="rId2141" Type="http://schemas.openxmlformats.org/officeDocument/2006/relationships/hyperlink" Target="https://example.invalid/unused/2141" TargetMode="External" /><Relationship Id="rId2142" Type="http://schemas.openxmlformats.org/officeDocument/2006/relationships/hyperlink" Target="https://example.invalid/unused/2142" TargetMode="External" /><Relationship Id="rId2143" Type="http://schemas.openxmlformats.org/officeDocument/2006/relationships/hyperlink" Target="https://example.invalid/unused/2143" TargetMode="External" /><Relationship Id="rId2144" Type="http://schemas.openxmlformats.org/officeDocument/2006/relationships/hyperlink" Target="https://example.invalid/unused/2144" TargetMode="External" /><Relationship Id="rId2145" Type="http://schemas.openxmlformats.org/officeDocument/2006/relationships/hyperlink" Target="https://example.invalid/unused/2145" TargetMode="External" /><Relationship Id="rId2146" Type="http://schemas.openxmlformats.org/officeDocument/2006/relationships/hyperlink" Target="https://example.invalid/unused/2146" TargetMode="External" /><Relationship Id="rId2147" Type="http://schemas.openxmlformats.org/officeDocument/2006/relationships/hyperlink" Target="https://example.invalid/unused/2147" TargetMode="External" /><Relationship Id="rId2148" Type="http://schemas.openxmlformats.org/officeDocument/2006/relationships/hyperlink" Target="https://example.invalid/unused/2148" TargetMode="External" /><Relationship Id="rId2149" Type="http://schemas.openxmlformats.org/officeDocument/2006/relationships/hyperlink" Target="https://example.invalid/unused/2149" TargetMode="External" /><Relationship Id="rId2150" Type="http://schemas.openxmlformats.org/officeDocument/2006/relationships/hyperlink" Target="https://example.invalid/unused/2150" TargetMode="External" /><Relationship Id="rId2151" Type="http://schemas.openxmlformats.org/officeDocument/2006/relationships/hyperlink" Target="https://example.invalid/unused/2151" TargetMode="External" /><Relationship Id="rId2152" Type="http://schemas.openxmlformats.org/officeDocument/2006/relationships/hyperlink" Target="https://example.invalid/unused/2152" TargetMode="External" /><Relationship Id="rId2153" Type="http://schemas.openxmlformats.org/officeDocument/2006/relationships/hyperlink" Target="https://example.invalid/unused/2153" TargetMode="External" /><Relationship Id="rId2154" Type="http://schemas.openxmlformats.org/officeDocument/2006/relationships/hyperlink" Target="https://example.invalid/unused/2154" TargetMode="External" /><Relationship Id="rId2155" Type="http://schemas.openxmlformats.org/officeDocument/2006/relationships/hyperlink" Target="https://example.invalid/unused/2155" TargetMode="External" /><Relationship Id="rId2156" Type="http://schemas.openxmlformats.org/officeDocument/2006/relationships/hyperlink" Target="https://example.invalid/unused/2156" TargetMode="External" /><Relationship Id="rId2157" Type="http://schemas.openxmlformats.org/officeDocument/2006/relationships/hyperlink" Target="https://example.invalid/unused/2157" TargetMode="External" /><Relationship Id="rId2158" Type="http://schemas.openxmlformats.org/officeDocument/2006/relationships/hyperlink" Target="https://example.invalid/unused/2158" TargetMode="External" /><Relationship Id="rId2159" Type="http://schemas.openxmlformats.org/officeDocument/2006/relationships/hyperlink" Target="https://example.invalid/unused/2159" TargetMode="External" /><Relationship Id="rId2160" Type="http://schemas.openxmlformats.org/officeDocument/2006/relationships/hyperlink" Target="https://example.invalid/unused/2160" TargetMode="External" /><Relationship Id="rId2161" Type="http://schemas.openxmlformats.org/officeDocument/2006/relationships/hyperlink" Target="https://example.invalid/unused/2161" TargetMode="External" /><Relationship Id="rId2162" Type="http://schemas.openxmlformats.org/officeDocument/2006/relationships/hyperlink" Target="https://example.invalid/unused/2162" TargetMode="External" /><Relationship Id="rId2163" Type="http://schemas.openxmlformats.org/officeDocument/2006/relationships/hyperlink" Target="https://example.invalid/unused/2163" TargetMode="External" /><Relationship Id="rId2164" Type="http://schemas.openxmlformats.org/officeDocument/2006/relationships/hyperlink" Target="https://example.invalid/unused/2164" TargetMode="External" /><Relationship Id="rId2165" Type="http://schemas.openxmlformats.org/officeDocument/2006/relationships/hyperlink" Target="https://example.invalid/unused/2165" TargetMode="External" /><Relationship Id="rId2166" Type="http://schemas.openxmlformats.org/officeDocument/2006/relationships/hyperlink" Target="https://example.invalid/unused/2166" TargetMode="External" /><Relationship Id="rId2167" Type="http://schemas.openxmlformats.org/officeDocument/2006/relationships/hyperlink" Target="https://example.invalid/unused/2167" TargetMode="External" /><Relationship Id="rId2168" Type="http://schemas.openxmlformats.org/officeDocument/2006/relationships/hyperlink" Target="https://example.invalid/unused/2168" TargetMode="External" /><Relationship Id="rId2169" Type="http://schemas.openxmlformats.org/officeDocument/2006/relationships/hyperlink" Target="https://example.invalid/unused/2169" TargetMode="External" /><Relationship Id="rId2170" Type="http://schemas.openxmlformats.org/officeDocument/2006/relationships/hyperlink" Target="https://example.invalid/unused/2170" TargetMode="External" /><Relationship Id="rId2171" Type="http://schemas.openxmlformats.org/officeDocument/2006/relationships/hyperlink" Target="https://example.invalid/unused/2171" TargetMode="External" /><Relationship Id="rId2172" Type="http://schemas.openxmlformats.org/officeDocument/2006/relationships/hyperlink" Target="https://example.invalid/unused/2172" TargetMode="External" /><Relationship Id="rId2173" Type="http://schemas.openxmlformats.org/officeDocument/2006/relationships/hyperlink" Target="https://example.invalid/unused/2173" TargetMode="External" /><Relationship Id="rId2174" Type="http://schemas.openxmlformats.org/officeDocument/2006/relationships/hyperlink" Target="https://example.invalid/unused/2174" TargetMode="External" /><Relationship Id="rId2175" Type="http://schemas.openxmlformats.org/officeDocument/2006/relationships/hyperlink" Target="https://example.invalid/unused/2175" TargetMode="External" /><Relationship Id="rId2176" Type="http://schemas.openxmlformats.org/officeDocument/2006/relationships/hyperlink" Target="https://example.invalid/unused/2176" TargetMode="External" /><Relationship Id="rId2177" Type="http://schemas.openxmlformats.org/officeDocument/2006/relationships/hyperlink" Target="https://example.invalid/unused/2177" TargetMode="External" /><Relationship Id="rId2178" Type="http://schemas.openxmlformats.org/officeDocument/2006/relationships/hyperlink" Target="https://example.invalid/unused/2178" TargetMode="External" /><Relationship Id="rId2179" Type="http://schemas.openxmlformats.org/officeDocument/2006/relationships/hyperlink" Target="https://example.invalid/unused/2179" TargetMode="External" /><Relationship Id="rId2180" Type="http://schemas.openxmlformats.org/officeDocument/2006/relationships/hyperlink" Target="https://example.invalid/unused/2180" TargetMode="External" /><Relationship Id="rId2181" Type="http://schemas.openxmlformats.org/officeDocument/2006/relationships/hyperlink" Target="https://example.invalid/unused/2181" TargetMode="External" /><Relationship Id="rId2182" Type="http://schemas.openxmlformats.org/officeDocument/2006/relationships/hyperlink" Target="https://example.invalid/unused/2182" TargetMode="External" /><Relationship Id="rId2183" Type="http://schemas.openxmlformats.org/officeDocument/2006/relationships/hyperlink" Target="https://example.invalid/unused/2183" TargetMode="External" /><Relationship Id="rId2184" Type="http://schemas.openxmlformats.org/officeDocument/2006/relationships/hyperlink" Target="https://example.invalid/unused/2184" TargetMode="External" /><Relationship Id="rId2185" Type="http://schemas.openxmlformats.org/officeDocument/2006/relationships/hyperlink" Target="https://example.invalid/unused/2185" TargetMode="External" /><Relationship Id="rId2186" Type="http://schemas.openxmlformats.org/officeDocument/2006/relationships/hyperlink" Target="https://example.invalid/unused/2186" TargetMode="External" /><Relationship Id="rId2187" Type="http://schemas.openxmlformats.org/officeDocument/2006/relationships/hyperlink" Target="https://example.invalid/unused/2187" TargetMode="External" /><Relationship Id="rId2188" Type="http://schemas.openxmlformats.org/officeDocument/2006/relationships/hyperlink" Target="https://example.invalid/unused/2188" TargetMode="External" /><Relationship Id="rId2189" Type="http://schemas.openxmlformats.org/officeDocument/2006/relationships/hyperlink" Target="https://example.invalid/unused/2189" TargetMode="External" /><Relationship Id="rId2190" Type="http://schemas.openxmlformats.org/officeDocument/2006/relationships/hyperlink" Target="https://example.invalid/unused/2190" TargetMode="External" /><Relationship Id="rId2191" Type="http://schemas.openxmlformats.org/officeDocument/2006/relationships/hyperlink" Target="https://example.invalid/unused/2191" TargetMode="External" /><Relationship Id="rId2192" Type="http://schemas.openxmlformats.org/officeDocument/2006/relationships/hyperlink" Target="https://example.invalid/unused/2192" TargetMode="External" /><Relationship Id="rId2193" Type="http://schemas.openxmlformats.org/officeDocument/2006/relationships/hyperlink" Target="https://example.invalid/unused/2193" TargetMode="External" /><Relationship Id="rId2194" Type="http://schemas.openxmlformats.org/officeDocument/2006/relationships/hyperlink" Target="https://example.invalid/unused/2194" TargetMode="External" /><Relationship Id="rId2195" Type="http://schemas.openxmlformats.org/officeDocument/2006/relationships/hyperlink" Target="https://example.invalid/unused/2195" TargetMode="External" /><Relationship Id="rId2196" Type="http://schemas.openxmlformats.org/officeDocument/2006/relationships/hyperlink" Target="https://example.invalid/unused/2196" TargetMode="External" /><Relationship Id="rId2197" Type="http://schemas.openxmlformats.org/officeDocument/2006/relationships/hyperlink" Target="https://example.invalid/unused/2197" TargetMode="External" /><Relationship Id="rId2198" Type="http://schemas.openxmlformats.org/officeDocument/2006/relationships/hyperlink" Target="https://example.invalid/unused/2198" TargetMode="External" /><Relationship Id="rId2199" Type="http://schemas.openxmlformats.org/officeDocument/2006/relationships/hyperlink" Target="https://example.invalid/unused/2199" TargetMode="External" /><Relationship Id="rId2200" Type="http://schemas.openxmlformats.org/officeDocument/2006/relationships/hyperlink" Target="https://example.invalid/unused/2200" TargetMode="External" /><Relationship Id="rId2201" Type="http://schemas.openxmlformats.org/officeDocument/2006/relationships/hyperlink" Target="https://example.invalid/unused/2201" TargetMode="External" /><Relationship Id="rId2202" Type="http://schemas.openxmlformats.org/officeDocument/2006/relationships/hyperlink" Target="https://example.invalid/unused/2202" TargetMode="External" /><Relationship Id="rId2203" Type="http://schemas.openxmlformats.org/officeDocument/2006/relationships/hyperlink" Target="https://example.invalid/unused/2203" TargetMode="External" /><Relationship Id="rId2204" Type="http://schemas.openxmlformats.org/officeDocument/2006/relationships/hyperlink" Target="https://example.invalid/unused/2204" TargetMode="External" /><Relationship Id="rId2205" Type="http://schemas.openxmlformats.org/officeDocument/2006/relationships/hyperlink" Target="https://example.invalid/unused/2205" TargetMode="External" /><Relationship Id="rId2206" Type="http://schemas.openxmlformats.org/officeDocument/2006/relationships/hyperlink" Target="https://example.invalid/unused/2206" TargetMode="External" /><Relationship Id="rId2207" Type="http://schemas.openxmlformats.org/officeDocument/2006/relationships/hyperlink" Target="https://example.invalid/unused/2207" TargetMode="External" /><Relationship Id="rId2208" Type="http://schemas.openxmlformats.org/officeDocument/2006/relationships/hyperlink" Target="https://example.invalid/unused/2208" TargetMode="External" /><Relationship Id="rId2209" Type="http://schemas.openxmlformats.org/officeDocument/2006/relationships/hyperlink" Target="https://example.invalid/unused/2209" TargetMode="External" /><Relationship Id="rId2210" Type="http://schemas.openxmlformats.org/officeDocument/2006/relationships/hyperlink" Target="https://example.invalid/unused/2210" TargetMode="External" /><Relationship Id="rId2211" Type="http://schemas.openxmlformats.org/officeDocument/2006/relationships/hyperlink" Target="https://example.invalid/unused/2211" TargetMode="External" /><Relationship Id="rId2212" Type="http://schemas.openxmlformats.org/officeDocument/2006/relationships/hyperlink" Target="https://example.invalid/unused/2212" TargetMode="External" /><Relationship Id="rId2213" Type="http://schemas.openxmlformats.org/officeDocument/2006/relationships/hyperlink" Target="https://example.invalid/unused/2213" TargetMode="External" /><Relationship Id="rId2214" Type="http://schemas.openxmlformats.org/officeDocument/2006/relationships/hyperlink" Target="https://example.invalid/unused/2214" TargetMode="External" /><Relationship Id="rId2215" Type="http://schemas.openxmlformats.org/officeDocument/2006/relationships/hyperlink" Target="https://example.invalid/unused/2215" TargetMode="External" /><Relationship Id="rId2216" Type="http://schemas.openxmlformats.org/officeDocument/2006/relationships/hyperlink" Target="https://example.invalid/unused/2216" TargetMode="External" /><Relationship Id="rId2217" Type="http://schemas.openxmlformats.org/officeDocument/2006/relationships/hyperlink" Target="https://example.invalid/unused/2217" TargetMode="External" /><Relationship Id="rId2218" Type="http://schemas.openxmlformats.org/officeDocument/2006/relationships/hyperlink" Target="https://example.invalid/unused/2218" TargetMode="External" /><Relationship Id="rId2219" Type="http://schemas.openxmlformats.org/officeDocument/2006/relationships/hyperlink" Target="https://example.invalid/unused/2219" TargetMode="External" /><Relationship Id="rId2220" Type="http://schemas.openxmlformats.org/officeDocument/2006/relationships/hyperlink" Target="https://example.invalid/unused/2220" TargetMode="External" /><Relationship Id="rId2221" Type="http://schemas.openxmlformats.org/officeDocument/2006/relationships/hyperlink" Target="https://example.invalid/unused/2221" TargetMode="External" /><Relationship Id="rId2222" Type="http://schemas.openxmlformats.org/officeDocument/2006/relationships/hyperlink" Target="https://example.invalid/unused/2222" TargetMode="External" /><Relationship Id="rId2223" Type="http://schemas.openxmlformats.org/officeDocument/2006/relationships/hyperlink" Target="https://example.invalid/unused/2223" TargetMode="External" /><Relationship Id="rId2224" Type="http://schemas.openxmlformats.org/officeDocument/2006/relationships/hyperlink" Target="https://example.invalid/unused/2224" TargetMode="External" /><Relationship Id="rId2225" Type="http://schemas.openxmlformats.org/officeDocument/2006/relationships/hyperlink" Target="https://example.invalid/unused/2225" TargetMode="External" /><Relationship Id="rId2226" Type="http://schemas.openxmlformats.org/officeDocument/2006/relationships/hyperlink" Target="https://example.invalid/unused/2226" TargetMode="External" /><Relationship Id="rId2227" Type="http://schemas.openxmlformats.org/officeDocument/2006/relationships/hyperlink" Target="https://example.invalid/unused/2227" TargetMode="External" /><Relationship Id="rId2228" Type="http://schemas.openxmlformats.org/officeDocument/2006/relationships/hyperlink" Target="https://example.invalid/unused/2228" TargetMode="External" /><Relationship Id="rId2229" Type="http://schemas.openxmlformats.org/officeDocument/2006/relationships/hyperlink" Target="https://example.invalid/unused/2229" TargetMode="External" /><Relationship Id="rId2230" Type="http://schemas.openxmlformats.org/officeDocument/2006/relationships/hyperlink" Target="https://example.invalid/unused/2230" TargetMode="External" /><Relationship Id="rId2231" Type="http://schemas.openxmlformats.org/officeDocument/2006/relationships/hyperlink" Target="https://example.invalid/unused/2231" TargetMode="External" /><Relationship Id="rId2232" Type="http://schemas.openxmlformats.org/officeDocument/2006/relationships/hyperlink" Target="https://example.invalid/unused/2232" TargetMode="External" /><Relationship Id="rId2233" Type="http://schemas.openxmlformats.org/officeDocument/2006/relationships/hyperlink" Target="https://example.invalid/unused/2233" TargetMode="External" /><Relationship Id="rId2234" Type="http://schemas.openxmlformats.org/officeDocument/2006/relationships/hyperlink" Target="https://example.invalid/unused/2234" TargetMode="External" /><Relationship Id="rId2235" Type="http://schemas.openxmlformats.org/officeDocument/2006/relationships/hyperlink" Target="https://example.invalid/unused/2235" TargetMode="External" /><Relationship Id="rId2236" Type="http://schemas.openxmlformats.org/officeDocument/2006/relationships/hyperlink" Target="https://example.invalid/unused/2236" TargetMode="External" /><Relationship Id="rId2237" Type="http://schemas.openxmlformats.org/officeDocument/2006/relationships/hyperlink" Target="https://example.invalid/unused/2237" TargetMode="External" /><Relationship Id="rId2238" Type="http://schemas.openxmlformats.org/officeDocument/2006/relationships/hyperlink" Target="https://example.invalid/unused/2238" TargetMode="External" /><Relationship Id="rId2239" Type="http://schemas.openxmlformats.org/officeDocument/2006/relationships/hyperlink" Target="https://example.invalid/unused/2239" TargetMode="External" /><Relationship Id="rId2240" Type="http://schemas.openxmlformats.org/officeDocument/2006/relationships/hyperlink" Target="https://example.invalid/unused/2240" TargetMode="External" /><Relationship Id="rId2241" Type="http://schemas.openxmlformats.org/officeDocument/2006/relationships/hyperlink" Target="https://example.invalid/unused/2241" TargetMode="External" /><Relationship Id="rId2242" Type="http://schemas.openxmlformats.org/officeDocument/2006/relationships/hyperlink" Target="https://example.invalid/unused/2242" TargetMode="External" /><Relationship Id="rId2243" Type="http://schemas.openxmlformats.org/officeDocument/2006/relationships/hyperlink" Target="https://example.invalid/unused/2243" TargetMode="External" /><Relationship Id="rId2244" Type="http://schemas.openxmlformats.org/officeDocument/2006/relationships/hyperlink" Target="https://example.invalid/unused/2244" TargetMode="External" /><Relationship Id="rId2245" Type="http://schemas.openxmlformats.org/officeDocument/2006/relationships/hyperlink" Target="https://example.invalid/unused/2245" TargetMode="External" /><Relationship Id="rId2246" Type="http://schemas.openxmlformats.org/officeDocument/2006/relationships/hyperlink" Target="https://example.invalid/unused/2246" TargetMode="External" /><Relationship Id="rId2247" Type="http://schemas.openxmlformats.org/officeDocument/2006/relationships/hyperlink" Target="https://example.invalid/unused/2247" TargetMode="External" /><Relationship Id="rId2248" Type="http://schemas.openxmlformats.org/officeDocument/2006/relationships/hyperlink" Target="https://example.invalid/unused/2248" TargetMode="External" /><Relationship Id="rId2249" Type="http://schemas.openxmlformats.org/officeDocument/2006/relationships/hyperlink" Target="https://example.invalid/unused/2249" TargetMode="External" /><Relationship Id="rId2250" Type="http://schemas.openxmlformats.org/officeDocument/2006/relationships/hyperlink" Target="https://example.invalid/unused/2250" TargetMode="External" /><Relationship Id="rId2251" Type="http://schemas.openxmlformats.org/officeDocument/2006/relationships/hyperlink" Target="https://example.invalid/unused/2251" TargetMode="External" /><Relationship Id="rId2252" Type="http://schemas.openxmlformats.org/officeDocument/2006/relationships/hyperlink" Target="https://example.invalid/unused/2252" TargetMode="External" /><Relationship Id="rId2253" Type="http://schemas.openxmlformats.org/officeDocument/2006/relationships/hyperlink" Target="https://example.invalid/unused/2253" TargetMode="External" /><Relationship Id="rId2254" Type="http://schemas.openxmlformats.org/officeDocument/2006/relationships/hyperlink" Target="https://example.invalid/unused/2254" TargetMode="External" /><Relationship Id="rId2255" Type="http://schemas.openxmlformats.org/officeDocument/2006/relationships/hyperlink" Target="https://example.invalid/unused/2255" TargetMode="External" /><Relationship Id="rId2256" Type="http://schemas.openxmlformats.org/officeDocument/2006/relationships/hyperlink" Target="https://example.invalid/unused/2256" TargetMode="External" /><Relationship Id="rId2257" Type="http://schemas.openxmlformats.org/officeDocument/2006/relationships/hyperlink" Target="https://example.invalid/unused/2257" TargetMode="External" /><Relationship Id="rId2258" Type="http://schemas.openxmlformats.org/officeDocument/2006/relationships/hyperlink" Target="https://example.invalid/unused/2258" TargetMode="External" /><Relationship Id="rId2259" Type="http://schemas.openxmlformats.org/officeDocument/2006/relationships/hyperlink" Target="https://example.invalid/unused/2259" TargetMode="External" /><Relationship Id="rId2260" Type="http://schemas.openxmlformats.org/officeDocument/2006/relationships/hyperlink" Target="https://example.invalid/unused/2260" TargetMode="External" /><Relationship Id="rId2261" Type="http://schemas.openxmlformats.org/officeDocument/2006/relationships/hyperlink" Target="https://example.invalid/unused/2261" TargetMode="External" /><Relationship Id="rId2262" Type="http://schemas.openxmlformats.org/officeDocument/2006/relationships/hyperlink" Target="https://example.invalid/unused/2262" TargetMode="External" /><Relationship Id="rId2263" Type="http://schemas.openxmlformats.org/officeDocument/2006/relationships/hyperlink" Target="https://example.invalid/unused/2263" TargetMode="External" /><Relationship Id="rId2264" Type="http://schemas.openxmlformats.org/officeDocument/2006/relationships/hyperlink" Target="https://example.invalid/unused/2264" TargetMode="External" /><Relationship Id="rId2265" Type="http://schemas.openxmlformats.org/officeDocument/2006/relationships/hyperlink" Target="https://example.invalid/unused/2265" TargetMode="External" /><Relationship Id="rId2266" Type="http://schemas.openxmlformats.org/officeDocument/2006/relationships/hyperlink" Target="https://example.invalid/unused/2266" TargetMode="External" /><Relationship Id="rId2267" Type="http://schemas.openxmlformats.org/officeDocument/2006/relationships/hyperlink" Target="https://example.invalid/unused/2267" TargetMode="External" /><Relationship Id="rId2268" Type="http://schemas.openxmlformats.org/officeDocument/2006/relationships/hyperlink" Target="https://example.invalid/unused/2268" TargetMode="External" /><Relationship Id="rId2269" Type="http://schemas.openxmlformats.org/officeDocument/2006/relationships/hyperlink" Target="https://example.invalid/unused/2269" TargetMode="External" /><Relationship Id="rId2270" Type="http://schemas.openxmlformats.org/officeDocument/2006/relationships/hyperlink" Target="https://example.invalid/unused/2270" TargetMode="External" /><Relationship Id="rId2271" Type="http://schemas.openxmlformats.org/officeDocument/2006/relationships/hyperlink" Target="https://example.invalid/unused/2271" TargetMode="External" /><Relationship Id="rId2272" Type="http://schemas.openxmlformats.org/officeDocument/2006/relationships/hyperlink" Target="https://example.invalid/unused/2272" TargetMode="External" /><Relationship Id="rId2273" Type="http://schemas.openxmlformats.org/officeDocument/2006/relationships/hyperlink" Target="https://example.invalid/unused/2273" TargetMode="External" /><Relationship Id="rId2274" Type="http://schemas.openxmlformats.org/officeDocument/2006/relationships/hyperlink" Target="https://example.invalid/unused/2274" TargetMode="External" /><Relationship Id="rId2275" Type="http://schemas.openxmlformats.org/officeDocument/2006/relationships/hyperlink" Target="https://example.invalid/unused/2275" TargetMode="External" /><Relationship Id="rId2276" Type="http://schemas.openxmlformats.org/officeDocument/2006/relationships/hyperlink" Target="https://example.invalid/unused/2276" TargetMode="External" /><Relationship Id="rId2277" Type="http://schemas.openxmlformats.org/officeDocument/2006/relationships/hyperlink" Target="https://example.invalid/unused/2277" TargetMode="External" /><Relationship Id="rId2278" Type="http://schemas.openxmlformats.org/officeDocument/2006/relationships/hyperlink" Target="https://example.invalid/unused/2278" TargetMode="External" /><Relationship Id="rId2279" Type="http://schemas.openxmlformats.org/officeDocument/2006/relationships/hyperlink" Target="https://example.invalid/unused/2279" TargetMode="External" /><Relationship Id="rId2280" Type="http://schemas.openxmlformats.org/officeDocument/2006/relationships/hyperlink" Target="https://example.invalid/unused/2280" TargetMode="External" /><Relationship Id="rId2281" Type="http://schemas.openxmlformats.org/officeDocument/2006/relationships/hyperlink" Target="https://example.invalid/unused/2281" TargetMode="External" /><Relationship Id="rId2282" Type="http://schemas.openxmlformats.org/officeDocument/2006/relationships/hyperlink" Target="https://example.invalid/unused/2282" TargetMode="External" /><Relationship Id="rId2283" Type="http://schemas.openxmlformats.org/officeDocument/2006/relationships/hyperlink" Target="https://example.invalid/unused/2283" TargetMode="External" /><Relationship Id="rId2284" Type="http://schemas.openxmlformats.org/officeDocument/2006/relationships/hyperlink" Target="https://example.invalid/unused/2284" TargetMode="External" /><Relationship Id="rId2285" Type="http://schemas.openxmlformats.org/officeDocument/2006/relationships/hyperlink" Target="https://example.invalid/unused/2285" TargetMode="External" /><Relationship Id="rId2286" Type="http://schemas.openxmlformats.org/officeDocument/2006/relationships/hyperlink" Target="https://example.invalid/unused/2286" TargetMode="External" /><Relationship Id="rId2287" Type="http://schemas.openxmlformats.org/officeDocument/2006/relationships/hyperlink" Target="https://example.invalid/unused/2287" TargetMode="External" /><Relationship Id="rId2288" Type="http://schemas.openxmlformats.org/officeDocument/2006/relationships/hyperlink" Target="https://example.invalid/unused/2288" TargetMode="External" /><Relationship Id="rId2289" Type="http://schemas.openxmlformats.org/officeDocument/2006/relationships/hyperlink" Target="https://example.invalid/unused/2289" TargetMode="External" /><Relationship Id="rId2290" Type="http://schemas.openxmlformats.org/officeDocument/2006/relationships/hyperlink" Target="https://example.invalid/unused/2290" TargetMode="External" /><Relationship Id="rId2291" Type="http://schemas.openxmlformats.org/officeDocument/2006/relationships/hyperlink" Target="https://example.invalid/unused/2291" TargetMode="External" /><Relationship Id="rId2292" Type="http://schemas.openxmlformats.org/officeDocument/2006/relationships/hyperlink" Target="https://example.invalid/unused/2292" TargetMode="External" /><Relationship Id="rId2293" Type="http://schemas.openxmlformats.org/officeDocument/2006/relationships/hyperlink" Target="https://example.invalid/unused/2293" TargetMode="External" /><Relationship Id="rId2294" Type="http://schemas.openxmlformats.org/officeDocument/2006/relationships/hyperlink" Target="https://example.invalid/unused/2294" TargetMode="External" /><Relationship Id="rId2295" Type="http://schemas.openxmlformats.org/officeDocument/2006/relationships/hyperlink" Target="https://example.invalid/unused/2295" TargetMode="External" /><Relationship Id="rId2296" Type="http://schemas.openxmlformats.org/officeDocument/2006/relationships/hyperlink" Target="https://example.invalid/unused/2296" TargetMode="External" /><Relationship Id="rId2297" Type="http://schemas.openxmlformats.org/officeDocument/2006/relationships/hyperlink" Target="https://example.invalid/unused/2297" TargetMode="External" /><Relationship Id="rId2298" Type="http://schemas.openxmlformats.org/officeDocument/2006/relationships/hyperlink" Target="https://example.invalid/unused/2298" TargetMode="External" /><Relationship Id="rId2299" Type="http://schemas.openxmlformats.org/officeDocument/2006/relationships/hyperlink" Target="https://example.invalid/unused/2299" TargetMode="External" /><Relationship Id="rId2300" Type="http://schemas.openxmlformats.org/officeDocument/2006/relationships/hyperlink" Target="https://example.invalid/unused/2300" TargetMode="External" /><Relationship Id="rId2301" Type="http://schemas.openxmlformats.org/officeDocument/2006/relationships/hyperlink" Target="https://example.invalid/unused/2301" TargetMode="External" /><Relationship Id="rId2302" Type="http://schemas.openxmlformats.org/officeDocument/2006/relationships/hyperlink" Target="https://example.invalid/unused/2302" TargetMode="External" /><Relationship Id="rId2303" Type="http://schemas.openxmlformats.org/officeDocument/2006/relationships/hyperlink" Target="https://example.invalid/unused/2303" TargetMode="External" /><Relationship Id="rId2304" Type="http://schemas.openxmlformats.org/officeDocument/2006/relationships/hyperlink" Target="https://example.invalid/unused/2304" TargetMode="External" /><Relationship Id="rId2305" Type="http://schemas.openxmlformats.org/officeDocument/2006/relationships/hyperlink" Target="https://example.invalid/unused/2305" TargetMode="External" /><Relationship Id="rId2306" Type="http://schemas.openxmlformats.org/officeDocument/2006/relationships/hyperlink" Target="https://example.invalid/unused/2306" TargetMode="External" /><Relationship Id="rId2307" Type="http://schemas.openxmlformats.org/officeDocument/2006/relationships/hyperlink" Target="https://example.invalid/unused/2307" TargetMode="External" /><Relationship Id="rId2308" Type="http://schemas.openxmlformats.org/officeDocument/2006/relationships/hyperlink" Target="https://example.invalid/unused/2308" TargetMode="External" /><Relationship Id="rId2309" Type="http://schemas.openxmlformats.org/officeDocument/2006/relationships/hyperlink" Target="https://example.invalid/unused/2309" TargetMode="External" /><Relationship Id="rId2310" Type="http://schemas.openxmlformats.org/officeDocument/2006/relationships/hyperlink" Target="https://example.invalid/unused/2310" TargetMode="External" /><Relationship Id="rId2311" Type="http://schemas.openxmlformats.org/officeDocument/2006/relationships/hyperlink" Target="https://example.invalid/unused/2311" TargetMode="External" /><Relationship Id="rId2312" Type="http://schemas.openxmlformats.org/officeDocument/2006/relationships/hyperlink" Target="https://example.invalid/unused/2312" TargetMode="External" /><Relationship Id="rId2313" Type="http://schemas.openxmlformats.org/officeDocument/2006/relationships/hyperlink" Target="https://example.invalid/unused/2313" TargetMode="External" /><Relationship Id="rId2314" Type="http://schemas.openxmlformats.org/officeDocument/2006/relationships/hyperlink" Target="https://example.invalid/unused/2314" TargetMode="External" /><Relationship Id="rId2315" Type="http://schemas.openxmlformats.org/officeDocument/2006/relationships/hyperlink" Target="https://example.invalid/unused/2315" TargetMode="External" /><Relationship Id="rId2316" Type="http://schemas.openxmlformats.org/officeDocument/2006/relationships/hyperlink" Target="https://example.invalid/unused/2316" TargetMode="External" /><Relationship Id="rId2317" Type="http://schemas.openxmlformats.org/officeDocument/2006/relationships/hyperlink" Target="https://example.invalid/unused/2317" TargetMode="External" /><Relationship Id="rId2318" Type="http://schemas.openxmlformats.org/officeDocument/2006/relationships/hyperlink" Target="https://example.invalid/unused/2318" TargetMode="External" /><Relationship Id="rId2319" Type="http://schemas.openxmlformats.org/officeDocument/2006/relationships/hyperlink" Target="https://example.invalid/unused/2319" TargetMode="External" /><Relationship Id="rId2320" Type="http://schemas.openxmlformats.org/officeDocument/2006/relationships/hyperlink" Target="https://example.invalid/unused/2320" TargetMode="External" /><Relationship Id="rId2321" Type="http://schemas.openxmlformats.org/officeDocument/2006/relationships/hyperlink" Target="https://example.invalid/unused/2321" TargetMode="External" /><Relationship Id="rId2322" Type="http://schemas.openxmlformats.org/officeDocument/2006/relationships/hyperlink" Target="https://example.invalid/unused/2322" TargetMode="External" /><Relationship Id="rId2323" Type="http://schemas.openxmlformats.org/officeDocument/2006/relationships/hyperlink" Target="https://example.invalid/unused/2323" TargetMode="External" /><Relationship Id="rId2324" Type="http://schemas.openxmlformats.org/officeDocument/2006/relationships/hyperlink" Target="https://example.invalid/unused/2324" TargetMode="External" /><Relationship Id="rId2325" Type="http://schemas.openxmlformats.org/officeDocument/2006/relationships/hyperlink" Target="https://example.invalid/unused/2325" TargetMode="External" /><Relationship Id="rId2326" Type="http://schemas.openxmlformats.org/officeDocument/2006/relationships/hyperlink" Target="https://example.invalid/unused/2326" TargetMode="External" /><Relationship Id="rId2327" Type="http://schemas.openxmlformats.org/officeDocument/2006/relationships/hyperlink" Target="https://example.invalid/unused/2327" TargetMode="External" /><Relationship Id="rId2328" Type="http://schemas.openxmlformats.org/officeDocument/2006/relationships/hyperlink" Target="https://example.invalid/unused/2328" TargetMode="External" /><Relationship Id="rId2329" Type="http://schemas.openxmlformats.org/officeDocument/2006/relationships/hyperlink" Target="https://example.invalid/unused/2329" TargetMode="External" /><Relationship Id="rId2330" Type="http://schemas.openxmlformats.org/officeDocument/2006/relationships/hyperlink" Target="https://example.invalid/unused/2330" TargetMode="External" /><Relationship Id="rId2331" Type="http://schemas.openxmlformats.org/officeDocument/2006/relationships/hyperlink" Target="https://example.invalid/unused/2331" TargetMode="External" /><Relationship Id="rId2332" Type="http://schemas.openxmlformats.org/officeDocument/2006/relationships/hyperlink" Target="https://example.invalid/unused/2332" TargetMode="External" /><Relationship Id="rId2333" Type="http://schemas.openxmlformats.org/officeDocument/2006/relationships/hyperlink" Target="https://example.invalid/unused/2333" TargetMode="External" /><Relationship Id="rId2334" Type="http://schemas.openxmlformats.org/officeDocument/2006/relationships/hyperlink" Target="https://example.invalid/unused/2334" TargetMode="External" /><Relationship Id="rId2335" Type="http://schemas.openxmlformats.org/officeDocument/2006/relationships/hyperlink" Target="https://example.invalid/unused/2335" TargetMode="External" /><Relationship Id="rId2336" Type="http://schemas.openxmlformats.org/officeDocument/2006/relationships/hyperlink" Target="https://example.invalid/unused/2336" TargetMode="External" /><Relationship Id="rId2337" Type="http://schemas.openxmlformats.org/officeDocument/2006/relationships/hyperlink" Target="https://example.invalid/unused/2337" TargetMode="External" /><Relationship Id="rId2338" Type="http://schemas.openxmlformats.org/officeDocument/2006/relationships/hyperlink" Target="https://example.invalid/unused/2338" TargetMode="External" /><Relationship Id="rId2339" Type="http://schemas.openxmlformats.org/officeDocument/2006/relationships/hyperlink" Target="https://example.invalid/unused/2339" TargetMode="External" /><Relationship Id="rId2340" Type="http://schemas.openxmlformats.org/officeDocument/2006/relationships/hyperlink" Target="https://example.invalid/unused/2340" TargetMode="External" /><Relationship Id="rId2341" Type="http://schemas.openxmlformats.org/officeDocument/2006/relationships/hyperlink" Target="https://example.invalid/unused/2341" TargetMode="External" /><Relationship Id="rId2342" Type="http://schemas.openxmlformats.org/officeDocument/2006/relationships/hyperlink" Target="https://example.invalid/unused/2342" TargetMode="External" /><Relationship Id="rId2343" Type="http://schemas.openxmlformats.org/officeDocument/2006/relationships/hyperlink" Target="https://example.invalid/unused/2343" TargetMode="External" /><Relationship Id="rId2344" Type="http://schemas.openxmlformats.org/officeDocument/2006/relationships/hyperlink" Target="https://example.invalid/unused/2344" TargetMode="External" /><Relationship Id="rId2345" Type="http://schemas.openxmlformats.org/officeDocument/2006/relationships/hyperlink" Target="https://example.invalid/unused/2345" TargetMode="External" /><Relationship Id="rId2346" Type="http://schemas.openxmlformats.org/officeDocument/2006/relationships/hyperlink" Target="https://example.invalid/unused/2346" TargetMode="External" /><Relationship Id="rId2347" Type="http://schemas.openxmlformats.org/officeDocument/2006/relationships/hyperlink" Target="https://example.invalid/unused/2347" TargetMode="External" /><Relationship Id="rId2348" Type="http://schemas.openxmlformats.org/officeDocument/2006/relationships/hyperlink" Target="https://example.invalid/unused/2348" TargetMode="External" /><Relationship Id="rId2349" Type="http://schemas.openxmlformats.org/officeDocument/2006/relationships/hyperlink" Target="https://example.invalid/unused/2349" TargetMode="External" /><Relationship Id="rId2350" Type="http://schemas.openxmlformats.org/officeDocument/2006/relationships/hyperlink" Target="https://example.invalid/unused/2350" TargetMode="External" /><Relationship Id="rId2351" Type="http://schemas.openxmlformats.org/officeDocument/2006/relationships/hyperlink" Target="https://example.invalid/unused/2351" TargetMode="External" /><Relationship Id="rId2352" Type="http://schemas.openxmlformats.org/officeDocument/2006/relationships/hyperlink" Target="https://example.invalid/unused/2352" TargetMode="External" /><Relationship Id="rId2353" Type="http://schemas.openxmlformats.org/officeDocument/2006/relationships/hyperlink" Target="https://example.invalid/unused/2353" TargetMode="External" /><Relationship Id="rId2354" Type="http://schemas.openxmlformats.org/officeDocument/2006/relationships/hyperlink" Target="https://example.invalid/unused/2354" TargetMode="External" /><Relationship Id="rId2355" Type="http://schemas.openxmlformats.org/officeDocument/2006/relationships/hyperlink" Target="https://example.invalid/unused/2355" TargetMode="External" /><Relationship Id="rId2356" Type="http://schemas.openxmlformats.org/officeDocument/2006/relationships/hyperlink" Target="https://example.invalid/unused/2356" TargetMode="External" /><Relationship Id="rId2357" Type="http://schemas.openxmlformats.org/officeDocument/2006/relationships/hyperlink" Target="https://example.invalid/unused/2357" TargetMode="External" /><Relationship Id="rId2358" Type="http://schemas.openxmlformats.org/officeDocument/2006/relationships/hyperlink" Target="https://example.invalid/unused/2358" TargetMode="External" /><Relationship Id="rId2359" Type="http://schemas.openxmlformats.org/officeDocument/2006/relationships/hyperlink" Target="https://example.invalid/unused/2359" TargetMode="External" /><Relationship Id="rId2360" Type="http://schemas.openxmlformats.org/officeDocument/2006/relationships/hyperlink" Target="https://example.invalid/unused/2360" TargetMode="External" /><Relationship Id="rId2361" Type="http://schemas.openxmlformats.org/officeDocument/2006/relationships/hyperlink" Target="https://example.invalid/unused/2361" TargetMode="External" /><Relationship Id="rId2362" Type="http://schemas.openxmlformats.org/officeDocument/2006/relationships/hyperlink" Target="https://example.invalid/unused/2362" TargetMode="External" /><Relationship Id="rId2363" Type="http://schemas.openxmlformats.org/officeDocument/2006/relationships/hyperlink" Target="https://example.invalid/unused/2363" TargetMode="External" /><Relationship Id="rId2364" Type="http://schemas.openxmlformats.org/officeDocument/2006/relationships/hyperlink" Target="https://example.invalid/unused/2364" TargetMode="External" /><Relationship Id="rId2365" Type="http://schemas.openxmlformats.org/officeDocument/2006/relationships/hyperlink" Target="https://example.invalid/unused/2365" TargetMode="External" /><Relationship Id="rId2366" Type="http://schemas.openxmlformats.org/officeDocument/2006/relationships/hyperlink" Target="https://example.invalid/unused/2366" TargetMode="External" /><Relationship Id="rId2367" Type="http://schemas.openxmlformats.org/officeDocument/2006/relationships/hyperlink" Target="https://example.invalid/unused/2367" TargetMode="External" /><Relationship Id="rId2368" Type="http://schemas.openxmlformats.org/officeDocument/2006/relationships/hyperlink" Target="https://example.invalid/unused/2368" TargetMode="External" /><Relationship Id="rId2369" Type="http://schemas.openxmlformats.org/officeDocument/2006/relationships/hyperlink" Target="https://example.invalid/unused/2369" TargetMode="External" /><Relationship Id="rId2370" Type="http://schemas.openxmlformats.org/officeDocument/2006/relationships/hyperlink" Target="https://example.invalid/unused/2370" TargetMode="External" /><Relationship Id="rId2371" Type="http://schemas.openxmlformats.org/officeDocument/2006/relationships/hyperlink" Target="https://example.invalid/unused/2371" TargetMode="External" /><Relationship Id="rId2372" Type="http://schemas.openxmlformats.org/officeDocument/2006/relationships/hyperlink" Target="https://example.invalid/unused/2372" TargetMode="External" /><Relationship Id="rId2373" Type="http://schemas.openxmlformats.org/officeDocument/2006/relationships/hyperlink" Target="https://example.invalid/unused/2373" TargetMode="External" /><Relationship Id="rId2374" Type="http://schemas.openxmlformats.org/officeDocument/2006/relationships/hyperlink" Target="https://example.invalid/unused/2374" TargetMode="External" /><Relationship Id="rId2375" Type="http://schemas.openxmlformats.org/officeDocument/2006/relationships/hyperlink" Target="https://example.invalid/unused/2375" TargetMode="External" /><Relationship Id="rId2376" Type="http://schemas.openxmlformats.org/officeDocument/2006/relationships/hyperlink" Target="https://example.invalid/unused/2376" TargetMode="External" /><Relationship Id="rId2377" Type="http://schemas.openxmlformats.org/officeDocument/2006/relationships/hyperlink" Target="https://example.invalid/unused/2377" TargetMode="External" /><Relationship Id="rId2378" Type="http://schemas.openxmlformats.org/officeDocument/2006/relationships/hyperlink" Target="https://example.invalid/unused/2378" TargetMode="External" /><Relationship Id="rId2379" Type="http://schemas.openxmlformats.org/officeDocument/2006/relationships/hyperlink" Target="https://example.invalid/unused/2379" TargetMode="External" /><Relationship Id="rId2380" Type="http://schemas.openxmlformats.org/officeDocument/2006/relationships/hyperlink" Target="https://example.invalid/unused/2380" TargetMode="External" /><Relationship Id="rId2381" Type="http://schemas.openxmlformats.org/officeDocument/2006/relationships/hyperlink" Target="https://example.invalid/unused/2381" TargetMode="External" /><Relationship Id="rId2382" Type="http://schemas.openxmlformats.org/officeDocument/2006/relationships/hyperlink" Target="https://example.invalid/unused/2382" TargetMode="External" /><Relationship Id="rId2383" Type="http://schemas.openxmlformats.org/officeDocument/2006/relationships/hyperlink" Target="https://example.invalid/unused/2383" TargetMode="External" /><Relationship Id="rId2384" Type="http://schemas.openxmlformats.org/officeDocument/2006/relationships/hyperlink" Target="https://example.invalid/unused/2384" TargetMode="External" /><Relationship Id="rId2385" Type="http://schemas.openxmlformats.org/officeDocument/2006/relationships/hyperlink" Target="https://example.invalid/unused/2385" TargetMode="External" /><Relationship Id="rId2386" Type="http://schemas.openxmlformats.org/officeDocument/2006/relationships/hyperlink" Target="https://example.invalid/unused/2386" TargetMode="External" /><Relationship Id="rId2387" Type="http://schemas.openxmlformats.org/officeDocument/2006/relationships/hyperlink" Target="https://example.invalid/unused/2387" TargetMode="External" /><Relationship Id="rId2388" Type="http://schemas.openxmlformats.org/officeDocument/2006/relationships/hyperlink" Target="https://example.invalid/unused/2388" TargetMode="External" /><Relationship Id="rId2389" Type="http://schemas.openxmlformats.org/officeDocument/2006/relationships/hyperlink" Target="https://example.invalid/unused/2389" TargetMode="External" /><Relationship Id="rId2390" Type="http://schemas.openxmlformats.org/officeDocument/2006/relationships/hyperlink" Target="https://example.invalid/unused/2390" TargetMode="External" /><Relationship Id="rId2391" Type="http://schemas.openxmlformats.org/officeDocument/2006/relationships/hyperlink" Target="https://example.invalid/unused/2391" TargetMode="External" /><Relationship Id="rId2392" Type="http://schemas.openxmlformats.org/officeDocument/2006/relationships/hyperlink" Target="https://example.invalid/unused/2392" TargetMode="External" /><Relationship Id="rId2393" Type="http://schemas.openxmlformats.org/officeDocument/2006/relationships/hyperlink" Target="https://example.invalid/unused/2393" TargetMode="External" /><Relationship Id="rId2394" Type="http://schemas.openxmlformats.org/officeDocument/2006/relationships/hyperlink" Target="https://example.invalid/unused/2394" TargetMode="External" /><Relationship Id="rId2395" Type="http://schemas.openxmlformats.org/officeDocument/2006/relationships/hyperlink" Target="https://example.invalid/unused/2395" TargetMode="External" /><Relationship Id="rId2396" Type="http://schemas.openxmlformats.org/officeDocument/2006/relationships/hyperlink" Target="https://example.invalid/unused/2396" TargetMode="External" /><Relationship Id="rId2397" Type="http://schemas.openxmlformats.org/officeDocument/2006/relationships/hyperlink" Target="https://example.invalid/unused/2397" TargetMode="External" /><Relationship Id="rId2398" Type="http://schemas.openxmlformats.org/officeDocument/2006/relationships/hyperlink" Target="https://example.invalid/unused/2398" TargetMode="External" /><Relationship Id="rId2399" Type="http://schemas.openxmlformats.org/officeDocument/2006/relationships/hyperlink" Target="https://example.invalid/unused/2399" TargetMode="External" /><Relationship Id="rId2400" Type="http://schemas.openxmlformats.org/officeDocument/2006/relationships/hyperlink" Target="https://example.invalid/unused/2400" TargetMode="External" /><Relationship Id="rId2401" Type="http://schemas.openxmlformats.org/officeDocument/2006/relationships/hyperlink" Target="https://example.invalid/unused/2401" TargetMode="External" /><Relationship Id="rId2402" Type="http://schemas.openxmlformats.org/officeDocument/2006/relationships/hyperlink" Target="https://example.invalid/unused/2402" TargetMode="External" /><Relationship Id="rId2403" Type="http://schemas.openxmlformats.org/officeDocument/2006/relationships/hyperlink" Target="https://example.invalid/unused/2403" TargetMode="External" /><Relationship Id="rId2404" Type="http://schemas.openxmlformats.org/officeDocument/2006/relationships/hyperlink" Target="https://example.invalid/unused/2404" TargetMode="External" /><Relationship Id="rId2405" Type="http://schemas.openxmlformats.org/officeDocument/2006/relationships/hyperlink" Target="https://example.invalid/unused/2405" TargetMode="External" /><Relationship Id="rId2406" Type="http://schemas.openxmlformats.org/officeDocument/2006/relationships/hyperlink" Target="https://example.invalid/unused/2406" TargetMode="External" /><Relationship Id="rId2407" Type="http://schemas.openxmlformats.org/officeDocument/2006/relationships/hyperlink" Target="https://example.invalid/unused/2407" TargetMode="External" /><Relationship Id="rId2408" Type="http://schemas.openxmlformats.org/officeDocument/2006/relationships/hyperlink" Target="https://example.invalid/unused/2408" TargetMode="External" /><Relationship Id="rId2409" Type="http://schemas.openxmlformats.org/officeDocument/2006/relationships/hyperlink" Target="https://example.invalid/unused/2409" TargetMode="External" /><Relationship Id="rId2410" Type="http://schemas.openxmlformats.org/officeDocument/2006/relationships/hyperlink" Target="https://example.invalid/unused/2410" TargetMode="External" /><Relationship Id="rId2411" Type="http://schemas.openxmlformats.org/officeDocument/2006/relationships/hyperlink" Target="https://example.invalid/unused/2411" TargetMode="External" /><Relationship Id="rId2412" Type="http://schemas.openxmlformats.org/officeDocument/2006/relationships/hyperlink" Target="https://example.invalid/unused/2412" TargetMode="External" /><Relationship Id="rId2413" Type="http://schemas.openxmlformats.org/officeDocument/2006/relationships/hyperlink" Target="https://example.invalid/unused/2413" TargetMode="External" /><Relationship Id="rId2414" Type="http://schemas.openxmlformats.org/officeDocument/2006/relationships/hyperlink" Target="https://example.invalid/unused/2414" TargetMode="External" /><Relationship Id="rId2415" Type="http://schemas.openxmlformats.org/officeDocument/2006/relationships/hyperlink" Target="https://example.invalid/unused/2415" TargetMode="External" /><Relationship Id="rId2416" Type="http://schemas.openxmlformats.org/officeDocument/2006/relationships/hyperlink" Target="https://example.invalid/unused/2416" TargetMode="External" /><Relationship Id="rId2417" Type="http://schemas.openxmlformats.org/officeDocument/2006/relationships/hyperlink" Target="https://example.invalid/unused/2417" TargetMode="External" /><Relationship Id="rId2418" Type="http://schemas.openxmlformats.org/officeDocument/2006/relationships/hyperlink" Target="https://example.invalid/unused/2418" TargetMode="External" /><Relationship Id="rId2419" Type="http://schemas.openxmlformats.org/officeDocument/2006/relationships/hyperlink" Target="https://example.invalid/unused/2419" TargetMode="External" /><Relationship Id="rId2420" Type="http://schemas.openxmlformats.org/officeDocument/2006/relationships/hyperlink" Target="https://example.invalid/unused/2420" TargetMode="External" /><Relationship Id="rId2421" Type="http://schemas.openxmlformats.org/officeDocument/2006/relationships/hyperlink" Target="https://example.invalid/unused/2421" TargetMode="External" /><Relationship Id="rId2422" Type="http://schemas.openxmlformats.org/officeDocument/2006/relationships/hyperlink" Target="https://example.invalid/unused/2422" TargetMode="External" /><Relationship Id="rId2423" Type="http://schemas.openxmlformats.org/officeDocument/2006/relationships/hyperlink" Target="https://example.invalid/unused/2423" TargetMode="External" /><Relationship Id="rId2424" Type="http://schemas.openxmlformats.org/officeDocument/2006/relationships/hyperlink" Target="https://example.invalid/unused/2424" TargetMode="External" /><Relationship Id="rId2425" Type="http://schemas.openxmlformats.org/officeDocument/2006/relationships/hyperlink" Target="https://example.invalid/unused/2425" TargetMode="External" /><Relationship Id="rId2426" Type="http://schemas.openxmlformats.org/officeDocument/2006/relationships/hyperlink" Target="https://example.invalid/unused/2426" TargetMode="External" /><Relationship Id="rId2427" Type="http://schemas.openxmlformats.org/officeDocument/2006/relationships/hyperlink" Target="https://example.invalid/unused/2427" TargetMode="External" /><Relationship Id="rId2428" Type="http://schemas.openxmlformats.org/officeDocument/2006/relationships/hyperlink" Target="https://example.invalid/unused/2428" TargetMode="External" /><Relationship Id="rId2429" Type="http://schemas.openxmlformats.org/officeDocument/2006/relationships/hyperlink" Target="https://example.invalid/unused/2429" TargetMode="External" /><Relationship Id="rId2430" Type="http://schemas.openxmlformats.org/officeDocument/2006/relationships/hyperlink" Target="https://example.invalid/unused/2430" TargetMode="External" /><Relationship Id="rId2431" Type="http://schemas.openxmlformats.org/officeDocument/2006/relationships/hyperlink" Target="https://example.invalid/unused/2431" TargetMode="External" /><Relationship Id="rId2432" Type="http://schemas.openxmlformats.org/officeDocument/2006/relationships/hyperlink" Target="https://example.invalid/unused/2432" TargetMode="External" /><Relationship Id="rId2433" Type="http://schemas.openxmlformats.org/officeDocument/2006/relationships/hyperlink" Target="https://example.invalid/unused/2433" TargetMode="External" /><Relationship Id="rId2434" Type="http://schemas.openxmlformats.org/officeDocument/2006/relationships/hyperlink" Target="https://example.invalid/unused/2434" TargetMode="External" /><Relationship Id="rId2435" Type="http://schemas.openxmlformats.org/officeDocument/2006/relationships/hyperlink" Target="https://example.invalid/unused/2435" TargetMode="External" /><Relationship Id="rId2436" Type="http://schemas.openxmlformats.org/officeDocument/2006/relationships/hyperlink" Target="https://example.invalid/unused/2436" TargetMode="External" /><Relationship Id="rId2437" Type="http://schemas.openxmlformats.org/officeDocument/2006/relationships/hyperlink" Target="https://example.invalid/unused/2437" TargetMode="External" /><Relationship Id="rId2438" Type="http://schemas.openxmlformats.org/officeDocument/2006/relationships/hyperlink" Target="https://example.invalid/unused/2438" TargetMode="External" /><Relationship Id="rId2439" Type="http://schemas.openxmlformats.org/officeDocument/2006/relationships/hyperlink" Target="https://example.invalid/unused/2439" TargetMode="External" /><Relationship Id="rId2440" Type="http://schemas.openxmlformats.org/officeDocument/2006/relationships/hyperlink" Target="https://example.invalid/unused/2440" TargetMode="External" /><Relationship Id="rId2441" Type="http://schemas.openxmlformats.org/officeDocument/2006/relationships/hyperlink" Target="https://example.invalid/unused/2441" TargetMode="External" /><Relationship Id="rId2442" Type="http://schemas.openxmlformats.org/officeDocument/2006/relationships/hyperlink" Target="https://example.invalid/unused/2442" TargetMode="External" /><Relationship Id="rId2443" Type="http://schemas.openxmlformats.org/officeDocument/2006/relationships/hyperlink" Target="https://example.invalid/unused/2443" TargetMode="External" /><Relationship Id="rId2444" Type="http://schemas.openxmlformats.org/officeDocument/2006/relationships/hyperlink" Target="https://example.invalid/unused/2444" TargetMode="External" /><Relationship Id="rId2445" Type="http://schemas.openxmlformats.org/officeDocument/2006/relationships/hyperlink" Target="https://example.invalid/unused/2445" TargetMode="External" /><Relationship Id="rId2446" Type="http://schemas.openxmlformats.org/officeDocument/2006/relationships/hyperlink" Target="https://example.invalid/unused/2446" TargetMode="External" /><Relationship Id="rId2447" Type="http://schemas.openxmlformats.org/officeDocument/2006/relationships/hyperlink" Target="https://example.invalid/unused/2447" TargetMode="External" /><Relationship Id="rId2448" Type="http://schemas.openxmlformats.org/officeDocument/2006/relationships/hyperlink" Target="https://example.invalid/unused/2448" TargetMode="External" /><Relationship Id="rId2449" Type="http://schemas.openxmlformats.org/officeDocument/2006/relationships/hyperlink" Target="https://example.invalid/unused/2449" TargetMode="External" /><Relationship Id="rId2450" Type="http://schemas.openxmlformats.org/officeDocument/2006/relationships/hyperlink" Target="https://example.invalid/unused/2450" TargetMode="External" /><Relationship Id="rId2451" Type="http://schemas.openxmlformats.org/officeDocument/2006/relationships/hyperlink" Target="https://example.invalid/unused/2451" TargetMode="External" /><Relationship Id="rId2452" Type="http://schemas.openxmlformats.org/officeDocument/2006/relationships/hyperlink" Target="https://example.invalid/unused/2452" TargetMode="External" /><Relationship Id="rId2453" Type="http://schemas.openxmlformats.org/officeDocument/2006/relationships/hyperlink" Target="https://example.invalid/unused/2453" TargetMode="External" /><Relationship Id="rId2454" Type="http://schemas.openxmlformats.org/officeDocument/2006/relationships/hyperlink" Target="https://example.invalid/unused/2454" TargetMode="External" /><Relationship Id="rId2455" Type="http://schemas.openxmlformats.org/officeDocument/2006/relationships/hyperlink" Target="https://example.invalid/unused/2455" TargetMode="External" /><Relationship Id="rId2456" Type="http://schemas.openxmlformats.org/officeDocument/2006/relationships/hyperlink" Target="https://example.invalid/unused/2456" TargetMode="External" /><Relationship Id="rId2457" Type="http://schemas.openxmlformats.org/officeDocument/2006/relationships/hyperlink" Target="https://example.invalid/unused/2457" TargetMode="External" /><Relationship Id="rId2458" Type="http://schemas.openxmlformats.org/officeDocument/2006/relationships/hyperlink" Target="https://example.invalid/unused/2458" TargetMode="External" /><Relationship Id="rId2459" Type="http://schemas.openxmlformats.org/officeDocument/2006/relationships/hyperlink" Target="https://example.invalid/unused/2459" TargetMode="External" /><Relationship Id="rId2460" Type="http://schemas.openxmlformats.org/officeDocument/2006/relationships/hyperlink" Target="https://example.invalid/unused/2460" TargetMode="External" /><Relationship Id="rId2461" Type="http://schemas.openxmlformats.org/officeDocument/2006/relationships/hyperlink" Target="https://example.invalid/unused/2461" TargetMode="External" /><Relationship Id="rId2462" Type="http://schemas.openxmlformats.org/officeDocument/2006/relationships/hyperlink" Target="https://example.invalid/unused/2462" TargetMode="External" /><Relationship Id="rId2463" Type="http://schemas.openxmlformats.org/officeDocument/2006/relationships/hyperlink" Target="https://example.invalid/unused/2463" TargetMode="External" /><Relationship Id="rId2464" Type="http://schemas.openxmlformats.org/officeDocument/2006/relationships/hyperlink" Target="https://example.invalid/unused/2464" TargetMode="External" /><Relationship Id="rId2465" Type="http://schemas.openxmlformats.org/officeDocument/2006/relationships/hyperlink" Target="https://example.invalid/unused/2465" TargetMode="External" /><Relationship Id="rId2466" Type="http://schemas.openxmlformats.org/officeDocument/2006/relationships/hyperlink" Target="https://example.invalid/unused/2466" TargetMode="External" /><Relationship Id="rId2467" Type="http://schemas.openxmlformats.org/officeDocument/2006/relationships/hyperlink" Target="https://example.invalid/unused/2467" TargetMode="External" /><Relationship Id="rId2468" Type="http://schemas.openxmlformats.org/officeDocument/2006/relationships/hyperlink" Target="https://example.invalid/unused/2468" TargetMode="External" /><Relationship Id="rId2469" Type="http://schemas.openxmlformats.org/officeDocument/2006/relationships/hyperlink" Target="https://example.invalid/unused/2469" TargetMode="External" /><Relationship Id="rId2470" Type="http://schemas.openxmlformats.org/officeDocument/2006/relationships/hyperlink" Target="https://example.invalid/unused/2470" TargetMode="External" /><Relationship Id="rId2471" Type="http://schemas.openxmlformats.org/officeDocument/2006/relationships/hyperlink" Target="https://example.invalid/unused/2471" TargetMode="External" /><Relationship Id="rId2472" Type="http://schemas.openxmlformats.org/officeDocument/2006/relationships/hyperlink" Target="https://example.invalid/unused/2472" TargetMode="External" /><Relationship Id="rId2473" Type="http://schemas.openxmlformats.org/officeDocument/2006/relationships/hyperlink" Target="https://example.invalid/unused/2473" TargetMode="External" /><Relationship Id="rId2474" Type="http://schemas.openxmlformats.org/officeDocument/2006/relationships/hyperlink" Target="https://example.invalid/unused/2474" TargetMode="External" /><Relationship Id="rId2475" Type="http://schemas.openxmlformats.org/officeDocument/2006/relationships/hyperlink" Target="https://example.invalid/unused/2475" TargetMode="External" /><Relationship Id="rId2476" Type="http://schemas.openxmlformats.org/officeDocument/2006/relationships/hyperlink" Target="https://example.invalid/unused/2476" TargetMode="External" /><Relationship Id="rId2477" Type="http://schemas.openxmlformats.org/officeDocument/2006/relationships/hyperlink" Target="https://example.invalid/unused/2477" TargetMode="External" /><Relationship Id="rId2478" Type="http://schemas.openxmlformats.org/officeDocument/2006/relationships/hyperlink" Target="https://example.invalid/unused/2478" TargetMode="External" /><Relationship Id="rId2479" Type="http://schemas.openxmlformats.org/officeDocument/2006/relationships/hyperlink" Target="https://example.invalid/unused/2479" TargetMode="External" /><Relationship Id="rId2480" Type="http://schemas.openxmlformats.org/officeDocument/2006/relationships/hyperlink" Target="https://example.invalid/unused/2480" TargetMode="External" /><Relationship Id="rId2481" Type="http://schemas.openxmlformats.org/officeDocument/2006/relationships/hyperlink" Target="https://example.invalid/unused/2481" TargetMode="External" /><Relationship Id="rId2482" Type="http://schemas.openxmlformats.org/officeDocument/2006/relationships/hyperlink" Target="https://example.invalid/unused/2482" TargetMode="External" /><Relationship Id="rId2483" Type="http://schemas.openxmlformats.org/officeDocument/2006/relationships/hyperlink" Target="https://example.invalid/unused/2483" TargetMode="External" /><Relationship Id="rId2484" Type="http://schemas.openxmlformats.org/officeDocument/2006/relationships/hyperlink" Target="https://example.invalid/unused/2484" TargetMode="External" /><Relationship Id="rId2485" Type="http://schemas.openxmlformats.org/officeDocument/2006/relationships/hyperlink" Target="https://example.invalid/unused/2485" TargetMode="External" /><Relationship Id="rId2486" Type="http://schemas.openxmlformats.org/officeDocument/2006/relationships/hyperlink" Target="https://example.invalid/unused/2486" TargetMode="External" /><Relationship Id="rId2487" Type="http://schemas.openxmlformats.org/officeDocument/2006/relationships/hyperlink" Target="https://example.invalid/unused/2487" TargetMode="External" /><Relationship Id="rId2488" Type="http://schemas.openxmlformats.org/officeDocument/2006/relationships/hyperlink" Target="https://example.invalid/unused/2488" TargetMode="External" /><Relationship Id="rId2489" Type="http://schemas.openxmlformats.org/officeDocument/2006/relationships/hyperlink" Target="https://example.invalid/unused/2489" TargetMode="External" /><Relationship Id="rId2490" Type="http://schemas.openxmlformats.org/officeDocument/2006/relationships/hyperlink" Target="https://example.invalid/unused/2490" TargetMode="External" /><Relationship Id="rId2491" Type="http://schemas.openxmlformats.org/officeDocument/2006/relationships/hyperlink" Target="https://example.invalid/unused/2491" TargetMode="External" /><Relationship Id="rId2492" Type="http://schemas.openxmlformats.org/officeDocument/2006/relationships/hyperlink" Target="https://example.invalid/unused/2492" TargetMode="External" /><Relationship Id="rId2493" Type="http://schemas.openxmlformats.org/officeDocument/2006/relationships/hyperlink" Target="https://example.invalid/unused/2493" TargetMode="External" /><Relationship Id="rId2494" Type="http://schemas.openxmlformats.org/officeDocument/2006/relationships/hyperlink" Target="https://example.invalid/unused/2494" TargetMode="External" /><Relationship Id="rId2495" Type="http://schemas.openxmlformats.org/officeDocument/2006/relationships/hyperlink" Target="https://example.invalid/unused/2495" TargetMode="External" /><Relationship Id="rId2496" Type="http://schemas.openxmlformats.org/officeDocument/2006/relationships/hyperlink" Target="https://example.invalid/unused/2496" TargetMode="External" /><Relationship Id="rId2497" Type="http://schemas.openxmlformats.org/officeDocument/2006/relationships/hyperlink" Target="https://example.invalid/unused/2497" TargetMode="External" /><Relationship Id="rId2498" Type="http://schemas.openxmlformats.org/officeDocument/2006/relationships/hyperlink" Target="https://example.invalid/unused/2498" TargetMode="External" /><Relationship Id="rId2499" Type="http://schemas.openxmlformats.org/officeDocument/2006/relationships/hyperlink" Target="https://example.invalid/unused/2499" TargetMode="External" /><Relationship Id="rId2500" Type="http://schemas.openxmlformats.org/officeDocument/2006/relationships/hyperlink" Target="https://example.invalid/unused/2500" TargetMode="External" /><Relationship Id="rId2501" Type="http://schemas.openxmlformats.org/officeDocument/2006/relationships/hyperlink" Target="https://example.invalid/unused/2501" TargetMode="External" /><Relationship Id="rId2502" Type="http://schemas.openxmlformats.org/officeDocument/2006/relationships/hyperlink" Target="https://example.invalid/unused/2502" TargetMode="External" /><Relationship Id="rId2503" Type="http://schemas.openxmlformats.org/officeDocument/2006/relationships/hyperlink" Target="https://example.invalid/unused/2503" TargetMode="External" /><Relationship Id="rId2504" Type="http://schemas.openxmlformats.org/officeDocument/2006/relationships/hyperlink" Target="https://example.invalid/unused/2504" TargetMode="External" /><Relationship Id="rId2505" Type="http://schemas.openxmlformats.org/officeDocument/2006/relationships/hyperlink" Target="https://example.invalid/unused/2505" TargetMode="External" /><Relationship Id="rId2506" Type="http://schemas.openxmlformats.org/officeDocument/2006/relationships/hyperlink" Target="https://example.invalid/unused/2506" TargetMode="External" /><Relationship Id="rId2507" Type="http://schemas.openxmlformats.org/officeDocument/2006/relationships/hyperlink" Target="https://example.invalid/unused/2507" TargetMode="External" /><Relationship Id="rId2508" Type="http://schemas.openxmlformats.org/officeDocument/2006/relationships/hyperlink" Target="https://example.invalid/unused/2508" TargetMode="External" /><Relationship Id="rId2509" Type="http://schemas.openxmlformats.org/officeDocument/2006/relationships/hyperlink" Target="https://example.invalid/unused/2509" TargetMode="External" /><Relationship Id="rId2510" Type="http://schemas.openxmlformats.org/officeDocument/2006/relationships/hyperlink" Target="https://example.invalid/unused/2510" TargetMode="External" /><Relationship Id="rId2511" Type="http://schemas.openxmlformats.org/officeDocument/2006/relationships/hyperlink" Target="https://example.invalid/unused/2511" TargetMode="External" /><Relationship Id="rId2512" Type="http://schemas.openxmlformats.org/officeDocument/2006/relationships/hyperlink" Target="https://example.invalid/unused/2512" TargetMode="External" /><Relationship Id="rId2513" Type="http://schemas.openxmlformats.org/officeDocument/2006/relationships/hyperlink" Target="https://example.invalid/unused/2513" TargetMode="External" /><Relationship Id="rId2514" Type="http://schemas.openxmlformats.org/officeDocument/2006/relationships/hyperlink" Target="https://example.invalid/unused/2514" TargetMode="External" /><Relationship Id="rId2515" Type="http://schemas.openxmlformats.org/officeDocument/2006/relationships/hyperlink" Target="https://example.invalid/unused/2515" TargetMode="External" /><Relationship Id="rId2516" Type="http://schemas.openxmlformats.org/officeDocument/2006/relationships/hyperlink" Target="https://example.invalid/unused/2516" TargetMode="External" /><Relationship Id="rId2517" Type="http://schemas.openxmlformats.org/officeDocument/2006/relationships/hyperlink" Target="https://example.invalid/unused/2517" TargetMode="External" /><Relationship Id="rId2518" Type="http://schemas.openxmlformats.org/officeDocument/2006/relationships/hyperlink" Target="https://example.invalid/unused/2518" TargetMode="External" /><Relationship Id="rId2519" Type="http://schemas.openxmlformats.org/officeDocument/2006/relationships/hyperlink" Target="https://example.invalid/unused/2519" TargetMode="External" /><Relationship Id="rId2520" Type="http://schemas.openxmlformats.org/officeDocument/2006/relationships/hyperlink" Target="https://example.invalid/unused/2520" TargetMode="External" /><Relationship Id="rId2521" Type="http://schemas.openxmlformats.org/officeDocument/2006/relationships/hyperlink" Target="https://example.invalid/unused/2521" TargetMode="External" /><Relationship Id="rId2522" Type="http://schemas.openxmlformats.org/officeDocument/2006/relationships/hyperlink" Target="https://example.invalid/unused/2522" TargetMode="External" /><Relationship Id="rId2523" Type="http://schemas.openxmlformats.org/officeDocument/2006/relationships/hyperlink" Target="https://example.invalid/unused/2523" TargetMode="External" /><Relationship Id="rId2524" Type="http://schemas.openxmlformats.org/officeDocument/2006/relationships/hyperlink" Target="https://example.invalid/unused/2524" TargetMode="External" /><Relationship Id="rId2525" Type="http://schemas.openxmlformats.org/officeDocument/2006/relationships/hyperlink" Target="https://example.invalid/unused/2525" TargetMode="External" /><Relationship Id="rId2526" Type="http://schemas.openxmlformats.org/officeDocument/2006/relationships/hyperlink" Target="https://example.invalid/unused/2526" TargetMode="External" /><Relationship Id="rId2527" Type="http://schemas.openxmlformats.org/officeDocument/2006/relationships/hyperlink" Target="https://example.invalid/unused/2527" TargetMode="External" /><Relationship Id="rId2528" Type="http://schemas.openxmlformats.org/officeDocument/2006/relationships/hyperlink" Target="https://example.invalid/unused/2528" TargetMode="External" /><Relationship Id="rId2529" Type="http://schemas.openxmlformats.org/officeDocument/2006/relationships/hyperlink" Target="https://example.invalid/unused/2529" TargetMode="External" /><Relationship Id="rId2530" Type="http://schemas.openxmlformats.org/officeDocument/2006/relationships/hyperlink" Target="https://example.invalid/unused/2530" TargetMode="External" /><Relationship Id="rId2531" Type="http://schemas.openxmlformats.org/officeDocument/2006/relationships/hyperlink" Target="https://example.invalid/unused/2531" TargetMode="External" /><Relationship Id="rId2532" Type="http://schemas.openxmlformats.org/officeDocument/2006/relationships/hyperlink" Target="https://example.invalid/unused/2532" TargetMode="External" /><Relationship Id="rId2533" Type="http://schemas.openxmlformats.org/officeDocument/2006/relationships/hyperlink" Target="https://example.invalid/unused/2533" TargetMode="External" /><Relationship Id="rId2534" Type="http://schemas.openxmlformats.org/officeDocument/2006/relationships/hyperlink" Target="https://example.invalid/unused/2534" TargetMode="External" /><Relationship Id="rId2535" Type="http://schemas.openxmlformats.org/officeDocument/2006/relationships/hyperlink" Target="https://example.invalid/unused/2535" TargetMode="External" /><Relationship Id="rId2536" Type="http://schemas.openxmlformats.org/officeDocument/2006/relationships/hyperlink" Target="https://example.invalid/unused/2536" TargetMode="External" /><Relationship Id="rId2537" Type="http://schemas.openxmlformats.org/officeDocument/2006/relationships/hyperlink" Target="https://example.invalid/unused/2537" TargetMode="External" /><Relationship Id="rId2538" Type="http://schemas.openxmlformats.org/officeDocument/2006/relationships/hyperlink" Target="https://example.invalid/unused/2538" TargetMode="External" /><Relationship Id="rId2539" Type="http://schemas.openxmlformats.org/officeDocument/2006/relationships/hyperlink" Target="https://example.invalid/unused/2539" TargetMode="External" /><Relationship Id="rId2540" Type="http://schemas.openxmlformats.org/officeDocument/2006/relationships/hyperlink" Target="https://example.invalid/unused/2540" TargetMode="External" /><Relationship Id="rId2541" Type="http://schemas.openxmlformats.org/officeDocument/2006/relationships/hyperlink" Target="https://example.invalid/unused/2541" TargetMode="External" /><Relationship Id="rId2542" Type="http://schemas.openxmlformats.org/officeDocument/2006/relationships/hyperlink" Target="https://example.invalid/unused/2542" TargetMode="External" /><Relationship Id="rId2543" Type="http://schemas.openxmlformats.org/officeDocument/2006/relationships/hyperlink" Target="https://example.invalid/unused/2543" TargetMode="External" /><Relationship Id="rId2544" Type="http://schemas.openxmlformats.org/officeDocument/2006/relationships/hyperlink" Target="https://example.invalid/unused/2544" TargetMode="External" /><Relationship Id="rId2545" Type="http://schemas.openxmlformats.org/officeDocument/2006/relationships/hyperlink" Target="https://example.invalid/unused/2545" TargetMode="External" /><Relationship Id="rId2546" Type="http://schemas.openxmlformats.org/officeDocument/2006/relationships/hyperlink" Target="https://example.invalid/unused/2546" TargetMode="External" /><Relationship Id="rId2547" Type="http://schemas.openxmlformats.org/officeDocument/2006/relationships/hyperlink" Target="https://example.invalid/unused/2547" TargetMode="External" /><Relationship Id="rId2548" Type="http://schemas.openxmlformats.org/officeDocument/2006/relationships/hyperlink" Target="https://example.invalid/unused/2548" TargetMode="External" /><Relationship Id="rId2549" Type="http://schemas.openxmlformats.org/officeDocument/2006/relationships/hyperlink" Target="https://example.invalid/unused/2549" TargetMode="External" /><Relationship Id="rId2550" Type="http://schemas.openxmlformats.org/officeDocument/2006/relationships/hyperlink" Target="https://example.invalid/unused/2550" TargetMode="External" /><Relationship Id="rId2551" Type="http://schemas.openxmlformats.org/officeDocument/2006/relationships/hyperlink" Target="https://example.invalid/unused/2551" TargetMode="External" /><Relationship Id="rId2552" Type="http://schemas.openxmlformats.org/officeDocument/2006/relationships/hyperlink" Target="https://example.invalid/unused/2552" TargetMode="External" /><Relationship Id="rId2553" Type="http://schemas.openxmlformats.org/officeDocument/2006/relationships/hyperlink" Target="https://example.invalid/unused/2553" TargetMode="External" /><Relationship Id="rId2554" Type="http://schemas.openxmlformats.org/officeDocument/2006/relationships/hyperlink" Target="https://example.invalid/unused/2554" TargetMode="External" /><Relationship Id="rId2555" Type="http://schemas.openxmlformats.org/officeDocument/2006/relationships/hyperlink" Target="https://example.invalid/unused/2555" TargetMode="External" /><Relationship Id="rId2556" Type="http://schemas.openxmlformats.org/officeDocument/2006/relationships/hyperlink" Target="https://example.invalid/unused/2556" TargetMode="External" /><Relationship Id="rId2557" Type="http://schemas.openxmlformats.org/officeDocument/2006/relationships/hyperlink" Target="https://example.invalid/unused/2557" TargetMode="External" /><Relationship Id="rId2558" Type="http://schemas.openxmlformats.org/officeDocument/2006/relationships/hyperlink" Target="https://example.invalid/unused/2558" TargetMode="External" /><Relationship Id="rId2559" Type="http://schemas.openxmlformats.org/officeDocument/2006/relationships/hyperlink" Target="https://example.invalid/unused/2559" TargetMode="External" /><Relationship Id="rId2560" Type="http://schemas.openxmlformats.org/officeDocument/2006/relationships/hyperlink" Target="https://example.invalid/unused/2560" TargetMode="External" /><Relationship Id="rId2561" Type="http://schemas.openxmlformats.org/officeDocument/2006/relationships/hyperlink" Target="https://example.invalid/unused/2561" TargetMode="External" /><Relationship Id="rId2562" Type="http://schemas.openxmlformats.org/officeDocument/2006/relationships/hyperlink" Target="https://example.invalid/unused/2562" TargetMode="External" /><Relationship Id="rId2563" Type="http://schemas.openxmlformats.org/officeDocument/2006/relationships/hyperlink" Target="https://example.invalid/unused/2563" TargetMode="External" /><Relationship Id="rId2564" Type="http://schemas.openxmlformats.org/officeDocument/2006/relationships/hyperlink" Target="https://example.invalid/unused/2564" TargetMode="External" /><Relationship Id="rId2565" Type="http://schemas.openxmlformats.org/officeDocument/2006/relationships/hyperlink" Target="https://example.invalid/unused/2565" TargetMode="External" /><Relationship Id="rId2566" Type="http://schemas.openxmlformats.org/officeDocument/2006/relationships/hyperlink" Target="https://example.invalid/unused/2566" TargetMode="External" /><Relationship Id="rId2567" Type="http://schemas.openxmlformats.org/officeDocument/2006/relationships/hyperlink" Target="https://example.invalid/unused/2567" TargetMode="External" /><Relationship Id="rId2568" Type="http://schemas.openxmlformats.org/officeDocument/2006/relationships/hyperlink" Target="https://example.invalid/unused/2568" TargetMode="External" /><Relationship Id="rId2569" Type="http://schemas.openxmlformats.org/officeDocument/2006/relationships/hyperlink" Target="https://example.invalid/unused/2569" TargetMode="External" /><Relationship Id="rId2570" Type="http://schemas.openxmlformats.org/officeDocument/2006/relationships/hyperlink" Target="https://example.invalid/unused/2570" TargetMode="External" /><Relationship Id="rId2571" Type="http://schemas.openxmlformats.org/officeDocument/2006/relationships/hyperlink" Target="https://example.invalid/unused/2571" TargetMode="External" /><Relationship Id="rId2572" Type="http://schemas.openxmlformats.org/officeDocument/2006/relationships/hyperlink" Target="https://example.invalid/unused/2572" TargetMode="External" /><Relationship Id="rId2573" Type="http://schemas.openxmlformats.org/officeDocument/2006/relationships/hyperlink" Target="https://example.invalid/unused/2573" TargetMode="External" /><Relationship Id="rId2574" Type="http://schemas.openxmlformats.org/officeDocument/2006/relationships/hyperlink" Target="https://example.invalid/unused/2574" TargetMode="External" /><Relationship Id="rId2575" Type="http://schemas.openxmlformats.org/officeDocument/2006/relationships/hyperlink" Target="https://example.invalid/unused/2575" TargetMode="External" /><Relationship Id="rId2576" Type="http://schemas.openxmlformats.org/officeDocument/2006/relationships/hyperlink" Target="https://example.invalid/unused/2576" TargetMode="External" /><Relationship Id="rId2577" Type="http://schemas.openxmlformats.org/officeDocument/2006/relationships/hyperlink" Target="https://example.invalid/unused/2577" TargetMode="External" /><Relationship Id="rId2578" Type="http://schemas.openxmlformats.org/officeDocument/2006/relationships/hyperlink" Target="https://example.invalid/unused/2578" TargetMode="External" /><Relationship Id="rId2579" Type="http://schemas.openxmlformats.org/officeDocument/2006/relationships/hyperlink" Target="https://example.invalid/unused/2579" TargetMode="External" /><Relationship Id="rId2580" Type="http://schemas.openxmlformats.org/officeDocument/2006/relationships/hyperlink" Target="https://example.invalid/unused/2580" TargetMode="External" /><Relationship Id="rId2581" Type="http://schemas.openxmlformats.org/officeDocument/2006/relationships/hyperlink" Target="https://example.invalid/unused/2581" TargetMode="External" /><Relationship Id="rId2582" Type="http://schemas.openxmlformats.org/officeDocument/2006/relationships/hyperlink" Target="https://example.invalid/unused/2582" TargetMode="External" /><Relationship Id="rId2583" Type="http://schemas.openxmlformats.org/officeDocument/2006/relationships/hyperlink" Target="https://example.invalid/unused/2583" TargetMode="External" /><Relationship Id="rId2584" Type="http://schemas.openxmlformats.org/officeDocument/2006/relationships/hyperlink" Target="https://example.invalid/unused/2584" TargetMode="External" /><Relationship Id="rId2585" Type="http://schemas.openxmlformats.org/officeDocument/2006/relationships/hyperlink" Target="https://example.invalid/unused/2585" TargetMode="External" /><Relationship Id="rId2586" Type="http://schemas.openxmlformats.org/officeDocument/2006/relationships/hyperlink" Target="https://example.invalid/unused/2586" TargetMode="External" /><Relationship Id="rId2587" Type="http://schemas.openxmlformats.org/officeDocument/2006/relationships/hyperlink" Target="https://example.invalid/unused/2587" TargetMode="External" /><Relationship Id="rId2588" Type="http://schemas.openxmlformats.org/officeDocument/2006/relationships/hyperlink" Target="https://example.invalid/unused/2588" TargetMode="External" /><Relationship Id="rId2589" Type="http://schemas.openxmlformats.org/officeDocument/2006/relationships/hyperlink" Target="https://example.invalid/unused/2589" TargetMode="External" /><Relationship Id="rId2590" Type="http://schemas.openxmlformats.org/officeDocument/2006/relationships/hyperlink" Target="https://example.invalid/unused/2590" TargetMode="External" /><Relationship Id="rId2591" Type="http://schemas.openxmlformats.org/officeDocument/2006/relationships/hyperlink" Target="https://example.invalid/unused/2591" TargetMode="External" /><Relationship Id="rId2592" Type="http://schemas.openxmlformats.org/officeDocument/2006/relationships/hyperlink" Target="https://example.invalid/unused/2592" TargetMode="External" /><Relationship Id="rId2593" Type="http://schemas.openxmlformats.org/officeDocument/2006/relationships/hyperlink" Target="https://example.invalid/unused/2593" TargetMode="External" /><Relationship Id="rId2594" Type="http://schemas.openxmlformats.org/officeDocument/2006/relationships/hyperlink" Target="https://example.invalid/unused/2594" TargetMode="External" /><Relationship Id="rId2595" Type="http://schemas.openxmlformats.org/officeDocument/2006/relationships/hyperlink" Target="https://example.invalid/unused/2595" TargetMode="External" /><Relationship Id="rId2596" Type="http://schemas.openxmlformats.org/officeDocument/2006/relationships/hyperlink" Target="https://example.invalid/unused/2596" TargetMode="External" /><Relationship Id="rId2597" Type="http://schemas.openxmlformats.org/officeDocument/2006/relationships/hyperlink" Target="https://example.invalid/unused/2597" TargetMode="External" /><Relationship Id="rId2598" Type="http://schemas.openxmlformats.org/officeDocument/2006/relationships/hyperlink" Target="https://example.invalid/unused/2598" TargetMode="External" /><Relationship Id="rId2599" Type="http://schemas.openxmlformats.org/officeDocument/2006/relationships/hyperlink" Target="https://example.invalid/unused/2599" TargetMode="External" /><Relationship Id="rId2600" Type="http://schemas.openxmlformats.org/officeDocument/2006/relationships/hyperlink" Target="https://example.invalid/unused/2600" TargetMode="External" /><Relationship Id="rId2601" Type="http://schemas.openxmlformats.org/officeDocument/2006/relationships/hyperlink" Target="https://example.invalid/unused/2601" TargetMode="External" /><Relationship Id="rId2602" Type="http://schemas.openxmlformats.org/officeDocument/2006/relationships/hyperlink" Target="https://example.invalid/unused/2602" TargetMode="External" /><Relationship Id="rId2603" Type="http://schemas.openxmlformats.org/officeDocument/2006/relationships/hyperlink" Target="https://example.invalid/unused/2603" TargetMode="External" /><Relationship Id="rId2604" Type="http://schemas.openxmlformats.org/officeDocument/2006/relationships/hyperlink" Target="https://example.invalid/unused/2604" TargetMode="External" /><Relationship Id="rId2605" Type="http://schemas.openxmlformats.org/officeDocument/2006/relationships/hyperlink" Target="https://example.invalid/unused/2605" TargetMode="External" /><Relationship Id="rId2606" Type="http://schemas.openxmlformats.org/officeDocument/2006/relationships/hyperlink" Target="https://example.invalid/unused/2606" TargetMode="External" /><Relationship Id="rId2607" Type="http://schemas.openxmlformats.org/officeDocument/2006/relationships/hyperlink" Target="https://example.invalid/unused/2607" TargetMode="External" /><Relationship Id="rId2608" Type="http://schemas.openxmlformats.org/officeDocument/2006/relationships/hyperlink" Target="https://example.invalid/unused/2608" TargetMode="External" /><Relationship Id="rId2609" Type="http://schemas.openxmlformats.org/officeDocument/2006/relationships/hyperlink" Target="https://example.invalid/unused/2609" TargetMode="External" /><Relationship Id="rId2610" Type="http://schemas.openxmlformats.org/officeDocument/2006/relationships/hyperlink" Target="https://example.invalid/unused/2610" TargetMode="External" /><Relationship Id="rId2611" Type="http://schemas.openxmlformats.org/officeDocument/2006/relationships/hyperlink" Target="https://example.invalid/unused/2611" TargetMode="External" /><Relationship Id="rId2612" Type="http://schemas.openxmlformats.org/officeDocument/2006/relationships/hyperlink" Target="https://example.invalid/unused/2612" TargetMode="External" /><Relationship Id="rId2613" Type="http://schemas.openxmlformats.org/officeDocument/2006/relationships/hyperlink" Target="https://example.invalid/unused/2613" TargetMode="External" /><Relationship Id="rId2614" Type="http://schemas.openxmlformats.org/officeDocument/2006/relationships/hyperlink" Target="https://example.invalid/unused/2614" TargetMode="External" /><Relationship Id="rId2615" Type="http://schemas.openxmlformats.org/officeDocument/2006/relationships/hyperlink" Target="https://example.invalid/unused/2615" TargetMode="External" /><Relationship Id="rId2616" Type="http://schemas.openxmlformats.org/officeDocument/2006/relationships/hyperlink" Target="https://example.invalid/unused/2616" TargetMode="External" /><Relationship Id="rId2617" Type="http://schemas.openxmlformats.org/officeDocument/2006/relationships/hyperlink" Target="https://example.invalid/unused/2617" TargetMode="External" /><Relationship Id="rId2618" Type="http://schemas.openxmlformats.org/officeDocument/2006/relationships/hyperlink" Target="https://example.invalid/unused/2618" TargetMode="External" /><Relationship Id="rId2619" Type="http://schemas.openxmlformats.org/officeDocument/2006/relationships/hyperlink" Target="https://example.invalid/unused/2619" TargetMode="External" /><Relationship Id="rId2620" Type="http://schemas.openxmlformats.org/officeDocument/2006/relationships/hyperlink" Target="https://example.invalid/unused/2620" TargetMode="External" /><Relationship Id="rId2621" Type="http://schemas.openxmlformats.org/officeDocument/2006/relationships/hyperlink" Target="https://example.invalid/unused/2621" TargetMode="External" /><Relationship Id="rId2622" Type="http://schemas.openxmlformats.org/officeDocument/2006/relationships/hyperlink" Target="https://example.invalid/unused/2622" TargetMode="External" /><Relationship Id="rId2623" Type="http://schemas.openxmlformats.org/officeDocument/2006/relationships/hyperlink" Target="https://example.invalid/unused/2623" TargetMode="External" /><Relationship Id="rId2624" Type="http://schemas.openxmlformats.org/officeDocument/2006/relationships/hyperlink" Target="https://example.invalid/unused/2624" TargetMode="External" /><Relationship Id="rId2625" Type="http://schemas.openxmlformats.org/officeDocument/2006/relationships/hyperlink" Target="https://example.invalid/unused/2625" TargetMode="External" /><Relationship Id="rId2626" Type="http://schemas.openxmlformats.org/officeDocument/2006/relationships/hyperlink" Target="https://example.invalid/unused/2626" TargetMode="External" /><Relationship Id="rId2627" Type="http://schemas.openxmlformats.org/officeDocument/2006/relationships/hyperlink" Target="https://example.invalid/unused/2627" TargetMode="External" /><Relationship Id="rId2628" Type="http://schemas.openxmlformats.org/officeDocument/2006/relationships/hyperlink" Target="https://example.invalid/unused/2628" TargetMode="External" /><Relationship Id="rId2629" Type="http://schemas.openxmlformats.org/officeDocument/2006/relationships/hyperlink" Target="https://example.invalid/unused/2629" TargetMode="External" /><Relationship Id="rId2630" Type="http://schemas.openxmlformats.org/officeDocument/2006/relationships/hyperlink" Target="https://example.invalid/unused/2630" TargetMode="External" /><Relationship Id="rId2631" Type="http://schemas.openxmlformats.org/officeDocument/2006/relationships/hyperlink" Target="https://example.invalid/unused/2631" TargetMode="External" /><Relationship Id="rId2632" Type="http://schemas.openxmlformats.org/officeDocument/2006/relationships/hyperlink" Target="https://example.invalid/unused/2632" TargetMode="External" /><Relationship Id="rId2633" Type="http://schemas.openxmlformats.org/officeDocument/2006/relationships/hyperlink" Target="https://example.invalid/unused/2633" TargetMode="External" /><Relationship Id="rId2634" Type="http://schemas.openxmlformats.org/officeDocument/2006/relationships/hyperlink" Target="https://example.invalid/unused/2634" TargetMode="External" /><Relationship Id="rId2635" Type="http://schemas.openxmlformats.org/officeDocument/2006/relationships/hyperlink" Target="https://example.invalid/unused/2635" TargetMode="External" /><Relationship Id="rId2636" Type="http://schemas.openxmlformats.org/officeDocument/2006/relationships/hyperlink" Target="https://example.invalid/unused/2636" TargetMode="External" /><Relationship Id="rId2637" Type="http://schemas.openxmlformats.org/officeDocument/2006/relationships/hyperlink" Target="https://example.invalid/unused/2637" TargetMode="External" /><Relationship Id="rId2638" Type="http://schemas.openxmlformats.org/officeDocument/2006/relationships/hyperlink" Target="https://example.invalid/unused/2638" TargetMode="External" /><Relationship Id="rId2639" Type="http://schemas.openxmlformats.org/officeDocument/2006/relationships/hyperlink" Target="https://example.invalid/unused/2639" TargetMode="External" /><Relationship Id="rId2640" Type="http://schemas.openxmlformats.org/officeDocument/2006/relationships/hyperlink" Target="https://example.invalid/unused/2640" TargetMode="External" /><Relationship Id="rId2641" Type="http://schemas.openxmlformats.org/officeDocument/2006/relationships/hyperlink" Target="https://example.invalid/unused/2641" TargetMode="External" /><Relationship Id="rId2642" Type="http://schemas.openxmlformats.org/officeDocument/2006/relationships/hyperlink" Target="https://example.invalid/unused/2642" TargetMode="External" /><Relationship Id="rId2643" Type="http://schemas.openxmlformats.org/officeDocument/2006/relationships/hyperlink" Target="https://example.invalid/unused/2643" TargetMode="External" /><Relationship Id="rId2644" Type="http://schemas.openxmlformats.org/officeDocument/2006/relationships/hyperlink" Target="https://example.invalid/unused/2644" TargetMode="External" /><Relationship Id="rId2645" Type="http://schemas.openxmlformats.org/officeDocument/2006/relationships/hyperlink" Target="https://example.invalid/unused/2645" TargetMode="External" /><Relationship Id="rId2646" Type="http://schemas.openxmlformats.org/officeDocument/2006/relationships/hyperlink" Target="https://example.invalid/unused/2646" TargetMode="External" /><Relationship Id="rId2647" Type="http://schemas.openxmlformats.org/officeDocument/2006/relationships/hyperlink" Target="https://example.invalid/unused/2647" TargetMode="External" /><Relationship Id="rId2648" Type="http://schemas.openxmlformats.org/officeDocument/2006/relationships/hyperlink" Target="https://example.invalid/unused/2648" TargetMode="External" /><Relationship Id="rId2649" Type="http://schemas.openxmlformats.org/officeDocument/2006/relationships/hyperlink" Target="https://example.invalid/unused/2649" TargetMode="External" /><Relationship Id="rId2650" Type="http://schemas.openxmlformats.org/officeDocument/2006/relationships/hyperlink" Target="https://example.invalid/unused/2650" TargetMode="External" /><Relationship Id="rId2651" Type="http://schemas.openxmlformats.org/officeDocument/2006/relationships/hyperlink" Target="https://example.invalid/unused/2651" TargetMode="External" /><Relationship Id="rId2652" Type="http://schemas.openxmlformats.org/officeDocument/2006/relationships/hyperlink" Target="https://example.invalid/unused/2652" TargetMode="External" /><Relationship Id="rId2653" Type="http://schemas.openxmlformats.org/officeDocument/2006/relationships/hyperlink" Target="https://example.invalid/unused/2653" TargetMode="External" /><Relationship Id="rId2654" Type="http://schemas.openxmlformats.org/officeDocument/2006/relationships/hyperlink" Target="https://example.invalid/unused/2654" TargetMode="External" /><Relationship Id="rId2655" Type="http://schemas.openxmlformats.org/officeDocument/2006/relationships/hyperlink" Target="https://example.invalid/unused/2655" TargetMode="External" /><Relationship Id="rId2656" Type="http://schemas.openxmlformats.org/officeDocument/2006/relationships/hyperlink" Target="https://example.invalid/unused/2656" TargetMode="External" /><Relationship Id="rId2657" Type="http://schemas.openxmlformats.org/officeDocument/2006/relationships/hyperlink" Target="https://example.invalid/unused/2657" TargetMode="External" /><Relationship Id="rId2658" Type="http://schemas.openxmlformats.org/officeDocument/2006/relationships/hyperlink" Target="https://example.invalid/unused/2658" TargetMode="External" /><Relationship Id="rId2659" Type="http://schemas.openxmlformats.org/officeDocument/2006/relationships/hyperlink" Target="https://example.invalid/unused/2659" TargetMode="External" /><Relationship Id="rId2660" Type="http://schemas.openxmlformats.org/officeDocument/2006/relationships/hyperlink" Target="https://example.invalid/unused/2660" TargetMode="External" /><Relationship Id="rId2661" Type="http://schemas.openxmlformats.org/officeDocument/2006/relationships/hyperlink" Target="https://example.invalid/unused/2661" TargetMode="External" /><Relationship Id="rId2662" Type="http://schemas.openxmlformats.org/officeDocument/2006/relationships/hyperlink" Target="https://example.invalid/unused/2662" TargetMode="External" /><Relationship Id="rId2663" Type="http://schemas.openxmlformats.org/officeDocument/2006/relationships/hyperlink" Target="https://example.invalid/unused/2663" TargetMode="External" /><Relationship Id="rId2664" Type="http://schemas.openxmlformats.org/officeDocument/2006/relationships/hyperlink" Target="https://example.invalid/unused/2664" TargetMode="External" /><Relationship Id="rId2665" Type="http://schemas.openxmlformats.org/officeDocument/2006/relationships/hyperlink" Target="https://example.invalid/unused/2665" TargetMode="External" /><Relationship Id="rId2666" Type="http://schemas.openxmlformats.org/officeDocument/2006/relationships/hyperlink" Target="https://example.invalid/unused/2666" TargetMode="External" /><Relationship Id="rId2667" Type="http://schemas.openxmlformats.org/officeDocument/2006/relationships/hyperlink" Target="https://example.invalid/unused/2667" TargetMode="External" /><Relationship Id="rId2668" Type="http://schemas.openxmlformats.org/officeDocument/2006/relationships/hyperlink" Target="https://example.invalid/unused/2668" TargetMode="External" /><Relationship Id="rId2669" Type="http://schemas.openxmlformats.org/officeDocument/2006/relationships/hyperlink" Target="https://example.invalid/unused/2669" TargetMode="External" /><Relationship Id="rId2670" Type="http://schemas.openxmlformats.org/officeDocument/2006/relationships/hyperlink" Target="https://example.invalid/unused/2670" TargetMode="External" /><Relationship Id="rId2671" Type="http://schemas.openxmlformats.org/officeDocument/2006/relationships/hyperlink" Target="https://example.invalid/unused/2671" TargetMode="External" /><Relationship Id="rId2672" Type="http://schemas.openxmlformats.org/officeDocument/2006/relationships/hyperlink" Target="https://example.invalid/unused/2672" TargetMode="External" /><Relationship Id="rId2673" Type="http://schemas.openxmlformats.org/officeDocument/2006/relationships/hyperlink" Target="https://example.invalid/unused/2673" TargetMode="External" /><Relationship Id="rId2674" Type="http://schemas.openxmlformats.org/officeDocument/2006/relationships/hyperlink" Target="https://example.invalid/unused/2674" TargetMode="External" /><Relationship Id="rId2675" Type="http://schemas.openxmlformats.org/officeDocument/2006/relationships/hyperlink" Target="https://example.invalid/unused/2675" TargetMode="External" /><Relationship Id="rId2676" Type="http://schemas.openxmlformats.org/officeDocument/2006/relationships/hyperlink" Target="https://example.invalid/unused/2676" TargetMode="External" /><Relationship Id="rId2677" Type="http://schemas.openxmlformats.org/officeDocument/2006/relationships/hyperlink" Target="https://example.invalid/unused/2677" TargetMode="External" /><Relationship Id="rId2678" Type="http://schemas.openxmlformats.org/officeDocument/2006/relationships/hyperlink" Target="https://example.invalid/unused/2678" TargetMode="External" /><Relationship Id="rId2679" Type="http://schemas.openxmlformats.org/officeDocument/2006/relationships/hyperlink" Target="https://example.invalid/unused/2679" TargetMode="External" /><Relationship Id="rId2680" Type="http://schemas.openxmlformats.org/officeDocument/2006/relationships/hyperlink" Target="https://example.invalid/unused/2680" TargetMode="External" /><Relationship Id="rId2681" Type="http://schemas.openxmlformats.org/officeDocument/2006/relationships/hyperlink" Target="https://example.invalid/unused/2681" TargetMode="External" /><Relationship Id="rId2682" Type="http://schemas.openxmlformats.org/officeDocument/2006/relationships/hyperlink" Target="https://example.invalid/unused/2682" TargetMode="External" /><Relationship Id="rId2683" Type="http://schemas.openxmlformats.org/officeDocument/2006/relationships/hyperlink" Target="https://example.invalid/unused/2683" TargetMode="External" /><Relationship Id="rId2684" Type="http://schemas.openxmlformats.org/officeDocument/2006/relationships/hyperlink" Target="https://example.invalid/unused/2684" TargetMode="External" /><Relationship Id="rId2685" Type="http://schemas.openxmlformats.org/officeDocument/2006/relationships/hyperlink" Target="https://example.invalid/unused/2685" TargetMode="External" /><Relationship Id="rId2686" Type="http://schemas.openxmlformats.org/officeDocument/2006/relationships/hyperlink" Target="https://example.invalid/unused/2686" TargetMode="External" /><Relationship Id="rId2687" Type="http://schemas.openxmlformats.org/officeDocument/2006/relationships/hyperlink" Target="https://example.invalid/unused/2687" TargetMode="External" /><Relationship Id="rId2688" Type="http://schemas.openxmlformats.org/officeDocument/2006/relationships/hyperlink" Target="https://example.invalid/unused/2688" TargetMode="External" /><Relationship Id="rId2689" Type="http://schemas.openxmlformats.org/officeDocument/2006/relationships/hyperlink" Target="https://example.invalid/unused/2689" TargetMode="External" /><Relationship Id="rId2690" Type="http://schemas.openxmlformats.org/officeDocument/2006/relationships/hyperlink" Target="https://example.invalid/unused/2690" TargetMode="External" /><Relationship Id="rId2691" Type="http://schemas.openxmlformats.org/officeDocument/2006/relationships/hyperlink" Target="https://example.invalid/unused/2691" TargetMode="External" /><Relationship Id="rId2692" Type="http://schemas.openxmlformats.org/officeDocument/2006/relationships/hyperlink" Target="https://example.invalid/unused/2692" TargetMode="External" /><Relationship Id="rId2693" Type="http://schemas.openxmlformats.org/officeDocument/2006/relationships/hyperlink" Target="https://example.invalid/unused/2693" TargetMode="External" /><Relationship Id="rId2694" Type="http://schemas.openxmlformats.org/officeDocument/2006/relationships/hyperlink" Target="https://example.invalid/unused/2694" TargetMode="External" /><Relationship Id="rId2695" Type="http://schemas.openxmlformats.org/officeDocument/2006/relationships/hyperlink" Target="https://example.invalid/unused/2695" TargetMode="External" /><Relationship Id="rId2696" Type="http://schemas.openxmlformats.org/officeDocument/2006/relationships/hyperlink" Target="https://example.invalid/unused/2696" TargetMode="External" /><Relationship Id="rId2697" Type="http://schemas.openxmlformats.org/officeDocument/2006/relationships/hyperlink" Target="https://example.invalid/unused/2697" TargetMode="External" /><Relationship Id="rId2698" Type="http://schemas.openxmlformats.org/officeDocument/2006/relationships/hyperlink" Target="https://example.invalid/unused/2698" TargetMode="External" /><Relationship Id="rId2699" Type="http://schemas.openxmlformats.org/officeDocument/2006/relationships/hyperlink" Target="https://example.invalid/unused/2699" TargetMode="External" /><Relationship Id="rId2700" Type="http://schemas.openxmlformats.org/officeDocument/2006/relationships/hyperlink" Target="https://example.invalid/unused/2700" TargetMode="External" /><Relationship Id="rId2701" Type="http://schemas.openxmlformats.org/officeDocument/2006/relationships/hyperlink" Target="https://example.invalid/unused/2701" TargetMode="External" /><Relationship Id="rId2702" Type="http://schemas.openxmlformats.org/officeDocument/2006/relationships/hyperlink" Target="https://example.invalid/unused/2702" TargetMode="External" /><Relationship Id="rId2703" Type="http://schemas.openxmlformats.org/officeDocument/2006/relationships/hyperlink" Target="https://example.invalid/unused/2703" TargetMode="External" /><Relationship Id="rId2704" Type="http://schemas.openxmlformats.org/officeDocument/2006/relationships/hyperlink" Target="https://example.invalid/unused/2704" TargetMode="External" /><Relationship Id="rId2705" Type="http://schemas.openxmlformats.org/officeDocument/2006/relationships/hyperlink" Target="https://example.invalid/unused/2705" TargetMode="External" /><Relationship Id="rId2706" Type="http://schemas.openxmlformats.org/officeDocument/2006/relationships/hyperlink" Target="https://example.invalid/unused/2706" TargetMode="External" /><Relationship Id="rId2707" Type="http://schemas.openxmlformats.org/officeDocument/2006/relationships/hyperlink" Target="https://example.invalid/unused/2707" TargetMode="External" /><Relationship Id="rId2708" Type="http://schemas.openxmlformats.org/officeDocument/2006/relationships/hyperlink" Target="https://example.invalid/unused/2708" TargetMode="External" /><Relationship Id="rId2709" Type="http://schemas.openxmlformats.org/officeDocument/2006/relationships/hyperlink" Target="https://example.invalid/unused/2709" TargetMode="External" /><Relationship Id="rId2710" Type="http://schemas.openxmlformats.org/officeDocument/2006/relationships/hyperlink" Target="https://example.invalid/unused/2710" TargetMode="External" /><Relationship Id="rId2711" Type="http://schemas.openxmlformats.org/officeDocument/2006/relationships/hyperlink" Target="https://example.invalid/unused/2711" TargetMode="External" /><Relationship Id="rId2712" Type="http://schemas.openxmlformats.org/officeDocument/2006/relationships/hyperlink" Target="https://example.invalid/unused/2712" TargetMode="External" /><Relationship Id="rId2713" Type="http://schemas.openxmlformats.org/officeDocument/2006/relationships/hyperlink" Target="https://example.invalid/unused/2713" TargetMode="External" /><Relationship Id="rId2714" Type="http://schemas.openxmlformats.org/officeDocument/2006/relationships/hyperlink" Target="https://example.invalid/unused/2714" TargetMode="External" /><Relationship Id="rId2715" Type="http://schemas.openxmlformats.org/officeDocument/2006/relationships/hyperlink" Target="https://example.invalid/unused/2715" TargetMode="External" /><Relationship Id="rId2716" Type="http://schemas.openxmlformats.org/officeDocument/2006/relationships/hyperlink" Target="https://example.invalid/unused/2716" TargetMode="External" /><Relationship Id="rId2717" Type="http://schemas.openxmlformats.org/officeDocument/2006/relationships/hyperlink" Target="https://example.invalid/unused/2717" TargetMode="External" /><Relationship Id="rId2718" Type="http://schemas.openxmlformats.org/officeDocument/2006/relationships/hyperlink" Target="https://example.invalid/unused/2718" TargetMode="External" /><Relationship Id="rId2719" Type="http://schemas.openxmlformats.org/officeDocument/2006/relationships/hyperlink" Target="https://example.invalid/unused/2719" TargetMode="External" /><Relationship Id="rId2720" Type="http://schemas.openxmlformats.org/officeDocument/2006/relationships/hyperlink" Target="https://example.invalid/unused/2720" TargetMode="External" /><Relationship Id="rId2721" Type="http://schemas.openxmlformats.org/officeDocument/2006/relationships/hyperlink" Target="https://example.invalid/unused/2721" TargetMode="External" /><Relationship Id="rId2722" Type="http://schemas.openxmlformats.org/officeDocument/2006/relationships/hyperlink" Target="https://example.invalid/unused/2722" TargetMode="External" /><Relationship Id="rId2723" Type="http://schemas.openxmlformats.org/officeDocument/2006/relationships/hyperlink" Target="https://example.invalid/unused/2723" TargetMode="External" /><Relationship Id="rId2724" Type="http://schemas.openxmlformats.org/officeDocument/2006/relationships/hyperlink" Target="https://example.invalid/unused/2724" TargetMode="External" /><Relationship Id="rId2725" Type="http://schemas.openxmlformats.org/officeDocument/2006/relationships/hyperlink" Target="https://example.invalid/unused/2725" TargetMode="External" /><Relationship Id="rId2726" Type="http://schemas.openxmlformats.org/officeDocument/2006/relationships/hyperlink" Target="https://example.invalid/unused/2726" TargetMode="External" /><Relationship Id="rId2727" Type="http://schemas.openxmlformats.org/officeDocument/2006/relationships/hyperlink" Target="https://example.invalid/unused/2727" TargetMode="External" /><Relationship Id="rId2728" Type="http://schemas.openxmlformats.org/officeDocument/2006/relationships/hyperlink" Target="https://example.invalid/unused/2728" TargetMode="External" /><Relationship Id="rId2729" Type="http://schemas.openxmlformats.org/officeDocument/2006/relationships/hyperlink" Target="https://example.invalid/unused/2729" TargetMode="External" /><Relationship Id="rId2730" Type="http://schemas.openxmlformats.org/officeDocument/2006/relationships/hyperlink" Target="https://example.invalid/unused/2730" TargetMode="External" /><Relationship Id="rId2731" Type="http://schemas.openxmlformats.org/officeDocument/2006/relationships/hyperlink" Target="https://example.invalid/unused/2731" TargetMode="External" /><Relationship Id="rId2732" Type="http://schemas.openxmlformats.org/officeDocument/2006/relationships/hyperlink" Target="https://example.invalid/unused/2732" TargetMode="External" /><Relationship Id="rId2733" Type="http://schemas.openxmlformats.org/officeDocument/2006/relationships/hyperlink" Target="https://example.invalid/unused/2733" TargetMode="External" /><Relationship Id="rId2734" Type="http://schemas.openxmlformats.org/officeDocument/2006/relationships/hyperlink" Target="https://example.invalid/unused/2734" TargetMode="External" /><Relationship Id="rId2735" Type="http://schemas.openxmlformats.org/officeDocument/2006/relationships/hyperlink" Target="https://example.invalid/unused/2735" TargetMode="External" /><Relationship Id="rId2736" Type="http://schemas.openxmlformats.org/officeDocument/2006/relationships/hyperlink" Target="https://example.invalid/unused/2736" TargetMode="External" /><Relationship Id="rId2737" Type="http://schemas.openxmlformats.org/officeDocument/2006/relationships/hyperlink" Target="https://example.invalid/unused/2737" TargetMode="External" /><Relationship Id="rId2738" Type="http://schemas.openxmlformats.org/officeDocument/2006/relationships/hyperlink" Target="https://example.invalid/unused/2738" TargetMode="External" /><Relationship Id="rId2739" Type="http://schemas.openxmlformats.org/officeDocument/2006/relationships/hyperlink" Target="https://example.invalid/unused/2739" TargetMode="External" /><Relationship Id="rId2740" Type="http://schemas.openxmlformats.org/officeDocument/2006/relationships/hyperlink" Target="https://example.invalid/unused/2740" TargetMode="External" /><Relationship Id="rId2741" Type="http://schemas.openxmlformats.org/officeDocument/2006/relationships/hyperlink" Target="https://example.invalid/unused/2741" TargetMode="External" /><Relationship Id="rId2742" Type="http://schemas.openxmlformats.org/officeDocument/2006/relationships/hyperlink" Target="https://example.invalid/unused/2742" TargetMode="External" /><Relationship Id="rId2743" Type="http://schemas.openxmlformats.org/officeDocument/2006/relationships/hyperlink" Target="https://example.invalid/unused/2743" TargetMode="External" /><Relationship Id="rId2744" Type="http://schemas.openxmlformats.org/officeDocument/2006/relationships/hyperlink" Target="https://example.invalid/unused/2744" TargetMode="External" /><Relationship Id="rId2745" Type="http://schemas.openxmlformats.org/officeDocument/2006/relationships/hyperlink" Target="https://example.invalid/unused/2745" TargetMode="External" /><Relationship Id="rId2746" Type="http://schemas.openxmlformats.org/officeDocument/2006/relationships/hyperlink" Target="https://example.invalid/unused/2746" TargetMode="External" /><Relationship Id="rId2747" Type="http://schemas.openxmlformats.org/officeDocument/2006/relationships/hyperlink" Target="https://example.invalid/unused/2747" TargetMode="External" /><Relationship Id="rId2748" Type="http://schemas.openxmlformats.org/officeDocument/2006/relationships/hyperlink" Target="https://example.invalid/unused/2748" TargetMode="External" /><Relationship Id="rId2749" Type="http://schemas.openxmlformats.org/officeDocument/2006/relationships/hyperlink" Target="https://example.invalid/unused/2749" TargetMode="External" /><Relationship Id="rId2750" Type="http://schemas.openxmlformats.org/officeDocument/2006/relationships/hyperlink" Target="https://example.invalid/unused/2750" TargetMode="External" /><Relationship Id="rId2751" Type="http://schemas.openxmlformats.org/officeDocument/2006/relationships/hyperlink" Target="https://example.invalid/unused/2751" TargetMode="External" /><Relationship Id="rId2752" Type="http://schemas.openxmlformats.org/officeDocument/2006/relationships/hyperlink" Target="https://example.invalid/unused/2752" TargetMode="External" /><Relationship Id="rId2753" Type="http://schemas.openxmlformats.org/officeDocument/2006/relationships/hyperlink" Target="https://example.invalid/unused/2753" TargetMode="External" /><Relationship Id="rId2754" Type="http://schemas.openxmlformats.org/officeDocument/2006/relationships/hyperlink" Target="https://example.invalid/unused/2754" TargetMode="External" /><Relationship Id="rId2755" Type="http://schemas.openxmlformats.org/officeDocument/2006/relationships/hyperlink" Target="https://example.invalid/unused/2755" TargetMode="External" /><Relationship Id="rId2756" Type="http://schemas.openxmlformats.org/officeDocument/2006/relationships/hyperlink" Target="https://example.invalid/unused/2756" TargetMode="External" /><Relationship Id="rId2757" Type="http://schemas.openxmlformats.org/officeDocument/2006/relationships/hyperlink" Target="https://example.invalid/unused/2757" TargetMode="External" /><Relationship Id="rId2758" Type="http://schemas.openxmlformats.org/officeDocument/2006/relationships/hyperlink" Target="https://example.invalid/unused/2758" TargetMode="External" /><Relationship Id="rId2759" Type="http://schemas.openxmlformats.org/officeDocument/2006/relationships/hyperlink" Target="https://example.invalid/unused/2759" TargetMode="External" /><Relationship Id="rId2760" Type="http://schemas.openxmlformats.org/officeDocument/2006/relationships/hyperlink" Target="https://example.invalid/unused/2760" TargetMode="External" /><Relationship Id="rId2761" Type="http://schemas.openxmlformats.org/officeDocument/2006/relationships/hyperlink" Target="https://example.invalid/unused/2761" TargetMode="External" /><Relationship Id="rId2762" Type="http://schemas.openxmlformats.org/officeDocument/2006/relationships/hyperlink" Target="https://example.invalid/unused/2762" TargetMode="External" /><Relationship Id="rId2763" Type="http://schemas.openxmlformats.org/officeDocument/2006/relationships/hyperlink" Target="https://example.invalid/unused/2763" TargetMode="External" /><Relationship Id="rId2764" Type="http://schemas.openxmlformats.org/officeDocument/2006/relationships/hyperlink" Target="https://example.invalid/unused/2764" TargetMode="External" /><Relationship Id="rId2765" Type="http://schemas.openxmlformats.org/officeDocument/2006/relationships/hyperlink" Target="https://example.invalid/unused/2765" TargetMode="External" /><Relationship Id="rId2766" Type="http://schemas.openxmlformats.org/officeDocument/2006/relationships/hyperlink" Target="https://example.invalid/unused/2766" TargetMode="External" /><Relationship Id="rId2767" Type="http://schemas.openxmlformats.org/officeDocument/2006/relationships/hyperlink" Target="https://example.invalid/unused/2767" TargetMode="External" /><Relationship Id="rId2768" Type="http://schemas.openxmlformats.org/officeDocument/2006/relationships/hyperlink" Target="https://example.invalid/unused/2768" TargetMode="External" /><Relationship Id="rId2769" Type="http://schemas.openxmlformats.org/officeDocument/2006/relationships/hyperlink" Target="https://example.invalid/unused/2769" TargetMode="External" /><Relationship Id="rId2770" Type="http://schemas.openxmlformats.org/officeDocument/2006/relationships/hyperlink" Target="https://example.invalid/unused/2770" TargetMode="External" /><Relationship Id="rId2771" Type="http://schemas.openxmlformats.org/officeDocument/2006/relationships/hyperlink" Target="https://example.invalid/unused/2771" TargetMode="External" /><Relationship Id="rId2772" Type="http://schemas.openxmlformats.org/officeDocument/2006/relationships/hyperlink" Target="https://example.invalid/unused/2772" TargetMode="External" /><Relationship Id="rId2773" Type="http://schemas.openxmlformats.org/officeDocument/2006/relationships/hyperlink" Target="https://example.invalid/unused/2773" TargetMode="External" /><Relationship Id="rId2774" Type="http://schemas.openxmlformats.org/officeDocument/2006/relationships/hyperlink" Target="https://example.invalid/unused/2774" TargetMode="External" /><Relationship Id="rId2775" Type="http://schemas.openxmlformats.org/officeDocument/2006/relationships/hyperlink" Target="https://example.invalid/unused/2775" TargetMode="External" /><Relationship Id="rId2776" Type="http://schemas.openxmlformats.org/officeDocument/2006/relationships/hyperlink" Target="https://example.invalid/unused/2776" TargetMode="External" /><Relationship Id="rId2777" Type="http://schemas.openxmlformats.org/officeDocument/2006/relationships/hyperlink" Target="https://example.invalid/unused/2777" TargetMode="External" /><Relationship Id="rId2778" Type="http://schemas.openxmlformats.org/officeDocument/2006/relationships/hyperlink" Target="https://example.invalid/unused/2778" TargetMode="External" /><Relationship Id="rId2779" Type="http://schemas.openxmlformats.org/officeDocument/2006/relationships/hyperlink" Target="https://example.invalid/unused/2779" TargetMode="External" /><Relationship Id="rId2780" Type="http://schemas.openxmlformats.org/officeDocument/2006/relationships/hyperlink" Target="https://example.invalid/unused/2780" TargetMode="External" /><Relationship Id="rId2781" Type="http://schemas.openxmlformats.org/officeDocument/2006/relationships/hyperlink" Target="https://example.invalid/unused/2781" TargetMode="External" /><Relationship Id="rId2782" Type="http://schemas.openxmlformats.org/officeDocument/2006/relationships/hyperlink" Target="https://example.invalid/unused/2782" TargetMode="External" /><Relationship Id="rId2783" Type="http://schemas.openxmlformats.org/officeDocument/2006/relationships/hyperlink" Target="https://example.invalid/unused/2783" TargetMode="External" /><Relationship Id="rId2784" Type="http://schemas.openxmlformats.org/officeDocument/2006/relationships/hyperlink" Target="https://example.invalid/unused/2784" TargetMode="External" /><Relationship Id="rId2785" Type="http://schemas.openxmlformats.org/officeDocument/2006/relationships/hyperlink" Target="https://example.invalid/unused/2785" TargetMode="External" /><Relationship Id="rId2786" Type="http://schemas.openxmlformats.org/officeDocument/2006/relationships/hyperlink" Target="https://example.invalid/unused/2786" TargetMode="External" /><Relationship Id="rId2787" Type="http://schemas.openxmlformats.org/officeDocument/2006/relationships/hyperlink" Target="https://example.invalid/unused/2787" TargetMode="External" /><Relationship Id="rId2788" Type="http://schemas.openxmlformats.org/officeDocument/2006/relationships/hyperlink" Target="https://example.invalid/unused/2788" TargetMode="External" /><Relationship Id="rId2789" Type="http://schemas.openxmlformats.org/officeDocument/2006/relationships/hyperlink" Target="https://example.invalid/unused/2789" TargetMode="External" /><Relationship Id="rId2790" Type="http://schemas.openxmlformats.org/officeDocument/2006/relationships/hyperlink" Target="https://example.invalid/unused/2790" TargetMode="External" /><Relationship Id="rId2791" Type="http://schemas.openxmlformats.org/officeDocument/2006/relationships/hyperlink" Target="https://example.invalid/unused/2791" TargetMode="External" /><Relationship Id="rId2792" Type="http://schemas.openxmlformats.org/officeDocument/2006/relationships/hyperlink" Target="https://example.invalid/unused/2792" TargetMode="External" /><Relationship Id="rId2793" Type="http://schemas.openxmlformats.org/officeDocument/2006/relationships/hyperlink" Target="https://example.invalid/unused/2793" TargetMode="External" /><Relationship Id="rId2794" Type="http://schemas.openxmlformats.org/officeDocument/2006/relationships/hyperlink" Target="https://example.invalid/unused/2794" TargetMode="External" /><Relationship Id="rId2795" Type="http://schemas.openxmlformats.org/officeDocument/2006/relationships/hyperlink" Target="https://example.invalid/unused/2795" TargetMode="External" /><Relationship Id="rId2796" Type="http://schemas.openxmlformats.org/officeDocument/2006/relationships/hyperlink" Target="https://example.invalid/unused/2796" TargetMode="External" /><Relationship Id="rId2797" Type="http://schemas.openxmlformats.org/officeDocument/2006/relationships/hyperlink" Target="https://example.invalid/unused/2797" TargetMode="External" /><Relationship Id="rId2798" Type="http://schemas.openxmlformats.org/officeDocument/2006/relationships/hyperlink" Target="https://example.invalid/unused/2798" TargetMode="External" /><Relationship Id="rId2799" Type="http://schemas.openxmlformats.org/officeDocument/2006/relationships/hyperlink" Target="https://example.invalid/unused/2799" TargetMode="External" /><Relationship Id="rId2800" Type="http://schemas.openxmlformats.org/officeDocument/2006/relationships/hyperlink" Target="https://example.invalid/unused/2800" TargetMode="External" /><Relationship Id="rId2801" Type="http://schemas.openxmlformats.org/officeDocument/2006/relationships/hyperlink" Target="https://example.invalid/unused/2801" TargetMode="External" /><Relationship Id="rId2802" Type="http://schemas.openxmlformats.org/officeDocument/2006/relationships/hyperlink" Target="https://example.invalid/unused/2802" TargetMode="External" /><Relationship Id="rId2803" Type="http://schemas.openxmlformats.org/officeDocument/2006/relationships/hyperlink" Target="https://example.invalid/unused/2803" TargetMode="External" /><Relationship Id="rId2804" Type="http://schemas.openxmlformats.org/officeDocument/2006/relationships/hyperlink" Target="https://example.invalid/unused/2804" TargetMode="External" /><Relationship Id="rId2805" Type="http://schemas.openxmlformats.org/officeDocument/2006/relationships/hyperlink" Target="https://example.invalid/unused/2805" TargetMode="External" /><Relationship Id="rId2806" Type="http://schemas.openxmlformats.org/officeDocument/2006/relationships/hyperlink" Target="https://example.invalid/unused/2806" TargetMode="External" /><Relationship Id="rId2807" Type="http://schemas.openxmlformats.org/officeDocument/2006/relationships/hyperlink" Target="https://example.invalid/unused/2807" TargetMode="External" /><Relationship Id="rId2808" Type="http://schemas.openxmlformats.org/officeDocument/2006/relationships/hyperlink" Target="https://example.invalid/unused/2808" TargetMode="External" /><Relationship Id="rId2809" Type="http://schemas.openxmlformats.org/officeDocument/2006/relationships/hyperlink" Target="https://example.invalid/unused/2809" TargetMode="External" /><Relationship Id="rId2810" Type="http://schemas.openxmlformats.org/officeDocument/2006/relationships/hyperlink" Target="https://example.invalid/unused/2810" TargetMode="External" /><Relationship Id="rId2811" Type="http://schemas.openxmlformats.org/officeDocument/2006/relationships/hyperlink" Target="https://example.invalid/unused/2811" TargetMode="External" /><Relationship Id="rId2812" Type="http://schemas.openxmlformats.org/officeDocument/2006/relationships/hyperlink" Target="https://example.invalid/unused/2812" TargetMode="External" /><Relationship Id="rId2813" Type="http://schemas.openxmlformats.org/officeDocument/2006/relationships/hyperlink" Target="https://example.invalid/unused/2813" TargetMode="External" /><Relationship Id="rId2814" Type="http://schemas.openxmlformats.org/officeDocument/2006/relationships/hyperlink" Target="https://example.invalid/unused/2814" TargetMode="External" /><Relationship Id="rId2815" Type="http://schemas.openxmlformats.org/officeDocument/2006/relationships/hyperlink" Target="https://example.invalid/unused/2815" TargetMode="External" /><Relationship Id="rId2816" Type="http://schemas.openxmlformats.org/officeDocument/2006/relationships/hyperlink" Target="https://example.invalid/unused/2816" TargetMode="External" /><Relationship Id="rId2817" Type="http://schemas.openxmlformats.org/officeDocument/2006/relationships/hyperlink" Target="https://example.invalid/unused/2817" TargetMode="External" /><Relationship Id="rId2818" Type="http://schemas.openxmlformats.org/officeDocument/2006/relationships/hyperlink" Target="https://example.invalid/unused/2818" TargetMode="External" /><Relationship Id="rId2819" Type="http://schemas.openxmlformats.org/officeDocument/2006/relationships/hyperlink" Target="https://example.invalid/unused/2819" TargetMode="External" /><Relationship Id="rId2820" Type="http://schemas.openxmlformats.org/officeDocument/2006/relationships/hyperlink" Target="https://example.invalid/unused/2820" TargetMode="External" /><Relationship Id="rId2821" Type="http://schemas.openxmlformats.org/officeDocument/2006/relationships/hyperlink" Target="https://example.invalid/unused/2821" TargetMode="External" /><Relationship Id="rId2822" Type="http://schemas.openxmlformats.org/officeDocument/2006/relationships/hyperlink" Target="https://example.invalid/unused/2822" TargetMode="External" /><Relationship Id="rId2823" Type="http://schemas.openxmlformats.org/officeDocument/2006/relationships/hyperlink" Target="https://example.invalid/unused/2823" TargetMode="External" /><Relationship Id="rId2824" Type="http://schemas.openxmlformats.org/officeDocument/2006/relationships/hyperlink" Target="https://example.invalid/unused/2824" TargetMode="External" /><Relationship Id="rId2825" Type="http://schemas.openxmlformats.org/officeDocument/2006/relationships/hyperlink" Target="https://example.invalid/unused/2825" TargetMode="External" /><Relationship Id="rId2826" Type="http://schemas.openxmlformats.org/officeDocument/2006/relationships/hyperlink" Target="https://example.invalid/unused/2826" TargetMode="External" /><Relationship Id="rId2827" Type="http://schemas.openxmlformats.org/officeDocument/2006/relationships/hyperlink" Target="https://example.invalid/unused/2827" TargetMode="External" /><Relationship Id="rId2828" Type="http://schemas.openxmlformats.org/officeDocument/2006/relationships/hyperlink" Target="https://example.invalid/unused/2828" TargetMode="External" /><Relationship Id="rId2829" Type="http://schemas.openxmlformats.org/officeDocument/2006/relationships/hyperlink" Target="https://example.invalid/unused/2829" TargetMode="External" /><Relationship Id="rId2830" Type="http://schemas.openxmlformats.org/officeDocument/2006/relationships/hyperlink" Target="https://example.invalid/unused/2830" TargetMode="External" /><Relationship Id="rId2831" Type="http://schemas.openxmlformats.org/officeDocument/2006/relationships/hyperlink" Target="https://example.invalid/unused/2831" TargetMode="External" /><Relationship Id="rId2832" Type="http://schemas.openxmlformats.org/officeDocument/2006/relationships/hyperlink" Target="https://example.invalid/unused/2832" TargetMode="External" /><Relationship Id="rId2833" Type="http://schemas.openxmlformats.org/officeDocument/2006/relationships/hyperlink" Target="https://example.invalid/unused/2833" TargetMode="External" /><Relationship Id="rId2834" Type="http://schemas.openxmlformats.org/officeDocument/2006/relationships/hyperlink" Target="https://example.invalid/unused/2834" TargetMode="External" /><Relationship Id="rId2835" Type="http://schemas.openxmlformats.org/officeDocument/2006/relationships/hyperlink" Target="https://example.invalid/unused/2835" TargetMode="External" /><Relationship Id="rId2836" Type="http://schemas.openxmlformats.org/officeDocument/2006/relationships/hyperlink" Target="https://example.invalid/unused/2836" TargetMode="External" /><Relationship Id="rId2837" Type="http://schemas.openxmlformats.org/officeDocument/2006/relationships/hyperlink" Target="https://example.invalid/unused/2837" TargetMode="External" /><Relationship Id="rId2838" Type="http://schemas.openxmlformats.org/officeDocument/2006/relationships/hyperlink" Target="https://example.invalid/unused/2838" TargetMode="External" /><Relationship Id="rId2839" Type="http://schemas.openxmlformats.org/officeDocument/2006/relationships/hyperlink" Target="https://example.invalid/unused/2839" TargetMode="External" /><Relationship Id="rId2840" Type="http://schemas.openxmlformats.org/officeDocument/2006/relationships/hyperlink" Target="https://example.invalid/unused/2840" TargetMode="External" /><Relationship Id="rId2841" Type="http://schemas.openxmlformats.org/officeDocument/2006/relationships/hyperlink" Target="https://example.invalid/unused/2841" TargetMode="External" /><Relationship Id="rId2842" Type="http://schemas.openxmlformats.org/officeDocument/2006/relationships/hyperlink" Target="https://example.invalid/unused/2842" TargetMode="External" /><Relationship Id="rId2843" Type="http://schemas.openxmlformats.org/officeDocument/2006/relationships/hyperlink" Target="https://example.invalid/unused/2843" TargetMode="External" /><Relationship Id="rId2844" Type="http://schemas.openxmlformats.org/officeDocument/2006/relationships/hyperlink" Target="https://example.invalid/unused/2844" TargetMode="External" /><Relationship Id="rId2845" Type="http://schemas.openxmlformats.org/officeDocument/2006/relationships/hyperlink" Target="https://example.invalid/unused/2845" TargetMode="External" /><Relationship Id="rId2846" Type="http://schemas.openxmlformats.org/officeDocument/2006/relationships/hyperlink" Target="https://example.invalid/unused/2846" TargetMode="External" /><Relationship Id="rId2847" Type="http://schemas.openxmlformats.org/officeDocument/2006/relationships/hyperlink" Target="https://example.invalid/unused/2847" TargetMode="External" /><Relationship Id="rId2848" Type="http://schemas.openxmlformats.org/officeDocument/2006/relationships/hyperlink" Target="https://example.invalid/unused/2848" TargetMode="External" /><Relationship Id="rId2849" Type="http://schemas.openxmlformats.org/officeDocument/2006/relationships/hyperlink" Target="https://example.invalid/unused/2849" TargetMode="External" /><Relationship Id="rId2850" Type="http://schemas.openxmlformats.org/officeDocument/2006/relationships/hyperlink" Target="https://example.invalid/unused/2850" TargetMode="External" /><Relationship Id="rId2851" Type="http://schemas.openxmlformats.org/officeDocument/2006/relationships/hyperlink" Target="https://example.invalid/unused/2851" TargetMode="External" /><Relationship Id="rId2852" Type="http://schemas.openxmlformats.org/officeDocument/2006/relationships/hyperlink" Target="https://example.invalid/unused/2852" TargetMode="External" /><Relationship Id="rId2853" Type="http://schemas.openxmlformats.org/officeDocument/2006/relationships/hyperlink" Target="https://example.invalid/unused/2853" TargetMode="External" /><Relationship Id="rId2854" Type="http://schemas.openxmlformats.org/officeDocument/2006/relationships/hyperlink" Target="https://example.invalid/unused/2854" TargetMode="External" /><Relationship Id="rId2855" Type="http://schemas.openxmlformats.org/officeDocument/2006/relationships/hyperlink" Target="https://example.invalid/unused/2855" TargetMode="External" /><Relationship Id="rId2856" Type="http://schemas.openxmlformats.org/officeDocument/2006/relationships/hyperlink" Target="https://example.invalid/unused/2856" TargetMode="External" /><Relationship Id="rId2857" Type="http://schemas.openxmlformats.org/officeDocument/2006/relationships/hyperlink" Target="https://example.invalid/unused/2857" TargetMode="External" /><Relationship Id="rId2858" Type="http://schemas.openxmlformats.org/officeDocument/2006/relationships/hyperlink" Target="https://example.invalid/unused/2858" TargetMode="External" /><Relationship Id="rId2859" Type="http://schemas.openxmlformats.org/officeDocument/2006/relationships/hyperlink" Target="https://example.invalid/unused/2859" TargetMode="External" /><Relationship Id="rId2860" Type="http://schemas.openxmlformats.org/officeDocument/2006/relationships/hyperlink" Target="https://example.invalid/unused/2860" TargetMode="External" /><Relationship Id="rId2861" Type="http://schemas.openxmlformats.org/officeDocument/2006/relationships/hyperlink" Target="https://example.invalid/unused/2861" TargetMode="External" /><Relationship Id="rId2862" Type="http://schemas.openxmlformats.org/officeDocument/2006/relationships/hyperlink" Target="https://example.invalid/unused/2862" TargetMode="External" /><Relationship Id="rId2863" Type="http://schemas.openxmlformats.org/officeDocument/2006/relationships/hyperlink" Target="https://example.invalid/unused/2863" TargetMode="External" /><Relationship Id="rId2864" Type="http://schemas.openxmlformats.org/officeDocument/2006/relationships/hyperlink" Target="https://example.invalid/unused/2864" TargetMode="External" /><Relationship Id="rId2865" Type="http://schemas.openxmlformats.org/officeDocument/2006/relationships/hyperlink" Target="https://example.invalid/unused/2865" TargetMode="External" /><Relationship Id="rId2866" Type="http://schemas.openxmlformats.org/officeDocument/2006/relationships/hyperlink" Target="https://example.invalid/unused/2866" TargetMode="External" /><Relationship Id="rId2867" Type="http://schemas.openxmlformats.org/officeDocument/2006/relationships/hyperlink" Target="https://example.invalid/unused/2867" TargetMode="External" /><Relationship Id="rId2868" Type="http://schemas.openxmlformats.org/officeDocument/2006/relationships/hyperlink" Target="https://example.invalid/unused/2868" TargetMode="External" /><Relationship Id="rId2869" Type="http://schemas.openxmlformats.org/officeDocument/2006/relationships/hyperlink" Target="https://example.invalid/unused/2869" TargetMode="External" /><Relationship Id="rId2870" Type="http://schemas.openxmlformats.org/officeDocument/2006/relationships/hyperlink" Target="https://example.invalid/unused/2870" TargetMode="External" /><Relationship Id="rId2871" Type="http://schemas.openxmlformats.org/officeDocument/2006/relationships/hyperlink" Target="https://example.invalid/unused/2871" TargetMode="External" /><Relationship Id="rId2872" Type="http://schemas.openxmlformats.org/officeDocument/2006/relationships/hyperlink" Target="https://example.invalid/unused/2872" TargetMode="External" /><Relationship Id="rId2873" Type="http://schemas.openxmlformats.org/officeDocument/2006/relationships/hyperlink" Target="https://example.invalid/unused/2873" TargetMode="External" /><Relationship Id="rId2874" Type="http://schemas.openxmlformats.org/officeDocument/2006/relationships/hyperlink" Target="https://example.invalid/unused/2874" TargetMode="External" /><Relationship Id="rId2875" Type="http://schemas.openxmlformats.org/officeDocument/2006/relationships/hyperlink" Target="https://example.invalid/unused/2875" TargetMode="External" /><Relationship Id="rId2876" Type="http://schemas.openxmlformats.org/officeDocument/2006/relationships/hyperlink" Target="https://example.invalid/unused/2876" TargetMode="External" /><Relationship Id="rId2877" Type="http://schemas.openxmlformats.org/officeDocument/2006/relationships/hyperlink" Target="https://example.invalid/unused/2877" TargetMode="External" /><Relationship Id="rId2878" Type="http://schemas.openxmlformats.org/officeDocument/2006/relationships/hyperlink" Target="https://example.invalid/unused/2878" TargetMode="External" /><Relationship Id="rId2879" Type="http://schemas.openxmlformats.org/officeDocument/2006/relationships/hyperlink" Target="https://example.invalid/unused/2879" TargetMode="External" /><Relationship Id="rId2880" Type="http://schemas.openxmlformats.org/officeDocument/2006/relationships/hyperlink" Target="https://example.invalid/unused/2880" TargetMode="External" /><Relationship Id="rId2881" Type="http://schemas.openxmlformats.org/officeDocument/2006/relationships/hyperlink" Target="https://example.invalid/unused/2881" TargetMode="External" /><Relationship Id="rId2882" Type="http://schemas.openxmlformats.org/officeDocument/2006/relationships/hyperlink" Target="https://example.invalid/unused/2882" TargetMode="External" /><Relationship Id="rId2883" Type="http://schemas.openxmlformats.org/officeDocument/2006/relationships/hyperlink" Target="https://example.invalid/unused/2883" TargetMode="External" /><Relationship Id="rId2884" Type="http://schemas.openxmlformats.org/officeDocument/2006/relationships/hyperlink" Target="https://example.invalid/unused/2884" TargetMode="External" /><Relationship Id="rId2885" Type="http://schemas.openxmlformats.org/officeDocument/2006/relationships/hyperlink" Target="https://example.invalid/unused/2885" TargetMode="External" /><Relationship Id="rId2886" Type="http://schemas.openxmlformats.org/officeDocument/2006/relationships/hyperlink" Target="https://example.invalid/unused/2886" TargetMode="External" /><Relationship Id="rId2887" Type="http://schemas.openxmlformats.org/officeDocument/2006/relationships/hyperlink" Target="https://example.invalid/unused/2887" TargetMode="External" /><Relationship Id="rId2888" Type="http://schemas.openxmlformats.org/officeDocument/2006/relationships/hyperlink" Target="https://example.invalid/unused/2888" TargetMode="External" /><Relationship Id="rId2889" Type="http://schemas.openxmlformats.org/officeDocument/2006/relationships/hyperlink" Target="https://example.invalid/unused/2889" TargetMode="External" /><Relationship Id="rId2890" Type="http://schemas.openxmlformats.org/officeDocument/2006/relationships/hyperlink" Target="https://example.invalid/unused/2890" TargetMode="External" /><Relationship Id="rId2891" Type="http://schemas.openxmlformats.org/officeDocument/2006/relationships/hyperlink" Target="https://example.invalid/unused/2891" TargetMode="External" /><Relationship Id="rId2892" Type="http://schemas.openxmlformats.org/officeDocument/2006/relationships/hyperlink" Target="https://example.invalid/unused/2892" TargetMode="External" /><Relationship Id="rId2893" Type="http://schemas.openxmlformats.org/officeDocument/2006/relationships/hyperlink" Target="https://example.invalid/unused/2893" TargetMode="External" /><Relationship Id="rId2894" Type="http://schemas.openxmlformats.org/officeDocument/2006/relationships/hyperlink" Target="https://example.invalid/unused/2894" TargetMode="External" /><Relationship Id="rId2895" Type="http://schemas.openxmlformats.org/officeDocument/2006/relationships/hyperlink" Target="https://example.invalid/unused/2895" TargetMode="External" /><Relationship Id="rId2896" Type="http://schemas.openxmlformats.org/officeDocument/2006/relationships/hyperlink" Target="https://example.invalid/unused/2896" TargetMode="External" /><Relationship Id="rId2897" Type="http://schemas.openxmlformats.org/officeDocument/2006/relationships/hyperlink" Target="https://example.invalid/unused/2897" TargetMode="External" /><Relationship Id="rId2898" Type="http://schemas.openxmlformats.org/officeDocument/2006/relationships/hyperlink" Target="https://example.invalid/unused/2898" TargetMode="External" /><Relationship Id="rId2899" Type="http://schemas.openxmlformats.org/officeDocument/2006/relationships/hyperlink" Target="https://example.invalid/unused/2899" TargetMode="External" /><Relationship Id="rId2900" Type="http://schemas.openxmlformats.org/officeDocument/2006/relationships/hyperlink" Target="https://example.invalid/unused/2900" TargetMode="External" /><Relationship Id="rId2901" Type="http://schemas.openxmlformats.org/officeDocument/2006/relationships/hyperlink" Target="https://example.invalid/unused/2901" TargetMode="External" /><Relationship Id="rId2902" Type="http://schemas.openxmlformats.org/officeDocument/2006/relationships/hyperlink" Target="https://example.invalid/unused/2902" TargetMode="External" /><Relationship Id="rId2903" Type="http://schemas.openxmlformats.org/officeDocument/2006/relationships/hyperlink" Target="https://example.invalid/unused/2903" TargetMode="External" /><Relationship Id="rId2904" Type="http://schemas.openxmlformats.org/officeDocument/2006/relationships/hyperlink" Target="https://example.invalid/unused/2904" TargetMode="External" /><Relationship Id="rId2905" Type="http://schemas.openxmlformats.org/officeDocument/2006/relationships/hyperlink" Target="https://example.invalid/unused/2905" TargetMode="External" /><Relationship Id="rId2906" Type="http://schemas.openxmlformats.org/officeDocument/2006/relationships/hyperlink" Target="https://example.invalid/unused/2906" TargetMode="External" /><Relationship Id="rId2907" Type="http://schemas.openxmlformats.org/officeDocument/2006/relationships/hyperlink" Target="https://example.invalid/unused/2907" TargetMode="External" /><Relationship Id="rId2908" Type="http://schemas.openxmlformats.org/officeDocument/2006/relationships/hyperlink" Target="https://example.invalid/unused/2908" TargetMode="External" /><Relationship Id="rId2909" Type="http://schemas.openxmlformats.org/officeDocument/2006/relationships/hyperlink" Target="https://example.invalid/unused/2909" TargetMode="External" /><Relationship Id="rId2910" Type="http://schemas.openxmlformats.org/officeDocument/2006/relationships/hyperlink" Target="https://example.invalid/unused/2910" TargetMode="External" /><Relationship Id="rId2911" Type="http://schemas.openxmlformats.org/officeDocument/2006/relationships/hyperlink" Target="https://example.invalid/unused/2911" TargetMode="External" /><Relationship Id="rId2912" Type="http://schemas.openxmlformats.org/officeDocument/2006/relationships/hyperlink" Target="https://example.invalid/unused/2912" TargetMode="External" /><Relationship Id="rId2913" Type="http://schemas.openxmlformats.org/officeDocument/2006/relationships/hyperlink" Target="https://example.invalid/unused/2913" TargetMode="External" /><Relationship Id="rId2914" Type="http://schemas.openxmlformats.org/officeDocument/2006/relationships/hyperlink" Target="https://example.invalid/unused/2914" TargetMode="External" /><Relationship Id="rId2915" Type="http://schemas.openxmlformats.org/officeDocument/2006/relationships/hyperlink" Target="https://example.invalid/unused/2915" TargetMode="External" /><Relationship Id="rId2916" Type="http://schemas.openxmlformats.org/officeDocument/2006/relationships/hyperlink" Target="https://example.invalid/unused/2916" TargetMode="External" /><Relationship Id="rId2917" Type="http://schemas.openxmlformats.org/officeDocument/2006/relationships/hyperlink" Target="https://example.invalid/unused/2917" TargetMode="External" /><Relationship Id="rId2918" Type="http://schemas.openxmlformats.org/officeDocument/2006/relationships/hyperlink" Target="https://example.invalid/unused/2918" TargetMode="External" /><Relationship Id="rId2919" Type="http://schemas.openxmlformats.org/officeDocument/2006/relationships/hyperlink" Target="https://example.invalid/unused/2919" TargetMode="External" /><Relationship Id="rId2920" Type="http://schemas.openxmlformats.org/officeDocument/2006/relationships/hyperlink" Target="https://example.invalid/unused/2920" TargetMode="External" /><Relationship Id="rId2921" Type="http://schemas.openxmlformats.org/officeDocument/2006/relationships/hyperlink" Target="https://example.invalid/unused/2921" TargetMode="External" /><Relationship Id="rId2922" Type="http://schemas.openxmlformats.org/officeDocument/2006/relationships/hyperlink" Target="https://example.invalid/unused/2922" TargetMode="External" /><Relationship Id="rId2923" Type="http://schemas.openxmlformats.org/officeDocument/2006/relationships/hyperlink" Target="https://example.invalid/unused/2923" TargetMode="External" /><Relationship Id="rId2924" Type="http://schemas.openxmlformats.org/officeDocument/2006/relationships/hyperlink" Target="https://example.invalid/unused/2924" TargetMode="External" /><Relationship Id="rId2925" Type="http://schemas.openxmlformats.org/officeDocument/2006/relationships/hyperlink" Target="https://example.invalid/unused/2925" TargetMode="External" /><Relationship Id="rId2926" Type="http://schemas.openxmlformats.org/officeDocument/2006/relationships/hyperlink" Target="https://example.invalid/unused/2926" TargetMode="External" /><Relationship Id="rId2927" Type="http://schemas.openxmlformats.org/officeDocument/2006/relationships/hyperlink" Target="https://example.invalid/unused/2927" TargetMode="External" /><Relationship Id="rId2928" Type="http://schemas.openxmlformats.org/officeDocument/2006/relationships/hyperlink" Target="https://example.invalid/unused/2928" TargetMode="External" /><Relationship Id="rId2929" Type="http://schemas.openxmlformats.org/officeDocument/2006/relationships/hyperlink" Target="https://example.invalid/unused/2929" TargetMode="External" /><Relationship Id="rId2930" Type="http://schemas.openxmlformats.org/officeDocument/2006/relationships/hyperlink" Target="https://example.invalid/unused/2930" TargetMode="External" /><Relationship Id="rId2931" Type="http://schemas.openxmlformats.org/officeDocument/2006/relationships/hyperlink" Target="https://example.invalid/unused/2931" TargetMode="External" /><Relationship Id="rId2932" Type="http://schemas.openxmlformats.org/officeDocument/2006/relationships/hyperlink" Target="https://example.invalid/unused/2932" TargetMode="External" /><Relationship Id="rId2933" Type="http://schemas.openxmlformats.org/officeDocument/2006/relationships/hyperlink" Target="https://example.invalid/unused/2933" TargetMode="External" /><Relationship Id="rId2934" Type="http://schemas.openxmlformats.org/officeDocument/2006/relationships/hyperlink" Target="https://example.invalid/unused/2934" TargetMode="External" /><Relationship Id="rId2935" Type="http://schemas.openxmlformats.org/officeDocument/2006/relationships/hyperlink" Target="https://example.invalid/unused/2935" TargetMode="External" /><Relationship Id="rId2936" Type="http://schemas.openxmlformats.org/officeDocument/2006/relationships/hyperlink" Target="https://example.invalid/unused/2936" TargetMode="External" /><Relationship Id="rId2937" Type="http://schemas.openxmlformats.org/officeDocument/2006/relationships/hyperlink" Target="https://example.invalid/unused/2937" TargetMode="External" /><Relationship Id="rId2938" Type="http://schemas.openxmlformats.org/officeDocument/2006/relationships/hyperlink" Target="https://example.invalid/unused/2938" TargetMode="External" /><Relationship Id="rId2939" Type="http://schemas.openxmlformats.org/officeDocument/2006/relationships/hyperlink" Target="https://example.invalid/unused/2939" TargetMode="External" /><Relationship Id="rId2940" Type="http://schemas.openxmlformats.org/officeDocument/2006/relationships/hyperlink" Target="https://example.invalid/unused/2940" TargetMode="External" /><Relationship Id="rId2941" Type="http://schemas.openxmlformats.org/officeDocument/2006/relationships/hyperlink" Target="https://example.invalid/unused/2941" TargetMode="External" /><Relationship Id="rId2942" Type="http://schemas.openxmlformats.org/officeDocument/2006/relationships/hyperlink" Target="https://example.invalid/unused/2942" TargetMode="External" /><Relationship Id="rId2943" Type="http://schemas.openxmlformats.org/officeDocument/2006/relationships/hyperlink" Target="https://example.invalid/unused/2943" TargetMode="External" /><Relationship Id="rId2944" Type="http://schemas.openxmlformats.org/officeDocument/2006/relationships/hyperlink" Target="https://example.invalid/unused/2944" TargetMode="External" /><Relationship Id="rId2945" Type="http://schemas.openxmlformats.org/officeDocument/2006/relationships/hyperlink" Target="https://example.invalid/unused/2945" TargetMode="External" /><Relationship Id="rId2946" Type="http://schemas.openxmlformats.org/officeDocument/2006/relationships/hyperlink" Target="https://example.invalid/unused/2946" TargetMode="External" /><Relationship Id="rId2947" Type="http://schemas.openxmlformats.org/officeDocument/2006/relationships/hyperlink" Target="https://example.invalid/unused/2947" TargetMode="External" /><Relationship Id="rId2948" Type="http://schemas.openxmlformats.org/officeDocument/2006/relationships/hyperlink" Target="https://example.invalid/unused/2948" TargetMode="External" /><Relationship Id="rId2949" Type="http://schemas.openxmlformats.org/officeDocument/2006/relationships/hyperlink" Target="https://example.invalid/unused/2949" TargetMode="External" /><Relationship Id="rId2950" Type="http://schemas.openxmlformats.org/officeDocument/2006/relationships/hyperlink" Target="https://example.invalid/unused/2950" TargetMode="External" /><Relationship Id="rId2951" Type="http://schemas.openxmlformats.org/officeDocument/2006/relationships/hyperlink" Target="https://example.invalid/unused/2951" TargetMode="External" /><Relationship Id="rId2952" Type="http://schemas.openxmlformats.org/officeDocument/2006/relationships/hyperlink" Target="https://example.invalid/unused/2952" TargetMode="External" /><Relationship Id="rId2953" Type="http://schemas.openxmlformats.org/officeDocument/2006/relationships/hyperlink" Target="https://example.invalid/unused/2953" TargetMode="External" /><Relationship Id="rId2954" Type="http://schemas.openxmlformats.org/officeDocument/2006/relationships/hyperlink" Target="https://example.invalid/unused/2954" TargetMode="External" /><Relationship Id="rId2955" Type="http://schemas.openxmlformats.org/officeDocument/2006/relationships/hyperlink" Target="https://example.invalid/unused/2955" TargetMode="External" /><Relationship Id="rId2956" Type="http://schemas.openxmlformats.org/officeDocument/2006/relationships/hyperlink" Target="https://example.invalid/unused/2956" TargetMode="External" /><Relationship Id="rId2957" Type="http://schemas.openxmlformats.org/officeDocument/2006/relationships/hyperlink" Target="https://example.invalid/unused/2957" TargetMode="External" /><Relationship Id="rId2958" Type="http://schemas.openxmlformats.org/officeDocument/2006/relationships/hyperlink" Target="https://example.invalid/unused/2958" TargetMode="External" /><Relationship Id="rId2959" Type="http://schemas.openxmlformats.org/officeDocument/2006/relationships/hyperlink" Target="https://example.invalid/unused/2959" TargetMode="External" /><Relationship Id="rId2960" Type="http://schemas.openxmlformats.org/officeDocument/2006/relationships/hyperlink" Target="https://example.invalid/unused/2960" TargetMode="External" /><Relationship Id="rId2961" Type="http://schemas.openxmlformats.org/officeDocument/2006/relationships/hyperlink" Target="https://example.invalid/unused/2961" TargetMode="External" /><Relationship Id="rId2962" Type="http://schemas.openxmlformats.org/officeDocument/2006/relationships/hyperlink" Target="https://example.invalid/unused/2962" TargetMode="External" /><Relationship Id="rId2963" Type="http://schemas.openxmlformats.org/officeDocument/2006/relationships/hyperlink" Target="https://example.invalid/unused/2963" TargetMode="External" /><Relationship Id="rId2964" Type="http://schemas.openxmlformats.org/officeDocument/2006/relationships/hyperlink" Target="https://example.invalid/unused/2964" TargetMode="External" /><Relationship Id="rId2965" Type="http://schemas.openxmlformats.org/officeDocument/2006/relationships/hyperlink" Target="https://example.invalid/unused/2965" TargetMode="External" /><Relationship Id="rId2966" Type="http://schemas.openxmlformats.org/officeDocument/2006/relationships/hyperlink" Target="https://example.invalid/unused/2966" TargetMode="External" /><Relationship Id="rId2967" Type="http://schemas.openxmlformats.org/officeDocument/2006/relationships/hyperlink" Target="https://example.invalid/unused/2967" TargetMode="External" /><Relationship Id="rId2968" Type="http://schemas.openxmlformats.org/officeDocument/2006/relationships/hyperlink" Target="https://example.invalid/unused/2968" TargetMode="External" /><Relationship Id="rId2969" Type="http://schemas.openxmlformats.org/officeDocument/2006/relationships/hyperlink" Target="https://example.invalid/unused/2969" TargetMode="External" /><Relationship Id="rId2970" Type="http://schemas.openxmlformats.org/officeDocument/2006/relationships/hyperlink" Target="https://example.invalid/unused/2970" TargetMode="External" /><Relationship Id="rId2971" Type="http://schemas.openxmlformats.org/officeDocument/2006/relationships/hyperlink" Target="https://example.invalid/unused/2971" TargetMode="External" /><Relationship Id="rId2972" Type="http://schemas.openxmlformats.org/officeDocument/2006/relationships/hyperlink" Target="https://example.invalid/unused/2972" TargetMode="External" /><Relationship Id="rId2973" Type="http://schemas.openxmlformats.org/officeDocument/2006/relationships/hyperlink" Target="https://example.invalid/unused/2973" TargetMode="External" /><Relationship Id="rId2974" Type="http://schemas.openxmlformats.org/officeDocument/2006/relationships/hyperlink" Target="https://example.invalid/unused/2974" TargetMode="External" /><Relationship Id="rId2975" Type="http://schemas.openxmlformats.org/officeDocument/2006/relationships/hyperlink" Target="https://example.invalid/unused/2975" TargetMode="External" /><Relationship Id="rId2976" Type="http://schemas.openxmlformats.org/officeDocument/2006/relationships/hyperlink" Target="https://example.invalid/unused/2976" TargetMode="External" /><Relationship Id="rId2977" Type="http://schemas.openxmlformats.org/officeDocument/2006/relationships/hyperlink" Target="https://example.invalid/unused/2977" TargetMode="External" /><Relationship Id="rId2978" Type="http://schemas.openxmlformats.org/officeDocument/2006/relationships/hyperlink" Target="https://example.invalid/unused/2978" TargetMode="External" /><Relationship Id="rId2979" Type="http://schemas.openxmlformats.org/officeDocument/2006/relationships/hyperlink" Target="https://example.invalid/unused/2979" TargetMode="External" /><Relationship Id="rId2980" Type="http://schemas.openxmlformats.org/officeDocument/2006/relationships/hyperlink" Target="https://example.invalid/unused/2980" TargetMode="External" /><Relationship Id="rId2981" Type="http://schemas.openxmlformats.org/officeDocument/2006/relationships/hyperlink" Target="https://example.invalid/unused/2981" TargetMode="External" /><Relationship Id="rId2982" Type="http://schemas.openxmlformats.org/officeDocument/2006/relationships/hyperlink" Target="https://example.invalid/unused/2982" TargetMode="External" /><Relationship Id="rId2983" Type="http://schemas.openxmlformats.org/officeDocument/2006/relationships/hyperlink" Target="https://example.invalid/unused/2983" TargetMode="External" /><Relationship Id="rId2984" Type="http://schemas.openxmlformats.org/officeDocument/2006/relationships/hyperlink" Target="https://example.invalid/unused/2984" TargetMode="External" /><Relationship Id="rId2985" Type="http://schemas.openxmlformats.org/officeDocument/2006/relationships/hyperlink" Target="https://example.invalid/unused/2985" TargetMode="External" /><Relationship Id="rId2986" Type="http://schemas.openxmlformats.org/officeDocument/2006/relationships/hyperlink" Target="https://example.invalid/unused/2986" TargetMode="External" /><Relationship Id="rId2987" Type="http://schemas.openxmlformats.org/officeDocument/2006/relationships/hyperlink" Target="https://example.invalid/unused/2987" TargetMode="External" /><Relationship Id="rId2988" Type="http://schemas.openxmlformats.org/officeDocument/2006/relationships/hyperlink" Target="https://example.invalid/unused/2988" TargetMode="External" /><Relationship Id="rId2989" Type="http://schemas.openxmlformats.org/officeDocument/2006/relationships/hyperlink" Target="https://example.invalid/unused/2989" TargetMode="External" /><Relationship Id="rId2990" Type="http://schemas.openxmlformats.org/officeDocument/2006/relationships/hyperlink" Target="https://example.invalid/unused/2990" TargetMode="External" /><Relationship Id="rId2991" Type="http://schemas.openxmlformats.org/officeDocument/2006/relationships/hyperlink" Target="https://example.invalid/unused/2991" TargetMode="External" /><Relationship Id="rId2992" Type="http://schemas.openxmlformats.org/officeDocument/2006/relationships/hyperlink" Target="https://example.invalid/unused/2992" TargetMode="External" /><Relationship Id="rId2993" Type="http://schemas.openxmlformats.org/officeDocument/2006/relationships/hyperlink" Target="https://example.invalid/unused/2993" TargetMode="External" /><Relationship Id="rId2994" Type="http://schemas.openxmlformats.org/officeDocument/2006/relationships/hyperlink" Target="https://example.invalid/unused/2994" TargetMode="External" /><Relationship Id="rId2995" Type="http://schemas.openxmlformats.org/officeDocument/2006/relationships/hyperlink" Target="https://example.invalid/unused/2995" TargetMode="External" /><Relationship Id="rId2996" Type="http://schemas.openxmlformats.org/officeDocument/2006/relationships/hyperlink" Target="https://example.invalid/unused/2996" TargetMode="External" /><Relationship Id="rId2997" Type="http://schemas.openxmlformats.org/officeDocument/2006/relationships/hyperlink" Target="https://example.invalid/unused/2997" TargetMode="External" /><Relationship Id="rId2998" Type="http://schemas.openxmlformats.org/officeDocument/2006/relationships/hyperlink" Target="https://example.invalid/unused/2998" TargetMode="External" /><Relationship Id="rId2999" Type="http://schemas.openxmlformats.org/officeDocument/2006/relationships/hyperlink" Target="https://example.invalid/unused/2999" TargetMode="External" /><Relationship Id="rId3000" Type="http://schemas.openxmlformats.org/officeDocument/2006/relationships/hyperlink" Target="https://example.invalid/unused/3000" TargetMode="External" /><Relationship Id="rId3001" Type="http://schemas.openxmlformats.org/officeDocument/2006/relationships/hyperlink" Target="https://example.invalid/unused/3001" TargetMode="External" /><Relationship Id="rId3002" Type="http://schemas.openxmlformats.org/officeDocument/2006/relationships/hyperlink" Target="https://example.invalid/unused/3002" TargetMode="External" /><Relationship Id="rId3003" Type="http://schemas.openxmlformats.org/officeDocument/2006/relationships/hyperlink" Target="https://example.invalid/unused/3003" TargetMode="External" /><Relationship Id="rId3004" Type="http://schemas.openxmlformats.org/officeDocument/2006/relationships/hyperlink" Target="https://example.invalid/unused/3004" TargetMode="External" /><Relationship Id="rId3005" Type="http://schemas.openxmlformats.org/officeDocument/2006/relationships/hyperlink" Target="https://example.invalid/unused/3005" TargetMode="External" /><Relationship Id="rId3006" Type="http://schemas.openxmlformats.org/officeDocument/2006/relationships/hyperlink" Target="https://example.invalid/unused/3006" TargetMode="External" /><Relationship Id="rId3007" Type="http://schemas.openxmlformats.org/officeDocument/2006/relationships/hyperlink" Target="https://example.invalid/unused/3007" TargetMode="External" /><Relationship Id="rId3008" Type="http://schemas.openxmlformats.org/officeDocument/2006/relationships/hyperlink" Target="https://example.invalid/unused/3008" TargetMode="External" /><Relationship Id="rId3009" Type="http://schemas.openxmlformats.org/officeDocument/2006/relationships/hyperlink" Target="https://example.invalid/unused/3009" TargetMode="External" /><Relationship Id="rId3010" Type="http://schemas.openxmlformats.org/officeDocument/2006/relationships/hyperlink" Target="https://example.invalid/unused/3010" TargetMode="External" /><Relationship Id="rId3011" Type="http://schemas.openxmlformats.org/officeDocument/2006/relationships/hyperlink" Target="https://example.invalid/unused/3011" TargetMode="External" /><Relationship Id="rId3012" Type="http://schemas.openxmlformats.org/officeDocument/2006/relationships/hyperlink" Target="https://example.invalid/unused/3012" TargetMode="External" /><Relationship Id="rId3013" Type="http://schemas.openxmlformats.org/officeDocument/2006/relationships/hyperlink" Target="https://example.invalid/unused/3013" TargetMode="External" /><Relationship Id="rId3014" Type="http://schemas.openxmlformats.org/officeDocument/2006/relationships/hyperlink" Target="https://example.invalid/unused/3014" TargetMode="External" /><Relationship Id="rId3015" Type="http://schemas.openxmlformats.org/officeDocument/2006/relationships/hyperlink" Target="https://example.invalid/unused/3015" TargetMode="External" /><Relationship Id="rId3016" Type="http://schemas.openxmlformats.org/officeDocument/2006/relationships/hyperlink" Target="https://example.invalid/unused/3016" TargetMode="External" /><Relationship Id="rId3017" Type="http://schemas.openxmlformats.org/officeDocument/2006/relationships/hyperlink" Target="https://example.invalid/unused/3017" TargetMode="External" /><Relationship Id="rId3018" Type="http://schemas.openxmlformats.org/officeDocument/2006/relationships/hyperlink" Target="https://example.invalid/unused/3018" TargetMode="External" /><Relationship Id="rId3019" Type="http://schemas.openxmlformats.org/officeDocument/2006/relationships/hyperlink" Target="https://example.invalid/unused/3019" TargetMode="External" /><Relationship Id="rId3020" Type="http://schemas.openxmlformats.org/officeDocument/2006/relationships/hyperlink" Target="https://example.invalid/unused/3020" TargetMode="External" /><Relationship Id="rId3021" Type="http://schemas.openxmlformats.org/officeDocument/2006/relationships/hyperlink" Target="https://example.invalid/unused/3021" TargetMode="External" /><Relationship Id="rId3022" Type="http://schemas.openxmlformats.org/officeDocument/2006/relationships/hyperlink" Target="https://example.invalid/unused/3022" TargetMode="External" /><Relationship Id="rId3023" Type="http://schemas.openxmlformats.org/officeDocument/2006/relationships/hyperlink" Target="https://example.invalid/unused/3023" TargetMode="External" /><Relationship Id="rId3024" Type="http://schemas.openxmlformats.org/officeDocument/2006/relationships/hyperlink" Target="https://example.invalid/unused/3024" TargetMode="External" /><Relationship Id="rId3025" Type="http://schemas.openxmlformats.org/officeDocument/2006/relationships/hyperlink" Target="https://example.invalid/unused/3025" TargetMode="External" /><Relationship Id="rId3026" Type="http://schemas.openxmlformats.org/officeDocument/2006/relationships/hyperlink" Target="https://example.invalid/unused/3026" TargetMode="External" /><Relationship Id="rId3027" Type="http://schemas.openxmlformats.org/officeDocument/2006/relationships/hyperlink" Target="https://example.invalid/unused/3027" TargetMode="External" /><Relationship Id="rId3028" Type="http://schemas.openxmlformats.org/officeDocument/2006/relationships/hyperlink" Target="https://example.invalid/unused/3028" TargetMode="External" /><Relationship Id="rId3029" Type="http://schemas.openxmlformats.org/officeDocument/2006/relationships/hyperlink" Target="https://example.invalid/unused/3029" TargetMode="External" /><Relationship Id="rId3030" Type="http://schemas.openxmlformats.org/officeDocument/2006/relationships/hyperlink" Target="https://example.invalid/unused/3030" TargetMode="External" /><Relationship Id="rId3031" Type="http://schemas.openxmlformats.org/officeDocument/2006/relationships/hyperlink" Target="https://example.invalid/unused/3031" TargetMode="External" /><Relationship Id="rId3032" Type="http://schemas.openxmlformats.org/officeDocument/2006/relationships/hyperlink" Target="https://example.invalid/unused/3032" TargetMode="External" /><Relationship Id="rId3033" Type="http://schemas.openxmlformats.org/officeDocument/2006/relationships/hyperlink" Target="https://example.invalid/unused/3033" TargetMode="External" /><Relationship Id="rId3034" Type="http://schemas.openxmlformats.org/officeDocument/2006/relationships/hyperlink" Target="https://example.invalid/unused/3034" TargetMode="External" /><Relationship Id="rId3035" Type="http://schemas.openxmlformats.org/officeDocument/2006/relationships/hyperlink" Target="https://example.invalid/unused/3035" TargetMode="External" /><Relationship Id="rId3036" Type="http://schemas.openxmlformats.org/officeDocument/2006/relationships/hyperlink" Target="https://example.invalid/unused/3036" TargetMode="External" /><Relationship Id="rId3037" Type="http://schemas.openxmlformats.org/officeDocument/2006/relationships/hyperlink" Target="https://example.invalid/unused/3037" TargetMode="External" /><Relationship Id="rId3038" Type="http://schemas.openxmlformats.org/officeDocument/2006/relationships/hyperlink" Target="https://example.invalid/unused/3038" TargetMode="External" /><Relationship Id="rId3039" Type="http://schemas.openxmlformats.org/officeDocument/2006/relationships/hyperlink" Target="https://example.invalid/unused/3039" TargetMode="External" /><Relationship Id="rId3040" Type="http://schemas.openxmlformats.org/officeDocument/2006/relationships/hyperlink" Target="https://example.invalid/unused/3040" TargetMode="External" /><Relationship Id="rId3041" Type="http://schemas.openxmlformats.org/officeDocument/2006/relationships/hyperlink" Target="https://example.invalid/unused/3041" TargetMode="External" /><Relationship Id="rId3042" Type="http://schemas.openxmlformats.org/officeDocument/2006/relationships/hyperlink" Target="https://example.invalid/unused/3042" TargetMode="External" /><Relationship Id="rId3043" Type="http://schemas.openxmlformats.org/officeDocument/2006/relationships/hyperlink" Target="https://example.invalid/unused/3043" TargetMode="External" /><Relationship Id="rId3044" Type="http://schemas.openxmlformats.org/officeDocument/2006/relationships/hyperlink" Target="https://example.invalid/unused/3044" TargetMode="External" /><Relationship Id="rId3045" Type="http://schemas.openxmlformats.org/officeDocument/2006/relationships/hyperlink" Target="https://example.invalid/unused/3045" TargetMode="External" /><Relationship Id="rId3046" Type="http://schemas.openxmlformats.org/officeDocument/2006/relationships/hyperlink" Target="https://example.invalid/unused/3046" TargetMode="External" /><Relationship Id="rId3047" Type="http://schemas.openxmlformats.org/officeDocument/2006/relationships/hyperlink" Target="https://example.invalid/unused/3047" TargetMode="External" /><Relationship Id="rId3048" Type="http://schemas.openxmlformats.org/officeDocument/2006/relationships/hyperlink" Target="https://example.invalid/unused/3048" TargetMode="External" /><Relationship Id="rId3049" Type="http://schemas.openxmlformats.org/officeDocument/2006/relationships/hyperlink" Target="https://example.invalid/unused/3049" TargetMode="External" /><Relationship Id="rId3050" Type="http://schemas.openxmlformats.org/officeDocument/2006/relationships/hyperlink" Target="https://example.invalid/unused/3050" TargetMode="External" /><Relationship Id="rId3051" Type="http://schemas.openxmlformats.org/officeDocument/2006/relationships/hyperlink" Target="https://example.invalid/unused/3051" TargetMode="External" /><Relationship Id="rId3052" Type="http://schemas.openxmlformats.org/officeDocument/2006/relationships/hyperlink" Target="https://example.invalid/unused/3052" TargetMode="External" /><Relationship Id="rId3053" Type="http://schemas.openxmlformats.org/officeDocument/2006/relationships/hyperlink" Target="https://example.invalid/unused/3053" TargetMode="External" /><Relationship Id="rId3054" Type="http://schemas.openxmlformats.org/officeDocument/2006/relationships/hyperlink" Target="https://example.invalid/unused/3054" TargetMode="External" /><Relationship Id="rId3055" Type="http://schemas.openxmlformats.org/officeDocument/2006/relationships/hyperlink" Target="https://example.invalid/unused/3055" TargetMode="External" /><Relationship Id="rId3056" Type="http://schemas.openxmlformats.org/officeDocument/2006/relationships/hyperlink" Target="https://example.invalid/unused/3056" TargetMode="External" /><Relationship Id="rId3057" Type="http://schemas.openxmlformats.org/officeDocument/2006/relationships/hyperlink" Target="https://example.invalid/unused/3057" TargetMode="External" /><Relationship Id="rId3058" Type="http://schemas.openxmlformats.org/officeDocument/2006/relationships/hyperlink" Target="https://example.invalid/unused/3058" TargetMode="External" /><Relationship Id="rId3059" Type="http://schemas.openxmlformats.org/officeDocument/2006/relationships/hyperlink" Target="https://example.invalid/unused/3059" TargetMode="External" /><Relationship Id="rId3060" Type="http://schemas.openxmlformats.org/officeDocument/2006/relationships/hyperlink" Target="https://example.invalid/unused/3060" TargetMode="External" /><Relationship Id="rId3061" Type="http://schemas.openxmlformats.org/officeDocument/2006/relationships/hyperlink" Target="https://example.invalid/unused/3061" TargetMode="External" /><Relationship Id="rId3062" Type="http://schemas.openxmlformats.org/officeDocument/2006/relationships/hyperlink" Target="https://example.invalid/unused/3062" TargetMode="External" /><Relationship Id="rId3063" Type="http://schemas.openxmlformats.org/officeDocument/2006/relationships/hyperlink" Target="https://example.invalid/unused/3063" TargetMode="External" /><Relationship Id="rId3064" Type="http://schemas.openxmlformats.org/officeDocument/2006/relationships/hyperlink" Target="https://example.invalid/unused/3064" TargetMode="External" /><Relationship Id="rId3065" Type="http://schemas.openxmlformats.org/officeDocument/2006/relationships/hyperlink" Target="https://example.invalid/unused/3065" TargetMode="External" /><Relationship Id="rId3066" Type="http://schemas.openxmlformats.org/officeDocument/2006/relationships/hyperlink" Target="https://example.invalid/unused/3066" TargetMode="External" /><Relationship Id="rId3067" Type="http://schemas.openxmlformats.org/officeDocument/2006/relationships/hyperlink" Target="https://example.invalid/unused/3067" TargetMode="External" /><Relationship Id="rId3068" Type="http://schemas.openxmlformats.org/officeDocument/2006/relationships/hyperlink" Target="https://example.invalid/unused/3068" TargetMode="External" /><Relationship Id="rId3069" Type="http://schemas.openxmlformats.org/officeDocument/2006/relationships/hyperlink" Target="https://example.invalid/unused/3069" TargetMode="External" /><Relationship Id="rId3070" Type="http://schemas.openxmlformats.org/officeDocument/2006/relationships/hyperlink" Target="https://example.invalid/unused/3070" TargetMode="External" /><Relationship Id="rId3071" Type="http://schemas.openxmlformats.org/officeDocument/2006/relationships/hyperlink" Target="https://example.invalid/unused/3071" TargetMode="External" /><Relationship Id="rId3072" Type="http://schemas.openxmlformats.org/officeDocument/2006/relationships/hyperlink" Target="https://example.invalid/unused/3072" TargetMode="External" /><Relationship Id="rId3073" Type="http://schemas.openxmlformats.org/officeDocument/2006/relationships/hyperlink" Target="https://example.invalid/unused/3073" TargetMode="External" /><Relationship Id="rId3074" Type="http://schemas.openxmlformats.org/officeDocument/2006/relationships/hyperlink" Target="https://example.invalid/unused/3074" TargetMode="External" /><Relationship Id="rId3075" Type="http://schemas.openxmlformats.org/officeDocument/2006/relationships/hyperlink" Target="https://example.invalid/unused/3075" TargetMode="External" /><Relationship Id="rId3076" Type="http://schemas.openxmlformats.org/officeDocument/2006/relationships/hyperlink" Target="https://example.invalid/unused/3076" TargetMode="External" /><Relationship Id="rId3077" Type="http://schemas.openxmlformats.org/officeDocument/2006/relationships/hyperlink" Target="https://example.invalid/unused/3077" TargetMode="External" /><Relationship Id="rId3078" Type="http://schemas.openxmlformats.org/officeDocument/2006/relationships/hyperlink" Target="https://example.invalid/unused/3078" TargetMode="External" /><Relationship Id="rId3079" Type="http://schemas.openxmlformats.org/officeDocument/2006/relationships/hyperlink" Target="https://example.invalid/unused/3079" TargetMode="External" /><Relationship Id="rId3080" Type="http://schemas.openxmlformats.org/officeDocument/2006/relationships/hyperlink" Target="https://example.invalid/unused/3080" TargetMode="External" /><Relationship Id="rId3081" Type="http://schemas.openxmlformats.org/officeDocument/2006/relationships/hyperlink" Target="https://example.invalid/unused/3081" TargetMode="External" /><Relationship Id="rId3082" Type="http://schemas.openxmlformats.org/officeDocument/2006/relationships/hyperlink" Target="https://example.invalid/unused/3082" TargetMode="External" /><Relationship Id="rId3083" Type="http://schemas.openxmlformats.org/officeDocument/2006/relationships/hyperlink" Target="https://example.invalid/unused/3083" TargetMode="External" /><Relationship Id="rId3084" Type="http://schemas.openxmlformats.org/officeDocument/2006/relationships/hyperlink" Target="https://example.invalid/unused/3084" TargetMode="External" /><Relationship Id="rId3085" Type="http://schemas.openxmlformats.org/officeDocument/2006/relationships/hyperlink" Target="https://example.invalid/unused/3085" TargetMode="External" /><Relationship Id="rId3086" Type="http://schemas.openxmlformats.org/officeDocument/2006/relationships/hyperlink" Target="https://example.invalid/unused/3086" TargetMode="External" /><Relationship Id="rId3087" Type="http://schemas.openxmlformats.org/officeDocument/2006/relationships/hyperlink" Target="https://example.invalid/unused/3087" TargetMode="External" /><Relationship Id="rId3088" Type="http://schemas.openxmlformats.org/officeDocument/2006/relationships/hyperlink" Target="https://example.invalid/unused/3088" TargetMode="External" /><Relationship Id="rId3089" Type="http://schemas.openxmlformats.org/officeDocument/2006/relationships/hyperlink" Target="https://example.invalid/unused/3089" TargetMode="External" /><Relationship Id="rId3090" Type="http://schemas.openxmlformats.org/officeDocument/2006/relationships/hyperlink" Target="https://example.invalid/unused/3090" TargetMode="External" /><Relationship Id="rId3091" Type="http://schemas.openxmlformats.org/officeDocument/2006/relationships/hyperlink" Target="https://example.invalid/unused/3091" TargetMode="External" /><Relationship Id="rId3092" Type="http://schemas.openxmlformats.org/officeDocument/2006/relationships/hyperlink" Target="https://example.invalid/unused/3092" TargetMode="External" /><Relationship Id="rId3093" Type="http://schemas.openxmlformats.org/officeDocument/2006/relationships/hyperlink" Target="https://example.invalid/unused/3093" TargetMode="External" /><Relationship Id="rId3094" Type="http://schemas.openxmlformats.org/officeDocument/2006/relationships/hyperlink" Target="https://example.invalid/unused/3094" TargetMode="External" /><Relationship Id="rId3095" Type="http://schemas.openxmlformats.org/officeDocument/2006/relationships/hyperlink" Target="https://example.invalid/unused/3095" TargetMode="External" /><Relationship Id="rId3096" Type="http://schemas.openxmlformats.org/officeDocument/2006/relationships/hyperlink" Target="https://example.invalid/unused/3096" TargetMode="External" /><Relationship Id="rId3097" Type="http://schemas.openxmlformats.org/officeDocument/2006/relationships/hyperlink" Target="https://example.invalid/unused/3097" TargetMode="External" /><Relationship Id="rId3098" Type="http://schemas.openxmlformats.org/officeDocument/2006/relationships/hyperlink" Target="https://example.invalid/unused/3098" TargetMode="External" /><Relationship Id="rId3099" Type="http://schemas.openxmlformats.org/officeDocument/2006/relationships/hyperlink" Target="https://example.invalid/unused/3099" TargetMode="External" /><Relationship Id="rId3100" Type="http://schemas.openxmlformats.org/officeDocument/2006/relationships/hyperlink" Target="https://example.invalid/unused/3100" TargetMode="External" /><Relationship Id="rId3101" Type="http://schemas.openxmlformats.org/officeDocument/2006/relationships/hyperlink" Target="https://example.invalid/unused/3101" TargetMode="External" /><Relationship Id="rId3102" Type="http://schemas.openxmlformats.org/officeDocument/2006/relationships/hyperlink" Target="https://example.invalid/unused/3102" TargetMode="External" /><Relationship Id="rId3103" Type="http://schemas.openxmlformats.org/officeDocument/2006/relationships/hyperlink" Target="https://example.invalid/unused/3103" TargetMode="External" /><Relationship Id="rId3104" Type="http://schemas.openxmlformats.org/officeDocument/2006/relationships/hyperlink" Target="https://example.invalid/unused/3104" TargetMode="External" /><Relationship Id="rId3105" Type="http://schemas.openxmlformats.org/officeDocument/2006/relationships/hyperlink" Target="https://example.invalid/unused/3105" TargetMode="External" /><Relationship Id="rId3106" Type="http://schemas.openxmlformats.org/officeDocument/2006/relationships/hyperlink" Target="https://example.invalid/unused/3106" TargetMode="External" /><Relationship Id="rId3107" Type="http://schemas.openxmlformats.org/officeDocument/2006/relationships/hyperlink" Target="https://example.invalid/unused/3107" TargetMode="External" /><Relationship Id="rId3108" Type="http://schemas.openxmlformats.org/officeDocument/2006/relationships/hyperlink" Target="https://example.invalid/unused/3108" TargetMode="External" /><Relationship Id="rId3109" Type="http://schemas.openxmlformats.org/officeDocument/2006/relationships/hyperlink" Target="https://example.invalid/unused/3109" TargetMode="External" /><Relationship Id="rId3110" Type="http://schemas.openxmlformats.org/officeDocument/2006/relationships/hyperlink" Target="https://example.invalid/unused/3110" TargetMode="External" /><Relationship Id="rId3111" Type="http://schemas.openxmlformats.org/officeDocument/2006/relationships/hyperlink" Target="https://example.invalid/unused/3111" TargetMode="External" /><Relationship Id="rId3112" Type="http://schemas.openxmlformats.org/officeDocument/2006/relationships/hyperlink" Target="https://example.invalid/unused/3112" TargetMode="External" /><Relationship Id="rId3113" Type="http://schemas.openxmlformats.org/officeDocument/2006/relationships/hyperlink" Target="https://example.invalid/unused/3113" TargetMode="External" /><Relationship Id="rId3114" Type="http://schemas.openxmlformats.org/officeDocument/2006/relationships/hyperlink" Target="https://example.invalid/unused/3114" TargetMode="External" /><Relationship Id="rId3115" Type="http://schemas.openxmlformats.org/officeDocument/2006/relationships/hyperlink" Target="https://example.invalid/unused/3115" TargetMode="External" /><Relationship Id="rId3116" Type="http://schemas.openxmlformats.org/officeDocument/2006/relationships/hyperlink" Target="https://example.invalid/unused/3116" TargetMode="External" /><Relationship Id="rId3117" Type="http://schemas.openxmlformats.org/officeDocument/2006/relationships/hyperlink" Target="https://example.invalid/unused/3117" TargetMode="External" /><Relationship Id="rId3118" Type="http://schemas.openxmlformats.org/officeDocument/2006/relationships/hyperlink" Target="https://example.invalid/unused/3118" TargetMode="External" /><Relationship Id="rId3119" Type="http://schemas.openxmlformats.org/officeDocument/2006/relationships/hyperlink" Target="https://example.invalid/unused/3119" TargetMode="External" /><Relationship Id="rId3120" Type="http://schemas.openxmlformats.org/officeDocument/2006/relationships/hyperlink" Target="https://example.invalid/unused/3120" TargetMode="External" /><Relationship Id="rId3121" Type="http://schemas.openxmlformats.org/officeDocument/2006/relationships/hyperlink" Target="https://example.invalid/unused/3121" TargetMode="External" /><Relationship Id="rId3122" Type="http://schemas.openxmlformats.org/officeDocument/2006/relationships/hyperlink" Target="https://example.invalid/unused/3122" TargetMode="External" /><Relationship Id="rId3123" Type="http://schemas.openxmlformats.org/officeDocument/2006/relationships/hyperlink" Target="https://example.invalid/unused/3123" TargetMode="External" /><Relationship Id="rId3124" Type="http://schemas.openxmlformats.org/officeDocument/2006/relationships/hyperlink" Target="https://example.invalid/unused/3124" TargetMode="External" /><Relationship Id="rId3125" Type="http://schemas.openxmlformats.org/officeDocument/2006/relationships/hyperlink" Target="https://example.invalid/unused/3125" TargetMode="External" /><Relationship Id="rId3126" Type="http://schemas.openxmlformats.org/officeDocument/2006/relationships/hyperlink" Target="https://example.invalid/unused/3126" TargetMode="External" /><Relationship Id="rId3127" Type="http://schemas.openxmlformats.org/officeDocument/2006/relationships/hyperlink" Target="https://example.invalid/unused/3127" TargetMode="External" /><Relationship Id="rId3128" Type="http://schemas.openxmlformats.org/officeDocument/2006/relationships/hyperlink" Target="https://example.invalid/unused/3128" TargetMode="External" /><Relationship Id="rId3129" Type="http://schemas.openxmlformats.org/officeDocument/2006/relationships/hyperlink" Target="https://example.invalid/unused/3129" TargetMode="External" /><Relationship Id="rId3130" Type="http://schemas.openxmlformats.org/officeDocument/2006/relationships/hyperlink" Target="https://example.invalid/unused/3130" TargetMode="External" /><Relationship Id="rId3131" Type="http://schemas.openxmlformats.org/officeDocument/2006/relationships/hyperlink" Target="https://example.invalid/unused/3131" TargetMode="External" /><Relationship Id="rId3132" Type="http://schemas.openxmlformats.org/officeDocument/2006/relationships/hyperlink" Target="https://example.invalid/unused/3132" TargetMode="External" /><Relationship Id="rId3133" Type="http://schemas.openxmlformats.org/officeDocument/2006/relationships/hyperlink" Target="https://example.invalid/unused/3133" TargetMode="External" /><Relationship Id="rId3134" Type="http://schemas.openxmlformats.org/officeDocument/2006/relationships/hyperlink" Target="https://example.invalid/unused/3134" TargetMode="External" /><Relationship Id="rId3135" Type="http://schemas.openxmlformats.org/officeDocument/2006/relationships/hyperlink" Target="https://example.invalid/unused/3135" TargetMode="External" /><Relationship Id="rId3136" Type="http://schemas.openxmlformats.org/officeDocument/2006/relationships/hyperlink" Target="https://example.invalid/unused/3136" TargetMode="External" /><Relationship Id="rId3137" Type="http://schemas.openxmlformats.org/officeDocument/2006/relationships/hyperlink" Target="https://example.invalid/unused/3137" TargetMode="External" /><Relationship Id="rId3138" Type="http://schemas.openxmlformats.org/officeDocument/2006/relationships/hyperlink" Target="https://example.invalid/unused/3138" TargetMode="External" /><Relationship Id="rId3139" Type="http://schemas.openxmlformats.org/officeDocument/2006/relationships/hyperlink" Target="https://example.invalid/unused/3139" TargetMode="External" /><Relationship Id="rId3140" Type="http://schemas.openxmlformats.org/officeDocument/2006/relationships/hyperlink" Target="https://example.invalid/unused/3140" TargetMode="External" /><Relationship Id="rId3141" Type="http://schemas.openxmlformats.org/officeDocument/2006/relationships/hyperlink" Target="https://example.invalid/unused/3141" TargetMode="External" /><Relationship Id="rId3142" Type="http://schemas.openxmlformats.org/officeDocument/2006/relationships/hyperlink" Target="https://example.invalid/unused/3142" TargetMode="External" /><Relationship Id="rId3143" Type="http://schemas.openxmlformats.org/officeDocument/2006/relationships/hyperlink" Target="https://example.invalid/unused/3143" TargetMode="External" /><Relationship Id="rId3144" Type="http://schemas.openxmlformats.org/officeDocument/2006/relationships/hyperlink" Target="https://example.invalid/unused/3144" TargetMode="External" /><Relationship Id="rId3145" Type="http://schemas.openxmlformats.org/officeDocument/2006/relationships/hyperlink" Target="https://example.invalid/unused/3145" TargetMode="External" /><Relationship Id="rId3146" Type="http://schemas.openxmlformats.org/officeDocument/2006/relationships/hyperlink" Target="https://example.invalid/unused/3146" TargetMode="External" /><Relationship Id="rId3147" Type="http://schemas.openxmlformats.org/officeDocument/2006/relationships/hyperlink" Target="https://example.invalid/unused/3147" TargetMode="External" /><Relationship Id="rId3148" Type="http://schemas.openxmlformats.org/officeDocument/2006/relationships/hyperlink" Target="https://example.invalid/unused/3148" TargetMode="External" /><Relationship Id="rId3149" Type="http://schemas.openxmlformats.org/officeDocument/2006/relationships/hyperlink" Target="https://example.invalid/unused/3149" TargetMode="External" /><Relationship Id="rId3150" Type="http://schemas.openxmlformats.org/officeDocument/2006/relationships/hyperlink" Target="https://example.invalid/unused/3150" TargetMode="External" /><Relationship Id="rId3151" Type="http://schemas.openxmlformats.org/officeDocument/2006/relationships/hyperlink" Target="https://example.invalid/unused/3151" TargetMode="External" /><Relationship Id="rId3152" Type="http://schemas.openxmlformats.org/officeDocument/2006/relationships/hyperlink" Target="https://example.invalid/unused/3152" TargetMode="External" /><Relationship Id="rId3153" Type="http://schemas.openxmlformats.org/officeDocument/2006/relationships/hyperlink" Target="https://example.invalid/unused/3153" TargetMode="External" /><Relationship Id="rId3154" Type="http://schemas.openxmlformats.org/officeDocument/2006/relationships/hyperlink" Target="https://example.invalid/unused/3154" TargetMode="External" /><Relationship Id="rId3155" Type="http://schemas.openxmlformats.org/officeDocument/2006/relationships/hyperlink" Target="https://example.invalid/unused/3155" TargetMode="External" /><Relationship Id="rId3156" Type="http://schemas.openxmlformats.org/officeDocument/2006/relationships/hyperlink" Target="https://example.invalid/unused/3156" TargetMode="External" /><Relationship Id="rId3157" Type="http://schemas.openxmlformats.org/officeDocument/2006/relationships/hyperlink" Target="https://example.invalid/unused/3157" TargetMode="External" /><Relationship Id="rId3158" Type="http://schemas.openxmlformats.org/officeDocument/2006/relationships/hyperlink" Target="https://example.invalid/unused/3158" TargetMode="External" /><Relationship Id="rId3159" Type="http://schemas.openxmlformats.org/officeDocument/2006/relationships/hyperlink" Target="https://example.invalid/unused/3159" TargetMode="External" /><Relationship Id="rId3160" Type="http://schemas.openxmlformats.org/officeDocument/2006/relationships/hyperlink" Target="https://example.invalid/unused/3160" TargetMode="External" /><Relationship Id="rId3161" Type="http://schemas.openxmlformats.org/officeDocument/2006/relationships/hyperlink" Target="https://example.invalid/unused/3161" TargetMode="External" /><Relationship Id="rId3162" Type="http://schemas.openxmlformats.org/officeDocument/2006/relationships/hyperlink" Target="https://example.invalid/unused/3162" TargetMode="External" /><Relationship Id="rId3163" Type="http://schemas.openxmlformats.org/officeDocument/2006/relationships/hyperlink" Target="https://example.invalid/unused/3163" TargetMode="External" /><Relationship Id="rId3164" Type="http://schemas.openxmlformats.org/officeDocument/2006/relationships/hyperlink" Target="https://example.invalid/unused/3164" TargetMode="External" /><Relationship Id="rId3165" Type="http://schemas.openxmlformats.org/officeDocument/2006/relationships/hyperlink" Target="https://example.invalid/unused/3165" TargetMode="External" /><Relationship Id="rId3166" Type="http://schemas.openxmlformats.org/officeDocument/2006/relationships/hyperlink" Target="https://example.invalid/unused/3166" TargetMode="External" /><Relationship Id="rId3167" Type="http://schemas.openxmlformats.org/officeDocument/2006/relationships/hyperlink" Target="https://example.invalid/unused/3167" TargetMode="External" /><Relationship Id="rId3168" Type="http://schemas.openxmlformats.org/officeDocument/2006/relationships/hyperlink" Target="https://example.invalid/unused/3168" TargetMode="External" /><Relationship Id="rId3169" Type="http://schemas.openxmlformats.org/officeDocument/2006/relationships/hyperlink" Target="https://example.invalid/unused/3169" TargetMode="External" /><Relationship Id="rId3170" Type="http://schemas.openxmlformats.org/officeDocument/2006/relationships/hyperlink" Target="https://example.invalid/unused/3170" TargetMode="External" /><Relationship Id="rId3171" Type="http://schemas.openxmlformats.org/officeDocument/2006/relationships/hyperlink" Target="https://example.invalid/unused/3171" TargetMode="External" /><Relationship Id="rId3172" Type="http://schemas.openxmlformats.org/officeDocument/2006/relationships/hyperlink" Target="https://example.invalid/unused/3172" TargetMode="External" /><Relationship Id="rId3173" Type="http://schemas.openxmlformats.org/officeDocument/2006/relationships/hyperlink" Target="https://example.invalid/unused/3173" TargetMode="External" /><Relationship Id="rId3174" Type="http://schemas.openxmlformats.org/officeDocument/2006/relationships/hyperlink" Target="https://example.invalid/unused/3174" TargetMode="External" /><Relationship Id="rId3175" Type="http://schemas.openxmlformats.org/officeDocument/2006/relationships/hyperlink" Target="https://example.invalid/unused/3175" TargetMode="External" /><Relationship Id="rId3176" Type="http://schemas.openxmlformats.org/officeDocument/2006/relationships/hyperlink" Target="https://example.invalid/unused/3176" TargetMode="External" /><Relationship Id="rId3177" Type="http://schemas.openxmlformats.org/officeDocument/2006/relationships/hyperlink" Target="https://example.invalid/unused/3177" TargetMode="External" /><Relationship Id="rId3178" Type="http://schemas.openxmlformats.org/officeDocument/2006/relationships/hyperlink" Target="https://example.invalid/unused/3178" TargetMode="External" /><Relationship Id="rId3179" Type="http://schemas.openxmlformats.org/officeDocument/2006/relationships/hyperlink" Target="https://example.invalid/unused/3179" TargetMode="External" /><Relationship Id="rId3180" Type="http://schemas.openxmlformats.org/officeDocument/2006/relationships/hyperlink" Target="https://example.invalid/unused/3180" TargetMode="External" /><Relationship Id="rId3181" Type="http://schemas.openxmlformats.org/officeDocument/2006/relationships/hyperlink" Target="https://example.invalid/unused/3181" TargetMode="External" /><Relationship Id="rId3182" Type="http://schemas.openxmlformats.org/officeDocument/2006/relationships/hyperlink" Target="https://example.invalid/unused/3182" TargetMode="External" /><Relationship Id="rId3183" Type="http://schemas.openxmlformats.org/officeDocument/2006/relationships/hyperlink" Target="https://example.invalid/unused/3183" TargetMode="External" /><Relationship Id="rId3184" Type="http://schemas.openxmlformats.org/officeDocument/2006/relationships/hyperlink" Target="https://example.invalid/unused/3184" TargetMode="External" /><Relationship Id="rId3185" Type="http://schemas.openxmlformats.org/officeDocument/2006/relationships/hyperlink" Target="https://example.invalid/unused/3185" TargetMode="External" /><Relationship Id="rId3186" Type="http://schemas.openxmlformats.org/officeDocument/2006/relationships/hyperlink" Target="https://example.invalid/unused/3186" TargetMode="External" /><Relationship Id="rId3187" Type="http://schemas.openxmlformats.org/officeDocument/2006/relationships/hyperlink" Target="https://example.invalid/unused/3187" TargetMode="External" /><Relationship Id="rId3188" Type="http://schemas.openxmlformats.org/officeDocument/2006/relationships/hyperlink" Target="https://example.invalid/unused/3188" TargetMode="External" /><Relationship Id="rId3189" Type="http://schemas.openxmlformats.org/officeDocument/2006/relationships/hyperlink" Target="https://example.invalid/unused/3189" TargetMode="External" /><Relationship Id="rId3190" Type="http://schemas.openxmlformats.org/officeDocument/2006/relationships/hyperlink" Target="https://example.invalid/unused/3190" TargetMode="External" /><Relationship Id="rId3191" Type="http://schemas.openxmlformats.org/officeDocument/2006/relationships/hyperlink" Target="https://example.invalid/unused/3191" TargetMode="External" /><Relationship Id="rId3192" Type="http://schemas.openxmlformats.org/officeDocument/2006/relationships/hyperlink" Target="https://example.invalid/unused/3192" TargetMode="External" /><Relationship Id="rId3193" Type="http://schemas.openxmlformats.org/officeDocument/2006/relationships/hyperlink" Target="https://example.invalid/unused/3193" TargetMode="External" /><Relationship Id="rId3194" Type="http://schemas.openxmlformats.org/officeDocument/2006/relationships/hyperlink" Target="https://example.invalid/unused/3194" TargetMode="External" /><Relationship Id="rId3195" Type="http://schemas.openxmlformats.org/officeDocument/2006/relationships/hyperlink" Target="https://example.invalid/unused/3195" TargetMode="External" /><Relationship Id="rId3196" Type="http://schemas.openxmlformats.org/officeDocument/2006/relationships/hyperlink" Target="https://example.invalid/unused/3196" TargetMode="External" /><Relationship Id="rId3197" Type="http://schemas.openxmlformats.org/officeDocument/2006/relationships/hyperlink" Target="https://example.invalid/unused/3197" TargetMode="External" /><Relationship Id="rId3198" Type="http://schemas.openxmlformats.org/officeDocument/2006/relationships/hyperlink" Target="https://example.invalid/unused/3198" TargetMode="External" /><Relationship Id="rId3199" Type="http://schemas.openxmlformats.org/officeDocument/2006/relationships/hyperlink" Target="https://example.invalid/unused/3199" TargetMode="External" /><Relationship Id="rId3200" Type="http://schemas.openxmlformats.org/officeDocument/2006/relationships/hyperlink" Target="https://example.invalid/unused/3200" TargetMode="External" /><Relationship Id="rId3201" Type="http://schemas.openxmlformats.org/officeDocument/2006/relationships/hyperlink" Target="https://example.invalid/unused/3201" TargetMode="External" /><Relationship Id="rId3202" Type="http://schemas.openxmlformats.org/officeDocument/2006/relationships/hyperlink" Target="https://example.invalid/unused/3202" TargetMode="External" /><Relationship Id="rId3203" Type="http://schemas.openxmlformats.org/officeDocument/2006/relationships/hyperlink" Target="https://example.invalid/unused/3203" TargetMode="External" /><Relationship Id="rId3204" Type="http://schemas.openxmlformats.org/officeDocument/2006/relationships/hyperlink" Target="https://example.invalid/unused/3204" TargetMode="External" /><Relationship Id="rId3205" Type="http://schemas.openxmlformats.org/officeDocument/2006/relationships/hyperlink" Target="https://example.invalid/unused/3205" TargetMode="External" /><Relationship Id="rId3206" Type="http://schemas.openxmlformats.org/officeDocument/2006/relationships/hyperlink" Target="https://example.invalid/unused/3206" TargetMode="External" /><Relationship Id="rId3207" Type="http://schemas.openxmlformats.org/officeDocument/2006/relationships/hyperlink" Target="https://example.invalid/unused/3207" TargetMode="External" /><Relationship Id="rId3208" Type="http://schemas.openxmlformats.org/officeDocument/2006/relationships/hyperlink" Target="https://example.invalid/unused/3208" TargetMode="External" /><Relationship Id="rId3209" Type="http://schemas.openxmlformats.org/officeDocument/2006/relationships/hyperlink" Target="https://example.invalid/unused/3209" TargetMode="External" /><Relationship Id="rId3210" Type="http://schemas.openxmlformats.org/officeDocument/2006/relationships/hyperlink" Target="https://example.invalid/unused/3210" TargetMode="External" /><Relationship Id="rId3211" Type="http://schemas.openxmlformats.org/officeDocument/2006/relationships/hyperlink" Target="https://example.invalid/unused/3211" TargetMode="External" /><Relationship Id="rId3212" Type="http://schemas.openxmlformats.org/officeDocument/2006/relationships/hyperlink" Target="https://example.invalid/unused/3212" TargetMode="External" /><Relationship Id="rId3213" Type="http://schemas.openxmlformats.org/officeDocument/2006/relationships/hyperlink" Target="https://example.invalid/unused/3213" TargetMode="External" /><Relationship Id="rId3214" Type="http://schemas.openxmlformats.org/officeDocument/2006/relationships/hyperlink" Target="https://example.invalid/unused/3214" TargetMode="External" /><Relationship Id="rId3215" Type="http://schemas.openxmlformats.org/officeDocument/2006/relationships/hyperlink" Target="https://example.invalid/unused/3215" TargetMode="External" /><Relationship Id="rId3216" Type="http://schemas.openxmlformats.org/officeDocument/2006/relationships/hyperlink" Target="https://example.invalid/unused/3216" TargetMode="External" /><Relationship Id="rId3217" Type="http://schemas.openxmlformats.org/officeDocument/2006/relationships/hyperlink" Target="https://example.invalid/unused/3217" TargetMode="External" /><Relationship Id="rId3218" Type="http://schemas.openxmlformats.org/officeDocument/2006/relationships/hyperlink" Target="https://example.invalid/unused/3218" TargetMode="External" /><Relationship Id="rId3219" Type="http://schemas.openxmlformats.org/officeDocument/2006/relationships/hyperlink" Target="https://example.invalid/unused/3219" TargetMode="External" /><Relationship Id="rId3220" Type="http://schemas.openxmlformats.org/officeDocument/2006/relationships/hyperlink" Target="https://example.invalid/unused/3220" TargetMode="External" /><Relationship Id="rId3221" Type="http://schemas.openxmlformats.org/officeDocument/2006/relationships/hyperlink" Target="https://example.invalid/unused/3221" TargetMode="External" /><Relationship Id="rId3222" Type="http://schemas.openxmlformats.org/officeDocument/2006/relationships/hyperlink" Target="https://example.invalid/unused/3222" TargetMode="External" /><Relationship Id="rId3223" Type="http://schemas.openxmlformats.org/officeDocument/2006/relationships/hyperlink" Target="https://example.invalid/unused/3223" TargetMode="External" /><Relationship Id="rId3224" Type="http://schemas.openxmlformats.org/officeDocument/2006/relationships/hyperlink" Target="https://example.invalid/unused/3224" TargetMode="External" /><Relationship Id="rId3225" Type="http://schemas.openxmlformats.org/officeDocument/2006/relationships/hyperlink" Target="https://example.invalid/unused/3225" TargetMode="External" /><Relationship Id="rId3226" Type="http://schemas.openxmlformats.org/officeDocument/2006/relationships/hyperlink" Target="https://example.invalid/unused/3226" TargetMode="External" /><Relationship Id="rId3227" Type="http://schemas.openxmlformats.org/officeDocument/2006/relationships/hyperlink" Target="https://example.invalid/unused/3227" TargetMode="External" /><Relationship Id="rId3228" Type="http://schemas.openxmlformats.org/officeDocument/2006/relationships/hyperlink" Target="https://example.invalid/unused/3228" TargetMode="External" /><Relationship Id="rId3229" Type="http://schemas.openxmlformats.org/officeDocument/2006/relationships/hyperlink" Target="https://example.invalid/unused/3229" TargetMode="External" /><Relationship Id="rId3230" Type="http://schemas.openxmlformats.org/officeDocument/2006/relationships/hyperlink" Target="https://example.invalid/unused/3230" TargetMode="External" /><Relationship Id="rId3231" Type="http://schemas.openxmlformats.org/officeDocument/2006/relationships/hyperlink" Target="https://example.invalid/unused/3231" TargetMode="External" /><Relationship Id="rId3232" Type="http://schemas.openxmlformats.org/officeDocument/2006/relationships/hyperlink" Target="https://example.invalid/unused/3232" TargetMode="External" /><Relationship Id="rId3233" Type="http://schemas.openxmlformats.org/officeDocument/2006/relationships/hyperlink" Target="https://example.invalid/unused/3233" TargetMode="External" /><Relationship Id="rId3234" Type="http://schemas.openxmlformats.org/officeDocument/2006/relationships/hyperlink" Target="https://example.invalid/unused/3234" TargetMode="External" /><Relationship Id="rId3235" Type="http://schemas.openxmlformats.org/officeDocument/2006/relationships/hyperlink" Target="https://example.invalid/unused/3235" TargetMode="External" /><Relationship Id="rId3236" Type="http://schemas.openxmlformats.org/officeDocument/2006/relationships/hyperlink" Target="https://example.invalid/unused/3236" TargetMode="External" /><Relationship Id="rId3237" Type="http://schemas.openxmlformats.org/officeDocument/2006/relationships/hyperlink" Target="https://example.invalid/unused/3237" TargetMode="External" /><Relationship Id="rId3238" Type="http://schemas.openxmlformats.org/officeDocument/2006/relationships/hyperlink" Target="https://example.invalid/unused/3238" TargetMode="External" /><Relationship Id="rId3239" Type="http://schemas.openxmlformats.org/officeDocument/2006/relationships/hyperlink" Target="https://example.invalid/unused/3239" TargetMode="External" /><Relationship Id="rId3240" Type="http://schemas.openxmlformats.org/officeDocument/2006/relationships/hyperlink" Target="https://example.invalid/unused/3240" TargetMode="External" /><Relationship Id="rId3241" Type="http://schemas.openxmlformats.org/officeDocument/2006/relationships/hyperlink" Target="https://example.invalid/unused/3241" TargetMode="External" /><Relationship Id="rId3242" Type="http://schemas.openxmlformats.org/officeDocument/2006/relationships/hyperlink" Target="https://example.invalid/unused/3242" TargetMode="External" /><Relationship Id="rId3243" Type="http://schemas.openxmlformats.org/officeDocument/2006/relationships/hyperlink" Target="https://example.invalid/unused/3243" TargetMode="External" /><Relationship Id="rId3244" Type="http://schemas.openxmlformats.org/officeDocument/2006/relationships/hyperlink" Target="https://example.invalid/unused/3244" TargetMode="External" /><Relationship Id="rId3245" Type="http://schemas.openxmlformats.org/officeDocument/2006/relationships/hyperlink" Target="https://example.invalid/unused/3245" TargetMode="External" /><Relationship Id="rId3246" Type="http://schemas.openxmlformats.org/officeDocument/2006/relationships/hyperlink" Target="https://example.invalid/unused/3246" TargetMode="External" /><Relationship Id="rId3247" Type="http://schemas.openxmlformats.org/officeDocument/2006/relationships/hyperlink" Target="https://example.invalid/unused/3247" TargetMode="External" /><Relationship Id="rId3248" Type="http://schemas.openxmlformats.org/officeDocument/2006/relationships/hyperlink" Target="https://example.invalid/unused/3248" TargetMode="External" /><Relationship Id="rId3249" Type="http://schemas.openxmlformats.org/officeDocument/2006/relationships/hyperlink" Target="https://example.invalid/unused/3249" TargetMode="External" /><Relationship Id="rId3250" Type="http://schemas.openxmlformats.org/officeDocument/2006/relationships/hyperlink" Target="https://example.invalid/unused/3250" TargetMode="External" /><Relationship Id="rId3251" Type="http://schemas.openxmlformats.org/officeDocument/2006/relationships/hyperlink" Target="https://example.invalid/unused/3251" TargetMode="External" /><Relationship Id="rId3252" Type="http://schemas.openxmlformats.org/officeDocument/2006/relationships/hyperlink" Target="https://example.invalid/unused/3252" TargetMode="External" /><Relationship Id="rId3253" Type="http://schemas.openxmlformats.org/officeDocument/2006/relationships/hyperlink" Target="https://example.invalid/unused/3253" TargetMode="External" /><Relationship Id="rId3254" Type="http://schemas.openxmlformats.org/officeDocument/2006/relationships/hyperlink" Target="https://example.invalid/unused/3254" TargetMode="External" /><Relationship Id="rId3255" Type="http://schemas.openxmlformats.org/officeDocument/2006/relationships/hyperlink" Target="https://example.invalid/unused/3255" TargetMode="External" /><Relationship Id="rId3256" Type="http://schemas.openxmlformats.org/officeDocument/2006/relationships/hyperlink" Target="https://example.invalid/unused/3256" TargetMode="External" /><Relationship Id="rId3257" Type="http://schemas.openxmlformats.org/officeDocument/2006/relationships/hyperlink" Target="https://example.invalid/unused/3257" TargetMode="External" /><Relationship Id="rId3258" Type="http://schemas.openxmlformats.org/officeDocument/2006/relationships/hyperlink" Target="https://example.invalid/unused/3258" TargetMode="External" /><Relationship Id="rId3259" Type="http://schemas.openxmlformats.org/officeDocument/2006/relationships/hyperlink" Target="https://example.invalid/unused/3259" TargetMode="External" /><Relationship Id="rId3260" Type="http://schemas.openxmlformats.org/officeDocument/2006/relationships/hyperlink" Target="https://example.invalid/unused/3260" TargetMode="External" /><Relationship Id="rId3261" Type="http://schemas.openxmlformats.org/officeDocument/2006/relationships/hyperlink" Target="https://example.invalid/unused/3261" TargetMode="External" /><Relationship Id="rId3262" Type="http://schemas.openxmlformats.org/officeDocument/2006/relationships/hyperlink" Target="https://example.invalid/unused/3262" TargetMode="External" /><Relationship Id="rId3263" Type="http://schemas.openxmlformats.org/officeDocument/2006/relationships/hyperlink" Target="https://example.invalid/unused/3263" TargetMode="External" /><Relationship Id="rId3264" Type="http://schemas.openxmlformats.org/officeDocument/2006/relationships/hyperlink" Target="https://example.invalid/unused/3264" TargetMode="External" /><Relationship Id="rId3265" Type="http://schemas.openxmlformats.org/officeDocument/2006/relationships/hyperlink" Target="https://example.invalid/unused/3265" TargetMode="External" /><Relationship Id="rId3266" Type="http://schemas.openxmlformats.org/officeDocument/2006/relationships/hyperlink" Target="https://example.invalid/unused/3266" TargetMode="External" /><Relationship Id="rId3267" Type="http://schemas.openxmlformats.org/officeDocument/2006/relationships/hyperlink" Target="https://example.invalid/unused/3267" TargetMode="External" /><Relationship Id="rId3268" Type="http://schemas.openxmlformats.org/officeDocument/2006/relationships/hyperlink" Target="https://example.invalid/unused/3268" TargetMode="External" /><Relationship Id="rId3269" Type="http://schemas.openxmlformats.org/officeDocument/2006/relationships/hyperlink" Target="https://example.invalid/unused/3269" TargetMode="External" /><Relationship Id="rId3270" Type="http://schemas.openxmlformats.org/officeDocument/2006/relationships/hyperlink" Target="https://example.invalid/unused/3270" TargetMode="External" /><Relationship Id="rId3271" Type="http://schemas.openxmlformats.org/officeDocument/2006/relationships/hyperlink" Target="https://example.invalid/unused/3271" TargetMode="External" /><Relationship Id="rId3272" Type="http://schemas.openxmlformats.org/officeDocument/2006/relationships/hyperlink" Target="https://example.invalid/unused/3272" TargetMode="External" /><Relationship Id="rId3273" Type="http://schemas.openxmlformats.org/officeDocument/2006/relationships/hyperlink" Target="https://example.invalid/unused/3273" TargetMode="External" /><Relationship Id="rId3274" Type="http://schemas.openxmlformats.org/officeDocument/2006/relationships/hyperlink" Target="https://example.invalid/unused/3274" TargetMode="External" /><Relationship Id="rId3275" Type="http://schemas.openxmlformats.org/officeDocument/2006/relationships/hyperlink" Target="https://example.invalid/unused/3275" TargetMode="External" /><Relationship Id="rId3276" Type="http://schemas.openxmlformats.org/officeDocument/2006/relationships/hyperlink" Target="https://example.invalid/unused/3276" TargetMode="External" /><Relationship Id="rId3277" Type="http://schemas.openxmlformats.org/officeDocument/2006/relationships/hyperlink" Target="https://example.invalid/unused/3277" TargetMode="External" /><Relationship Id="rId3278" Type="http://schemas.openxmlformats.org/officeDocument/2006/relationships/hyperlink" Target="https://example.invalid/unused/3278" TargetMode="External" /><Relationship Id="rId3279" Type="http://schemas.openxmlformats.org/officeDocument/2006/relationships/hyperlink" Target="https://example.invalid/unused/3279" TargetMode="External" /><Relationship Id="rId3280" Type="http://schemas.openxmlformats.org/officeDocument/2006/relationships/hyperlink" Target="https://example.invalid/unused/3280" TargetMode="External" /><Relationship Id="rId3281" Type="http://schemas.openxmlformats.org/officeDocument/2006/relationships/hyperlink" Target="https://example.invalid/unused/3281" TargetMode="External" /><Relationship Id="rId3282" Type="http://schemas.openxmlformats.org/officeDocument/2006/relationships/hyperlink" Target="https://example.invalid/unused/3282" TargetMode="External" /><Relationship Id="rId3283" Type="http://schemas.openxmlformats.org/officeDocument/2006/relationships/hyperlink" Target="https://example.invalid/unused/3283" TargetMode="External" /><Relationship Id="rId3284" Type="http://schemas.openxmlformats.org/officeDocument/2006/relationships/hyperlink" Target="https://example.invalid/unused/3284" TargetMode="External" /><Relationship Id="rId3285" Type="http://schemas.openxmlformats.org/officeDocument/2006/relationships/hyperlink" Target="https://example.invalid/unused/3285" TargetMode="External" /><Relationship Id="rId3286" Type="http://schemas.openxmlformats.org/officeDocument/2006/relationships/hyperlink" Target="https://example.invalid/unused/3286" TargetMode="External" /><Relationship Id="rId3287" Type="http://schemas.openxmlformats.org/officeDocument/2006/relationships/hyperlink" Target="https://example.invalid/unused/3287" TargetMode="External" /><Relationship Id="rId3288" Type="http://schemas.openxmlformats.org/officeDocument/2006/relationships/hyperlink" Target="https://example.invalid/unused/3288" TargetMode="External" /><Relationship Id="rId3289" Type="http://schemas.openxmlformats.org/officeDocument/2006/relationships/hyperlink" Target="https://example.invalid/unused/3289" TargetMode="External" /><Relationship Id="rId3290" Type="http://schemas.openxmlformats.org/officeDocument/2006/relationships/hyperlink" Target="https://example.invalid/unused/3290" TargetMode="External" /><Relationship Id="rId3291" Type="http://schemas.openxmlformats.org/officeDocument/2006/relationships/hyperlink" Target="https://example.invalid/unused/3291" TargetMode="External" /><Relationship Id="rId3292" Type="http://schemas.openxmlformats.org/officeDocument/2006/relationships/hyperlink" Target="https://example.invalid/unused/3292" TargetMode="External" /><Relationship Id="rId3293" Type="http://schemas.openxmlformats.org/officeDocument/2006/relationships/hyperlink" Target="https://example.invalid/unused/3293" TargetMode="External" /><Relationship Id="rId3294" Type="http://schemas.openxmlformats.org/officeDocument/2006/relationships/hyperlink" Target="https://example.invalid/unused/3294" TargetMode="External" /><Relationship Id="rId3295" Type="http://schemas.openxmlformats.org/officeDocument/2006/relationships/hyperlink" Target="https://example.invalid/unused/3295" TargetMode="External" /><Relationship Id="rId3296" Type="http://schemas.openxmlformats.org/officeDocument/2006/relationships/hyperlink" Target="https://example.invalid/unused/3296" TargetMode="External" /><Relationship Id="rId3297" Type="http://schemas.openxmlformats.org/officeDocument/2006/relationships/hyperlink" Target="https://example.invalid/unused/3297" TargetMode="External" /><Relationship Id="rId3298" Type="http://schemas.openxmlformats.org/officeDocument/2006/relationships/hyperlink" Target="https://example.invalid/unused/3298" TargetMode="External" /><Relationship Id="rId3299" Type="http://schemas.openxmlformats.org/officeDocument/2006/relationships/hyperlink" Target="https://example.invalid/unused/3299" TargetMode="External" /><Relationship Id="rId3300" Type="http://schemas.openxmlformats.org/officeDocument/2006/relationships/hyperlink" Target="https://example.invalid/unused/3300" TargetMode="External" /><Relationship Id="rId3301" Type="http://schemas.openxmlformats.org/officeDocument/2006/relationships/hyperlink" Target="https://example.invalid/unused/3301" TargetMode="External" /><Relationship Id="rId3302" Type="http://schemas.openxmlformats.org/officeDocument/2006/relationships/hyperlink" Target="https://example.invalid/unused/3302" TargetMode="External" /><Relationship Id="rId3303" Type="http://schemas.openxmlformats.org/officeDocument/2006/relationships/hyperlink" Target="https://example.invalid/unused/3303" TargetMode="External" /><Relationship Id="rId3304" Type="http://schemas.openxmlformats.org/officeDocument/2006/relationships/hyperlink" Target="https://example.invalid/unused/3304" TargetMode="External" /><Relationship Id="rId3305" Type="http://schemas.openxmlformats.org/officeDocument/2006/relationships/hyperlink" Target="https://example.invalid/unused/3305" TargetMode="External" /><Relationship Id="rId3306" Type="http://schemas.openxmlformats.org/officeDocument/2006/relationships/hyperlink" Target="https://example.invalid/unused/3306" TargetMode="External" /><Relationship Id="rId3307" Type="http://schemas.openxmlformats.org/officeDocument/2006/relationships/hyperlink" Target="https://example.invalid/unused/3307" TargetMode="External" /><Relationship Id="rId3308" Type="http://schemas.openxmlformats.org/officeDocument/2006/relationships/hyperlink" Target="https://example.invalid/unused/3308" TargetMode="External" /><Relationship Id="rId3309" Type="http://schemas.openxmlformats.org/officeDocument/2006/relationships/hyperlink" Target="https://example.invalid/unused/3309" TargetMode="External" /><Relationship Id="rId3310" Type="http://schemas.openxmlformats.org/officeDocument/2006/relationships/hyperlink" Target="https://example.invalid/unused/3310" TargetMode="External" /><Relationship Id="rId3311" Type="http://schemas.openxmlformats.org/officeDocument/2006/relationships/hyperlink" Target="https://example.invalid/unused/3311" TargetMode="External" /><Relationship Id="rId3312" Type="http://schemas.openxmlformats.org/officeDocument/2006/relationships/hyperlink" Target="https://example.invalid/unused/3312" TargetMode="External" /><Relationship Id="rId3313" Type="http://schemas.openxmlformats.org/officeDocument/2006/relationships/hyperlink" Target="https://example.invalid/unused/3313" TargetMode="External" /><Relationship Id="rId3314" Type="http://schemas.openxmlformats.org/officeDocument/2006/relationships/hyperlink" Target="https://example.invalid/unused/3314" TargetMode="External" /><Relationship Id="rId3315" Type="http://schemas.openxmlformats.org/officeDocument/2006/relationships/hyperlink" Target="https://example.invalid/unused/3315" TargetMode="External" /><Relationship Id="rId3316" Type="http://schemas.openxmlformats.org/officeDocument/2006/relationships/hyperlink" Target="https://example.invalid/unused/3316" TargetMode="External" /><Relationship Id="rId3317" Type="http://schemas.openxmlformats.org/officeDocument/2006/relationships/hyperlink" Target="https://example.invalid/unused/3317" TargetMode="External" /><Relationship Id="rId3318" Type="http://schemas.openxmlformats.org/officeDocument/2006/relationships/hyperlink" Target="https://example.invalid/unused/3318" TargetMode="External" /><Relationship Id="rId3319" Type="http://schemas.openxmlformats.org/officeDocument/2006/relationships/hyperlink" Target="https://example.invalid/unused/3319" TargetMode="External" /><Relationship Id="rId3320" Type="http://schemas.openxmlformats.org/officeDocument/2006/relationships/hyperlink" Target="https://example.invalid/unused/3320" TargetMode="External" /><Relationship Id="rId3321" Type="http://schemas.openxmlformats.org/officeDocument/2006/relationships/hyperlink" Target="https://example.invalid/unused/3321" TargetMode="External" /><Relationship Id="rId3322" Type="http://schemas.openxmlformats.org/officeDocument/2006/relationships/hyperlink" Target="https://example.invalid/unused/3322" TargetMode="External" /><Relationship Id="rId3323" Type="http://schemas.openxmlformats.org/officeDocument/2006/relationships/hyperlink" Target="https://example.invalid/unused/3323" TargetMode="External" /><Relationship Id="rId3324" Type="http://schemas.openxmlformats.org/officeDocument/2006/relationships/hyperlink" Target="https://example.invalid/unused/3324" TargetMode="External" /><Relationship Id="rId3325" Type="http://schemas.openxmlformats.org/officeDocument/2006/relationships/hyperlink" Target="https://example.invalid/unused/3325" TargetMode="External" /><Relationship Id="rId3326" Type="http://schemas.openxmlformats.org/officeDocument/2006/relationships/hyperlink" Target="https://example.invalid/unused/3326" TargetMode="External" /><Relationship Id="rId3327" Type="http://schemas.openxmlformats.org/officeDocument/2006/relationships/hyperlink" Target="https://example.invalid/unused/3327" TargetMode="External" /><Relationship Id="rId3328" Type="http://schemas.openxmlformats.org/officeDocument/2006/relationships/hyperlink" Target="https://example.invalid/unused/3328" TargetMode="External" /><Relationship Id="rId3329" Type="http://schemas.openxmlformats.org/officeDocument/2006/relationships/hyperlink" Target="https://example.invalid/unused/3329" TargetMode="External" /><Relationship Id="rId3330" Type="http://schemas.openxmlformats.org/officeDocument/2006/relationships/hyperlink" Target="https://example.invalid/unused/3330" TargetMode="External" /><Relationship Id="rId3331" Type="http://schemas.openxmlformats.org/officeDocument/2006/relationships/hyperlink" Target="https://example.invalid/unused/3331" TargetMode="External" /><Relationship Id="rId3332" Type="http://schemas.openxmlformats.org/officeDocument/2006/relationships/hyperlink" Target="https://example.invalid/unused/3332" TargetMode="External" /><Relationship Id="rId3333" Type="http://schemas.openxmlformats.org/officeDocument/2006/relationships/hyperlink" Target="https://example.invalid/unused/3333" TargetMode="External" /><Relationship Id="rId3334" Type="http://schemas.openxmlformats.org/officeDocument/2006/relationships/hyperlink" Target="https://example.invalid/unused/3334" TargetMode="External" /><Relationship Id="rId3335" Type="http://schemas.openxmlformats.org/officeDocument/2006/relationships/hyperlink" Target="https://example.invalid/unused/3335" TargetMode="External" /><Relationship Id="rId3336" Type="http://schemas.openxmlformats.org/officeDocument/2006/relationships/hyperlink" Target="https://example.invalid/unused/3336" TargetMode="External" /><Relationship Id="rId3337" Type="http://schemas.openxmlformats.org/officeDocument/2006/relationships/hyperlink" Target="https://example.invalid/unused/3337" TargetMode="External" /><Relationship Id="rId3338" Type="http://schemas.openxmlformats.org/officeDocument/2006/relationships/hyperlink" Target="https://example.invalid/unused/3338" TargetMode="External" /><Relationship Id="rId3339" Type="http://schemas.openxmlformats.org/officeDocument/2006/relationships/hyperlink" Target="https://example.invalid/unused/3339" TargetMode="External" /><Relationship Id="rId3340" Type="http://schemas.openxmlformats.org/officeDocument/2006/relationships/hyperlink" Target="https://example.invalid/unused/3340" TargetMode="External" /><Relationship Id="rId3341" Type="http://schemas.openxmlformats.org/officeDocument/2006/relationships/hyperlink" Target="https://example.invalid/unused/3341" TargetMode="External" /><Relationship Id="rId3342" Type="http://schemas.openxmlformats.org/officeDocument/2006/relationships/hyperlink" Target="https://example.invalid/unused/3342" TargetMode="External" /><Relationship Id="rId3343" Type="http://schemas.openxmlformats.org/officeDocument/2006/relationships/hyperlink" Target="https://example.invalid/unused/3343" TargetMode="External" /><Relationship Id="rId3344" Type="http://schemas.openxmlformats.org/officeDocument/2006/relationships/hyperlink" Target="https://example.invalid/unused/3344" TargetMode="External" /><Relationship Id="rId3345" Type="http://schemas.openxmlformats.org/officeDocument/2006/relationships/hyperlink" Target="https://example.invalid/unused/3345" TargetMode="External" /><Relationship Id="rId3346" Type="http://schemas.openxmlformats.org/officeDocument/2006/relationships/hyperlink" Target="https://example.invalid/unused/3346" TargetMode="External" /><Relationship Id="rId3347" Type="http://schemas.openxmlformats.org/officeDocument/2006/relationships/hyperlink" Target="https://example.invalid/unused/3347" TargetMode="External" /><Relationship Id="rId3348" Type="http://schemas.openxmlformats.org/officeDocument/2006/relationships/hyperlink" Target="https://example.invalid/unused/3348" TargetMode="External" /><Relationship Id="rId3349" Type="http://schemas.openxmlformats.org/officeDocument/2006/relationships/hyperlink" Target="https://example.invalid/unused/3349" TargetMode="External" /><Relationship Id="rId3350" Type="http://schemas.openxmlformats.org/officeDocument/2006/relationships/hyperlink" Target="https://example.invalid/unused/3350" TargetMode="External" /><Relationship Id="rId3351" Type="http://schemas.openxmlformats.org/officeDocument/2006/relationships/hyperlink" Target="https://example.invalid/unused/3351" TargetMode="External" /><Relationship Id="rId3352" Type="http://schemas.openxmlformats.org/officeDocument/2006/relationships/hyperlink" Target="https://example.invalid/unused/3352" TargetMode="External" /><Relationship Id="rId3353" Type="http://schemas.openxmlformats.org/officeDocument/2006/relationships/hyperlink" Target="https://example.invalid/unused/3353" TargetMode="External" /><Relationship Id="rId3354" Type="http://schemas.openxmlformats.org/officeDocument/2006/relationships/hyperlink" Target="https://example.invalid/unused/3354" TargetMode="External" /><Relationship Id="rId3355" Type="http://schemas.openxmlformats.org/officeDocument/2006/relationships/hyperlink" Target="https://example.invalid/unused/3355" TargetMode="External" /><Relationship Id="rId3356" Type="http://schemas.openxmlformats.org/officeDocument/2006/relationships/hyperlink" Target="https://example.invalid/unused/3356" TargetMode="External" /><Relationship Id="rId3357" Type="http://schemas.openxmlformats.org/officeDocument/2006/relationships/hyperlink" Target="https://example.invalid/unused/3357" TargetMode="External" /><Relationship Id="rId3358" Type="http://schemas.openxmlformats.org/officeDocument/2006/relationships/hyperlink" Target="https://example.invalid/unused/3358" TargetMode="External" /><Relationship Id="rId3359" Type="http://schemas.openxmlformats.org/officeDocument/2006/relationships/hyperlink" Target="https://example.invalid/unused/3359" TargetMode="External" /><Relationship Id="rId3360" Type="http://schemas.openxmlformats.org/officeDocument/2006/relationships/hyperlink" Target="https://example.invalid/unused/3360" TargetMode="External" /><Relationship Id="rId3361" Type="http://schemas.openxmlformats.org/officeDocument/2006/relationships/hyperlink" Target="https://example.invalid/unused/3361" TargetMode="External" /><Relationship Id="rId3362" Type="http://schemas.openxmlformats.org/officeDocument/2006/relationships/hyperlink" Target="https://example.invalid/unused/3362" TargetMode="External" /><Relationship Id="rId3363" Type="http://schemas.openxmlformats.org/officeDocument/2006/relationships/hyperlink" Target="https://example.invalid/unused/3363" TargetMode="External" /><Relationship Id="rId3364" Type="http://schemas.openxmlformats.org/officeDocument/2006/relationships/hyperlink" Target="https://example.invalid/unused/3364" TargetMode="External" /><Relationship Id="rId3365" Type="http://schemas.openxmlformats.org/officeDocument/2006/relationships/hyperlink" Target="https://example.invalid/unused/3365" TargetMode="External" /><Relationship Id="rId3366" Type="http://schemas.openxmlformats.org/officeDocument/2006/relationships/hyperlink" Target="https://example.invalid/unused/3366" TargetMode="External" /><Relationship Id="rId3367" Type="http://schemas.openxmlformats.org/officeDocument/2006/relationships/hyperlink" Target="https://example.invalid/unused/3367" TargetMode="External" /><Relationship Id="rId3368" Type="http://schemas.openxmlformats.org/officeDocument/2006/relationships/hyperlink" Target="https://example.invalid/unused/3368" TargetMode="External" /><Relationship Id="rId3369" Type="http://schemas.openxmlformats.org/officeDocument/2006/relationships/hyperlink" Target="https://example.invalid/unused/3369" TargetMode="External" /><Relationship Id="rId3370" Type="http://schemas.openxmlformats.org/officeDocument/2006/relationships/hyperlink" Target="https://example.invalid/unused/3370" TargetMode="External" /><Relationship Id="rId3371" Type="http://schemas.openxmlformats.org/officeDocument/2006/relationships/hyperlink" Target="https://example.invalid/unused/3371" TargetMode="External" /><Relationship Id="rId3372" Type="http://schemas.openxmlformats.org/officeDocument/2006/relationships/hyperlink" Target="https://example.invalid/unused/3372" TargetMode="External" /><Relationship Id="rId3373" Type="http://schemas.openxmlformats.org/officeDocument/2006/relationships/hyperlink" Target="https://example.invalid/unused/3373" TargetMode="External" /><Relationship Id="rId3374" Type="http://schemas.openxmlformats.org/officeDocument/2006/relationships/hyperlink" Target="https://example.invalid/unused/3374" TargetMode="External" /><Relationship Id="rId3375" Type="http://schemas.openxmlformats.org/officeDocument/2006/relationships/hyperlink" Target="https://example.invalid/unused/3375" TargetMode="External" /><Relationship Id="rId3376" Type="http://schemas.openxmlformats.org/officeDocument/2006/relationships/hyperlink" Target="https://example.invalid/unused/3376" TargetMode="External" /><Relationship Id="rId3377" Type="http://schemas.openxmlformats.org/officeDocument/2006/relationships/hyperlink" Target="https://example.invalid/unused/3377" TargetMode="External" /><Relationship Id="rId3378" Type="http://schemas.openxmlformats.org/officeDocument/2006/relationships/hyperlink" Target="https://example.invalid/unused/3378" TargetMode="External" /><Relationship Id="rId3379" Type="http://schemas.openxmlformats.org/officeDocument/2006/relationships/hyperlink" Target="https://example.invalid/unused/3379" TargetMode="External" /><Relationship Id="rId3380" Type="http://schemas.openxmlformats.org/officeDocument/2006/relationships/hyperlink" Target="https://example.invalid/unused/3380" TargetMode="External" /><Relationship Id="rId3381" Type="http://schemas.openxmlformats.org/officeDocument/2006/relationships/hyperlink" Target="https://example.invalid/unused/3381" TargetMode="External" /><Relationship Id="rId3382" Type="http://schemas.openxmlformats.org/officeDocument/2006/relationships/hyperlink" Target="https://example.invalid/unused/3382" TargetMode="External" /><Relationship Id="rId3383" Type="http://schemas.openxmlformats.org/officeDocument/2006/relationships/hyperlink" Target="https://example.invalid/unused/3383" TargetMode="External" /><Relationship Id="rId3384" Type="http://schemas.openxmlformats.org/officeDocument/2006/relationships/hyperlink" Target="https://example.invalid/unused/3384" TargetMode="External" /><Relationship Id="rId3385" Type="http://schemas.openxmlformats.org/officeDocument/2006/relationships/hyperlink" Target="https://example.invalid/unused/3385" TargetMode="External" /><Relationship Id="rId3386" Type="http://schemas.openxmlformats.org/officeDocument/2006/relationships/hyperlink" Target="https://example.invalid/unused/3386" TargetMode="External" /><Relationship Id="rId3387" Type="http://schemas.openxmlformats.org/officeDocument/2006/relationships/hyperlink" Target="https://example.invalid/unused/3387" TargetMode="External" /><Relationship Id="rId3388" Type="http://schemas.openxmlformats.org/officeDocument/2006/relationships/hyperlink" Target="https://example.invalid/unused/3388" TargetMode="External" /><Relationship Id="rId3389" Type="http://schemas.openxmlformats.org/officeDocument/2006/relationships/hyperlink" Target="https://example.invalid/unused/3389" TargetMode="External" /><Relationship Id="rId3390" Type="http://schemas.openxmlformats.org/officeDocument/2006/relationships/hyperlink" Target="https://example.invalid/unused/3390" TargetMode="External" /><Relationship Id="rId3391" Type="http://schemas.openxmlformats.org/officeDocument/2006/relationships/hyperlink" Target="https://example.invalid/unused/3391" TargetMode="External" /><Relationship Id="rId3392" Type="http://schemas.openxmlformats.org/officeDocument/2006/relationships/hyperlink" Target="https://example.invalid/unused/3392" TargetMode="External" /><Relationship Id="rId3393" Type="http://schemas.openxmlformats.org/officeDocument/2006/relationships/hyperlink" Target="https://example.invalid/unused/3393" TargetMode="External" /><Relationship Id="rId3394" Type="http://schemas.openxmlformats.org/officeDocument/2006/relationships/hyperlink" Target="https://example.invalid/unused/3394" TargetMode="External" /><Relationship Id="rId3395" Type="http://schemas.openxmlformats.org/officeDocument/2006/relationships/hyperlink" Target="https://example.invalid/unused/3395" TargetMode="External" /><Relationship Id="rId3396" Type="http://schemas.openxmlformats.org/officeDocument/2006/relationships/hyperlink" Target="https://example.invalid/unused/3396" TargetMode="External" /><Relationship Id="rId3397" Type="http://schemas.openxmlformats.org/officeDocument/2006/relationships/hyperlink" Target="https://example.invalid/unused/3397" TargetMode="External" /><Relationship Id="rId3398" Type="http://schemas.openxmlformats.org/officeDocument/2006/relationships/hyperlink" Target="https://example.invalid/unused/3398" TargetMode="External" /><Relationship Id="rId3399" Type="http://schemas.openxmlformats.org/officeDocument/2006/relationships/hyperlink" Target="https://example.invalid/unused/3399" TargetMode="External" /><Relationship Id="rId3400" Type="http://schemas.openxmlformats.org/officeDocument/2006/relationships/hyperlink" Target="https://example.invalid/unused/3400" TargetMode="External" /><Relationship Id="rId3401" Type="http://schemas.openxmlformats.org/officeDocument/2006/relationships/hyperlink" Target="https://example.invalid/unused/3401" TargetMode="External" /><Relationship Id="rId3402" Type="http://schemas.openxmlformats.org/officeDocument/2006/relationships/hyperlink" Target="https://example.invalid/unused/3402" TargetMode="External" /><Relationship Id="rId3403" Type="http://schemas.openxmlformats.org/officeDocument/2006/relationships/hyperlink" Target="https://example.invalid/unused/3403" TargetMode="External" /><Relationship Id="rId3404" Type="http://schemas.openxmlformats.org/officeDocument/2006/relationships/hyperlink" Target="https://example.invalid/unused/3404" TargetMode="External" /><Relationship Id="rId3405" Type="http://schemas.openxmlformats.org/officeDocument/2006/relationships/hyperlink" Target="https://example.invalid/unused/3405" TargetMode="External" /><Relationship Id="rId3406" Type="http://schemas.openxmlformats.org/officeDocument/2006/relationships/hyperlink" Target="https://example.invalid/unused/3406" TargetMode="External" /><Relationship Id="rId3407" Type="http://schemas.openxmlformats.org/officeDocument/2006/relationships/hyperlink" Target="https://example.invalid/unused/3407" TargetMode="External" /><Relationship Id="rId3408" Type="http://schemas.openxmlformats.org/officeDocument/2006/relationships/hyperlink" Target="https://example.invalid/unused/3408" TargetMode="External" /><Relationship Id="rId3409" Type="http://schemas.openxmlformats.org/officeDocument/2006/relationships/hyperlink" Target="https://example.invalid/unused/3409" TargetMode="External" /><Relationship Id="rId3410" Type="http://schemas.openxmlformats.org/officeDocument/2006/relationships/hyperlink" Target="https://example.invalid/unused/3410" TargetMode="External" /><Relationship Id="rId3411" Type="http://schemas.openxmlformats.org/officeDocument/2006/relationships/hyperlink" Target="https://example.invalid/unused/3411" TargetMode="External" /><Relationship Id="rId3412" Type="http://schemas.openxmlformats.org/officeDocument/2006/relationships/hyperlink" Target="https://example.invalid/unused/3412" TargetMode="External" /><Relationship Id="rId3413" Type="http://schemas.openxmlformats.org/officeDocument/2006/relationships/hyperlink" Target="https://example.invalid/unused/3413" TargetMode="External" /><Relationship Id="rId3414" Type="http://schemas.openxmlformats.org/officeDocument/2006/relationships/hyperlink" Target="https://example.invalid/unused/3414" TargetMode="External" /><Relationship Id="rId3415" Type="http://schemas.openxmlformats.org/officeDocument/2006/relationships/hyperlink" Target="https://example.invalid/unused/3415" TargetMode="External" /><Relationship Id="rId3416" Type="http://schemas.openxmlformats.org/officeDocument/2006/relationships/hyperlink" Target="https://example.invalid/unused/3416" TargetMode="External" /><Relationship Id="rId3417" Type="http://schemas.openxmlformats.org/officeDocument/2006/relationships/hyperlink" Target="https://example.invalid/unused/3417" TargetMode="External" /><Relationship Id="rId3418" Type="http://schemas.openxmlformats.org/officeDocument/2006/relationships/hyperlink" Target="https://example.invalid/unused/3418" TargetMode="External" /><Relationship Id="rId3419" Type="http://schemas.openxmlformats.org/officeDocument/2006/relationships/hyperlink" Target="https://example.invalid/unused/3419" TargetMode="External" /><Relationship Id="rId3420" Type="http://schemas.openxmlformats.org/officeDocument/2006/relationships/hyperlink" Target="https://example.invalid/unused/3420" TargetMode="External" /><Relationship Id="rId3421" Type="http://schemas.openxmlformats.org/officeDocument/2006/relationships/hyperlink" Target="https://example.invalid/unused/3421" TargetMode="External" /><Relationship Id="rId3422" Type="http://schemas.openxmlformats.org/officeDocument/2006/relationships/hyperlink" Target="https://example.invalid/unused/3422" TargetMode="External" /><Relationship Id="rId3423" Type="http://schemas.openxmlformats.org/officeDocument/2006/relationships/hyperlink" Target="https://example.invalid/unused/3423" TargetMode="External" /><Relationship Id="rId3424" Type="http://schemas.openxmlformats.org/officeDocument/2006/relationships/hyperlink" Target="https://example.invalid/unused/3424" TargetMode="External" /><Relationship Id="rId3425" Type="http://schemas.openxmlformats.org/officeDocument/2006/relationships/hyperlink" Target="https://example.invalid/unused/3425" TargetMode="External" /><Relationship Id="rId3426" Type="http://schemas.openxmlformats.org/officeDocument/2006/relationships/hyperlink" Target="https://example.invalid/unused/3426" TargetMode="External" /><Relationship Id="rId3427" Type="http://schemas.openxmlformats.org/officeDocument/2006/relationships/hyperlink" Target="https://example.invalid/unused/3427" TargetMode="External" /><Relationship Id="rId3428" Type="http://schemas.openxmlformats.org/officeDocument/2006/relationships/hyperlink" Target="https://example.invalid/unused/3428" TargetMode="External" /><Relationship Id="rId3429" Type="http://schemas.openxmlformats.org/officeDocument/2006/relationships/hyperlink" Target="https://example.invalid/unused/3429" TargetMode="External" /><Relationship Id="rId3430" Type="http://schemas.openxmlformats.org/officeDocument/2006/relationships/hyperlink" Target="https://example.invalid/unused/3430" TargetMode="External" /><Relationship Id="rId3431" Type="http://schemas.openxmlformats.org/officeDocument/2006/relationships/hyperlink" Target="https://example.invalid/unused/3431" TargetMode="External" /><Relationship Id="rId3432" Type="http://schemas.openxmlformats.org/officeDocument/2006/relationships/hyperlink" Target="https://example.invalid/unused/3432" TargetMode="External" /><Relationship Id="rId3433" Type="http://schemas.openxmlformats.org/officeDocument/2006/relationships/hyperlink" Target="https://example.invalid/unused/3433" TargetMode="External" /><Relationship Id="rId3434" Type="http://schemas.openxmlformats.org/officeDocument/2006/relationships/hyperlink" Target="https://example.invalid/unused/3434" TargetMode="External" /><Relationship Id="rId3435" Type="http://schemas.openxmlformats.org/officeDocument/2006/relationships/hyperlink" Target="https://example.invalid/unused/3435" TargetMode="External" /><Relationship Id="rId3436" Type="http://schemas.openxmlformats.org/officeDocument/2006/relationships/hyperlink" Target="https://example.invalid/unused/3436" TargetMode="External" /><Relationship Id="rId3437" Type="http://schemas.openxmlformats.org/officeDocument/2006/relationships/hyperlink" Target="https://example.invalid/unused/3437" TargetMode="External" /><Relationship Id="rId3438" Type="http://schemas.openxmlformats.org/officeDocument/2006/relationships/hyperlink" Target="https://example.invalid/unused/3438" TargetMode="External" /><Relationship Id="rId3439" Type="http://schemas.openxmlformats.org/officeDocument/2006/relationships/hyperlink" Target="https://example.invalid/unused/3439" TargetMode="External" /><Relationship Id="rId3440" Type="http://schemas.openxmlformats.org/officeDocument/2006/relationships/hyperlink" Target="https://example.invalid/unused/3440" TargetMode="External" /><Relationship Id="rId3441" Type="http://schemas.openxmlformats.org/officeDocument/2006/relationships/hyperlink" Target="https://example.invalid/unused/3441" TargetMode="External" /><Relationship Id="rId3442" Type="http://schemas.openxmlformats.org/officeDocument/2006/relationships/hyperlink" Target="https://example.invalid/unused/3442" TargetMode="External" /><Relationship Id="rId3443" Type="http://schemas.openxmlformats.org/officeDocument/2006/relationships/hyperlink" Target="https://example.invalid/unused/3443" TargetMode="External" /><Relationship Id="rId3444" Type="http://schemas.openxmlformats.org/officeDocument/2006/relationships/hyperlink" Target="https://example.invalid/unused/3444" TargetMode="External" /><Relationship Id="rId3445" Type="http://schemas.openxmlformats.org/officeDocument/2006/relationships/hyperlink" Target="https://example.invalid/unused/3445" TargetMode="External" /><Relationship Id="rId3446" Type="http://schemas.openxmlformats.org/officeDocument/2006/relationships/hyperlink" Target="https://example.invalid/unused/3446" TargetMode="External" /><Relationship Id="rId3447" Type="http://schemas.openxmlformats.org/officeDocument/2006/relationships/hyperlink" Target="https://example.invalid/unused/3447" TargetMode="External" /><Relationship Id="rId3448" Type="http://schemas.openxmlformats.org/officeDocument/2006/relationships/hyperlink" Target="https://example.invalid/unused/3448" TargetMode="External" /><Relationship Id="rId3449" Type="http://schemas.openxmlformats.org/officeDocument/2006/relationships/hyperlink" Target="https://example.invalid/unused/3449" TargetMode="External" /><Relationship Id="rId3450" Type="http://schemas.openxmlformats.org/officeDocument/2006/relationships/hyperlink" Target="https://example.invalid/unused/3450" TargetMode="External" /><Relationship Id="rId3451" Type="http://schemas.openxmlformats.org/officeDocument/2006/relationships/hyperlink" Target="https://example.invalid/unused/3451" TargetMode="External" /><Relationship Id="rId3452" Type="http://schemas.openxmlformats.org/officeDocument/2006/relationships/hyperlink" Target="https://example.invalid/unused/3452" TargetMode="External" /><Relationship Id="rId3453" Type="http://schemas.openxmlformats.org/officeDocument/2006/relationships/hyperlink" Target="https://example.invalid/unused/3453" TargetMode="External" /><Relationship Id="rId3454" Type="http://schemas.openxmlformats.org/officeDocument/2006/relationships/hyperlink" Target="https://example.invalid/unused/3454" TargetMode="External" /><Relationship Id="rId3455" Type="http://schemas.openxmlformats.org/officeDocument/2006/relationships/hyperlink" Target="https://example.invalid/unused/3455" TargetMode="External" /><Relationship Id="rId3456" Type="http://schemas.openxmlformats.org/officeDocument/2006/relationships/hyperlink" Target="https://example.invalid/unused/3456" TargetMode="External" /><Relationship Id="rId3457" Type="http://schemas.openxmlformats.org/officeDocument/2006/relationships/hyperlink" Target="https://example.invalid/unused/3457" TargetMode="External" /><Relationship Id="rId3458" Type="http://schemas.openxmlformats.org/officeDocument/2006/relationships/hyperlink" Target="https://example.invalid/unused/3458" TargetMode="External" /><Relationship Id="rId3459" Type="http://schemas.openxmlformats.org/officeDocument/2006/relationships/hyperlink" Target="https://example.invalid/unused/3459" TargetMode="External" /><Relationship Id="rId3460" Type="http://schemas.openxmlformats.org/officeDocument/2006/relationships/hyperlink" Target="https://example.invalid/unused/3460" TargetMode="External" /><Relationship Id="rId3461" Type="http://schemas.openxmlformats.org/officeDocument/2006/relationships/hyperlink" Target="https://example.invalid/unused/3461" TargetMode="External" /><Relationship Id="rId3462" Type="http://schemas.openxmlformats.org/officeDocument/2006/relationships/hyperlink" Target="https://example.invalid/unused/3462" TargetMode="External" /><Relationship Id="rId3463" Type="http://schemas.openxmlformats.org/officeDocument/2006/relationships/hyperlink" Target="https://example.invalid/unused/3463" TargetMode="External" /><Relationship Id="rId3464" Type="http://schemas.openxmlformats.org/officeDocument/2006/relationships/hyperlink" Target="https://example.invalid/unused/3464" TargetMode="External" /><Relationship Id="rId3465" Type="http://schemas.openxmlformats.org/officeDocument/2006/relationships/hyperlink" Target="https://example.invalid/unused/3465" TargetMode="External" /><Relationship Id="rId3466" Type="http://schemas.openxmlformats.org/officeDocument/2006/relationships/hyperlink" Target="https://example.invalid/unused/3466" TargetMode="External" /><Relationship Id="rId3467" Type="http://schemas.openxmlformats.org/officeDocument/2006/relationships/hyperlink" Target="https://example.invalid/unused/3467" TargetMode="External" /><Relationship Id="rId3468" Type="http://schemas.openxmlformats.org/officeDocument/2006/relationships/hyperlink" Target="https://example.invalid/unused/3468" TargetMode="External" /><Relationship Id="rId3469" Type="http://schemas.openxmlformats.org/officeDocument/2006/relationships/hyperlink" Target="https://example.invalid/unused/3469" TargetMode="External" /><Relationship Id="rId3470" Type="http://schemas.openxmlformats.org/officeDocument/2006/relationships/hyperlink" Target="https://example.invalid/unused/3470" TargetMode="External" /><Relationship Id="rId3471" Type="http://schemas.openxmlformats.org/officeDocument/2006/relationships/hyperlink" Target="https://example.invalid/unused/3471" TargetMode="External" /><Relationship Id="rId3472" Type="http://schemas.openxmlformats.org/officeDocument/2006/relationships/hyperlink" Target="https://example.invalid/unused/3472" TargetMode="External" /><Relationship Id="rId3473" Type="http://schemas.openxmlformats.org/officeDocument/2006/relationships/hyperlink" Target="https://example.invalid/unused/3473" TargetMode="External" /><Relationship Id="rId3474" Type="http://schemas.openxmlformats.org/officeDocument/2006/relationships/hyperlink" Target="https://example.invalid/unused/3474" TargetMode="External" /><Relationship Id="rId3475" Type="http://schemas.openxmlformats.org/officeDocument/2006/relationships/hyperlink" Target="https://example.invalid/unused/3475" TargetMode="External" /><Relationship Id="rId3476" Type="http://schemas.openxmlformats.org/officeDocument/2006/relationships/hyperlink" Target="https://example.invalid/unused/3476" TargetMode="External" /><Relationship Id="rId3477" Type="http://schemas.openxmlformats.org/officeDocument/2006/relationships/hyperlink" Target="https://example.invalid/unused/3477" TargetMode="External" /><Relationship Id="rId3478" Type="http://schemas.openxmlformats.org/officeDocument/2006/relationships/hyperlink" Target="https://example.invalid/unused/3478" TargetMode="External" /><Relationship Id="rId3479" Type="http://schemas.openxmlformats.org/officeDocument/2006/relationships/hyperlink" Target="https://example.invalid/unused/3479" TargetMode="External" /><Relationship Id="rId3480" Type="http://schemas.openxmlformats.org/officeDocument/2006/relationships/hyperlink" Target="https://example.invalid/unused/3480" TargetMode="External" /><Relationship Id="rId3481" Type="http://schemas.openxmlformats.org/officeDocument/2006/relationships/hyperlink" Target="https://example.invalid/unused/3481" TargetMode="External" /><Relationship Id="rId3482" Type="http://schemas.openxmlformats.org/officeDocument/2006/relationships/hyperlink" Target="https://example.invalid/unused/3482" TargetMode="External" /><Relationship Id="rId3483" Type="http://schemas.openxmlformats.org/officeDocument/2006/relationships/hyperlink" Target="https://example.invalid/unused/3483" TargetMode="External" /><Relationship Id="rId3484" Type="http://schemas.openxmlformats.org/officeDocument/2006/relationships/hyperlink" Target="https://example.invalid/unused/3484" TargetMode="External" /><Relationship Id="rId3485" Type="http://schemas.openxmlformats.org/officeDocument/2006/relationships/hyperlink" Target="https://example.invalid/unused/3485" TargetMode="External" /><Relationship Id="rId3486" Type="http://schemas.openxmlformats.org/officeDocument/2006/relationships/hyperlink" Target="https://example.invalid/unused/3486" TargetMode="External" /><Relationship Id="rId3487" Type="http://schemas.openxmlformats.org/officeDocument/2006/relationships/hyperlink" Target="https://example.invalid/unused/3487" TargetMode="External" /><Relationship Id="rId3488" Type="http://schemas.openxmlformats.org/officeDocument/2006/relationships/hyperlink" Target="https://example.invalid/unused/3488" TargetMode="External" /><Relationship Id="rId3489" Type="http://schemas.openxmlformats.org/officeDocument/2006/relationships/hyperlink" Target="https://example.invalid/unused/3489" TargetMode="External" /><Relationship Id="rId3490" Type="http://schemas.openxmlformats.org/officeDocument/2006/relationships/hyperlink" Target="https://example.invalid/unused/3490" TargetMode="External" /><Relationship Id="rId3491" Type="http://schemas.openxmlformats.org/officeDocument/2006/relationships/hyperlink" Target="https://example.invalid/unused/3491" TargetMode="External" /><Relationship Id="rId3492" Type="http://schemas.openxmlformats.org/officeDocument/2006/relationships/hyperlink" Target="https://example.invalid/unused/3492" TargetMode="External" /><Relationship Id="rId3493" Type="http://schemas.openxmlformats.org/officeDocument/2006/relationships/hyperlink" Target="https://example.invalid/unused/3493" TargetMode="External" /><Relationship Id="rId3494" Type="http://schemas.openxmlformats.org/officeDocument/2006/relationships/hyperlink" Target="https://example.invalid/unused/3494" TargetMode="External" /><Relationship Id="rId3495" Type="http://schemas.openxmlformats.org/officeDocument/2006/relationships/hyperlink" Target="https://example.invalid/unused/3495" TargetMode="External" /><Relationship Id="rId3496" Type="http://schemas.openxmlformats.org/officeDocument/2006/relationships/hyperlink" Target="https://example.invalid/unused/3496" TargetMode="External" /><Relationship Id="rId3497" Type="http://schemas.openxmlformats.org/officeDocument/2006/relationships/hyperlink" Target="https://example.invalid/unused/3497" TargetMode="External" /><Relationship Id="rId3498" Type="http://schemas.openxmlformats.org/officeDocument/2006/relationships/hyperlink" Target="https://example.invalid/unused/3498" TargetMode="External" /><Relationship Id="rId3499" Type="http://schemas.openxmlformats.org/officeDocument/2006/relationships/hyperlink" Target="https://example.invalid/unused/3499" TargetMode="External" /><Relationship Id="rId3500" Type="http://schemas.openxmlformats.org/officeDocument/2006/relationships/hyperlink" Target="https://example.invalid/unused/3500" TargetMode="External" /><Relationship Id="rId3501" Type="http://schemas.openxmlformats.org/officeDocument/2006/relationships/hyperlink" Target="https://example.invalid/unused/3501" TargetMode="External" /><Relationship Id="rId3502" Type="http://schemas.openxmlformats.org/officeDocument/2006/relationships/hyperlink" Target="https://example.invalid/unused/3502" TargetMode="External" /><Relationship Id="rId3503" Type="http://schemas.openxmlformats.org/officeDocument/2006/relationships/hyperlink" Target="https://example.invalid/unused/3503" TargetMode="External" /><Relationship Id="rId3504" Type="http://schemas.openxmlformats.org/officeDocument/2006/relationships/hyperlink" Target="https://example.invalid/unused/3504" TargetMode="External" /><Relationship Id="rId3505" Type="http://schemas.openxmlformats.org/officeDocument/2006/relationships/hyperlink" Target="https://example.invalid/unused/3505" TargetMode="External" /><Relationship Id="rId3506" Type="http://schemas.openxmlformats.org/officeDocument/2006/relationships/hyperlink" Target="https://example.invalid/unused/3506" TargetMode="External" /><Relationship Id="rId3507" Type="http://schemas.openxmlformats.org/officeDocument/2006/relationships/hyperlink" Target="https://example.invalid/unused/3507" TargetMode="External" /><Relationship Id="rId3508" Type="http://schemas.openxmlformats.org/officeDocument/2006/relationships/hyperlink" Target="https://example.invalid/unused/3508" TargetMode="External" /><Relationship Id="rId3509" Type="http://schemas.openxmlformats.org/officeDocument/2006/relationships/hyperlink" Target="https://example.invalid/unused/3509" TargetMode="External" /><Relationship Id="rId3510" Type="http://schemas.openxmlformats.org/officeDocument/2006/relationships/hyperlink" Target="https://example.invalid/unused/3510" TargetMode="External" /><Relationship Id="rId3511" Type="http://schemas.openxmlformats.org/officeDocument/2006/relationships/hyperlink" Target="https://example.invalid/unused/3511" TargetMode="External" /><Relationship Id="rId3512" Type="http://schemas.openxmlformats.org/officeDocument/2006/relationships/hyperlink" Target="https://example.invalid/unused/3512" TargetMode="External" /><Relationship Id="rId3513" Type="http://schemas.openxmlformats.org/officeDocument/2006/relationships/hyperlink" Target="https://example.invalid/unused/3513" TargetMode="External" /><Relationship Id="rId3514" Type="http://schemas.openxmlformats.org/officeDocument/2006/relationships/hyperlink" Target="https://example.invalid/unused/3514" TargetMode="External" /><Relationship Id="rId3515" Type="http://schemas.openxmlformats.org/officeDocument/2006/relationships/hyperlink" Target="https://example.invalid/unused/3515" TargetMode="External" /><Relationship Id="rId3516" Type="http://schemas.openxmlformats.org/officeDocument/2006/relationships/hyperlink" Target="https://example.invalid/unused/3516" TargetMode="External" /><Relationship Id="rId3517" Type="http://schemas.openxmlformats.org/officeDocument/2006/relationships/hyperlink" Target="https://example.invalid/unused/3517" TargetMode="External" /><Relationship Id="rId3518" Type="http://schemas.openxmlformats.org/officeDocument/2006/relationships/hyperlink" Target="https://example.invalid/unused/3518" TargetMode="External" /><Relationship Id="rId3519" Type="http://schemas.openxmlformats.org/officeDocument/2006/relationships/hyperlink" Target="https://example.invalid/unused/3519" TargetMode="External" /><Relationship Id="rId3520" Type="http://schemas.openxmlformats.org/officeDocument/2006/relationships/hyperlink" Target="https://example.invalid/unused/3520" TargetMode="External" /><Relationship Id="rId3521" Type="http://schemas.openxmlformats.org/officeDocument/2006/relationships/hyperlink" Target="https://example.invalid/unused/3521" TargetMode="External" /><Relationship Id="rId3522" Type="http://schemas.openxmlformats.org/officeDocument/2006/relationships/hyperlink" Target="https://example.invalid/unused/3522" TargetMode="External" /><Relationship Id="rId3523" Type="http://schemas.openxmlformats.org/officeDocument/2006/relationships/hyperlink" Target="https://example.invalid/unused/3523" TargetMode="External" /><Relationship Id="rId3524" Type="http://schemas.openxmlformats.org/officeDocument/2006/relationships/hyperlink" Target="https://example.invalid/unused/3524" TargetMode="External" /><Relationship Id="rId3525" Type="http://schemas.openxmlformats.org/officeDocument/2006/relationships/hyperlink" Target="https://example.invalid/unused/3525" TargetMode="External" /><Relationship Id="rId3526" Type="http://schemas.openxmlformats.org/officeDocument/2006/relationships/hyperlink" Target="https://example.invalid/unused/3526" TargetMode="External" /><Relationship Id="rId3527" Type="http://schemas.openxmlformats.org/officeDocument/2006/relationships/hyperlink" Target="https://example.invalid/unused/3527" TargetMode="External" /><Relationship Id="rId3528" Type="http://schemas.openxmlformats.org/officeDocument/2006/relationships/hyperlink" Target="https://example.invalid/unused/3528" TargetMode="External" /><Relationship Id="rId3529" Type="http://schemas.openxmlformats.org/officeDocument/2006/relationships/hyperlink" Target="https://example.invalid/unused/3529" TargetMode="External" /><Relationship Id="rId3530" Type="http://schemas.openxmlformats.org/officeDocument/2006/relationships/hyperlink" Target="https://example.invalid/unused/3530" TargetMode="External" /><Relationship Id="rId3531" Type="http://schemas.openxmlformats.org/officeDocument/2006/relationships/hyperlink" Target="https://example.invalid/unused/3531" TargetMode="External" /><Relationship Id="rId3532" Type="http://schemas.openxmlformats.org/officeDocument/2006/relationships/hyperlink" Target="https://example.invalid/unused/3532" TargetMode="External" /><Relationship Id="rId3533" Type="http://schemas.openxmlformats.org/officeDocument/2006/relationships/hyperlink" Target="https://example.invalid/unused/3533" TargetMode="External" /><Relationship Id="rId3534" Type="http://schemas.openxmlformats.org/officeDocument/2006/relationships/hyperlink" Target="https://example.invalid/unused/3534" TargetMode="External" /><Relationship Id="rId3535" Type="http://schemas.openxmlformats.org/officeDocument/2006/relationships/hyperlink" Target="https://example.invalid/unused/3535" TargetMode="External" /><Relationship Id="rId3536" Type="http://schemas.openxmlformats.org/officeDocument/2006/relationships/hyperlink" Target="https://example.invalid/unused/3536" TargetMode="External" /><Relationship Id="rId3537" Type="http://schemas.openxmlformats.org/officeDocument/2006/relationships/hyperlink" Target="https://example.invalid/unused/3537" TargetMode="External" /><Relationship Id="rId3538" Type="http://schemas.openxmlformats.org/officeDocument/2006/relationships/hyperlink" Target="https://example.invalid/unused/3538" TargetMode="External" /><Relationship Id="rId3539" Type="http://schemas.openxmlformats.org/officeDocument/2006/relationships/hyperlink" Target="https://example.invalid/unused/3539" TargetMode="External" /><Relationship Id="rId3540" Type="http://schemas.openxmlformats.org/officeDocument/2006/relationships/hyperlink" Target="https://example.invalid/unused/3540" TargetMode="External" /><Relationship Id="rId3541" Type="http://schemas.openxmlformats.org/officeDocument/2006/relationships/hyperlink" Target="https://example.invalid/unused/3541" TargetMode="External" /><Relationship Id="rId3542" Type="http://schemas.openxmlformats.org/officeDocument/2006/relationships/hyperlink" Target="https://example.invalid/unused/3542" TargetMode="External" /><Relationship Id="rId3543" Type="http://schemas.openxmlformats.org/officeDocument/2006/relationships/hyperlink" Target="https://example.invalid/unused/3543" TargetMode="External" /><Relationship Id="rId3544" Type="http://schemas.openxmlformats.org/officeDocument/2006/relationships/hyperlink" Target="https://example.invalid/unused/3544" TargetMode="External" /><Relationship Id="rId3545" Type="http://schemas.openxmlformats.org/officeDocument/2006/relationships/hyperlink" Target="https://example.invalid/unused/3545" TargetMode="External" /><Relationship Id="rId3546" Type="http://schemas.openxmlformats.org/officeDocument/2006/relationships/hyperlink" Target="https://example.invalid/unused/3546" TargetMode="External" /><Relationship Id="rId3547" Type="http://schemas.openxmlformats.org/officeDocument/2006/relationships/hyperlink" Target="https://example.invalid/unused/3547" TargetMode="External" /><Relationship Id="rId3548" Type="http://schemas.openxmlformats.org/officeDocument/2006/relationships/hyperlink" Target="https://example.invalid/unused/3548" TargetMode="External" /><Relationship Id="rId3549" Type="http://schemas.openxmlformats.org/officeDocument/2006/relationships/hyperlink" Target="https://example.invalid/unused/3549" TargetMode="External" /><Relationship Id="rId3550" Type="http://schemas.openxmlformats.org/officeDocument/2006/relationships/hyperlink" Target="https://example.invalid/unused/3550" TargetMode="External" /><Relationship Id="rId3551" Type="http://schemas.openxmlformats.org/officeDocument/2006/relationships/hyperlink" Target="https://example.invalid/unused/3551" TargetMode="External" /><Relationship Id="rId3552" Type="http://schemas.openxmlformats.org/officeDocument/2006/relationships/hyperlink" Target="https://example.invalid/unused/3552" TargetMode="External" /><Relationship Id="rId3553" Type="http://schemas.openxmlformats.org/officeDocument/2006/relationships/hyperlink" Target="https://example.invalid/unused/3553" TargetMode="External" /><Relationship Id="rId3554" Type="http://schemas.openxmlformats.org/officeDocument/2006/relationships/hyperlink" Target="https://example.invalid/unused/3554" TargetMode="External" /><Relationship Id="rId3555" Type="http://schemas.openxmlformats.org/officeDocument/2006/relationships/hyperlink" Target="https://example.invalid/unused/3555" TargetMode="External" /><Relationship Id="rId3556" Type="http://schemas.openxmlformats.org/officeDocument/2006/relationships/hyperlink" Target="https://example.invalid/unused/3556" TargetMode="External" /><Relationship Id="rId3557" Type="http://schemas.openxmlformats.org/officeDocument/2006/relationships/hyperlink" Target="https://example.invalid/unused/3557" TargetMode="External" /><Relationship Id="rId3558" Type="http://schemas.openxmlformats.org/officeDocument/2006/relationships/hyperlink" Target="https://example.invalid/unused/3558" TargetMode="External" /><Relationship Id="rId3559" Type="http://schemas.openxmlformats.org/officeDocument/2006/relationships/hyperlink" Target="https://example.invalid/unused/3559" TargetMode="External" /><Relationship Id="rId3560" Type="http://schemas.openxmlformats.org/officeDocument/2006/relationships/hyperlink" Target="https://example.invalid/unused/3560" TargetMode="External" /><Relationship Id="rId3561" Type="http://schemas.openxmlformats.org/officeDocument/2006/relationships/hyperlink" Target="https://example.invalid/unused/3561" TargetMode="External" /><Relationship Id="rId3562" Type="http://schemas.openxmlformats.org/officeDocument/2006/relationships/hyperlink" Target="https://example.invalid/unused/3562" TargetMode="External" /><Relationship Id="rId3563" Type="http://schemas.openxmlformats.org/officeDocument/2006/relationships/hyperlink" Target="https://example.invalid/unused/3563" TargetMode="External" /><Relationship Id="rId3564" Type="http://schemas.openxmlformats.org/officeDocument/2006/relationships/hyperlink" Target="https://example.invalid/unused/3564" TargetMode="External" /><Relationship Id="rId3565" Type="http://schemas.openxmlformats.org/officeDocument/2006/relationships/hyperlink" Target="https://example.invalid/unused/3565" TargetMode="External" /><Relationship Id="rId3566" Type="http://schemas.openxmlformats.org/officeDocument/2006/relationships/hyperlink" Target="https://example.invalid/unused/3566" TargetMode="External" /><Relationship Id="rId3567" Type="http://schemas.openxmlformats.org/officeDocument/2006/relationships/hyperlink" Target="https://example.invalid/unused/3567" TargetMode="External" /><Relationship Id="rId3568" Type="http://schemas.openxmlformats.org/officeDocument/2006/relationships/hyperlink" Target="https://example.invalid/unused/3568" TargetMode="External" /><Relationship Id="rId3569" Type="http://schemas.openxmlformats.org/officeDocument/2006/relationships/hyperlink" Target="https://example.invalid/unused/3569" TargetMode="External" /><Relationship Id="rId3570" Type="http://schemas.openxmlformats.org/officeDocument/2006/relationships/hyperlink" Target="https://example.invalid/unused/3570" TargetMode="External" /><Relationship Id="rId3571" Type="http://schemas.openxmlformats.org/officeDocument/2006/relationships/hyperlink" Target="https://example.invalid/unused/3571" TargetMode="External" /><Relationship Id="rId3572" Type="http://schemas.openxmlformats.org/officeDocument/2006/relationships/hyperlink" Target="https://example.invalid/unused/3572" TargetMode="External" /><Relationship Id="rId3573" Type="http://schemas.openxmlformats.org/officeDocument/2006/relationships/hyperlink" Target="https://example.invalid/unused/3573" TargetMode="External" /><Relationship Id="rId3574" Type="http://schemas.openxmlformats.org/officeDocument/2006/relationships/hyperlink" Target="https://example.invalid/unused/3574" TargetMode="External" /><Relationship Id="rId3575" Type="http://schemas.openxmlformats.org/officeDocument/2006/relationships/hyperlink" Target="https://example.invalid/unused/3575" TargetMode="External" /><Relationship Id="rId3576" Type="http://schemas.openxmlformats.org/officeDocument/2006/relationships/hyperlink" Target="https://example.invalid/unused/3576" TargetMode="External" /><Relationship Id="rId3577" Type="http://schemas.openxmlformats.org/officeDocument/2006/relationships/hyperlink" Target="https://example.invalid/unused/3577" TargetMode="External" /><Relationship Id="rId3578" Type="http://schemas.openxmlformats.org/officeDocument/2006/relationships/hyperlink" Target="https://example.invalid/unused/3578" TargetMode="External" /><Relationship Id="rId3579" Type="http://schemas.openxmlformats.org/officeDocument/2006/relationships/hyperlink" Target="https://example.invalid/unused/3579" TargetMode="External" /><Relationship Id="rId3580" Type="http://schemas.openxmlformats.org/officeDocument/2006/relationships/hyperlink" Target="https://example.invalid/unused/3580" TargetMode="External" /><Relationship Id="rId3581" Type="http://schemas.openxmlformats.org/officeDocument/2006/relationships/hyperlink" Target="https://example.invalid/unused/3581" TargetMode="External" /><Relationship Id="rId3582" Type="http://schemas.openxmlformats.org/officeDocument/2006/relationships/hyperlink" Target="https://example.invalid/unused/3582" TargetMode="External" /><Relationship Id="rId3583" Type="http://schemas.openxmlformats.org/officeDocument/2006/relationships/hyperlink" Target="https://example.invalid/unused/3583" TargetMode="External" /><Relationship Id="rId3584" Type="http://schemas.openxmlformats.org/officeDocument/2006/relationships/hyperlink" Target="https://example.invalid/unused/3584" TargetMode="External" /><Relationship Id="rId3585" Type="http://schemas.openxmlformats.org/officeDocument/2006/relationships/hyperlink" Target="https://example.invalid/unused/3585" TargetMode="External" /><Relationship Id="rId3586" Type="http://schemas.openxmlformats.org/officeDocument/2006/relationships/hyperlink" Target="https://example.invalid/unused/3586" TargetMode="External" /><Relationship Id="rId3587" Type="http://schemas.openxmlformats.org/officeDocument/2006/relationships/hyperlink" Target="https://example.invalid/unused/3587" TargetMode="External" /><Relationship Id="rId3588" Type="http://schemas.openxmlformats.org/officeDocument/2006/relationships/hyperlink" Target="https://example.invalid/unused/3588" TargetMode="External" /><Relationship Id="rId3589" Type="http://schemas.openxmlformats.org/officeDocument/2006/relationships/hyperlink" Target="https://example.invalid/unused/3589" TargetMode="External" /><Relationship Id="rId3590" Type="http://schemas.openxmlformats.org/officeDocument/2006/relationships/hyperlink" Target="https://example.invalid/unused/3590" TargetMode="External" /><Relationship Id="rId3591" Type="http://schemas.openxmlformats.org/officeDocument/2006/relationships/hyperlink" Target="https://example.invalid/unused/3591" TargetMode="External" /><Relationship Id="rId3592" Type="http://schemas.openxmlformats.org/officeDocument/2006/relationships/hyperlink" Target="https://example.invalid/unused/3592" TargetMode="External" /><Relationship Id="rId3593" Type="http://schemas.openxmlformats.org/officeDocument/2006/relationships/hyperlink" Target="https://example.invalid/unused/3593" TargetMode="External" /><Relationship Id="rId3594" Type="http://schemas.openxmlformats.org/officeDocument/2006/relationships/hyperlink" Target="https://example.invalid/unused/3594" TargetMode="External" /><Relationship Id="rId3595" Type="http://schemas.openxmlformats.org/officeDocument/2006/relationships/hyperlink" Target="https://example.invalid/unused/3595" TargetMode="External" /><Relationship Id="rId3596" Type="http://schemas.openxmlformats.org/officeDocument/2006/relationships/hyperlink" Target="https://example.invalid/unused/3596" TargetMode="External" /><Relationship Id="rId3597" Type="http://schemas.openxmlformats.org/officeDocument/2006/relationships/hyperlink" Target="https://example.invalid/unused/3597" TargetMode="External" /><Relationship Id="rId3598" Type="http://schemas.openxmlformats.org/officeDocument/2006/relationships/hyperlink" Target="https://example.invalid/unused/3598" TargetMode="External" /><Relationship Id="rId3599" Type="http://schemas.openxmlformats.org/officeDocument/2006/relationships/hyperlink" Target="https://example.invalid/unused/3599" TargetMode="External" /><Relationship Id="rId3600" Type="http://schemas.openxmlformats.org/officeDocument/2006/relationships/hyperlink" Target="https://example.invalid/unused/3600" TargetMode="External" /><Relationship Id="rId3601" Type="http://schemas.openxmlformats.org/officeDocument/2006/relationships/hyperlink" Target="https://example.invalid/unused/3601" TargetMode="External" /><Relationship Id="rId3602" Type="http://schemas.openxmlformats.org/officeDocument/2006/relationships/hyperlink" Target="https://example.invalid/unused/3602" TargetMode="External" /><Relationship Id="rId3603" Type="http://schemas.openxmlformats.org/officeDocument/2006/relationships/hyperlink" Target="https://example.invalid/unused/3603" TargetMode="External" /><Relationship Id="rId3604" Type="http://schemas.openxmlformats.org/officeDocument/2006/relationships/hyperlink" Target="https://example.invalid/unused/3604" TargetMode="External" /><Relationship Id="rId3605" Type="http://schemas.openxmlformats.org/officeDocument/2006/relationships/hyperlink" Target="https://example.invalid/unused/3605" TargetMode="External" /><Relationship Id="rId3606" Type="http://schemas.openxmlformats.org/officeDocument/2006/relationships/hyperlink" Target="https://example.invalid/unused/3606" TargetMode="External" /><Relationship Id="rId3607" Type="http://schemas.openxmlformats.org/officeDocument/2006/relationships/hyperlink" Target="https://example.invalid/unused/3607" TargetMode="External" /><Relationship Id="rId3608" Type="http://schemas.openxmlformats.org/officeDocument/2006/relationships/hyperlink" Target="https://example.invalid/unused/3608" TargetMode="External" /><Relationship Id="rId3609" Type="http://schemas.openxmlformats.org/officeDocument/2006/relationships/hyperlink" Target="https://example.invalid/unused/3609" TargetMode="External" /><Relationship Id="rId3610" Type="http://schemas.openxmlformats.org/officeDocument/2006/relationships/hyperlink" Target="https://example.invalid/unused/3610" TargetMode="External" /><Relationship Id="rId3611" Type="http://schemas.openxmlformats.org/officeDocument/2006/relationships/hyperlink" Target="https://example.invalid/unused/3611" TargetMode="External" /><Relationship Id="rId3612" Type="http://schemas.openxmlformats.org/officeDocument/2006/relationships/hyperlink" Target="https://example.invalid/unused/3612" TargetMode="External" /><Relationship Id="rId3613" Type="http://schemas.openxmlformats.org/officeDocument/2006/relationships/hyperlink" Target="https://example.invalid/unused/3613" TargetMode="External" /><Relationship Id="rId3614" Type="http://schemas.openxmlformats.org/officeDocument/2006/relationships/hyperlink" Target="https://example.invalid/unused/3614" TargetMode="External" /><Relationship Id="rId3615" Type="http://schemas.openxmlformats.org/officeDocument/2006/relationships/hyperlink" Target="https://example.invalid/unused/3615" TargetMode="External" /><Relationship Id="rId3616" Type="http://schemas.openxmlformats.org/officeDocument/2006/relationships/hyperlink" Target="https://example.invalid/unused/3616" TargetMode="External" /><Relationship Id="rId3617" Type="http://schemas.openxmlformats.org/officeDocument/2006/relationships/hyperlink" Target="https://example.invalid/unused/3617" TargetMode="External" /><Relationship Id="rId3618" Type="http://schemas.openxmlformats.org/officeDocument/2006/relationships/hyperlink" Target="https://example.invalid/unused/3618" TargetMode="External" /><Relationship Id="rId3619" Type="http://schemas.openxmlformats.org/officeDocument/2006/relationships/hyperlink" Target="https://example.invalid/unused/3619" TargetMode="External" /><Relationship Id="rId3620" Type="http://schemas.openxmlformats.org/officeDocument/2006/relationships/hyperlink" Target="https://example.invalid/unused/3620" TargetMode="External" /><Relationship Id="rId3621" Type="http://schemas.openxmlformats.org/officeDocument/2006/relationships/hyperlink" Target="https://example.invalid/unused/3621" TargetMode="External" /><Relationship Id="rId3622" Type="http://schemas.openxmlformats.org/officeDocument/2006/relationships/hyperlink" Target="https://example.invalid/unused/3622" TargetMode="External" /><Relationship Id="rId3623" Type="http://schemas.openxmlformats.org/officeDocument/2006/relationships/hyperlink" Target="https://example.invalid/unused/3623" TargetMode="External" /><Relationship Id="rId3624" Type="http://schemas.openxmlformats.org/officeDocument/2006/relationships/hyperlink" Target="https://example.invalid/unused/3624" TargetMode="External" /><Relationship Id="rId3625" Type="http://schemas.openxmlformats.org/officeDocument/2006/relationships/hyperlink" Target="https://example.invalid/unused/3625" TargetMode="External" /><Relationship Id="rId3626" Type="http://schemas.openxmlformats.org/officeDocument/2006/relationships/hyperlink" Target="https://example.invalid/unused/3626" TargetMode="External" /><Relationship Id="rId3627" Type="http://schemas.openxmlformats.org/officeDocument/2006/relationships/hyperlink" Target="https://example.invalid/unused/3627" TargetMode="External" /><Relationship Id="rId3628" Type="http://schemas.openxmlformats.org/officeDocument/2006/relationships/hyperlink" Target="https://example.invalid/unused/3628" TargetMode="External" /><Relationship Id="rId3629" Type="http://schemas.openxmlformats.org/officeDocument/2006/relationships/hyperlink" Target="https://example.invalid/unused/3629" TargetMode="External" /><Relationship Id="rId3630" Type="http://schemas.openxmlformats.org/officeDocument/2006/relationships/hyperlink" Target="https://example.invalid/unused/3630" TargetMode="External" /><Relationship Id="rId3631" Type="http://schemas.openxmlformats.org/officeDocument/2006/relationships/hyperlink" Target="https://example.invalid/unused/3631" TargetMode="External" /><Relationship Id="rId3632" Type="http://schemas.openxmlformats.org/officeDocument/2006/relationships/hyperlink" Target="https://example.invalid/unused/3632" TargetMode="External" /><Relationship Id="rId3633" Type="http://schemas.openxmlformats.org/officeDocument/2006/relationships/hyperlink" Target="https://example.invalid/unused/3633" TargetMode="External" /><Relationship Id="rId3634" Type="http://schemas.openxmlformats.org/officeDocument/2006/relationships/hyperlink" Target="https://example.invalid/unused/3634" TargetMode="External" /><Relationship Id="rId3635" Type="http://schemas.openxmlformats.org/officeDocument/2006/relationships/hyperlink" Target="https://example.invalid/unused/3635" TargetMode="External" /><Relationship Id="rId3636" Type="http://schemas.openxmlformats.org/officeDocument/2006/relationships/hyperlink" Target="https://example.invalid/unused/3636" TargetMode="External" /><Relationship Id="rId3637" Type="http://schemas.openxmlformats.org/officeDocument/2006/relationships/hyperlink" Target="https://example.invalid/unused/3637" TargetMode="External" /><Relationship Id="rId3638" Type="http://schemas.openxmlformats.org/officeDocument/2006/relationships/hyperlink" Target="https://example.invalid/unused/3638" TargetMode="External" /><Relationship Id="rId3639" Type="http://schemas.openxmlformats.org/officeDocument/2006/relationships/hyperlink" Target="https://example.invalid/unused/3639" TargetMode="External" /><Relationship Id="rId3640" Type="http://schemas.openxmlformats.org/officeDocument/2006/relationships/hyperlink" Target="https://example.invalid/unused/3640" TargetMode="External" /><Relationship Id="rId3641" Type="http://schemas.openxmlformats.org/officeDocument/2006/relationships/hyperlink" Target="https://example.invalid/unused/3641" TargetMode="External" /><Relationship Id="rId3642" Type="http://schemas.openxmlformats.org/officeDocument/2006/relationships/hyperlink" Target="https://example.invalid/unused/3642" TargetMode="External" /><Relationship Id="rId3643" Type="http://schemas.openxmlformats.org/officeDocument/2006/relationships/hyperlink" Target="https://example.invalid/unused/3643" TargetMode="External" /><Relationship Id="rId3644" Type="http://schemas.openxmlformats.org/officeDocument/2006/relationships/hyperlink" Target="https://example.invalid/unused/3644" TargetMode="External" /><Relationship Id="rId3645" Type="http://schemas.openxmlformats.org/officeDocument/2006/relationships/hyperlink" Target="https://example.invalid/unused/3645" TargetMode="External" /><Relationship Id="rId3646" Type="http://schemas.openxmlformats.org/officeDocument/2006/relationships/hyperlink" Target="https://example.invalid/unused/3646" TargetMode="External" /><Relationship Id="rId3647" Type="http://schemas.openxmlformats.org/officeDocument/2006/relationships/hyperlink" Target="https://example.invalid/unused/3647" TargetMode="External" /><Relationship Id="rId3648" Type="http://schemas.openxmlformats.org/officeDocument/2006/relationships/hyperlink" Target="https://example.invalid/unused/3648" TargetMode="External" /><Relationship Id="rId3649" Type="http://schemas.openxmlformats.org/officeDocument/2006/relationships/hyperlink" Target="https://example.invalid/unused/3649" TargetMode="External" /><Relationship Id="rId3650" Type="http://schemas.openxmlformats.org/officeDocument/2006/relationships/hyperlink" Target="https://example.invalid/unused/3650" TargetMode="External" /><Relationship Id="rId3651" Type="http://schemas.openxmlformats.org/officeDocument/2006/relationships/hyperlink" Target="https://example.invalid/unused/3651" TargetMode="External" /><Relationship Id="rId3652" Type="http://schemas.openxmlformats.org/officeDocument/2006/relationships/hyperlink" Target="https://example.invalid/unused/3652" TargetMode="External" /><Relationship Id="rId3653" Type="http://schemas.openxmlformats.org/officeDocument/2006/relationships/hyperlink" Target="https://example.invalid/unused/3653" TargetMode="External" /><Relationship Id="rId3654" Type="http://schemas.openxmlformats.org/officeDocument/2006/relationships/hyperlink" Target="https://example.invalid/unused/3654" TargetMode="External" /><Relationship Id="rId3655" Type="http://schemas.openxmlformats.org/officeDocument/2006/relationships/hyperlink" Target="https://example.invalid/unused/3655" TargetMode="External" /><Relationship Id="rId3656" Type="http://schemas.openxmlformats.org/officeDocument/2006/relationships/hyperlink" Target="https://example.invalid/unused/3656" TargetMode="External" /><Relationship Id="rId3657" Type="http://schemas.openxmlformats.org/officeDocument/2006/relationships/hyperlink" Target="https://example.invalid/unused/3657" TargetMode="External" /><Relationship Id="rId3658" Type="http://schemas.openxmlformats.org/officeDocument/2006/relationships/hyperlink" Target="https://example.invalid/unused/3658" TargetMode="External" /><Relationship Id="rId3659" Type="http://schemas.openxmlformats.org/officeDocument/2006/relationships/hyperlink" Target="https://example.invalid/unused/3659" TargetMode="External" /><Relationship Id="rId3660" Type="http://schemas.openxmlformats.org/officeDocument/2006/relationships/hyperlink" Target="https://example.invalid/unused/3660" TargetMode="External" /><Relationship Id="rId3661" Type="http://schemas.openxmlformats.org/officeDocument/2006/relationships/hyperlink" Target="https://example.invalid/unused/3661" TargetMode="External" /><Relationship Id="rId3662" Type="http://schemas.openxmlformats.org/officeDocument/2006/relationships/hyperlink" Target="https://example.invalid/unused/3662" TargetMode="External" /><Relationship Id="rId3663" Type="http://schemas.openxmlformats.org/officeDocument/2006/relationships/hyperlink" Target="https://example.invalid/unused/3663" TargetMode="External" /><Relationship Id="rId3664" Type="http://schemas.openxmlformats.org/officeDocument/2006/relationships/hyperlink" Target="https://example.invalid/unused/3664" TargetMode="External" /><Relationship Id="rId3665" Type="http://schemas.openxmlformats.org/officeDocument/2006/relationships/hyperlink" Target="https://example.invalid/unused/3665" TargetMode="External" /><Relationship Id="rId3666" Type="http://schemas.openxmlformats.org/officeDocument/2006/relationships/hyperlink" Target="https://example.invalid/unused/3666" TargetMode="External" /><Relationship Id="rId3667" Type="http://schemas.openxmlformats.org/officeDocument/2006/relationships/hyperlink" Target="https://example.invalid/unused/3667" TargetMode="External" /><Relationship Id="rId3668" Type="http://schemas.openxmlformats.org/officeDocument/2006/relationships/hyperlink" Target="https://example.invalid/unused/3668" TargetMode="External" /><Relationship Id="rId3669" Type="http://schemas.openxmlformats.org/officeDocument/2006/relationships/hyperlink" Target="https://example.invalid/unused/3669" TargetMode="External" /><Relationship Id="rId3670" Type="http://schemas.openxmlformats.org/officeDocument/2006/relationships/hyperlink" Target="https://example.invalid/unused/3670" TargetMode="External" /><Relationship Id="rId3671" Type="http://schemas.openxmlformats.org/officeDocument/2006/relationships/hyperlink" Target="https://example.invalid/unused/3671" TargetMode="External" /><Relationship Id="rId3672" Type="http://schemas.openxmlformats.org/officeDocument/2006/relationships/hyperlink" Target="https://example.invalid/unused/3672" TargetMode="External" /><Relationship Id="rId3673" Type="http://schemas.openxmlformats.org/officeDocument/2006/relationships/hyperlink" Target="https://example.invalid/unused/3673" TargetMode="External" /><Relationship Id="rId3674" Type="http://schemas.openxmlformats.org/officeDocument/2006/relationships/hyperlink" Target="https://example.invalid/unused/3674" TargetMode="External" /><Relationship Id="rId3675" Type="http://schemas.openxmlformats.org/officeDocument/2006/relationships/hyperlink" Target="https://example.invalid/unused/3675" TargetMode="External" /><Relationship Id="rId3676" Type="http://schemas.openxmlformats.org/officeDocument/2006/relationships/hyperlink" Target="https://example.invalid/unused/3676" TargetMode="External" /><Relationship Id="rId3677" Type="http://schemas.openxmlformats.org/officeDocument/2006/relationships/hyperlink" Target="https://example.invalid/unused/3677" TargetMode="External" /><Relationship Id="rId3678" Type="http://schemas.openxmlformats.org/officeDocument/2006/relationships/hyperlink" Target="https://example.invalid/unused/3678" TargetMode="External" /><Relationship Id="rId3679" Type="http://schemas.openxmlformats.org/officeDocument/2006/relationships/hyperlink" Target="https://example.invalid/unused/3679" TargetMode="External" /><Relationship Id="rId3680" Type="http://schemas.openxmlformats.org/officeDocument/2006/relationships/hyperlink" Target="https://example.invalid/unused/3680" TargetMode="External" /><Relationship Id="rId3681" Type="http://schemas.openxmlformats.org/officeDocument/2006/relationships/hyperlink" Target="https://example.invalid/unused/3681" TargetMode="External" /><Relationship Id="rId3682" Type="http://schemas.openxmlformats.org/officeDocument/2006/relationships/hyperlink" Target="https://example.invalid/unused/3682" TargetMode="External" /><Relationship Id="rId3683" Type="http://schemas.openxmlformats.org/officeDocument/2006/relationships/hyperlink" Target="https://example.invalid/unused/3683" TargetMode="External" /><Relationship Id="rId3684" Type="http://schemas.openxmlformats.org/officeDocument/2006/relationships/hyperlink" Target="https://example.invalid/unused/3684" TargetMode="External" /><Relationship Id="rId3685" Type="http://schemas.openxmlformats.org/officeDocument/2006/relationships/hyperlink" Target="https://example.invalid/unused/3685" TargetMode="External" /><Relationship Id="rId3686" Type="http://schemas.openxmlformats.org/officeDocument/2006/relationships/hyperlink" Target="https://example.invalid/unused/3686" TargetMode="External" /><Relationship Id="rId3687" Type="http://schemas.openxmlformats.org/officeDocument/2006/relationships/hyperlink" Target="https://example.invalid/unused/3687" TargetMode="External" /><Relationship Id="rId3688" Type="http://schemas.openxmlformats.org/officeDocument/2006/relationships/hyperlink" Target="https://example.invalid/unused/3688" TargetMode="External" /><Relationship Id="rId3689" Type="http://schemas.openxmlformats.org/officeDocument/2006/relationships/hyperlink" Target="https://example.invalid/unused/3689" TargetMode="External" /><Relationship Id="rId3690" Type="http://schemas.openxmlformats.org/officeDocument/2006/relationships/hyperlink" Target="https://example.invalid/unused/3690" TargetMode="External" /><Relationship Id="rId3691" Type="http://schemas.openxmlformats.org/officeDocument/2006/relationships/hyperlink" Target="https://example.invalid/unused/3691" TargetMode="External" /><Relationship Id="rId3692" Type="http://schemas.openxmlformats.org/officeDocument/2006/relationships/hyperlink" Target="https://example.invalid/unused/3692" TargetMode="External" /><Relationship Id="rId3693" Type="http://schemas.openxmlformats.org/officeDocument/2006/relationships/hyperlink" Target="https://example.invalid/unused/3693" TargetMode="External" /><Relationship Id="rId3694" Type="http://schemas.openxmlformats.org/officeDocument/2006/relationships/hyperlink" Target="https://example.invalid/unused/3694" TargetMode="External" /><Relationship Id="rId3695" Type="http://schemas.openxmlformats.org/officeDocument/2006/relationships/hyperlink" Target="https://example.invalid/unused/3695" TargetMode="External" /><Relationship Id="rId3696" Type="http://schemas.openxmlformats.org/officeDocument/2006/relationships/hyperlink" Target="https://example.invalid/unused/3696" TargetMode="External" /><Relationship Id="rId3697" Type="http://schemas.openxmlformats.org/officeDocument/2006/relationships/hyperlink" Target="https://example.invalid/unused/3697" TargetMode="External" /><Relationship Id="rId3698" Type="http://schemas.openxmlformats.org/officeDocument/2006/relationships/hyperlink" Target="https://example.invalid/unused/3698" TargetMode="External" /><Relationship Id="rId3699" Type="http://schemas.openxmlformats.org/officeDocument/2006/relationships/hyperlink" Target="https://example.invalid/unused/3699" TargetMode="External" /><Relationship Id="rId3700" Type="http://schemas.openxmlformats.org/officeDocument/2006/relationships/hyperlink" Target="https://example.invalid/unused/3700" TargetMode="External" /><Relationship Id="rId3701" Type="http://schemas.openxmlformats.org/officeDocument/2006/relationships/hyperlink" Target="https://example.invalid/unused/3701" TargetMode="External" /><Relationship Id="rId3702" Type="http://schemas.openxmlformats.org/officeDocument/2006/relationships/hyperlink" Target="https://example.invalid/unused/3702" TargetMode="External" /><Relationship Id="rId3703" Type="http://schemas.openxmlformats.org/officeDocument/2006/relationships/hyperlink" Target="https://example.invalid/unused/3703" TargetMode="External" /><Relationship Id="rId3704" Type="http://schemas.openxmlformats.org/officeDocument/2006/relationships/hyperlink" Target="https://example.invalid/unused/3704" TargetMode="External" /><Relationship Id="rId3705" Type="http://schemas.openxmlformats.org/officeDocument/2006/relationships/hyperlink" Target="https://example.invalid/unused/3705" TargetMode="External" /><Relationship Id="rId3706" Type="http://schemas.openxmlformats.org/officeDocument/2006/relationships/hyperlink" Target="https://example.invalid/unused/3706" TargetMode="External" /><Relationship Id="rId3707" Type="http://schemas.openxmlformats.org/officeDocument/2006/relationships/hyperlink" Target="https://example.invalid/unused/3707" TargetMode="External" /><Relationship Id="rId3708" Type="http://schemas.openxmlformats.org/officeDocument/2006/relationships/hyperlink" Target="https://example.invalid/unused/3708" TargetMode="External" /><Relationship Id="rId3709" Type="http://schemas.openxmlformats.org/officeDocument/2006/relationships/hyperlink" Target="https://example.invalid/unused/3709" TargetMode="External" /><Relationship Id="rId3710" Type="http://schemas.openxmlformats.org/officeDocument/2006/relationships/hyperlink" Target="https://example.invalid/unused/3710" TargetMode="External" /><Relationship Id="rId3711" Type="http://schemas.openxmlformats.org/officeDocument/2006/relationships/hyperlink" Target="https://example.invalid/unused/3711" TargetMode="External" /><Relationship Id="rId3712" Type="http://schemas.openxmlformats.org/officeDocument/2006/relationships/hyperlink" Target="https://example.invalid/unused/3712" TargetMode="External" /><Relationship Id="rId3713" Type="http://schemas.openxmlformats.org/officeDocument/2006/relationships/hyperlink" Target="https://example.invalid/unused/3713" TargetMode="External" /><Relationship Id="rId3714" Type="http://schemas.openxmlformats.org/officeDocument/2006/relationships/hyperlink" Target="https://example.invalid/unused/3714" TargetMode="External" /><Relationship Id="rId3715" Type="http://schemas.openxmlformats.org/officeDocument/2006/relationships/hyperlink" Target="https://example.invalid/unused/3715" TargetMode="External" /><Relationship Id="rId3716" Type="http://schemas.openxmlformats.org/officeDocument/2006/relationships/hyperlink" Target="https://example.invalid/unused/3716" TargetMode="External" /><Relationship Id="rId3717" Type="http://schemas.openxmlformats.org/officeDocument/2006/relationships/hyperlink" Target="https://example.invalid/unused/3717" TargetMode="External" /><Relationship Id="rId3718" Type="http://schemas.openxmlformats.org/officeDocument/2006/relationships/hyperlink" Target="https://example.invalid/unused/3718" TargetMode="External" /><Relationship Id="rId3719" Type="http://schemas.openxmlformats.org/officeDocument/2006/relationships/hyperlink" Target="https://example.invalid/unused/3719" TargetMode="External" /><Relationship Id="rId3720" Type="http://schemas.openxmlformats.org/officeDocument/2006/relationships/hyperlink" Target="https://example.invalid/unused/3720" TargetMode="External" /><Relationship Id="rId3721" Type="http://schemas.openxmlformats.org/officeDocument/2006/relationships/hyperlink" Target="https://example.invalid/unused/3721" TargetMode="External" /><Relationship Id="rId3722" Type="http://schemas.openxmlformats.org/officeDocument/2006/relationships/hyperlink" Target="https://example.invalid/unused/3722" TargetMode="External" /><Relationship Id="rId3723" Type="http://schemas.openxmlformats.org/officeDocument/2006/relationships/hyperlink" Target="https://example.invalid/unused/3723" TargetMode="External" /><Relationship Id="rId3724" Type="http://schemas.openxmlformats.org/officeDocument/2006/relationships/hyperlink" Target="https://example.invalid/unused/3724" TargetMode="External" /><Relationship Id="rId3725" Type="http://schemas.openxmlformats.org/officeDocument/2006/relationships/hyperlink" Target="https://example.invalid/unused/3725" TargetMode="External" /><Relationship Id="rId3726" Type="http://schemas.openxmlformats.org/officeDocument/2006/relationships/hyperlink" Target="https://example.invalid/unused/3726" TargetMode="External" /><Relationship Id="rId3727" Type="http://schemas.openxmlformats.org/officeDocument/2006/relationships/hyperlink" Target="https://example.invalid/unused/3727" TargetMode="External" /><Relationship Id="rId3728" Type="http://schemas.openxmlformats.org/officeDocument/2006/relationships/hyperlink" Target="https://example.invalid/unused/3728" TargetMode="External" /><Relationship Id="rId3729" Type="http://schemas.openxmlformats.org/officeDocument/2006/relationships/hyperlink" Target="https://example.invalid/unused/3729" TargetMode="External" /><Relationship Id="rId3730" Type="http://schemas.openxmlformats.org/officeDocument/2006/relationships/hyperlink" Target="https://example.invalid/unused/3730" TargetMode="External" /><Relationship Id="rId3731" Type="http://schemas.openxmlformats.org/officeDocument/2006/relationships/hyperlink" Target="https://example.invalid/unused/3731" TargetMode="External" /><Relationship Id="rId3732" Type="http://schemas.openxmlformats.org/officeDocument/2006/relationships/hyperlink" Target="https://example.invalid/unused/3732" TargetMode="External" /><Relationship Id="rId3733" Type="http://schemas.openxmlformats.org/officeDocument/2006/relationships/hyperlink" Target="https://example.invalid/unused/3733" TargetMode="External" /><Relationship Id="rId3734" Type="http://schemas.openxmlformats.org/officeDocument/2006/relationships/hyperlink" Target="https://example.invalid/unused/3734" TargetMode="External" /><Relationship Id="rId3735" Type="http://schemas.openxmlformats.org/officeDocument/2006/relationships/hyperlink" Target="https://example.invalid/unused/3735" TargetMode="External" /><Relationship Id="rId3736" Type="http://schemas.openxmlformats.org/officeDocument/2006/relationships/hyperlink" Target="https://example.invalid/unused/3736" TargetMode="External" /><Relationship Id="rId3737" Type="http://schemas.openxmlformats.org/officeDocument/2006/relationships/hyperlink" Target="https://example.invalid/unused/3737" TargetMode="External" /><Relationship Id="rId3738" Type="http://schemas.openxmlformats.org/officeDocument/2006/relationships/hyperlink" Target="https://example.invalid/unused/3738" TargetMode="External" /><Relationship Id="rId3739" Type="http://schemas.openxmlformats.org/officeDocument/2006/relationships/hyperlink" Target="https://example.invalid/unused/3739" TargetMode="External" /><Relationship Id="rId3740" Type="http://schemas.openxmlformats.org/officeDocument/2006/relationships/hyperlink" Target="https://example.invalid/unused/3740" TargetMode="External" /><Relationship Id="rId3741" Type="http://schemas.openxmlformats.org/officeDocument/2006/relationships/hyperlink" Target="https://example.invalid/unused/3741" TargetMode="External" /><Relationship Id="rId3742" Type="http://schemas.openxmlformats.org/officeDocument/2006/relationships/hyperlink" Target="https://example.invalid/unused/3742" TargetMode="External" /><Relationship Id="rId3743" Type="http://schemas.openxmlformats.org/officeDocument/2006/relationships/hyperlink" Target="https://example.invalid/unused/3743" TargetMode="External" /><Relationship Id="rId3744" Type="http://schemas.openxmlformats.org/officeDocument/2006/relationships/hyperlink" Target="https://example.invalid/unused/3744" TargetMode="External" /><Relationship Id="rId3745" Type="http://schemas.openxmlformats.org/officeDocument/2006/relationships/hyperlink" Target="https://example.invalid/unused/3745" TargetMode="External" /><Relationship Id="rId3746" Type="http://schemas.openxmlformats.org/officeDocument/2006/relationships/hyperlink" Target="https://example.invalid/unused/3746" TargetMode="External" /><Relationship Id="rId3747" Type="http://schemas.openxmlformats.org/officeDocument/2006/relationships/hyperlink" Target="https://example.invalid/unused/3747" TargetMode="External" /><Relationship Id="rId3748" Type="http://schemas.openxmlformats.org/officeDocument/2006/relationships/hyperlink" Target="https://example.invalid/unused/3748" TargetMode="External" /><Relationship Id="rId3749" Type="http://schemas.openxmlformats.org/officeDocument/2006/relationships/hyperlink" Target="https://example.invalid/unused/3749" TargetMode="External" /><Relationship Id="rId3750" Type="http://schemas.openxmlformats.org/officeDocument/2006/relationships/hyperlink" Target="https://example.invalid/unused/3750" TargetMode="External" /><Relationship Id="rId3751" Type="http://schemas.openxmlformats.org/officeDocument/2006/relationships/hyperlink" Target="https://example.invalid/unused/3751" TargetMode="External" /><Relationship Id="rId3752" Type="http://schemas.openxmlformats.org/officeDocument/2006/relationships/hyperlink" Target="https://example.invalid/unused/3752" TargetMode="External" /><Relationship Id="rId3753" Type="http://schemas.openxmlformats.org/officeDocument/2006/relationships/hyperlink" Target="https://example.invalid/unused/3753" TargetMode="External" /><Relationship Id="rId3754" Type="http://schemas.openxmlformats.org/officeDocument/2006/relationships/hyperlink" Target="https://example.invalid/unused/3754" TargetMode="External" /><Relationship Id="rId3755" Type="http://schemas.openxmlformats.org/officeDocument/2006/relationships/hyperlink" Target="https://example.invalid/unused/3755" TargetMode="External" /><Relationship Id="rId3756" Type="http://schemas.openxmlformats.org/officeDocument/2006/relationships/hyperlink" Target="https://example.invalid/unused/3756" TargetMode="External" /><Relationship Id="rId3757" Type="http://schemas.openxmlformats.org/officeDocument/2006/relationships/hyperlink" Target="https://example.invalid/unused/3757" TargetMode="External" /><Relationship Id="rId3758" Type="http://schemas.openxmlformats.org/officeDocument/2006/relationships/hyperlink" Target="https://example.invalid/unused/3758" TargetMode="External" /><Relationship Id="rId3759" Type="http://schemas.openxmlformats.org/officeDocument/2006/relationships/hyperlink" Target="https://example.invalid/unused/3759" TargetMode="External" /><Relationship Id="rId3760" Type="http://schemas.openxmlformats.org/officeDocument/2006/relationships/hyperlink" Target="https://example.invalid/unused/3760" TargetMode="External" /><Relationship Id="rId3761" Type="http://schemas.openxmlformats.org/officeDocument/2006/relationships/hyperlink" Target="https://example.invalid/unused/3761" TargetMode="External" /><Relationship Id="rId3762" Type="http://schemas.openxmlformats.org/officeDocument/2006/relationships/hyperlink" Target="https://example.invalid/unused/3762" TargetMode="External" /><Relationship Id="rId3763" Type="http://schemas.openxmlformats.org/officeDocument/2006/relationships/hyperlink" Target="https://example.invalid/unused/3763" TargetMode="External" /><Relationship Id="rId3764" Type="http://schemas.openxmlformats.org/officeDocument/2006/relationships/hyperlink" Target="https://example.invalid/unused/3764" TargetMode="External" /><Relationship Id="rId3765" Type="http://schemas.openxmlformats.org/officeDocument/2006/relationships/hyperlink" Target="https://example.invalid/unused/3765" TargetMode="External" /><Relationship Id="rId3766" Type="http://schemas.openxmlformats.org/officeDocument/2006/relationships/hyperlink" Target="https://example.invalid/unused/3766" TargetMode="External" /><Relationship Id="rId3767" Type="http://schemas.openxmlformats.org/officeDocument/2006/relationships/hyperlink" Target="https://example.invalid/unused/3767" TargetMode="External" /><Relationship Id="rId3768" Type="http://schemas.openxmlformats.org/officeDocument/2006/relationships/hyperlink" Target="https://example.invalid/unused/3768" TargetMode="External" /><Relationship Id="rId3769" Type="http://schemas.openxmlformats.org/officeDocument/2006/relationships/hyperlink" Target="https://example.invalid/unused/3769" TargetMode="External" /><Relationship Id="rId3770" Type="http://schemas.openxmlformats.org/officeDocument/2006/relationships/hyperlink" Target="https://example.invalid/unused/3770" TargetMode="External" /><Relationship Id="rId3771" Type="http://schemas.openxmlformats.org/officeDocument/2006/relationships/hyperlink" Target="https://example.invalid/unused/3771" TargetMode="External" /><Relationship Id="rId3772" Type="http://schemas.openxmlformats.org/officeDocument/2006/relationships/hyperlink" Target="https://example.invalid/unused/3772" TargetMode="External" /><Relationship Id="rId3773" Type="http://schemas.openxmlformats.org/officeDocument/2006/relationships/hyperlink" Target="https://example.invalid/unused/3773" TargetMode="External" /><Relationship Id="rId3774" Type="http://schemas.openxmlformats.org/officeDocument/2006/relationships/hyperlink" Target="https://example.invalid/unused/3774" TargetMode="External" /><Relationship Id="rId3775" Type="http://schemas.openxmlformats.org/officeDocument/2006/relationships/hyperlink" Target="https://example.invalid/unused/3775" TargetMode="External" /><Relationship Id="rId3776" Type="http://schemas.openxmlformats.org/officeDocument/2006/relationships/hyperlink" Target="https://example.invalid/unused/3776" TargetMode="External" /><Relationship Id="rId3777" Type="http://schemas.openxmlformats.org/officeDocument/2006/relationships/hyperlink" Target="https://example.invalid/unused/3777" TargetMode="External" /><Relationship Id="rId3778" Type="http://schemas.openxmlformats.org/officeDocument/2006/relationships/hyperlink" Target="https://example.invalid/unused/3778" TargetMode="External" /><Relationship Id="rId3779" Type="http://schemas.openxmlformats.org/officeDocument/2006/relationships/hyperlink" Target="https://example.invalid/unused/3779" TargetMode="External" /><Relationship Id="rId3780" Type="http://schemas.openxmlformats.org/officeDocument/2006/relationships/hyperlink" Target="https://example.invalid/unused/3780" TargetMode="External" /><Relationship Id="rId3781" Type="http://schemas.openxmlformats.org/officeDocument/2006/relationships/hyperlink" Target="https://example.invalid/unused/3781" TargetMode="External" /><Relationship Id="rId3782" Type="http://schemas.openxmlformats.org/officeDocument/2006/relationships/hyperlink" Target="https://example.invalid/unused/3782" TargetMode="External" /><Relationship Id="rId3783" Type="http://schemas.openxmlformats.org/officeDocument/2006/relationships/hyperlink" Target="https://example.invalid/unused/3783" TargetMode="External" /><Relationship Id="rId3784" Type="http://schemas.openxmlformats.org/officeDocument/2006/relationships/hyperlink" Target="https://example.invalid/unused/3784" TargetMode="External" /><Relationship Id="rId3785" Type="http://schemas.openxmlformats.org/officeDocument/2006/relationships/hyperlink" Target="https://example.invalid/unused/3785" TargetMode="External" /><Relationship Id="rId3786" Type="http://schemas.openxmlformats.org/officeDocument/2006/relationships/hyperlink" Target="https://example.invalid/unused/3786" TargetMode="External" /><Relationship Id="rId3787" Type="http://schemas.openxmlformats.org/officeDocument/2006/relationships/hyperlink" Target="https://example.invalid/unused/3787" TargetMode="External" /><Relationship Id="rId3788" Type="http://schemas.openxmlformats.org/officeDocument/2006/relationships/hyperlink" Target="https://example.invalid/unused/3788" TargetMode="External" /><Relationship Id="rId3789" Type="http://schemas.openxmlformats.org/officeDocument/2006/relationships/hyperlink" Target="https://example.invalid/unused/3789" TargetMode="External" /><Relationship Id="rId3790" Type="http://schemas.openxmlformats.org/officeDocument/2006/relationships/hyperlink" Target="https://example.invalid/unused/3790" TargetMode="External" /><Relationship Id="rId3791" Type="http://schemas.openxmlformats.org/officeDocument/2006/relationships/hyperlink" Target="https://example.invalid/unused/3791" TargetMode="External" /><Relationship Id="rId3792" Type="http://schemas.openxmlformats.org/officeDocument/2006/relationships/hyperlink" Target="https://example.invalid/unused/3792" TargetMode="External" /><Relationship Id="rId3793" Type="http://schemas.openxmlformats.org/officeDocument/2006/relationships/hyperlink" Target="https://example.invalid/unused/3793" TargetMode="External" /><Relationship Id="rId3794" Type="http://schemas.openxmlformats.org/officeDocument/2006/relationships/hyperlink" Target="https://example.invalid/unused/3794" TargetMode="External" /><Relationship Id="rId3795" Type="http://schemas.openxmlformats.org/officeDocument/2006/relationships/hyperlink" Target="https://example.invalid/unused/3795" TargetMode="External" /><Relationship Id="rId3796" Type="http://schemas.openxmlformats.org/officeDocument/2006/relationships/hyperlink" Target="https://example.invalid/unused/3796" TargetMode="External" /><Relationship Id="rId3797" Type="http://schemas.openxmlformats.org/officeDocument/2006/relationships/hyperlink" Target="https://example.invalid/unused/3797" TargetMode="External" /><Relationship Id="rId3798" Type="http://schemas.openxmlformats.org/officeDocument/2006/relationships/hyperlink" Target="https://example.invalid/unused/3798" TargetMode="External" /><Relationship Id="rId3799" Type="http://schemas.openxmlformats.org/officeDocument/2006/relationships/hyperlink" Target="https://example.invalid/unused/3799" TargetMode="External" /><Relationship Id="rId3800" Type="http://schemas.openxmlformats.org/officeDocument/2006/relationships/hyperlink" Target="https://example.invalid/unused/3800" TargetMode="External" /><Relationship Id="rId3801" Type="http://schemas.openxmlformats.org/officeDocument/2006/relationships/hyperlink" Target="https://example.invalid/unused/3801" TargetMode="External" /><Relationship Id="rId3802" Type="http://schemas.openxmlformats.org/officeDocument/2006/relationships/hyperlink" Target="https://example.invalid/unused/3802" TargetMode="External" /><Relationship Id="rId3803" Type="http://schemas.openxmlformats.org/officeDocument/2006/relationships/hyperlink" Target="https://example.invalid/unused/3803" TargetMode="External" /><Relationship Id="rId3804" Type="http://schemas.openxmlformats.org/officeDocument/2006/relationships/hyperlink" Target="https://example.invalid/unused/3804" TargetMode="External" /><Relationship Id="rId3805" Type="http://schemas.openxmlformats.org/officeDocument/2006/relationships/hyperlink" Target="https://example.invalid/unused/3805" TargetMode="External" /><Relationship Id="rId3806" Type="http://schemas.openxmlformats.org/officeDocument/2006/relationships/hyperlink" Target="https://example.invalid/unused/3806" TargetMode="External" /><Relationship Id="rId3807" Type="http://schemas.openxmlformats.org/officeDocument/2006/relationships/hyperlink" Target="https://example.invalid/unused/3807" TargetMode="External" /><Relationship Id="rId3808" Type="http://schemas.openxmlformats.org/officeDocument/2006/relationships/hyperlink" Target="https://example.invalid/unused/3808" TargetMode="External" /><Relationship Id="rId3809" Type="http://schemas.openxmlformats.org/officeDocument/2006/relationships/hyperlink" Target="https://example.invalid/unused/3809" TargetMode="External" /><Relationship Id="rId3810" Type="http://schemas.openxmlformats.org/officeDocument/2006/relationships/hyperlink" Target="https://example.invalid/unused/3810" TargetMode="External" /><Relationship Id="rId3811" Type="http://schemas.openxmlformats.org/officeDocument/2006/relationships/hyperlink" Target="https://example.invalid/unused/3811" TargetMode="External" /><Relationship Id="rId3812" Type="http://schemas.openxmlformats.org/officeDocument/2006/relationships/hyperlink" Target="https://example.invalid/unused/3812" TargetMode="External" /><Relationship Id="rId3813" Type="http://schemas.openxmlformats.org/officeDocument/2006/relationships/hyperlink" Target="https://example.invalid/unused/3813" TargetMode="External" /><Relationship Id="rId3814" Type="http://schemas.openxmlformats.org/officeDocument/2006/relationships/hyperlink" Target="https://example.invalid/unused/3814" TargetMode="External" /><Relationship Id="rId3815" Type="http://schemas.openxmlformats.org/officeDocument/2006/relationships/hyperlink" Target="https://example.invalid/unused/3815" TargetMode="External" /><Relationship Id="rId3816" Type="http://schemas.openxmlformats.org/officeDocument/2006/relationships/hyperlink" Target="https://example.invalid/unused/3816" TargetMode="External" /><Relationship Id="rId3817" Type="http://schemas.openxmlformats.org/officeDocument/2006/relationships/hyperlink" Target="https://example.invalid/unused/3817" TargetMode="External" /><Relationship Id="rId3818" Type="http://schemas.openxmlformats.org/officeDocument/2006/relationships/hyperlink" Target="https://example.invalid/unused/3818" TargetMode="External" /><Relationship Id="rId3819" Type="http://schemas.openxmlformats.org/officeDocument/2006/relationships/hyperlink" Target="https://example.invalid/unused/3819" TargetMode="External" /><Relationship Id="rId3820" Type="http://schemas.openxmlformats.org/officeDocument/2006/relationships/hyperlink" Target="https://example.invalid/unused/3820" TargetMode="External" /><Relationship Id="rId3821" Type="http://schemas.openxmlformats.org/officeDocument/2006/relationships/hyperlink" Target="https://example.invalid/unused/3821" TargetMode="External" /><Relationship Id="rId3822" Type="http://schemas.openxmlformats.org/officeDocument/2006/relationships/hyperlink" Target="https://example.invalid/unused/3822" TargetMode="External" /><Relationship Id="rId3823" Type="http://schemas.openxmlformats.org/officeDocument/2006/relationships/hyperlink" Target="https://example.invalid/unused/3823" TargetMode="External" /><Relationship Id="rId3824" Type="http://schemas.openxmlformats.org/officeDocument/2006/relationships/hyperlink" Target="https://example.invalid/unused/3824" TargetMode="External" /><Relationship Id="rId3825" Type="http://schemas.openxmlformats.org/officeDocument/2006/relationships/hyperlink" Target="https://example.invalid/unused/3825" TargetMode="External" /><Relationship Id="rId3826" Type="http://schemas.openxmlformats.org/officeDocument/2006/relationships/hyperlink" Target="https://example.invalid/unused/3826" TargetMode="External" /><Relationship Id="rId3827" Type="http://schemas.openxmlformats.org/officeDocument/2006/relationships/hyperlink" Target="https://example.invalid/unused/3827" TargetMode="External" /><Relationship Id="rId3828" Type="http://schemas.openxmlformats.org/officeDocument/2006/relationships/hyperlink" Target="https://example.invalid/unused/3828" TargetMode="External" /><Relationship Id="rId3829" Type="http://schemas.openxmlformats.org/officeDocument/2006/relationships/hyperlink" Target="https://example.invalid/unused/3829" TargetMode="External" /><Relationship Id="rId3830" Type="http://schemas.openxmlformats.org/officeDocument/2006/relationships/hyperlink" Target="https://example.invalid/unused/3830" TargetMode="External" /><Relationship Id="rId3831" Type="http://schemas.openxmlformats.org/officeDocument/2006/relationships/hyperlink" Target="https://example.invalid/unused/3831" TargetMode="External" /><Relationship Id="rId3832" Type="http://schemas.openxmlformats.org/officeDocument/2006/relationships/hyperlink" Target="https://example.invalid/unused/3832" TargetMode="External" /><Relationship Id="rId3833" Type="http://schemas.openxmlformats.org/officeDocument/2006/relationships/hyperlink" Target="https://example.invalid/unused/3833" TargetMode="External" /><Relationship Id="rId3834" Type="http://schemas.openxmlformats.org/officeDocument/2006/relationships/hyperlink" Target="https://example.invalid/unused/3834" TargetMode="External" /><Relationship Id="rId3835" Type="http://schemas.openxmlformats.org/officeDocument/2006/relationships/hyperlink" Target="https://example.invalid/unused/3835" TargetMode="External" /><Relationship Id="rId3836" Type="http://schemas.openxmlformats.org/officeDocument/2006/relationships/hyperlink" Target="https://example.invalid/unused/3836" TargetMode="External" /><Relationship Id="rId3837" Type="http://schemas.openxmlformats.org/officeDocument/2006/relationships/hyperlink" Target="https://example.invalid/unused/3837" TargetMode="External" /><Relationship Id="rId3838" Type="http://schemas.openxmlformats.org/officeDocument/2006/relationships/hyperlink" Target="https://example.invalid/unused/3838" TargetMode="External" /><Relationship Id="rId3839" Type="http://schemas.openxmlformats.org/officeDocument/2006/relationships/hyperlink" Target="https://example.invalid/unused/3839" TargetMode="External" /><Relationship Id="rId3840" Type="http://schemas.openxmlformats.org/officeDocument/2006/relationships/hyperlink" Target="https://example.invalid/unused/3840" TargetMode="External" /><Relationship Id="rId3841" Type="http://schemas.openxmlformats.org/officeDocument/2006/relationships/hyperlink" Target="https://example.invalid/unused/3841" TargetMode="External" /><Relationship Id="rId3842" Type="http://schemas.openxmlformats.org/officeDocument/2006/relationships/hyperlink" Target="https://example.invalid/unused/3842" TargetMode="External" /><Relationship Id="rId3843" Type="http://schemas.openxmlformats.org/officeDocument/2006/relationships/hyperlink" Target="https://example.invalid/unused/3843" TargetMode="External" /><Relationship Id="rId3844" Type="http://schemas.openxmlformats.org/officeDocument/2006/relationships/hyperlink" Target="https://example.invalid/unused/3844" TargetMode="External" /><Relationship Id="rId3845" Type="http://schemas.openxmlformats.org/officeDocument/2006/relationships/hyperlink" Target="https://example.invalid/unused/3845" TargetMode="External" /><Relationship Id="rId3846" Type="http://schemas.openxmlformats.org/officeDocument/2006/relationships/hyperlink" Target="https://example.invalid/unused/3846" TargetMode="External" /><Relationship Id="rId3847" Type="http://schemas.openxmlformats.org/officeDocument/2006/relationships/hyperlink" Target="https://example.invalid/unused/3847" TargetMode="External" /><Relationship Id="rId3848" Type="http://schemas.openxmlformats.org/officeDocument/2006/relationships/hyperlink" Target="https://example.invalid/unused/3848" TargetMode="External" /><Relationship Id="rId3849" Type="http://schemas.openxmlformats.org/officeDocument/2006/relationships/hyperlink" Target="https://example.invalid/unused/3849" TargetMode="External" /><Relationship Id="rId3850" Type="http://schemas.openxmlformats.org/officeDocument/2006/relationships/hyperlink" Target="https://example.invalid/unused/3850" TargetMode="External" /><Relationship Id="rId3851" Type="http://schemas.openxmlformats.org/officeDocument/2006/relationships/hyperlink" Target="https://example.invalid/unused/3851" TargetMode="External" /><Relationship Id="rId3852" Type="http://schemas.openxmlformats.org/officeDocument/2006/relationships/hyperlink" Target="https://example.invalid/unused/3852" TargetMode="External" /><Relationship Id="rId3853" Type="http://schemas.openxmlformats.org/officeDocument/2006/relationships/hyperlink" Target="https://example.invalid/unused/3853" TargetMode="External" /><Relationship Id="rId3854" Type="http://schemas.openxmlformats.org/officeDocument/2006/relationships/hyperlink" Target="https://example.invalid/unused/3854" TargetMode="External" /><Relationship Id="rId3855" Type="http://schemas.openxmlformats.org/officeDocument/2006/relationships/hyperlink" Target="https://example.invalid/unused/3855" TargetMode="External" /><Relationship Id="rId3856" Type="http://schemas.openxmlformats.org/officeDocument/2006/relationships/hyperlink" Target="https://example.invalid/unused/3856" TargetMode="External" /><Relationship Id="rId3857" Type="http://schemas.openxmlformats.org/officeDocument/2006/relationships/hyperlink" Target="https://example.invalid/unused/3857" TargetMode="External" /><Relationship Id="rId3858" Type="http://schemas.openxmlformats.org/officeDocument/2006/relationships/hyperlink" Target="https://example.invalid/unused/3858" TargetMode="External" /><Relationship Id="rId3859" Type="http://schemas.openxmlformats.org/officeDocument/2006/relationships/hyperlink" Target="https://example.invalid/unused/3859" TargetMode="External" /><Relationship Id="rId3860" Type="http://schemas.openxmlformats.org/officeDocument/2006/relationships/hyperlink" Target="https://example.invalid/unused/3860" TargetMode="External" /><Relationship Id="rId3861" Type="http://schemas.openxmlformats.org/officeDocument/2006/relationships/hyperlink" Target="https://example.invalid/unused/3861" TargetMode="External" /><Relationship Id="rId3862" Type="http://schemas.openxmlformats.org/officeDocument/2006/relationships/hyperlink" Target="https://example.invalid/unused/3862" TargetMode="External" /><Relationship Id="rId3863" Type="http://schemas.openxmlformats.org/officeDocument/2006/relationships/hyperlink" Target="https://example.invalid/unused/3863" TargetMode="External" /><Relationship Id="rId3864" Type="http://schemas.openxmlformats.org/officeDocument/2006/relationships/hyperlink" Target="https://example.invalid/unused/3864" TargetMode="External" /><Relationship Id="rId3865" Type="http://schemas.openxmlformats.org/officeDocument/2006/relationships/hyperlink" Target="https://example.invalid/unused/3865" TargetMode="External" /><Relationship Id="rId3866" Type="http://schemas.openxmlformats.org/officeDocument/2006/relationships/hyperlink" Target="https://example.invalid/unused/3866" TargetMode="External" /><Relationship Id="rId3867" Type="http://schemas.openxmlformats.org/officeDocument/2006/relationships/hyperlink" Target="https://example.invalid/unused/3867" TargetMode="External" /><Relationship Id="rId3868" Type="http://schemas.openxmlformats.org/officeDocument/2006/relationships/hyperlink" Target="https://example.invalid/unused/3868" TargetMode="External" /><Relationship Id="rId3869" Type="http://schemas.openxmlformats.org/officeDocument/2006/relationships/hyperlink" Target="https://example.invalid/unused/3869" TargetMode="External" /><Relationship Id="rId3870" Type="http://schemas.openxmlformats.org/officeDocument/2006/relationships/hyperlink" Target="https://example.invalid/unused/3870" TargetMode="External" /><Relationship Id="rId3871" Type="http://schemas.openxmlformats.org/officeDocument/2006/relationships/hyperlink" Target="https://example.invalid/unused/3871" TargetMode="External" /><Relationship Id="rId3872" Type="http://schemas.openxmlformats.org/officeDocument/2006/relationships/hyperlink" Target="https://example.invalid/unused/3872" TargetMode="External" /><Relationship Id="rId3873" Type="http://schemas.openxmlformats.org/officeDocument/2006/relationships/hyperlink" Target="https://example.invalid/unused/3873" TargetMode="External" /><Relationship Id="rId3874" Type="http://schemas.openxmlformats.org/officeDocument/2006/relationships/hyperlink" Target="https://example.invalid/unused/3874" TargetMode="External" /><Relationship Id="rId3875" Type="http://schemas.openxmlformats.org/officeDocument/2006/relationships/hyperlink" Target="https://example.invalid/unused/3875" TargetMode="External" /><Relationship Id="rId3876" Type="http://schemas.openxmlformats.org/officeDocument/2006/relationships/hyperlink" Target="https://example.invalid/unused/3876" TargetMode="External" /><Relationship Id="rId3877" Type="http://schemas.openxmlformats.org/officeDocument/2006/relationships/hyperlink" Target="https://example.invalid/unused/3877" TargetMode="External" /><Relationship Id="rId3878" Type="http://schemas.openxmlformats.org/officeDocument/2006/relationships/hyperlink" Target="https://example.invalid/unused/3878" TargetMode="External" /><Relationship Id="rId3879" Type="http://schemas.openxmlformats.org/officeDocument/2006/relationships/hyperlink" Target="https://example.invalid/unused/3879" TargetMode="External" /><Relationship Id="rId3880" Type="http://schemas.openxmlformats.org/officeDocument/2006/relationships/hyperlink" Target="https://example.invalid/unused/3880" TargetMode="External" /><Relationship Id="rId3881" Type="http://schemas.openxmlformats.org/officeDocument/2006/relationships/hyperlink" Target="https://example.invalid/unused/3881" TargetMode="External" /><Relationship Id="rId3882" Type="http://schemas.openxmlformats.org/officeDocument/2006/relationships/hyperlink" Target="https://example.invalid/unused/3882" TargetMode="External" /><Relationship Id="rId3883" Type="http://schemas.openxmlformats.org/officeDocument/2006/relationships/hyperlink" Target="https://example.invalid/unused/3883" TargetMode="External" /><Relationship Id="rId3884" Type="http://schemas.openxmlformats.org/officeDocument/2006/relationships/hyperlink" Target="https://example.invalid/unused/3884" TargetMode="External" /><Relationship Id="rId3885" Type="http://schemas.openxmlformats.org/officeDocument/2006/relationships/hyperlink" Target="https://example.invalid/unused/3885" TargetMode="External" /><Relationship Id="rId3886" Type="http://schemas.openxmlformats.org/officeDocument/2006/relationships/hyperlink" Target="https://example.invalid/unused/3886" TargetMode="External" /><Relationship Id="rId3887" Type="http://schemas.openxmlformats.org/officeDocument/2006/relationships/hyperlink" Target="https://example.invalid/unused/3887" TargetMode="External" /><Relationship Id="rId3888" Type="http://schemas.openxmlformats.org/officeDocument/2006/relationships/hyperlink" Target="https://example.invalid/unused/3888" TargetMode="External" /><Relationship Id="rId3889" Type="http://schemas.openxmlformats.org/officeDocument/2006/relationships/hyperlink" Target="https://example.invalid/unused/3889" TargetMode="External" /><Relationship Id="rId3890" Type="http://schemas.openxmlformats.org/officeDocument/2006/relationships/hyperlink" Target="https://example.invalid/unused/3890" TargetMode="External" /><Relationship Id="rId3891" Type="http://schemas.openxmlformats.org/officeDocument/2006/relationships/hyperlink" Target="https://example.invalid/unused/3891" TargetMode="External" /><Relationship Id="rId3892" Type="http://schemas.openxmlformats.org/officeDocument/2006/relationships/hyperlink" Target="https://example.invalid/unused/3892" TargetMode="External" /><Relationship Id="rId3893" Type="http://schemas.openxmlformats.org/officeDocument/2006/relationships/hyperlink" Target="https://example.invalid/unused/3893" TargetMode="External" /><Relationship Id="rId3894" Type="http://schemas.openxmlformats.org/officeDocument/2006/relationships/hyperlink" Target="https://example.invalid/unused/3894" TargetMode="External" /><Relationship Id="rId3895" Type="http://schemas.openxmlformats.org/officeDocument/2006/relationships/hyperlink" Target="https://example.invalid/unused/3895" TargetMode="External" /><Relationship Id="rId3896" Type="http://schemas.openxmlformats.org/officeDocument/2006/relationships/hyperlink" Target="https://example.invalid/unused/3896" TargetMode="External" /><Relationship Id="rId3897" Type="http://schemas.openxmlformats.org/officeDocument/2006/relationships/hyperlink" Target="https://example.invalid/unused/3897" TargetMode="External" /><Relationship Id="rId3898" Type="http://schemas.openxmlformats.org/officeDocument/2006/relationships/hyperlink" Target="https://example.invalid/unused/3898" TargetMode="External" /><Relationship Id="rId3899" Type="http://schemas.openxmlformats.org/officeDocument/2006/relationships/hyperlink" Target="https://example.invalid/unused/3899" TargetMode="External" /><Relationship Id="rId3900" Type="http://schemas.openxmlformats.org/officeDocument/2006/relationships/hyperlink" Target="https://example.invalid/unused/3900" TargetMode="External" /><Relationship Id="rId3901" Type="http://schemas.openxmlformats.org/officeDocument/2006/relationships/hyperlink" Target="https://example.invalid/unused/3901" TargetMode="External" /><Relationship Id="rId3902" Type="http://schemas.openxmlformats.org/officeDocument/2006/relationships/hyperlink" Target="https://example.invalid/unused/3902" TargetMode="External" /><Relationship Id="rId3903" Type="http://schemas.openxmlformats.org/officeDocument/2006/relationships/hyperlink" Target="https://example.invalid/unused/3903" TargetMode="External" /><Relationship Id="rId3904" Type="http://schemas.openxmlformats.org/officeDocument/2006/relationships/hyperlink" Target="https://example.invalid/unused/3904" TargetMode="External" /><Relationship Id="rId3905" Type="http://schemas.openxmlformats.org/officeDocument/2006/relationships/hyperlink" Target="https://example.invalid/unused/3905" TargetMode="External" /><Relationship Id="rId3906" Type="http://schemas.openxmlformats.org/officeDocument/2006/relationships/hyperlink" Target="https://example.invalid/unused/3906" TargetMode="External" /><Relationship Id="rId3907" Type="http://schemas.openxmlformats.org/officeDocument/2006/relationships/hyperlink" Target="https://example.invalid/unused/3907" TargetMode="External" /><Relationship Id="rId3908" Type="http://schemas.openxmlformats.org/officeDocument/2006/relationships/hyperlink" Target="https://example.invalid/unused/3908" TargetMode="External" /><Relationship Id="rId3909" Type="http://schemas.openxmlformats.org/officeDocument/2006/relationships/hyperlink" Target="https://example.invalid/unused/3909" TargetMode="External" /><Relationship Id="rId3910" Type="http://schemas.openxmlformats.org/officeDocument/2006/relationships/hyperlink" Target="https://example.invalid/unused/3910" TargetMode="External" /><Relationship Id="rId3911" Type="http://schemas.openxmlformats.org/officeDocument/2006/relationships/hyperlink" Target="https://example.invalid/unused/3911" TargetMode="External" /><Relationship Id="rId3912" Type="http://schemas.openxmlformats.org/officeDocument/2006/relationships/hyperlink" Target="https://example.invalid/unused/3912" TargetMode="External" /><Relationship Id="rId3913" Type="http://schemas.openxmlformats.org/officeDocument/2006/relationships/hyperlink" Target="https://example.invalid/unused/3913" TargetMode="External" /><Relationship Id="rId3914" Type="http://schemas.openxmlformats.org/officeDocument/2006/relationships/hyperlink" Target="https://example.invalid/unused/3914" TargetMode="External" /><Relationship Id="rId3915" Type="http://schemas.openxmlformats.org/officeDocument/2006/relationships/hyperlink" Target="https://example.invalid/unused/3915" TargetMode="External" /><Relationship Id="rId3916" Type="http://schemas.openxmlformats.org/officeDocument/2006/relationships/hyperlink" Target="https://example.invalid/unused/3916" TargetMode="External" /><Relationship Id="rId3917" Type="http://schemas.openxmlformats.org/officeDocument/2006/relationships/hyperlink" Target="https://example.invalid/unused/3917" TargetMode="External" /><Relationship Id="rId3918" Type="http://schemas.openxmlformats.org/officeDocument/2006/relationships/hyperlink" Target="https://example.invalid/unused/3918" TargetMode="External" /><Relationship Id="rId3919" Type="http://schemas.openxmlformats.org/officeDocument/2006/relationships/hyperlink" Target="https://example.invalid/unused/3919" TargetMode="External" /><Relationship Id="rId3920" Type="http://schemas.openxmlformats.org/officeDocument/2006/relationships/hyperlink" Target="https://example.invalid/unused/3920" TargetMode="External" /><Relationship Id="rId3921" Type="http://schemas.openxmlformats.org/officeDocument/2006/relationships/hyperlink" Target="https://example.invalid/unused/3921" TargetMode="External" /><Relationship Id="rId3922" Type="http://schemas.openxmlformats.org/officeDocument/2006/relationships/hyperlink" Target="https://example.invalid/unused/3922" TargetMode="External" /><Relationship Id="rId3923" Type="http://schemas.openxmlformats.org/officeDocument/2006/relationships/hyperlink" Target="https://example.invalid/unused/3923" TargetMode="External" /><Relationship Id="rId3924" Type="http://schemas.openxmlformats.org/officeDocument/2006/relationships/hyperlink" Target="https://example.invalid/unused/3924" TargetMode="External" /><Relationship Id="rId3925" Type="http://schemas.openxmlformats.org/officeDocument/2006/relationships/hyperlink" Target="https://example.invalid/unused/3925" TargetMode="External" /><Relationship Id="rId3926" Type="http://schemas.openxmlformats.org/officeDocument/2006/relationships/hyperlink" Target="https://example.invalid/unused/3926" TargetMode="External" /><Relationship Id="rId3927" Type="http://schemas.openxmlformats.org/officeDocument/2006/relationships/hyperlink" Target="https://example.invalid/unused/3927" TargetMode="External" /><Relationship Id="rId3928" Type="http://schemas.openxmlformats.org/officeDocument/2006/relationships/hyperlink" Target="https://example.invalid/unused/3928" TargetMode="External" /><Relationship Id="rId3929" Type="http://schemas.openxmlformats.org/officeDocument/2006/relationships/hyperlink" Target="https://example.invalid/unused/3929" TargetMode="External" /><Relationship Id="rId3930" Type="http://schemas.openxmlformats.org/officeDocument/2006/relationships/hyperlink" Target="https://example.invalid/unused/3930" TargetMode="External" /><Relationship Id="rId3931" Type="http://schemas.openxmlformats.org/officeDocument/2006/relationships/hyperlink" Target="https://example.invalid/unused/3931" TargetMode="External" /><Relationship Id="rId3932" Type="http://schemas.openxmlformats.org/officeDocument/2006/relationships/hyperlink" Target="https://example.invalid/unused/3932" TargetMode="External" /><Relationship Id="rId3933" Type="http://schemas.openxmlformats.org/officeDocument/2006/relationships/hyperlink" Target="https://example.invalid/unused/3933" TargetMode="External" /><Relationship Id="rId3934" Type="http://schemas.openxmlformats.org/officeDocument/2006/relationships/hyperlink" Target="https://example.invalid/unused/3934" TargetMode="External" /><Relationship Id="rId3935" Type="http://schemas.openxmlformats.org/officeDocument/2006/relationships/hyperlink" Target="https://example.invalid/unused/3935" TargetMode="External" /><Relationship Id="rId3936" Type="http://schemas.openxmlformats.org/officeDocument/2006/relationships/hyperlink" Target="https://example.invalid/unused/3936" TargetMode="External" /><Relationship Id="rId3937" Type="http://schemas.openxmlformats.org/officeDocument/2006/relationships/hyperlink" Target="https://example.invalid/unused/3937" TargetMode="External" /><Relationship Id="rId3938" Type="http://schemas.openxmlformats.org/officeDocument/2006/relationships/hyperlink" Target="https://example.invalid/unused/3938" TargetMode="External" /><Relationship Id="rId3939" Type="http://schemas.openxmlformats.org/officeDocument/2006/relationships/hyperlink" Target="https://example.invalid/unused/3939" TargetMode="External" /><Relationship Id="rId3940" Type="http://schemas.openxmlformats.org/officeDocument/2006/relationships/hyperlink" Target="https://example.invalid/unused/3940" TargetMode="External" /><Relationship Id="rId3941" Type="http://schemas.openxmlformats.org/officeDocument/2006/relationships/hyperlink" Target="https://example.invalid/unused/3941" TargetMode="External" /><Relationship Id="rId3942" Type="http://schemas.openxmlformats.org/officeDocument/2006/relationships/hyperlink" Target="https://example.invalid/unused/3942" TargetMode="External" /><Relationship Id="rId3943" Type="http://schemas.openxmlformats.org/officeDocument/2006/relationships/hyperlink" Target="https://example.invalid/unused/3943" TargetMode="External" /><Relationship Id="rId3944" Type="http://schemas.openxmlformats.org/officeDocument/2006/relationships/hyperlink" Target="https://example.invalid/unused/3944" TargetMode="External" /><Relationship Id="rId3945" Type="http://schemas.openxmlformats.org/officeDocument/2006/relationships/hyperlink" Target="https://example.invalid/unused/3945" TargetMode="External" /><Relationship Id="rId3946" Type="http://schemas.openxmlformats.org/officeDocument/2006/relationships/hyperlink" Target="https://example.invalid/unused/3946" TargetMode="External" /><Relationship Id="rId3947" Type="http://schemas.openxmlformats.org/officeDocument/2006/relationships/hyperlink" Target="https://example.invalid/unused/3947" TargetMode="External" /><Relationship Id="rId3948" Type="http://schemas.openxmlformats.org/officeDocument/2006/relationships/hyperlink" Target="https://example.invalid/unused/3948" TargetMode="External" /><Relationship Id="rId3949" Type="http://schemas.openxmlformats.org/officeDocument/2006/relationships/hyperlink" Target="https://example.invalid/unused/3949" TargetMode="External" /><Relationship Id="rId3950" Type="http://schemas.openxmlformats.org/officeDocument/2006/relationships/hyperlink" Target="https://example.invalid/unused/3950" TargetMode="External" /><Relationship Id="rId3951" Type="http://schemas.openxmlformats.org/officeDocument/2006/relationships/hyperlink" Target="https://example.invalid/unused/3951" TargetMode="External" /><Relationship Id="rId3952" Type="http://schemas.openxmlformats.org/officeDocument/2006/relationships/hyperlink" Target="https://example.invalid/unused/3952" TargetMode="External" /><Relationship Id="rId3953" Type="http://schemas.openxmlformats.org/officeDocument/2006/relationships/hyperlink" Target="https://example.invalid/unused/3953" TargetMode="External" /><Relationship Id="rId3954" Type="http://schemas.openxmlformats.org/officeDocument/2006/relationships/hyperlink" Target="https://example.invalid/unused/3954" TargetMode="External" /><Relationship Id="rId3955" Type="http://schemas.openxmlformats.org/officeDocument/2006/relationships/hyperlink" Target="https://example.invalid/unused/3955" TargetMode="External" /><Relationship Id="rId3956" Type="http://schemas.openxmlformats.org/officeDocument/2006/relationships/hyperlink" Target="https://example.invalid/unused/3956" TargetMode="External" /><Relationship Id="rId3957" Type="http://schemas.openxmlformats.org/officeDocument/2006/relationships/hyperlink" Target="https://example.invalid/unused/3957" TargetMode="External" /><Relationship Id="rId3958" Type="http://schemas.openxmlformats.org/officeDocument/2006/relationships/hyperlink" Target="https://example.invalid/unused/3958" TargetMode="External" /><Relationship Id="rId3959" Type="http://schemas.openxmlformats.org/officeDocument/2006/relationships/hyperlink" Target="https://example.invalid/unused/3959" TargetMode="External" /><Relationship Id="rId3960" Type="http://schemas.openxmlformats.org/officeDocument/2006/relationships/hyperlink" Target="https://example.invalid/unused/3960" TargetMode="External" /><Relationship Id="rId3961" Type="http://schemas.openxmlformats.org/officeDocument/2006/relationships/hyperlink" Target="https://example.invalid/unused/3961" TargetMode="External" /><Relationship Id="rId3962" Type="http://schemas.openxmlformats.org/officeDocument/2006/relationships/hyperlink" Target="https://example.invalid/unused/3962" TargetMode="External" /><Relationship Id="rId3963" Type="http://schemas.openxmlformats.org/officeDocument/2006/relationships/hyperlink" Target="https://example.invalid/unused/3963" TargetMode="External" /><Relationship Id="rId3964" Type="http://schemas.openxmlformats.org/officeDocument/2006/relationships/hyperlink" Target="https://example.invalid/unused/3964" TargetMode="External" /><Relationship Id="rId3965" Type="http://schemas.openxmlformats.org/officeDocument/2006/relationships/hyperlink" Target="https://example.invalid/unused/3965" TargetMode="External" /><Relationship Id="rId3966" Type="http://schemas.openxmlformats.org/officeDocument/2006/relationships/hyperlink" Target="https://example.invalid/unused/3966" TargetMode="External" /><Relationship Id="rId3967" Type="http://schemas.openxmlformats.org/officeDocument/2006/relationships/hyperlink" Target="https://example.invalid/unused/3967" TargetMode="External" /><Relationship Id="rId3968" Type="http://schemas.openxmlformats.org/officeDocument/2006/relationships/hyperlink" Target="https://example.invalid/unused/3968" TargetMode="External" /><Relationship Id="rId3969" Type="http://schemas.openxmlformats.org/officeDocument/2006/relationships/hyperlink" Target="https://example.invalid/unused/3969" TargetMode="External" /><Relationship Id="rId3970" Type="http://schemas.openxmlformats.org/officeDocument/2006/relationships/hyperlink" Target="https://example.invalid/unused/3970" TargetMode="External" /><Relationship Id="rId3971" Type="http://schemas.openxmlformats.org/officeDocument/2006/relationships/hyperlink" Target="https://example.invalid/unused/3971" TargetMode="External" /><Relationship Id="rId3972" Type="http://schemas.openxmlformats.org/officeDocument/2006/relationships/hyperlink" Target="https://example.invalid/unused/3972" TargetMode="External" /><Relationship Id="rId3973" Type="http://schemas.openxmlformats.org/officeDocument/2006/relationships/hyperlink" Target="https://example.invalid/unused/3973" TargetMode="External" /><Relationship Id="rId3974" Type="http://schemas.openxmlformats.org/officeDocument/2006/relationships/hyperlink" Target="https://example.invalid/unused/3974" TargetMode="External" /><Relationship Id="rId3975" Type="http://schemas.openxmlformats.org/officeDocument/2006/relationships/hyperlink" Target="https://example.invalid/unused/3975" TargetMode="External" /><Relationship Id="rId3976" Type="http://schemas.openxmlformats.org/officeDocument/2006/relationships/hyperlink" Target="https://example.invalid/unused/3976" TargetMode="External" /><Relationship Id="rId3977" Type="http://schemas.openxmlformats.org/officeDocument/2006/relationships/hyperlink" Target="https://example.invalid/unused/3977" TargetMode="External" /><Relationship Id="rId3978" Type="http://schemas.openxmlformats.org/officeDocument/2006/relationships/hyperlink" Target="https://example.invalid/unused/3978" TargetMode="External" /><Relationship Id="rId3979" Type="http://schemas.openxmlformats.org/officeDocument/2006/relationships/hyperlink" Target="https://example.invalid/unused/3979" TargetMode="External" /><Relationship Id="rId3980" Type="http://schemas.openxmlformats.org/officeDocument/2006/relationships/hyperlink" Target="https://example.invalid/unused/3980" TargetMode="External" /><Relationship Id="rId3981" Type="http://schemas.openxmlformats.org/officeDocument/2006/relationships/hyperlink" Target="https://example.invalid/unused/3981" TargetMode="External" /><Relationship Id="rId3982" Type="http://schemas.openxmlformats.org/officeDocument/2006/relationships/hyperlink" Target="https://example.invalid/unused/3982" TargetMode="External" /><Relationship Id="rId3983" Type="http://schemas.openxmlformats.org/officeDocument/2006/relationships/hyperlink" Target="https://example.invalid/unused/3983" TargetMode="External" /><Relationship Id="rId3984" Type="http://schemas.openxmlformats.org/officeDocument/2006/relationships/hyperlink" Target="https://example.invalid/unused/3984" TargetMode="External" /><Relationship Id="rId3985" Type="http://schemas.openxmlformats.org/officeDocument/2006/relationships/hyperlink" Target="https://example.invalid/unused/3985" TargetMode="External" /><Relationship Id="rId3986" Type="http://schemas.openxmlformats.org/officeDocument/2006/relationships/hyperlink" Target="https://example.invalid/unused/3986" TargetMode="External" /><Relationship Id="rId3987" Type="http://schemas.openxmlformats.org/officeDocument/2006/relationships/hyperlink" Target="https://example.invalid/unused/3987" TargetMode="External" /><Relationship Id="rId3988" Type="http://schemas.openxmlformats.org/officeDocument/2006/relationships/hyperlink" Target="https://example.invalid/unused/3988" TargetMode="External" /><Relationship Id="rId3989" Type="http://schemas.openxmlformats.org/officeDocument/2006/relationships/hyperlink" Target="https://example.invalid/unused/3989" TargetMode="External" /><Relationship Id="rId3990" Type="http://schemas.openxmlformats.org/officeDocument/2006/relationships/hyperlink" Target="https://example.invalid/unused/3990" TargetMode="External" /><Relationship Id="rId3991" Type="http://schemas.openxmlformats.org/officeDocument/2006/relationships/hyperlink" Target="https://example.invalid/unused/3991" TargetMode="External" /><Relationship Id="rId3992" Type="http://schemas.openxmlformats.org/officeDocument/2006/relationships/hyperlink" Target="https://example.invalid/unused/3992" TargetMode="External" /><Relationship Id="rId3993" Type="http://schemas.openxmlformats.org/officeDocument/2006/relationships/hyperlink" Target="https://example.invalid/unused/3993" TargetMode="External" /><Relationship Id="rId3994" Type="http://schemas.openxmlformats.org/officeDocument/2006/relationships/hyperlink" Target="https://example.invalid/unused/3994" TargetMode="External" /><Relationship Id="rId3995" Type="http://schemas.openxmlformats.org/officeDocument/2006/relationships/hyperlink" Target="https://example.invalid/unused/3995" TargetMode="External" /><Relationship Id="rId3996" Type="http://schemas.openxmlformats.org/officeDocument/2006/relationships/hyperlink" Target="https://example.invalid/unused/3996" TargetMode="External" /><Relationship Id="rId3997" Type="http://schemas.openxmlformats.org/officeDocument/2006/relationships/hyperlink" Target="https://example.invalid/unused/3997" TargetMode="External" /><Relationship Id="rId3998" Type="http://schemas.openxmlformats.org/officeDocument/2006/relationships/hyperlink" Target="https://example.invalid/unused/3998" TargetMode="External" /><Relationship Id="rId3999" Type="http://schemas.openxmlformats.org/officeDocument/2006/relationships/hyperlink" Target="https://example.invalid/unused/3999" TargetMode="External" /><Relationship Id="rId4000" Type="http://schemas.openxmlformats.org/officeDocument/2006/relationships/hyperlink" Target="https://example.invalid/unused/4000" TargetMode="External" /><Relationship Id="rId4001" Type="http://schemas.openxmlformats.org/officeDocument/2006/relationships/hyperlink" Target="https://example.invalid/unused/4001" TargetMode="External" /><Relationship Id="rId4002" Type="http://schemas.openxmlformats.org/officeDocument/2006/relationships/hyperlink" Target="https://example.invalid/unused/4002" TargetMode="External" /><Relationship Id="rId4003" Type="http://schemas.openxmlformats.org/officeDocument/2006/relationships/hyperlink" Target="https://example.invalid/unused/4003" TargetMode="External" /><Relationship Id="rId4004" Type="http://schemas.openxmlformats.org/officeDocument/2006/relationships/hyperlink" Target="https://example.invalid/unused/4004" TargetMode="External" /><Relationship Id="rId4005" Type="http://schemas.openxmlformats.org/officeDocument/2006/relationships/hyperlink" Target="https://example.invalid/unused/4005" TargetMode="External" /><Relationship Id="rId4006" Type="http://schemas.openxmlformats.org/officeDocument/2006/relationships/hyperlink" Target="https://example.invalid/unused/4006" TargetMode="External" /><Relationship Id="rId4007" Type="http://schemas.openxmlformats.org/officeDocument/2006/relationships/hyperlink" Target="https://example.invalid/unused/4007" TargetMode="External" /><Relationship Id="rId4008" Type="http://schemas.openxmlformats.org/officeDocument/2006/relationships/hyperlink" Target="https://example.invalid/unused/4008" TargetMode="External" /><Relationship Id="rId4009" Type="http://schemas.openxmlformats.org/officeDocument/2006/relationships/hyperlink" Target="https://example.invalid/unused/4009" TargetMode="External" /><Relationship Id="rId4010" Type="http://schemas.openxmlformats.org/officeDocument/2006/relationships/hyperlink" Target="https://example.invalid/unused/4010" TargetMode="External" /><Relationship Id="rId4011" Type="http://schemas.openxmlformats.org/officeDocument/2006/relationships/hyperlink" Target="https://example.invalid/unused/4011" TargetMode="External" /><Relationship Id="rId4012" Type="http://schemas.openxmlformats.org/officeDocument/2006/relationships/hyperlink" Target="https://example.invalid/unused/4012" TargetMode="External" /><Relationship Id="rId4013" Type="http://schemas.openxmlformats.org/officeDocument/2006/relationships/hyperlink" Target="https://example.invalid/unused/4013" TargetMode="External" /><Relationship Id="rId4014" Type="http://schemas.openxmlformats.org/officeDocument/2006/relationships/hyperlink" Target="https://example.invalid/unused/4014" TargetMode="External" /><Relationship Id="rId4015" Type="http://schemas.openxmlformats.org/officeDocument/2006/relationships/hyperlink" Target="https://example.invalid/unused/4015" TargetMode="External" /><Relationship Id="rId4016" Type="http://schemas.openxmlformats.org/officeDocument/2006/relationships/hyperlink" Target="https://example.invalid/unused/4016" TargetMode="External" /><Relationship Id="rId4017" Type="http://schemas.openxmlformats.org/officeDocument/2006/relationships/hyperlink" Target="https://example.invalid/unused/4017" TargetMode="External" /><Relationship Id="rId4018" Type="http://schemas.openxmlformats.org/officeDocument/2006/relationships/hyperlink" Target="https://example.invalid/unused/4018" TargetMode="External" /><Relationship Id="rId4019" Type="http://schemas.openxmlformats.org/officeDocument/2006/relationships/hyperlink" Target="https://example.invalid/unused/4019" TargetMode="External" /><Relationship Id="rId4020" Type="http://schemas.openxmlformats.org/officeDocument/2006/relationships/hyperlink" Target="https://example.invalid/unused/4020" TargetMode="External" /><Relationship Id="rId4021" Type="http://schemas.openxmlformats.org/officeDocument/2006/relationships/hyperlink" Target="https://example.invalid/unused/4021" TargetMode="External" /><Relationship Id="rId4022" Type="http://schemas.openxmlformats.org/officeDocument/2006/relationships/hyperlink" Target="https://example.invalid/unused/4022" TargetMode="External" /><Relationship Id="rId4023" Type="http://schemas.openxmlformats.org/officeDocument/2006/relationships/hyperlink" Target="https://example.invalid/unused/4023" TargetMode="External" /><Relationship Id="rId4024" Type="http://schemas.openxmlformats.org/officeDocument/2006/relationships/hyperlink" Target="https://example.invalid/unused/4024" TargetMode="External" /><Relationship Id="rId4025" Type="http://schemas.openxmlformats.org/officeDocument/2006/relationships/hyperlink" Target="https://example.invalid/unused/4025" TargetMode="External" /><Relationship Id="rId4026" Type="http://schemas.openxmlformats.org/officeDocument/2006/relationships/hyperlink" Target="https://example.invalid/unused/4026" TargetMode="External" /><Relationship Id="rId4027" Type="http://schemas.openxmlformats.org/officeDocument/2006/relationships/hyperlink" Target="https://example.invalid/unused/4027" TargetMode="External" /><Relationship Id="rId4028" Type="http://schemas.openxmlformats.org/officeDocument/2006/relationships/hyperlink" Target="https://example.invalid/unused/4028" TargetMode="External" /><Relationship Id="rId4029" Type="http://schemas.openxmlformats.org/officeDocument/2006/relationships/hyperlink" Target="https://example.invalid/unused/4029" TargetMode="External" /><Relationship Id="rId4030" Type="http://schemas.openxmlformats.org/officeDocument/2006/relationships/hyperlink" Target="https://example.invalid/unused/4030" TargetMode="External" /><Relationship Id="rId4031" Type="http://schemas.openxmlformats.org/officeDocument/2006/relationships/hyperlink" Target="https://example.invalid/unused/4031" TargetMode="External" /><Relationship Id="rId4032" Type="http://schemas.openxmlformats.org/officeDocument/2006/relationships/hyperlink" Target="https://example.invalid/unused/4032" TargetMode="External" /><Relationship Id="rId4033" Type="http://schemas.openxmlformats.org/officeDocument/2006/relationships/hyperlink" Target="https://example.invalid/unused/4033" TargetMode="External" /><Relationship Id="rId4034" Type="http://schemas.openxmlformats.org/officeDocument/2006/relationships/hyperlink" Target="https://example.invalid/unused/4034" TargetMode="External" /><Relationship Id="rId4035" Type="http://schemas.openxmlformats.org/officeDocument/2006/relationships/hyperlink" Target="https://example.invalid/unused/4035" TargetMode="External" /><Relationship Id="rId4036" Type="http://schemas.openxmlformats.org/officeDocument/2006/relationships/hyperlink" Target="https://example.invalid/unused/4036" TargetMode="External" /><Relationship Id="rId4037" Type="http://schemas.openxmlformats.org/officeDocument/2006/relationships/hyperlink" Target="https://example.invalid/unused/4037" TargetMode="External" /><Relationship Id="rId4038" Type="http://schemas.openxmlformats.org/officeDocument/2006/relationships/hyperlink" Target="https://example.invalid/unused/4038" TargetMode="External" /><Relationship Id="rId4039" Type="http://schemas.openxmlformats.org/officeDocument/2006/relationships/hyperlink" Target="https://example.invalid/unused/4039" TargetMode="External" /><Relationship Id="rId4040" Type="http://schemas.openxmlformats.org/officeDocument/2006/relationships/hyperlink" Target="https://example.invalid/unused/4040" TargetMode="External" /><Relationship Id="rId4041" Type="http://schemas.openxmlformats.org/officeDocument/2006/relationships/hyperlink" Target="https://example.invalid/unused/4041" TargetMode="External" /><Relationship Id="rId4042" Type="http://schemas.openxmlformats.org/officeDocument/2006/relationships/hyperlink" Target="https://example.invalid/unused/4042" TargetMode="External" /><Relationship Id="rId4043" Type="http://schemas.openxmlformats.org/officeDocument/2006/relationships/hyperlink" Target="https://example.invalid/unused/4043" TargetMode="External" /><Relationship Id="rId4044" Type="http://schemas.openxmlformats.org/officeDocument/2006/relationships/hyperlink" Target="https://example.invalid/unused/4044" TargetMode="External" /><Relationship Id="rId4045" Type="http://schemas.openxmlformats.org/officeDocument/2006/relationships/hyperlink" Target="https://example.invalid/unused/4045" TargetMode="External" /><Relationship Id="rId4046" Type="http://schemas.openxmlformats.org/officeDocument/2006/relationships/hyperlink" Target="https://example.invalid/unused/4046" TargetMode="External" /><Relationship Id="rId4047" Type="http://schemas.openxmlformats.org/officeDocument/2006/relationships/hyperlink" Target="https://example.invalid/unused/4047" TargetMode="External" /><Relationship Id="rId4048" Type="http://schemas.openxmlformats.org/officeDocument/2006/relationships/hyperlink" Target="https://example.invalid/unused/4048" TargetMode="External" /><Relationship Id="rId4049" Type="http://schemas.openxmlformats.org/officeDocument/2006/relationships/hyperlink" Target="https://example.invalid/unused/4049" TargetMode="External" /><Relationship Id="rId4050" Type="http://schemas.openxmlformats.org/officeDocument/2006/relationships/hyperlink" Target="https://example.invalid/unused/4050" TargetMode="External" /><Relationship Id="rId4051" Type="http://schemas.openxmlformats.org/officeDocument/2006/relationships/hyperlink" Target="https://example.invalid/unused/4051" TargetMode="External" /><Relationship Id="rId4052" Type="http://schemas.openxmlformats.org/officeDocument/2006/relationships/hyperlink" Target="https://example.invalid/unused/4052" TargetMode="External" /><Relationship Id="rId4053" Type="http://schemas.openxmlformats.org/officeDocument/2006/relationships/hyperlink" Target="https://example.invalid/unused/4053" TargetMode="External" /><Relationship Id="rId4054" Type="http://schemas.openxmlformats.org/officeDocument/2006/relationships/hyperlink" Target="https://example.invalid/unused/4054" TargetMode="External" /><Relationship Id="rId4055" Type="http://schemas.openxmlformats.org/officeDocument/2006/relationships/hyperlink" Target="https://example.invalid/unused/4055" TargetMode="External" /><Relationship Id="rId4056" Type="http://schemas.openxmlformats.org/officeDocument/2006/relationships/hyperlink" Target="https://example.invalid/unused/4056" TargetMode="External" /><Relationship Id="rId4057" Type="http://schemas.openxmlformats.org/officeDocument/2006/relationships/hyperlink" Target="https://example.invalid/unused/4057" TargetMode="External" /><Relationship Id="rId4058" Type="http://schemas.openxmlformats.org/officeDocument/2006/relationships/hyperlink" Target="https://example.invalid/unused/4058" TargetMode="External" /><Relationship Id="rId4059" Type="http://schemas.openxmlformats.org/officeDocument/2006/relationships/hyperlink" Target="https://example.invalid/unused/4059" TargetMode="External" /><Relationship Id="rId4060" Type="http://schemas.openxmlformats.org/officeDocument/2006/relationships/hyperlink" Target="https://example.invalid/unused/4060" TargetMode="External" /><Relationship Id="rId4061" Type="http://schemas.openxmlformats.org/officeDocument/2006/relationships/hyperlink" Target="https://example.invalid/unused/4061" TargetMode="External" /><Relationship Id="rId4062" Type="http://schemas.openxmlformats.org/officeDocument/2006/relationships/hyperlink" Target="https://example.invalid/unused/4062" TargetMode="External" /><Relationship Id="rId4063" Type="http://schemas.openxmlformats.org/officeDocument/2006/relationships/hyperlink" Target="https://example.invalid/unused/4063" TargetMode="External" /><Relationship Id="rId4064" Type="http://schemas.openxmlformats.org/officeDocument/2006/relationships/hyperlink" Target="https://example.invalid/unused/4064" TargetMode="External" /><Relationship Id="rId4065" Type="http://schemas.openxmlformats.org/officeDocument/2006/relationships/hyperlink" Target="https://example.invalid/unused/4065" TargetMode="External" /><Relationship Id="rId4066" Type="http://schemas.openxmlformats.org/officeDocument/2006/relationships/hyperlink" Target="https://example.invalid/unused/4066" TargetMode="External" /><Relationship Id="rId4067" Type="http://schemas.openxmlformats.org/officeDocument/2006/relationships/hyperlink" Target="https://example.invalid/unused/4067" TargetMode="External" /><Relationship Id="rId4068" Type="http://schemas.openxmlformats.org/officeDocument/2006/relationships/hyperlink" Target="https://example.invalid/unused/4068" TargetMode="External" /><Relationship Id="rId4069" Type="http://schemas.openxmlformats.org/officeDocument/2006/relationships/hyperlink" Target="https://example.invalid/unused/4069" TargetMode="External" /><Relationship Id="rId4070" Type="http://schemas.openxmlformats.org/officeDocument/2006/relationships/hyperlink" Target="https://example.invalid/unused/4070" TargetMode="External" /><Relationship Id="rId4071" Type="http://schemas.openxmlformats.org/officeDocument/2006/relationships/hyperlink" Target="https://example.invalid/unused/4071" TargetMode="External" /><Relationship Id="rId4072" Type="http://schemas.openxmlformats.org/officeDocument/2006/relationships/hyperlink" Target="https://example.invalid/unused/4072" TargetMode="External" /><Relationship Id="rId4073" Type="http://schemas.openxmlformats.org/officeDocument/2006/relationships/hyperlink" Target="https://example.invalid/unused/4073" TargetMode="External" /><Relationship Id="rId4074" Type="http://schemas.openxmlformats.org/officeDocument/2006/relationships/hyperlink" Target="https://example.invalid/unused/4074" TargetMode="External" /><Relationship Id="rId4075" Type="http://schemas.openxmlformats.org/officeDocument/2006/relationships/hyperlink" Target="https://example.invalid/unused/4075" TargetMode="External" /><Relationship Id="rId4076" Type="http://schemas.openxmlformats.org/officeDocument/2006/relationships/hyperlink" Target="https://example.invalid/unused/4076" TargetMode="External" /><Relationship Id="rId4077" Type="http://schemas.openxmlformats.org/officeDocument/2006/relationships/hyperlink" Target="https://example.invalid/unused/4077" TargetMode="External" /><Relationship Id="rId4078" Type="http://schemas.openxmlformats.org/officeDocument/2006/relationships/hyperlink" Target="https://example.invalid/unused/4078" TargetMode="External" /><Relationship Id="rId4079" Type="http://schemas.openxmlformats.org/officeDocument/2006/relationships/hyperlink" Target="https://example.invalid/unused/4079" TargetMode="External" /><Relationship Id="rId4080" Type="http://schemas.openxmlformats.org/officeDocument/2006/relationships/hyperlink" Target="https://example.invalid/unused/4080" TargetMode="External" /><Relationship Id="rId4081" Type="http://schemas.openxmlformats.org/officeDocument/2006/relationships/hyperlink" Target="https://example.invalid/unused/4081" TargetMode="External" /><Relationship Id="rId4082" Type="http://schemas.openxmlformats.org/officeDocument/2006/relationships/hyperlink" Target="https://example.invalid/unused/4082" TargetMode="External" /><Relationship Id="rId4083" Type="http://schemas.openxmlformats.org/officeDocument/2006/relationships/hyperlink" Target="https://example.invalid/unused/4083" TargetMode="External" /><Relationship Id="rId4084" Type="http://schemas.openxmlformats.org/officeDocument/2006/relationships/hyperlink" Target="https://example.invalid/unused/4084" TargetMode="External" /><Relationship Id="rId4085" Type="http://schemas.openxmlformats.org/officeDocument/2006/relationships/hyperlink" Target="https://example.invalid/unused/4085" TargetMode="External" /><Relationship Id="rId4086" Type="http://schemas.openxmlformats.org/officeDocument/2006/relationships/hyperlink" Target="https://example.invalid/unused/4086" TargetMode="External" /><Relationship Id="rId4087" Type="http://schemas.openxmlformats.org/officeDocument/2006/relationships/hyperlink" Target="https://example.invalid/unused/4087" TargetMode="External" /><Relationship Id="rId4088" Type="http://schemas.openxmlformats.org/officeDocument/2006/relationships/hyperlink" Target="https://example.invalid/unused/4088" TargetMode="External" /><Relationship Id="rId4089" Type="http://schemas.openxmlformats.org/officeDocument/2006/relationships/hyperlink" Target="https://example.invalid/unused/4089" TargetMode="External" /><Relationship Id="rId4090" Type="http://schemas.openxmlformats.org/officeDocument/2006/relationships/hyperlink" Target="https://example.invalid/unused/4090" TargetMode="External" /><Relationship Id="rId4091" Type="http://schemas.openxmlformats.org/officeDocument/2006/relationships/hyperlink" Target="https://example.invalid/unused/4091" TargetMode="External" /><Relationship Id="rId4092" Type="http://schemas.openxmlformats.org/officeDocument/2006/relationships/hyperlink" Target="https://example.invalid/unused/4092" TargetMode="External" /><Relationship Id="rId4093" Type="http://schemas.openxmlformats.org/officeDocument/2006/relationships/hyperlink" Target="https://example.invalid/unused/4093" TargetMode="External" /><Relationship Id="rId4094" Type="http://schemas.openxmlformats.org/officeDocument/2006/relationships/hyperlink" Target="https://example.invalid/unused/4094" TargetMode="External" /><Relationship Id="rId4095" Type="http://schemas.openxmlformats.org/officeDocument/2006/relationships/hyperlink" Target="https://example.invalid/unused/4095" TargetMode="External" /><Relationship Id="rId4096" Type="http://schemas.openxmlformats.org/officeDocument/2006/relationships/hyperlink" Target="https://example.invalid/unused/4096" TargetMode="External" 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1828800" cy="18288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91440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