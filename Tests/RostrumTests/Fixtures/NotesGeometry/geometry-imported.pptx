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57" r:id="rId5"/>
  </p:sldMasterIdLst>
  <p:notesMasterIdLst>
    <p:notesMasterId r:id="rId4"/>
  </p:notesMasterIdLst>
  <p:sldIdLst>
    <p:sldId id="256" r:id="rId2"/>
    <p:sldId id="257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1028700" y="5029200"/>
            <a:ext cx="4800600" cy="3200400"/>
          </a:xfrm>
        </p:spPr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