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4"/>
  </p:notes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notesStyle>
    <a:lvl1pPr algn="l" indent="0" marL="0">
      <a:buNone/>
      <a:defRPr sz="1800">
        <a:solidFill>
          <a:schemeClr val="tx1"/>
        </a:solidFill>
        <a:latin typeface="Arial"/>
        <a:ea typeface="+mn-ea"/>
        <a:cs typeface="+mn-cs"/>
      </a:defRPr>
    </a:lvl1pPr>
  </p:notesStyle>
  <p:extLst>
    <p:ext uri="urn:rostrum:notes-test">
      <foreign:payload xmlns:foreign="urn:foreign" keep="master">
        <!--opaque master-->
      </foreign:payload>
    </p:ext>
  </p:extLst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/>
          </p:cNvSpPr>
          <p:nvPr>
            <p:ph idx="2" type="sldImg"/>
          </p:nvPr>
        </p:nvSpPr>
        <p:spPr/>
        <p:txBody>
          <a:bodyPr/>
          <a:lstStyle/>
          <a:p/>
        </p:txBody>
      </p:sp>
      <p:sp>
        <p:nvSpPr>
          <p:cNvPr id="3" name="Notes Placeholder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r>
              <a:t>Geometry-preserving import</a:t>
            </a:r>
          </a:p>
          <a:p>
            <a:r>
              <a:t>Inherited Arial notes on a branded background.</a:t>
            </a:r>
          </a:p>
        </p:txBody>
      </p:sp>
    </p:spTree>
  </p:cSld>
  <p:clrMapOvr>
    <a:masterClrMapping/>
  </p:clrMapOvr>
  <p:extLst>
    <p:ext uri="urn:rostrum:notes-test">
      <foreign:payload xmlns:foreign="urn:foreign" keep="notes">
        <!--opaque notes-->
        <?opaque preserved?>
      </foreign:payload>
    </p:ext>
  </p:extLst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30425"/>
            <a:ext cx="9144000" cy="1470025"/>
          </a:xfrm>
        </p:spPr>
        <p:txBody>
          <a:bodyPr anchor="b"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22370"/>
            <a:ext cx="9144000" cy="17526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3200"/>
            <a:ext cx="10515600" cy="1143000"/>
          </a:xfrm>
        </p:spPr>
        <p:txBody>
          <a:bodyPr anchor="b"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962400"/>
            <a:ext cx="10515600" cy="9144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914400" y="914400"/>
            <a:ext cx="6400800" cy="2743200"/>
          </a:xfrm>
          <a:prstGeom prst="rect">
            <a:avLst/>
          </a:prstGeom>
          <a:solidFill>
            <a:srgbClr val="276D89"/>
          </a:solidFill>
          <a:ln>
            <a:noFill/>
          </a:ln>
        </p:spPr>
        <p:txBody>
          <a:bodyPr rtlCol="0">
            <a:norm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Rostrum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Rostrum</dc:creator>
  <cp:lastModifiedBy>Rostrum</cp:lastModifiedBy>
  <dcterms:created xsi:type="dcterms:W3CDTF">2020-01-01T00:00:00Z</dcterms:created>
  <dcterms:modified xsi:type="dcterms:W3CDTF">2020-01-01T00:00:00Z</dcterms:modified>
</cp:coreProperties>
</file>