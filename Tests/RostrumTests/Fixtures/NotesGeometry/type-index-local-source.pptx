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1371600" y="914400"/>
            <a:ext cx="4114800" cy="27432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1028700" y="5029200"/>
            <a:ext cx="480060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algn="l" indent="0" marL="0">
      <a:buNone/>
      <a:defRPr sz="1800">
        <a:solidFill>
          <a:schemeClr val="tx1"/>
        </a:solidFill>
        <a:latin typeface="Arial"/>
        <a:ea typeface="+mn-ea"/>
        <a:cs typeface="+mn-cs"/>
      </a:defRPr>
    </a:lvl1pPr>
  </p:notesStyle>
  <p:extLst>
    <p:ext uri="urn:rostrum:notes-test">
      <foreign:payload xmlns:foreign="urn:foreign" keep="master">
        <!--opaque master-->
      </foreign:payload>
    </p:ext>
  </p:extLst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7" type="body"/>
          </p:nvPr>
        </p:nvSpPr>
        <p:spPr>
          <a:xfrm>
            <a:off x="2000000" y="5029200"/>
            <a:ext cx="4800600" cy="3200400"/>
          </a:xfrm>
        </p:spPr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