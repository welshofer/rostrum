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center-short</a:t>
            </a:r>
          </a:p>
        </p:txBody>
      </p:sp>
      <p:sp>
        <p:nvSpPr>
          <p:cNvPr id="3" name="center-shor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center-overflow</a:t>
            </a:r>
          </a:p>
        </p:txBody>
      </p:sp>
      <p:sp>
        <p:nvSpPr>
          <p:cNvPr id="5" name="center-overflow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center-long</a:t>
            </a:r>
          </a:p>
        </p:txBody>
      </p:sp>
      <p:sp>
        <p:nvSpPr>
          <p:cNvPr id="7" name="center-long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center-long-nowrap</a:t>
            </a:r>
          </a:p>
        </p:txBody>
      </p:sp>
      <p:sp>
        <p:nvSpPr>
          <p:cNvPr id="9" name="center-long-nowrap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center-middle</a:t>
            </a:r>
          </a:p>
        </p:txBody>
      </p:sp>
      <p:sp>
        <p:nvSpPr>
          <p:cNvPr id="11" name="center-middle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905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center-middle-nowrap</a:t>
            </a:r>
          </a:p>
        </p:txBody>
      </p:sp>
      <p:sp>
        <p:nvSpPr>
          <p:cNvPr id="13" name="center-middle-nowrap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905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center-prefix</a:t>
            </a:r>
          </a:p>
        </p:txBody>
      </p:sp>
      <p:sp>
        <p:nvSpPr>
          <p:cNvPr id="3" name="center-prefix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Alpha beta	Beta gamma delta epsilon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center-overflow-nowrap</a:t>
            </a:r>
          </a:p>
        </p:txBody>
      </p:sp>
      <p:sp>
        <p:nvSpPr>
          <p:cNvPr id="5" name="center-overflow-nowrap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center-hard</a:t>
            </a:r>
          </a:p>
        </p:txBody>
      </p:sp>
      <p:sp>
        <p:nvSpPr>
          <p:cNvPr id="7" name="center-hard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</a:t>
            </a:r>
            <a:br/>
            <a:r>
              <a:t>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center-boundary</a:t>
            </a:r>
          </a:p>
        </p:txBody>
      </p:sp>
      <p:sp>
        <p:nvSpPr>
          <p:cNvPr id="9" name="center-boundary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0" algn="ctr"/>
              </a:tabLst>
              <a:defRPr sz="1800">
                <a:latin typeface="Arial"/>
              </a:defRPr>
            </a:pPr>
            <a:r>
              <a:t>A	Beta gamma delta epsilon zeta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center-tabnext</a:t>
            </a:r>
          </a:p>
        </p:txBody>
      </p:sp>
      <p:sp>
        <p:nvSpPr>
          <p:cNvPr id="11" name="center-tabnext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0" algn="ctr"/>
                <a:tab pos="3683000" algn="l"/>
              </a:tabLst>
              <a:defRPr sz="1800">
                <a:latin typeface="Arial"/>
              </a:defRPr>
            </a:pPr>
            <a:r>
              <a:t>A	Beta gamma delta epsilon	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center-kerning</a:t>
            </a:r>
          </a:p>
        </p:txBody>
      </p:sp>
      <p:sp>
        <p:nvSpPr>
          <p:cNvPr id="13" name="center-kerning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0" algn="ctr"/>
              </a:tabLst>
              <a:defRPr sz="1800">
                <a:latin typeface="Arial"/>
              </a:defRPr>
            </a:pPr>
            <a:r>
              <a:t>A	AVATAR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