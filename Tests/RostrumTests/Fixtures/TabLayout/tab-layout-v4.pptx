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paragraph-center-l</a:t>
            </a:r>
          </a:p>
        </p:txBody>
      </p:sp>
      <p:sp>
        <p:nvSpPr>
          <p:cNvPr id="3" name="paragraph-center-l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paragraph-center-ctr</a:t>
            </a:r>
          </a:p>
        </p:txBody>
      </p:sp>
      <p:sp>
        <p:nvSpPr>
          <p:cNvPr id="5" name="paragraph-center-ctr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tabLst>
                <a:tab pos="1524000" algn="ctr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paragraph-center-r</a:t>
            </a:r>
          </a:p>
        </p:txBody>
      </p:sp>
      <p:sp>
        <p:nvSpPr>
          <p:cNvPr id="7" name="paragraph-center-r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paragraph-center-dec</a:t>
            </a:r>
          </a:p>
        </p:txBody>
      </p:sp>
      <p:sp>
        <p:nvSpPr>
          <p:cNvPr id="9" name="paragraph-center-dec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paragraph-right-l</a:t>
            </a:r>
          </a:p>
        </p:txBody>
      </p:sp>
      <p:sp>
        <p:nvSpPr>
          <p:cNvPr id="11" name="paragraph-right-l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paragraph-right-ctr</a:t>
            </a:r>
          </a:p>
        </p:txBody>
      </p:sp>
      <p:sp>
        <p:nvSpPr>
          <p:cNvPr id="13" name="paragraph-right-ctr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tabLst>
                <a:tab pos="1524000" algn="ctr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paragraph-right-r</a:t>
            </a:r>
          </a:p>
        </p:txBody>
      </p:sp>
      <p:sp>
        <p:nvSpPr>
          <p:cNvPr id="3" name="paragraph-right-r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paragraph-right-dec</a:t>
            </a:r>
          </a:p>
        </p:txBody>
      </p:sp>
      <p:sp>
        <p:nvSpPr>
          <p:cNvPr id="5" name="paragraph-right-dec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paragraph-center-multiple</a:t>
            </a:r>
          </a:p>
        </p:txBody>
      </p:sp>
      <p:sp>
        <p:nvSpPr>
          <p:cNvPr id="7" name="paragraph-center-multiple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tabLst>
                <a:tab pos="1270000" algn="ctr"/>
                <a:tab pos="2667000" algn="dec"/>
              </a:tabLst>
              <a:defRPr sz="1800">
                <a:latin typeface="Arial"/>
              </a:defRPr>
            </a:pPr>
            <a:r>
              <a:t>A	Beta	123.45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paragraph-right-multiple</a:t>
            </a:r>
          </a:p>
        </p:txBody>
      </p:sp>
      <p:sp>
        <p:nvSpPr>
          <p:cNvPr id="9" name="paragraph-right-multiple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tabLst>
                <a:tab pos="1270000" algn="ctr"/>
                <a:tab pos="2667000" algn="dec"/>
              </a:tabLst>
              <a:defRPr sz="1800">
                <a:latin typeface="Arial"/>
              </a:defRPr>
            </a:pPr>
            <a:r>
              <a:t>A	Beta	123.45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paragraph-center-leading</a:t>
            </a:r>
          </a:p>
        </p:txBody>
      </p:sp>
      <p:sp>
        <p:nvSpPr>
          <p:cNvPr id="11" name="paragraph-center-leading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	Beta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paragraph-right-leading</a:t>
            </a:r>
          </a:p>
        </p:txBody>
      </p:sp>
      <p:sp>
        <p:nvSpPr>
          <p:cNvPr id="13" name="paragraph-right-leading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	Beta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