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</a:t>
            </a:r>
          </a:p>
        </p:txBody>
      </p:sp>
      <p:sp>
        <p:nvSpPr>
          <p:cNvPr id="3" name="defaul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	B	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left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</a:t>
            </a:r>
          </a:p>
        </p:txBody>
      </p:sp>
      <p:sp>
        <p:nvSpPr>
          <p:cNvPr id="7" name="center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</a:t>
            </a:r>
          </a:p>
        </p:txBody>
      </p:sp>
      <p:sp>
        <p:nvSpPr>
          <p:cNvPr id="9" name="righ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</a:t>
            </a:r>
          </a:p>
        </p:txBody>
      </p:sp>
      <p:sp>
        <p:nvSpPr>
          <p:cNvPr id="11" name="decimal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decimal-integer</a:t>
            </a:r>
          </a:p>
        </p:txBody>
      </p:sp>
      <p:sp>
        <p:nvSpPr>
          <p:cNvPr id="13" name="decimal-integer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multiple</a:t>
            </a:r>
          </a:p>
        </p:txBody>
      </p:sp>
      <p:sp>
        <p:nvSpPr>
          <p:cNvPr id="3" name="multiple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270000" algn="ctr"/>
                <a:tab pos="2667000" algn="dec"/>
              </a:tabLst>
              <a:defRPr sz="1800">
                <a:latin typeface="Arial"/>
              </a:defRPr>
            </a:pPr>
            <a:r>
              <a:t>A	Beta	123.45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</a:t>
            </a:r>
          </a:p>
        </p:txBody>
      </p:sp>
      <p:sp>
        <p:nvSpPr>
          <p:cNvPr id="5" name="mixed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rPr b="0"/>
              <a:t>A	</a:t>
            </a:r>
            <a:r>
              <a:rPr b="1"/>
              <a:t>Beta</a:t>
            </a:r>
            <a:r>
              <a:rPr b="0"/>
              <a:t>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</a:t>
            </a:r>
          </a:p>
        </p:txBody>
      </p:sp>
      <p:sp>
        <p:nvSpPr>
          <p:cNvPr id="7" name="indent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indent="152400" marL="304800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bullet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indent="-228600" marL="304800">
              <a:spcBef>
                <a:spcPts val="0"/>
              </a:spcBef>
              <a:spcAft>
                <a:spcPts val="0"/>
              </a:spcAft>
              <a:buChar char="•"/>
              <a:tabLst>
                <a:tab pos="1524000" algn="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default-interval</a:t>
            </a:r>
          </a:p>
        </p:txBody>
      </p:sp>
      <p:sp>
        <p:nvSpPr>
          <p:cNvPr id="11" name="default-interval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defTabSz="609600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	B	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custom-then-default</a:t>
            </a:r>
          </a:p>
        </p:txBody>
      </p:sp>
      <p:sp>
        <p:nvSpPr>
          <p:cNvPr id="13" name="custom-then-default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defTabSz="609600">
              <a:spcBef>
                <a:spcPts val="0"/>
              </a:spcBef>
              <a:spcAft>
                <a:spcPts val="0"/>
              </a:spcAft>
              <a:tabLst>
                <a:tab pos="635000" algn="l"/>
              </a:tabLst>
              <a:defRPr sz="1800">
                <a:latin typeface="Arial"/>
              </a:defRPr>
            </a:pPr>
            <a:r>
              <a:t>A	B	C	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justify-left</a:t>
            </a:r>
          </a:p>
        </p:txBody>
      </p:sp>
      <p:sp>
        <p:nvSpPr>
          <p:cNvPr id="3" name="justify-lef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Alpha beta	gamma delta epsilon zeta eta theta iota kappa lambda mu.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justify-right</a:t>
            </a:r>
          </a:p>
        </p:txBody>
      </p:sp>
      <p:sp>
        <p:nvSpPr>
          <p:cNvPr id="5" name="justify-right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2286000" algn="r"/>
              </a:tabLst>
              <a:defRPr sz="1800">
                <a:latin typeface="Arial"/>
              </a:defRPr>
            </a:pPr>
            <a:r>
              <a:t>Alpha beta	gamma delta epsilon zeta eta theta iota kappa lambda mu.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justify-multiple</a:t>
            </a:r>
          </a:p>
        </p:txBody>
      </p:sp>
      <p:sp>
        <p:nvSpPr>
          <p:cNvPr id="7" name="justify-multiple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889000" algn="l"/>
                <a:tab pos="1778000" algn="l"/>
              </a:tabLst>
              <a:defRPr sz="1800">
                <a:latin typeface="Arial"/>
              </a:defRPr>
            </a:pPr>
            <a:r>
              <a:t>A B	C D	E F G H I J K L M N O P Q R S T U V W X Y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wrap-left</a:t>
            </a:r>
          </a:p>
        </p:txBody>
      </p:sp>
      <p:sp>
        <p:nvSpPr>
          <p:cNvPr id="9" name="wrap-lef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l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wrap-center</a:t>
            </a:r>
          </a:p>
        </p:txBody>
      </p:sp>
      <p:sp>
        <p:nvSpPr>
          <p:cNvPr id="11" name="wrap-center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wrap-right</a:t>
            </a:r>
          </a:p>
        </p:txBody>
      </p:sp>
      <p:sp>
        <p:nvSpPr>
          <p:cNvPr id="13" name="wrap-right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collision-right</a:t>
            </a:r>
          </a:p>
        </p:txBody>
      </p:sp>
      <p:sp>
        <p:nvSpPr>
          <p:cNvPr id="3" name="collision-righ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Alpha beta gamma	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hard-break</a:t>
            </a:r>
          </a:p>
        </p:txBody>
      </p:sp>
      <p:sp>
        <p:nvSpPr>
          <p:cNvPr id="5" name="hard-break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 B	C D</a:t>
            </a:r>
            <a:br/>
            <a:r>
              <a:t>E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decimal-comma</a:t>
            </a:r>
          </a:p>
        </p:txBody>
      </p:sp>
      <p:sp>
        <p:nvSpPr>
          <p:cNvPr id="7" name="decimal-comma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123,45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decimal-suffix</a:t>
            </a:r>
          </a:p>
        </p:txBody>
      </p:sp>
      <p:sp>
        <p:nvSpPr>
          <p:cNvPr id="9" name="decimal-suffix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 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trailing-spaces</a:t>
            </a:r>
          </a:p>
        </p:txBody>
      </p:sp>
      <p:sp>
        <p:nvSpPr>
          <p:cNvPr id="11" name="trailing-spaces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Beta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nowrap</a:t>
            </a:r>
          </a:p>
        </p:txBody>
      </p:sp>
      <p:sp>
        <p:nvSpPr>
          <p:cNvPr id="13" name="nowrap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non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inherited-tabs</a:t>
            </a:r>
          </a:p>
        </p:txBody>
      </p:sp>
      <p:sp>
        <p:nvSpPr>
          <p:cNvPr id="3" name="inherited-tabs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>
            <a:lvl1pPr defTabSz="609600">
              <a:tabLst>
                <a:tab algn="r" pos="1270000"/>
              </a:tabLst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empty-tabs</a:t>
            </a:r>
          </a:p>
        </p:txBody>
      </p:sp>
      <p:sp>
        <p:nvSpPr>
          <p:cNvPr id="5" name="empty-tabs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>
            <a:lvl1pPr defTabSz="609600">
              <a:tabLst>
                <a:tab algn="r" pos="1270000"/>
              </a:tabLst>
            </a:lvl1pPr>
          </a:lstStyle>
          <a:p>
            <a:pPr>
              <a:spcBef>
                <a:spcPts val="0"/>
              </a:spcBef>
              <a:spcAft>
                <a:spcPts val="0"/>
              </a:spcAft>
              <a:tabLst/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override-tabs</a:t>
            </a:r>
          </a:p>
        </p:txBody>
      </p:sp>
      <p:sp>
        <p:nvSpPr>
          <p:cNvPr id="7" name="override-tabs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>
            <a:lvl1pPr defTabSz="609600">
              <a:tabLst>
                <a:tab algn="r" pos="1270000"/>
              </a:tabLst>
            </a:lvl1pPr>
          </a:lstStyle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beyond-width</a:t>
            </a:r>
          </a:p>
        </p:txBody>
      </p:sp>
      <p:sp>
        <p:nvSpPr>
          <p:cNvPr id="9" name="beyond-width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4191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center-trailing</a:t>
            </a:r>
          </a:p>
        </p:txBody>
      </p:sp>
      <p:sp>
        <p:nvSpPr>
          <p:cNvPr id="11" name="center-trailing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Beta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decimal-period-leading</a:t>
            </a:r>
          </a:p>
        </p:txBody>
      </p:sp>
      <p:sp>
        <p:nvSpPr>
          <p:cNvPr id="13" name="decimal-period-leading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.45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