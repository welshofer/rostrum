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edge-exact</a:t>
            </a:r>
          </a:p>
        </p:txBody>
      </p:sp>
      <p:sp>
        <p:nvSpPr>
          <p:cNvPr id="3" name="edge-exact"/>
          <p:cNvSpPr txBox="1"/>
          <p:nvPr/>
        </p:nvSpPr>
        <p:spPr>
          <a:xfrm>
            <a:off x="381000" y="571500"/>
            <a:ext cx="2286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l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edge-inside</a:t>
            </a:r>
          </a:p>
        </p:txBody>
      </p:sp>
      <p:sp>
        <p:nvSpPr>
          <p:cNvPr id="5" name="edge-inside"/>
          <p:cNvSpPr txBox="1"/>
          <p:nvPr/>
        </p:nvSpPr>
        <p:spPr>
          <a:xfrm>
            <a:off x="4826000" y="571500"/>
            <a:ext cx="2286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03200" algn="l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edge-outside</a:t>
            </a:r>
          </a:p>
        </p:txBody>
      </p:sp>
      <p:sp>
        <p:nvSpPr>
          <p:cNvPr id="7" name="edge-outside"/>
          <p:cNvSpPr txBox="1"/>
          <p:nvPr/>
        </p:nvSpPr>
        <p:spPr>
          <a:xfrm>
            <a:off x="381000" y="2730500"/>
            <a:ext cx="2286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54000" algn="l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edge-prefixed</a:t>
            </a:r>
          </a:p>
        </p:txBody>
      </p:sp>
      <p:sp>
        <p:nvSpPr>
          <p:cNvPr id="9" name="edge-prefixed"/>
          <p:cNvSpPr txBox="1"/>
          <p:nvPr/>
        </p:nvSpPr>
        <p:spPr>
          <a:xfrm>
            <a:off x="4826000" y="2730500"/>
            <a:ext cx="2286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l"/>
              </a:tabLst>
              <a:defRPr spc="100" sz="1000">
                <a:latin typeface="Arial"/>
              </a:defRPr>
            </a:pPr>
            <a:r>
              <a:t>AB-CD EF	GH</a:t>
            </a:r>
            <a:br/>
            <a:r>
              <a:t>IJ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edge-right</a:t>
            </a:r>
          </a:p>
        </p:txBody>
      </p:sp>
      <p:sp>
        <p:nvSpPr>
          <p:cNvPr id="11" name="edge-right"/>
          <p:cNvSpPr txBox="1"/>
          <p:nvPr/>
        </p:nvSpPr>
        <p:spPr>
          <a:xfrm>
            <a:off x="381000" y="4889500"/>
            <a:ext cx="2286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r"/>
              </a:tabLst>
              <a:defRPr sz="1000">
                <a:latin typeface="Arial"/>
              </a:defRPr>
            </a:pPr>
            <a:r>
              <a:t>A	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381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edge-center</a:t>
            </a:r>
          </a:p>
        </p:txBody>
      </p:sp>
      <p:sp>
        <p:nvSpPr>
          <p:cNvPr id="13" name="edge-center"/>
          <p:cNvSpPr txBox="1"/>
          <p:nvPr/>
        </p:nvSpPr>
        <p:spPr>
          <a:xfrm>
            <a:off x="4826000" y="4889500"/>
            <a:ext cx="228600" cy="1587500"/>
          </a:xfrm>
          <a:prstGeom prst="rect">
            <a:avLst/>
          </a:prstGeom>
          <a:noFill/>
        </p:spPr>
        <p:txBody>
          <a:bodyPr bIns="0" lIns="0" rIns="0" tIns="0" wrap="square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tabLst>
                <a:tab pos="228600" algn="ctr"/>
              </a:tabLst>
              <a:defRPr sz="1000">
                <a:latin typeface="Arial"/>
              </a:defRPr>
            </a:pPr>
            <a:r>
              <a:t>A	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