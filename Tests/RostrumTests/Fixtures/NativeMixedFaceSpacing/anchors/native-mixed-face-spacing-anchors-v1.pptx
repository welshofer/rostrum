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</p:sldIdLst>
  <p:sldSz cx="9144000" cy="9144000" type="screen4x3"/>
  <p:notesSz cx="6858000" cy="9144000"/>
  <p:embeddedFontLst>
    <p:embeddedFont>
      <p:font typeface="DejaVu Sans"/>
      <p:regular r:id="rIdPaintRegular"/>
    </p:embeddedFont>
    <p:embeddedFont>
      <p:font typeface="DejaVu Serif"/>
      <p:regular r:id="rIdPaintSerif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PaintRegular" Type="http://schemas.openxmlformats.org/officeDocument/2006/relationships/font" Target="fonts/regular.fntdata"/><Relationship Id="rIdPaintSerif" Type="http://schemas.openxmlformats.org/officeDocument/2006/relationships/font" Target="fonts/serif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794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exact18-mixed-scale100-ctr</a:t>
            </a:r>
          </a:p>
        </p:txBody>
      </p:sp>
      <p:sp>
        <p:nvSpPr>
          <p:cNvPr id="3" name="exact18-mixed-scale100-ctr"/>
          <p:cNvSpPr txBox="1"/>
          <p:nvPr/>
        </p:nvSpPr>
        <p:spPr>
          <a:xfrm>
            <a:off x="381000" y="571500"/>
            <a:ext cx="3683000" cy="1778000"/>
          </a:xfrm>
          <a:prstGeom prst="rect">
            <a:avLst/>
          </a:prstGeom>
          <a:noFill/>
        </p:spPr>
        <p:txBody>
          <a:bodyPr wrap="none" lIns="0" rIns="0" tIns="0" bIns="0" anchor="ctr">
            <a:normAutofit fontScale="10000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800"/>
              </a:lnSpc>
            </a:pPr>
            <a:r>
              <a:rPr sz="1200" b="0" i="0" lang="en-US" kern="0">
                <a:solidFill>
                  <a:srgbClr val="000000"/>
                </a:solidFill>
                <a:latin typeface="DejaVu Sans"/>
              </a:rPr>
              <a:t>Ag</a:t>
            </a:r>
            <a:r>
              <a:rPr sz="2400" b="0" i="0" lang="en-US" kern="0">
                <a:solidFill>
                  <a:srgbClr val="000000"/>
                </a:solidFill>
                <a:latin typeface="DejaVu Serif"/>
              </a:rPr>
              <a:t>jp</a:t>
            </a:r>
            <a:br>
              <a:rPr sz="2400" b="0" i="0" lang="en-US" kern="0">
                <a:solidFill>
                  <a:srgbClr val="000000"/>
                </a:solidFill>
                <a:latin typeface="DejaVu Sans"/>
              </a:rPr>
            </a:br>
            <a:r>
              <a:rPr sz="1200" b="0" i="0" lang="en-US" kern="0">
                <a:solidFill>
                  <a:srgbClr val="000000"/>
                </a:solidFill>
                <a:latin typeface="DejaVu Sans"/>
              </a:rPr>
              <a:t>Ag</a:t>
            </a:r>
            <a:r>
              <a:rPr sz="2400" b="0" i="0" lang="en-US" kern="0">
                <a:solidFill>
                  <a:srgbClr val="000000"/>
                </a:solidFill>
                <a:latin typeface="DejaVu Serif"/>
              </a:rPr>
              <a:t>jp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794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exact18-mixed-scale100-b</a:t>
            </a:r>
          </a:p>
        </p:txBody>
      </p:sp>
      <p:sp>
        <p:nvSpPr>
          <p:cNvPr id="5" name="exact18-mixed-scale100-b"/>
          <p:cNvSpPr txBox="1"/>
          <p:nvPr/>
        </p:nvSpPr>
        <p:spPr>
          <a:xfrm>
            <a:off x="4826000" y="571500"/>
            <a:ext cx="3683000" cy="1778000"/>
          </a:xfrm>
          <a:prstGeom prst="rect">
            <a:avLst/>
          </a:prstGeom>
          <a:noFill/>
        </p:spPr>
        <p:txBody>
          <a:bodyPr wrap="none" lIns="0" rIns="0" tIns="0" bIns="0" anchor="b">
            <a:normAutofit fontScale="10000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800"/>
              </a:lnSpc>
            </a:pPr>
            <a:r>
              <a:rPr sz="1200" b="0" i="0" lang="en-US" kern="0">
                <a:solidFill>
                  <a:srgbClr val="000000"/>
                </a:solidFill>
                <a:latin typeface="DejaVu Sans"/>
              </a:rPr>
              <a:t>Ag</a:t>
            </a:r>
            <a:r>
              <a:rPr sz="2400" b="0" i="0" lang="en-US" kern="0">
                <a:solidFill>
                  <a:srgbClr val="000000"/>
                </a:solidFill>
                <a:latin typeface="DejaVu Serif"/>
              </a:rPr>
              <a:t>jp</a:t>
            </a:r>
            <a:br>
              <a:rPr sz="2400" b="0" i="0" lang="en-US" kern="0">
                <a:solidFill>
                  <a:srgbClr val="000000"/>
                </a:solidFill>
                <a:latin typeface="DejaVu Sans"/>
              </a:rPr>
            </a:br>
            <a:r>
              <a:rPr sz="1200" b="0" i="0" lang="en-US" kern="0">
                <a:solidFill>
                  <a:srgbClr val="000000"/>
                </a:solidFill>
                <a:latin typeface="DejaVu Sans"/>
              </a:rPr>
              <a:t>Ag</a:t>
            </a:r>
            <a:r>
              <a:rPr sz="2400" b="0" i="0" lang="en-US" kern="0">
                <a:solidFill>
                  <a:srgbClr val="000000"/>
                </a:solidFill>
                <a:latin typeface="DejaVu Serif"/>
              </a:rPr>
              <a:t>jp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374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exact18-mixed-scale72.5-ctr</a:t>
            </a:r>
          </a:p>
        </p:txBody>
      </p:sp>
      <p:sp>
        <p:nvSpPr>
          <p:cNvPr id="7" name="exact18-mixed-scale72.5-ctr"/>
          <p:cNvSpPr txBox="1"/>
          <p:nvPr/>
        </p:nvSpPr>
        <p:spPr>
          <a:xfrm>
            <a:off x="381000" y="2667000"/>
            <a:ext cx="3683000" cy="1778000"/>
          </a:xfrm>
          <a:prstGeom prst="rect">
            <a:avLst/>
          </a:prstGeom>
          <a:noFill/>
        </p:spPr>
        <p:txBody>
          <a:bodyPr wrap="none" lIns="0" rIns="0" tIns="0" bIns="0" anchor="ctr">
            <a:normAutofit fontScale="7250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800"/>
              </a:lnSpc>
            </a:pPr>
            <a:r>
              <a:rPr sz="1200" b="0" i="0" lang="en-US" kern="0">
                <a:solidFill>
                  <a:srgbClr val="000000"/>
                </a:solidFill>
                <a:latin typeface="DejaVu Sans"/>
              </a:rPr>
              <a:t>Ag</a:t>
            </a:r>
            <a:r>
              <a:rPr sz="2400" b="0" i="0" lang="en-US" kern="0">
                <a:solidFill>
                  <a:srgbClr val="000000"/>
                </a:solidFill>
                <a:latin typeface="DejaVu Serif"/>
              </a:rPr>
              <a:t>jp</a:t>
            </a:r>
            <a:br>
              <a:rPr sz="2400" b="0" i="0" lang="en-US" kern="0">
                <a:solidFill>
                  <a:srgbClr val="000000"/>
                </a:solidFill>
                <a:latin typeface="DejaVu Sans"/>
              </a:rPr>
            </a:br>
            <a:r>
              <a:rPr sz="1200" b="0" i="0" lang="en-US" kern="0">
                <a:solidFill>
                  <a:srgbClr val="000000"/>
                </a:solidFill>
                <a:latin typeface="DejaVu Sans"/>
              </a:rPr>
              <a:t>Ag</a:t>
            </a:r>
            <a:r>
              <a:rPr sz="2400" b="0" i="0" lang="en-US" kern="0">
                <a:solidFill>
                  <a:srgbClr val="000000"/>
                </a:solidFill>
                <a:latin typeface="DejaVu Serif"/>
              </a:rPr>
              <a:t>jp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374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exact18-mixed-scale72.5-b</a:t>
            </a:r>
          </a:p>
        </p:txBody>
      </p:sp>
      <p:sp>
        <p:nvSpPr>
          <p:cNvPr id="9" name="exact18-mixed-scale72.5-b"/>
          <p:cNvSpPr txBox="1"/>
          <p:nvPr/>
        </p:nvSpPr>
        <p:spPr>
          <a:xfrm>
            <a:off x="4826000" y="2667000"/>
            <a:ext cx="3683000" cy="1778000"/>
          </a:xfrm>
          <a:prstGeom prst="rect">
            <a:avLst/>
          </a:prstGeom>
          <a:noFill/>
        </p:spPr>
        <p:txBody>
          <a:bodyPr wrap="none" lIns="0" rIns="0" tIns="0" bIns="0" anchor="b">
            <a:normAutofit fontScale="7250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800"/>
              </a:lnSpc>
            </a:pPr>
            <a:r>
              <a:rPr sz="1200" b="0" i="0" lang="en-US" kern="0">
                <a:solidFill>
                  <a:srgbClr val="000000"/>
                </a:solidFill>
                <a:latin typeface="DejaVu Sans"/>
              </a:rPr>
              <a:t>Ag</a:t>
            </a:r>
            <a:r>
              <a:rPr sz="2400" b="0" i="0" lang="en-US" kern="0">
                <a:solidFill>
                  <a:srgbClr val="000000"/>
                </a:solidFill>
                <a:latin typeface="DejaVu Serif"/>
              </a:rPr>
              <a:t>jp</a:t>
            </a:r>
            <a:br>
              <a:rPr sz="2400" b="0" i="0" lang="en-US" kern="0">
                <a:solidFill>
                  <a:srgbClr val="000000"/>
                </a:solidFill>
                <a:latin typeface="DejaVu Sans"/>
              </a:rPr>
            </a:br>
            <a:r>
              <a:rPr sz="1200" b="0" i="0" lang="en-US" kern="0">
                <a:solidFill>
                  <a:srgbClr val="000000"/>
                </a:solidFill>
                <a:latin typeface="DejaVu Sans"/>
              </a:rPr>
              <a:t>Ag</a:t>
            </a:r>
            <a:r>
              <a:rPr sz="2400" b="0" i="0" lang="en-US" kern="0">
                <a:solidFill>
                  <a:srgbClr val="000000"/>
                </a:solidFill>
                <a:latin typeface="DejaVu Serif"/>
              </a:rPr>
              <a:t>jp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4704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exact36-mixed-scale100-ctr</a:t>
            </a:r>
          </a:p>
        </p:txBody>
      </p:sp>
      <p:sp>
        <p:nvSpPr>
          <p:cNvPr id="11" name="exact36-mixed-scale100-ctr"/>
          <p:cNvSpPr txBox="1"/>
          <p:nvPr/>
        </p:nvSpPr>
        <p:spPr>
          <a:xfrm>
            <a:off x="381000" y="4762500"/>
            <a:ext cx="3683000" cy="1778000"/>
          </a:xfrm>
          <a:prstGeom prst="rect">
            <a:avLst/>
          </a:prstGeom>
          <a:noFill/>
        </p:spPr>
        <p:txBody>
          <a:bodyPr wrap="none" lIns="0" rIns="0" tIns="0" bIns="0" anchor="ctr">
            <a:normAutofit fontScale="10000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3600"/>
              </a:lnSpc>
            </a:pPr>
            <a:r>
              <a:rPr sz="1200" b="0" i="0" lang="en-US" kern="0">
                <a:solidFill>
                  <a:srgbClr val="000000"/>
                </a:solidFill>
                <a:latin typeface="DejaVu Sans"/>
              </a:rPr>
              <a:t>Ag</a:t>
            </a:r>
            <a:r>
              <a:rPr sz="2400" b="0" i="0" lang="en-US" kern="0">
                <a:solidFill>
                  <a:srgbClr val="000000"/>
                </a:solidFill>
                <a:latin typeface="DejaVu Serif"/>
              </a:rPr>
              <a:t>jp</a:t>
            </a:r>
            <a:br>
              <a:rPr sz="2400" b="0" i="0" lang="en-US" kern="0">
                <a:solidFill>
                  <a:srgbClr val="000000"/>
                </a:solidFill>
                <a:latin typeface="DejaVu Sans"/>
              </a:rPr>
            </a:br>
            <a:r>
              <a:rPr sz="1200" b="0" i="0" lang="en-US" kern="0">
                <a:solidFill>
                  <a:srgbClr val="000000"/>
                </a:solidFill>
                <a:latin typeface="DejaVu Sans"/>
              </a:rPr>
              <a:t>Ag</a:t>
            </a:r>
            <a:r>
              <a:rPr sz="2400" b="0" i="0" lang="en-US" kern="0">
                <a:solidFill>
                  <a:srgbClr val="000000"/>
                </a:solidFill>
                <a:latin typeface="DejaVu Serif"/>
              </a:rPr>
              <a:t>jp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4704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exact36-mixed-scale100-b</a:t>
            </a:r>
          </a:p>
        </p:txBody>
      </p:sp>
      <p:sp>
        <p:nvSpPr>
          <p:cNvPr id="13" name="exact36-mixed-scale100-b"/>
          <p:cNvSpPr txBox="1"/>
          <p:nvPr/>
        </p:nvSpPr>
        <p:spPr>
          <a:xfrm>
            <a:off x="4826000" y="4762500"/>
            <a:ext cx="3683000" cy="1778000"/>
          </a:xfrm>
          <a:prstGeom prst="rect">
            <a:avLst/>
          </a:prstGeom>
          <a:noFill/>
        </p:spPr>
        <p:txBody>
          <a:bodyPr wrap="none" lIns="0" rIns="0" tIns="0" bIns="0" anchor="b">
            <a:normAutofit fontScale="10000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3600"/>
              </a:lnSpc>
            </a:pPr>
            <a:r>
              <a:rPr sz="1200" b="0" i="0" lang="en-US" kern="0">
                <a:solidFill>
                  <a:srgbClr val="000000"/>
                </a:solidFill>
                <a:latin typeface="DejaVu Sans"/>
              </a:rPr>
              <a:t>Ag</a:t>
            </a:r>
            <a:r>
              <a:rPr sz="2400" b="0" i="0" lang="en-US" kern="0">
                <a:solidFill>
                  <a:srgbClr val="000000"/>
                </a:solidFill>
                <a:latin typeface="DejaVu Serif"/>
              </a:rPr>
              <a:t>jp</a:t>
            </a:r>
            <a:br>
              <a:rPr sz="2400" b="0" i="0" lang="en-US" kern="0">
                <a:solidFill>
                  <a:srgbClr val="000000"/>
                </a:solidFill>
                <a:latin typeface="DejaVu Sans"/>
              </a:rPr>
            </a:br>
            <a:r>
              <a:rPr sz="1200" b="0" i="0" lang="en-US" kern="0">
                <a:solidFill>
                  <a:srgbClr val="000000"/>
                </a:solidFill>
                <a:latin typeface="DejaVu Sans"/>
              </a:rPr>
              <a:t>Ag</a:t>
            </a:r>
            <a:r>
              <a:rPr sz="2400" b="0" i="0" lang="en-US" kern="0">
                <a:solidFill>
                  <a:srgbClr val="000000"/>
                </a:solidFill>
                <a:latin typeface="DejaVu Serif"/>
              </a:rPr>
              <a:t>jp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6565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exact36-mixed-scale72.5-ctr</a:t>
            </a:r>
          </a:p>
        </p:txBody>
      </p:sp>
      <p:sp>
        <p:nvSpPr>
          <p:cNvPr id="15" name="exact36-mixed-scale72.5-ctr"/>
          <p:cNvSpPr txBox="1"/>
          <p:nvPr/>
        </p:nvSpPr>
        <p:spPr>
          <a:xfrm>
            <a:off x="381000" y="6858000"/>
            <a:ext cx="3683000" cy="1778000"/>
          </a:xfrm>
          <a:prstGeom prst="rect">
            <a:avLst/>
          </a:prstGeom>
          <a:noFill/>
        </p:spPr>
        <p:txBody>
          <a:bodyPr wrap="none" lIns="0" rIns="0" tIns="0" bIns="0" anchor="ctr">
            <a:normAutofit fontScale="7250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3600"/>
              </a:lnSpc>
            </a:pPr>
            <a:r>
              <a:rPr sz="1200" b="0" i="0" lang="en-US" kern="0">
                <a:solidFill>
                  <a:srgbClr val="000000"/>
                </a:solidFill>
                <a:latin typeface="DejaVu Sans"/>
              </a:rPr>
              <a:t>Ag</a:t>
            </a:r>
            <a:r>
              <a:rPr sz="2400" b="0" i="0" lang="en-US" kern="0">
                <a:solidFill>
                  <a:srgbClr val="000000"/>
                </a:solidFill>
                <a:latin typeface="DejaVu Serif"/>
              </a:rPr>
              <a:t>jp</a:t>
            </a:r>
            <a:br>
              <a:rPr sz="2400" b="0" i="0" lang="en-US" kern="0">
                <a:solidFill>
                  <a:srgbClr val="000000"/>
                </a:solidFill>
                <a:latin typeface="DejaVu Sans"/>
              </a:rPr>
            </a:br>
            <a:r>
              <a:rPr sz="1200" b="0" i="0" lang="en-US" kern="0">
                <a:solidFill>
                  <a:srgbClr val="000000"/>
                </a:solidFill>
                <a:latin typeface="DejaVu Sans"/>
              </a:rPr>
              <a:t>Ag</a:t>
            </a:r>
            <a:r>
              <a:rPr sz="2400" b="0" i="0" lang="en-US" kern="0">
                <a:solidFill>
                  <a:srgbClr val="000000"/>
                </a:solidFill>
                <a:latin typeface="DejaVu Serif"/>
              </a:rPr>
              <a:t>jp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0" y="6565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exact36-mixed-scale72.5-b</a:t>
            </a:r>
          </a:p>
        </p:txBody>
      </p:sp>
      <p:sp>
        <p:nvSpPr>
          <p:cNvPr id="17" name="exact36-mixed-scale72.5-b"/>
          <p:cNvSpPr txBox="1"/>
          <p:nvPr/>
        </p:nvSpPr>
        <p:spPr>
          <a:xfrm>
            <a:off x="4826000" y="6858000"/>
            <a:ext cx="3683000" cy="1778000"/>
          </a:xfrm>
          <a:prstGeom prst="rect">
            <a:avLst/>
          </a:prstGeom>
          <a:noFill/>
        </p:spPr>
        <p:txBody>
          <a:bodyPr wrap="none" lIns="0" rIns="0" tIns="0" bIns="0" anchor="b">
            <a:normAutofit fontScale="7250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3600"/>
              </a:lnSpc>
            </a:pPr>
            <a:r>
              <a:rPr sz="1200" b="0" i="0" lang="en-US" kern="0">
                <a:solidFill>
                  <a:srgbClr val="000000"/>
                </a:solidFill>
                <a:latin typeface="DejaVu Sans"/>
              </a:rPr>
              <a:t>Ag</a:t>
            </a:r>
            <a:r>
              <a:rPr sz="2400" b="0" i="0" lang="en-US" kern="0">
                <a:solidFill>
                  <a:srgbClr val="000000"/>
                </a:solidFill>
                <a:latin typeface="DejaVu Serif"/>
              </a:rPr>
              <a:t>jp</a:t>
            </a:r>
            <a:br>
              <a:rPr sz="2400" b="0" i="0" lang="en-US" kern="0">
                <a:solidFill>
                  <a:srgbClr val="000000"/>
                </a:solidFill>
                <a:latin typeface="DejaVu Sans"/>
              </a:rPr>
            </a:br>
            <a:r>
              <a:rPr sz="1200" b="0" i="0" lang="en-US" kern="0">
                <a:solidFill>
                  <a:srgbClr val="000000"/>
                </a:solidFill>
                <a:latin typeface="DejaVu Sans"/>
              </a:rPr>
              <a:t>Ag</a:t>
            </a:r>
            <a:r>
              <a:rPr sz="2400" b="0" i="0" lang="en-US" kern="0">
                <a:solidFill>
                  <a:srgbClr val="000000"/>
                </a:solidFill>
                <a:latin typeface="DejaVu Serif"/>
              </a:rPr>
              <a:t>jp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