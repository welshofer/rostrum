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0972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9" d="100"/>
          <a:sy n="129" d="100"/>
        </p:scale>
        <p:origin x="9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89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Rostrum native table-style verification. Original generated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No Style, No Grid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1 -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No Style, Table Grid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Themed Style 2 -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1 -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2 -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Light Style 3 -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1 -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2 -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3 -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Medium Style 4 -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1 - 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2 - Accent 1/Accent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2 - Accent 3/Accent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Arial"/>
              </a:defRPr>
            </a:pPr>
            <a:r>
              <a:t>Dark Style 2 - Accent 5/Accent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2570</Words>
  <Application>Microsoft Macintosh PowerPoint</Application>
  <PresentationFormat>Custom</PresentationFormat>
  <Paragraphs>1628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</dc:creator>
  <cp:keywords/>
  <dc:description>generated using python-pptx</dc:description>
  <cp:lastModifiedBy>Rostrum conformance</cp:lastModifiedBy>
  <cp:revision>1</cp:revision>
  <dcterms:created xsi:type="dcterms:W3CDTF">2013-01-27T09:14:16Z</dcterms:created>
  <dcterms:modified xsi:type="dcterms:W3CDTF">2026-10-01T23:17:48Z</dcterms:modified>
  <cp:category/>
</cp:coreProperties>
</file>