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Independent table fixture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914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286000"/>
                <a:gridCol w="2286000"/>
              </a:tblGrid>
              <a:tr h="1143000">
                <a:tc rowSpan="2" gridSpan="2">
                  <a:txBody>
                    <a:bodyPr/>
                    <a:lstStyle/>
                    <a:p>
                      <a:r>
                        <a:t>Merged origin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/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R0 C2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R0 C3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143000">
                <a:tc gridSpan="2" vMerge="1">
                  <a:txBody>
                    <a:bodyPr/>
                    <a:lstStyle/>
                    <a:p/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EBF2FA"/>
                    </a:solidFill>
                  </a:tcPr>
                </a:tc>
                <a:tc hMerge="1" vMerge="1">
                  <a:txBody>
                    <a:bodyPr/>
                    <a:lstStyle/>
                    <a:p/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R1 C2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R1 C3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EBF2F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R2 C0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800">
                          <a:latin typeface="Arial"/>
                        </a:rPr>
                        <a:t>Mixed </a:t>
                      </a:r>
                      <a:r>
                        <a:rPr b="1" sz="2400">
                          <a:latin typeface="Arial"/>
                        </a:rPr>
                        <a:t>bold</a:t>
                      </a:r>
                      <a:r>
                        <a:rPr b="0" sz="1400">
                          <a:latin typeface="Arial"/>
                        </a:rPr>
                        <a:t> text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R2 C2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R2 C3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R3 C0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R3 C1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R3 C2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R3 C3</a:t>
                      </a:r>
                    </a:p>
                  </a:txBody>
                  <a:tcPr marL="100584" marR="210312" marT="64008" marB="118872">
                    <a:lnB w="25400">
                      <a:solidFill>
                        <a:srgbClr val="333333"/>
                      </a:solidFill>
                    </a:lnB>
                    <a:lnT w="25400">
                      <a:solidFill>
                        <a:srgbClr val="CC3300"/>
                      </a:solidFill>
                    </a:lnT>
                    <a:lnR w="25400">
                      <a:solidFill>
                        <a:srgbClr val="18A999"/>
                      </a:solidFill>
                    </a:lnR>
                    <a:lnL w="25400">
                      <a:solidFill>
                        <a:srgbClr val="1B365D"/>
                      </a:solidFill>
                    </a:lnL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