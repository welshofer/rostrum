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/author-extension1.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s/modernComment_1.xml" ContentType="application/vnd.ms-powerpoint.comment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  <p:sldMasterId id="2147483664" r:id="rId5"/>
  </p:sldMasterIdLst>
  <p:sldIdLst>
    <p:sldId id="256" r:id="rId2"/>
    <p:sldId id="257" r:id="rId6"/>
  </p:sldIdLst>
  <p:sldSz cx="12192000" cy="6858000"/>
  <p:notesSz cx="6858000" cy="9144000"/>
</p:presentation>
</file>

<file path=ppt/authors.xml><?xml version="1.0" encoding="utf-8"?>
<p188:authorLst xmlns:a="http://schemas.openxmlformats.org/drawingml/2006/main" xmlns:p188="http://schemas.microsoft.com/office/powerpoint/2018/8/main" xmlns:r="http://schemas.openxmlformats.org/officeDocument/2006/relationships">
  <p188:author xmlns="" xmlns:a="http://schemas.openxmlformats.org/drawingml/2006/main" xmlns:p188="http://schemas.microsoft.com/office/powerpoint/2018/8/main" xmlns:r="http://schemas.openxmlformats.org/officeDocument/2006/relationships" id="{75A6D56D-4FA6-2A4A-71B9-BD29688AA2F6}" initials="jlw" name="Jay Welshofer" providerId="None" userId="Jay Welshofer">
    <p188:extLst>
      <p:ext xmlns:p="http://schemas.openxmlformats.org/presentationml/2006/main" uri="urn:rel3-oracle">
        <custom:payload xmlns:custom="urn:rel3-oracle" xmlns:rel="http://schemas.openxmlformats.org/officeDocument/2006/relationships" rel:id="rId1"/>
      </p:ext>
    </p188:extLst>
  </p188:author>
</p188:authorLst>
</file>

<file path=ppt/_rels/authors.xml.rels><?xml version="1.0" encoding="UTF-8" standalone="yes"?>
<Relationships xmlns="http://schemas.openxmlformats.org/package/2006/relationships"><Relationship Id="rId1" Type="http://schemas.openxmlformats.org/officeDocument/2006/relationships/customXml" Target="../custom/author-extension1.xml"/></Relationships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microsoft.com/office/2018/10/relationships/authors" Target="authors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2.xml"/></Relationships>
</file>

<file path=ppt/comments/modernComment_1.xml><?xml version="1.0" encoding="utf-8"?>
<p188:cmLst xmlns:a="http://schemas.openxmlformats.org/drawingml/2006/main" xmlns:p188="http://schemas.microsoft.com/office/powerpoint/2018/8/main" xmlns:r="http://schemas.openxmlformats.org/officeDocument/2006/relationships">
  <p188:cm authorId="{75A6D56D-4FA6-2A4A-71B9-BD29688AA2F6}" created="2026-07-28T06:18:49.770" id="{3E0AC9B9-B4AA-3AA6-B0D6-EB5CE5C01CC5}">
    <pc:sldMkLst xmlns:pc="http://schemas.microsoft.com/office/powerpoint/2013/main/command">
      <pc:docMk/>
      <pc:sldMk cId="4063020560" sldId="257"/>
    </pc:sldMkLst>
    <p188:txBody>
      <a:bodyPr/>
      <a:lstStyle/>
      <a:p>
        <a:r>
          <a:rPr lang="en-US"/>
          <a:t>This is a comment
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30425"/>
            <a:ext cx="9144000" cy="1470025"/>
          </a:xfrm>
        </p:spPr>
        <p:txBody>
          <a:bodyPr anchor="b"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22370"/>
            <a:ext cx="9144000" cy="17526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3200"/>
            <a:ext cx="10515600" cy="1143000"/>
          </a:xfrm>
        </p:spPr>
        <p:txBody>
          <a:bodyPr anchor="b"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62400"/>
            <a:ext cx="10515600" cy="9144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ADE5-AF4C-9924-76E2-186DDCD3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B625F-29F3-A44A-32C3-6319F7034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3C759-0E6E-FFA5-CCF4-BB806B890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31A5D-5963-68DC-96B8-143C4FE9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5F05E-0475-DBEA-25F7-D5A174A09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58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419FF-FE4B-FEE9-57B5-285B154A3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CA7FB-78D9-494A-A4E1-8079CFEB7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A2FA58-0FA7-CCA1-6D77-4DC2FBE24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BF003-B973-AEAE-A162-EE700CCD9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794F5-9256-B258-B5C1-841BB1918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728D42-677B-7766-073A-E9BBC6909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083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B6626-FBE8-F26C-A1CE-30812959F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08726-691E-C54E-31A3-6677EFCDD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9BB93-86FC-D4AA-4824-6129F03C4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9213C-2BA6-E762-CB13-49955FB16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CBB1B-E863-81C8-1136-1D2A22DC7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329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D6ED1B-075D-7F16-E3BE-3B6D7EF2D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6C0294-30F2-1D5C-DFBB-67960421E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D15C3-3D64-5E70-FDB4-8E49FBE06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77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A68A4-FF26-F820-8859-7836875B32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F7E4C1-C242-9EE8-1CDE-EAEDD2A7E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1A35B-4ACF-AC10-3EB9-89A647A6E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FFEC2-D398-62CE-7FE7-41EC1AB0D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62EAA-4CAA-6D7F-0FE9-F122D5E39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729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57F7B-40F8-FF30-B330-751A68346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A96EC-2257-B224-7A70-252C04875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A13841-A19D-CB83-B742-AE51915A7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F42B9-9490-D457-A427-D7DCD5530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11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374224-2356-5050-370F-B4130AEE98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52C15-E1E7-7F53-2878-228BB5A84B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EAF1C-7AD9-2318-D97D-E406633A7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B2604-E4AF-A3AD-8B04-E8B1BA286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27090-0405-DC31-AAFA-F4D0BDE36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021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E8887-C6E0-D0CE-0EB1-70C7C8519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D16AD-E4AB-18FD-E302-EA4EF7BFF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DDB20-72A2-5D54-D14D-E9BC64AE1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09128-D3E5-E951-4391-AD836EAC8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CF3B47-A352-2B4C-7E7F-E92416CFC8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92C40C-C815-2480-CB98-7AA384548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705E3E-4C71-EB34-901E-AFA3C1F10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1E4BA9-8E57-AB3E-E0FD-6D22979F4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1526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4FD8D-2E2E-858E-1E7B-DD4E575BE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7F6AE-7FAA-3B6C-02CC-EE8756031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414E7-B8F1-3163-A3B2-449A4E28F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1D358-51A2-30BF-A722-894BABC85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A128E-E7C7-A634-6E56-23F208D5A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41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BB73C-92C7-8AC1-512E-8E00AE86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66D5A-C6E5-7C21-3990-F704149B2A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30DF0-1F8F-7B35-DA87-C45738F37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FC21D-1402-B170-710F-1D4D25A67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8826B-44C3-99AE-A2A4-31643EF32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2F110-014C-B1E2-8228-B17887FFD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6602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04F50-A6C0-BF4F-A756-4296FCF6B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84D259-33A6-C4B3-E36F-BDC3C2877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34119-F73F-B02E-6A1D-4EA1891E5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91C4F-5F73-DD5B-6AEF-336B280A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85C0F-5F57-F2BC-C8A6-F2F7C833E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59488-B96E-41AC-6B3F-15086BB7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17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34D0FE-A680-E2AB-DC38-78DB7619C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23C1A-9CE4-F21B-249A-7BEE00FF33AB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0A28B-6996-E2A8-F8F4-505EB6285BD2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9A4A2-3B6C-8F5A-9E2F-97480B610440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5633C-7A87-DB25-E190-42D5584E0D72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6058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5748-00C4-44B6-8CB1-3E9929A1E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E6F9F-223E-3E0D-39AA-2ED01B261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bullet one</a:t>
            </a:r>
          </a:p>
          <a:p>
            <a:r>
              <a:rPr lang="en-US" dirty="0"/>
              <a:t>This is bullet two</a:t>
            </a:r>
          </a:p>
          <a:p>
            <a:r>
              <a:rPr lang="en-US" dirty="0"/>
              <a:t>This is bullet three</a:t>
            </a:r>
          </a:p>
          <a:p>
            <a:r>
              <a:rPr lang="en-US" dirty="0"/>
              <a:t>This is bullet four</a:t>
            </a:r>
          </a:p>
          <a:p>
            <a:r>
              <a:rPr lang="en-US" dirty="0"/>
              <a:t>This is </a:t>
            </a:r>
            <a:r>
              <a:rPr lang="en-US"/>
              <a:t>bullet five</a:t>
            </a:r>
          </a:p>
        </p:txBody>
      </p:sp>
    </p:spTree>
    <p:extLst>
      <p:ext uri="{BB962C8B-B14F-4D97-AF65-F5344CB8AC3E}">
        <p14:creationId xmlns:p14="http://schemas.microsoft.com/office/powerpoint/2010/main" val="406302056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/author-extension1.xml><?xml version="1.0" encoding="utf-8"?>
<?extension retain?>
<custom xmlns="urn:rel3-oracle">
  <!--keep-->
  Office author payload
</custom>
</file>

<file path=docProps/app.xml><?xml version="1.0" encoding="utf-8"?>
<Properties xmlns="http://schemas.openxmlformats.org/officeDocument/2006/extended-properties" xmlns:vt="http://schemas.openxmlformats.org/officeDocument/2006/docPropsVTypes">
  <Application>Rostrum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Rostrum</dc:creator>
  <cp:lastModifiedBy>Rostrum</cp:lastModifiedBy>
  <dcterms:created xsi:type="dcterms:W3CDTF">2020-01-01T00:00:00Z</dcterms:created>
  <dcterms:modified xsi:type="dcterms:W3CDTF">2020-01-01T00:00:00Z</dcterms:modified>
</cp:coreProperties>
</file>