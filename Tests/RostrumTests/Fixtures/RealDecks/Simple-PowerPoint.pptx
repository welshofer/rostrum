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56"/>
    <p:restoredTop sz="94645"/>
  </p:normalViewPr>
  <p:slideViewPr>
    <p:cSldViewPr snapToGrid="0">
      <p:cViewPr varScale="1">
        <p:scale>
          <a:sx n="138" d="100"/>
          <a:sy n="138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68A4-FF26-F820-8859-7836875B3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7E4C1-C242-9EE8-1CDE-EAEDD2A7E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1A35B-4ACF-AC10-3EB9-89A647A6E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FFEC2-D398-62CE-7FE7-41EC1AB0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62EAA-4CAA-6D7F-0FE9-F122D5E3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2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ADE5-AF4C-9924-76E2-186DDCD3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B625F-29F3-A44A-32C3-6319F7034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3C759-0E6E-FFA5-CCF4-BB806B89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1A5D-5963-68DC-96B8-143C4FE9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5F05E-0475-DBEA-25F7-D5A174A0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5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6626-FBE8-F26C-A1CE-30812959F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08726-691E-C54E-31A3-6677EFCDD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9BB93-86FC-D4AA-4824-6129F03C4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9213C-2BA6-E762-CB13-49955FB16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CBB1B-E863-81C8-1136-1D2A22DC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29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B73C-92C7-8AC1-512E-8E00AE86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6D5A-C6E5-7C21-3990-F704149B2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30DF0-1F8F-7B35-DA87-C45738F37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FC21D-1402-B170-710F-1D4D25A67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8826B-44C3-99AE-A2A4-31643EF32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2F110-014C-B1E2-8228-B17887FF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60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E8887-C6E0-D0CE-0EB1-70C7C851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D16AD-E4AB-18FD-E302-EA4EF7BF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DDB20-72A2-5D54-D14D-E9BC64AE1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09128-D3E5-E951-4391-AD836EAC8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CF3B47-A352-2B4C-7E7F-E92416CFC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92C40C-C815-2480-CB98-7AA384548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05E3E-4C71-EB34-901E-AFA3C1F1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1E4BA9-8E57-AB3E-E0FD-6D22979F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52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7F7B-40F8-FF30-B330-751A6834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A96EC-2257-B224-7A70-252C0487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13841-A19D-CB83-B742-AE51915A7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F42B9-9490-D457-A427-D7DCD553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1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6ED1B-075D-7F16-E3BE-3B6D7EF2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6C0294-30F2-1D5C-DFBB-67960421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D15C3-3D64-5E70-FDB4-8E49FBE0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7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19FF-FE4B-FEE9-57B5-285B154A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A7FB-78D9-494A-A4E1-8079CFEB7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2FA58-0FA7-CCA1-6D77-4DC2FBE24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BF003-B973-AEAE-A162-EE700CCD9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794F5-9256-B258-B5C1-841BB1918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28D42-677B-7766-073A-E9BBC690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83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4F50-A6C0-BF4F-A756-4296FCF6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4D259-33A6-C4B3-E36F-BDC3C2877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34119-F73F-B02E-6A1D-4EA1891E5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91C4F-5F73-DD5B-6AEF-336B280A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85C0F-5F57-F2BC-C8A6-F2F7C833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59488-B96E-41AC-6B3F-15086BB7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75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FD8D-2E2E-858E-1E7B-DD4E575B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6AE-7FAA-3B6C-02CC-EE8756031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14E7-B8F1-3163-A3B2-449A4E28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1D358-51A2-30BF-A722-894BABC8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A128E-E7C7-A634-6E56-23F208D5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4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74224-2356-5050-370F-B4130AEE9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52C15-E1E7-7F53-2878-228BB5A84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EAF1C-7AD9-2318-D97D-E406633A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B2604-E4AF-A3AD-8B04-E8B1BA28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27090-0405-DC31-AAFA-F4D0BDE3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2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4D0FE-A680-E2AB-DC38-78DB7619C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23C1A-9CE4-F21B-249A-7BEE00FF3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0A28B-6996-E2A8-F8F4-505EB6285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DB5B7-4567-E242-8B01-E9FCC0C26B15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9A4A2-3B6C-8F5A-9E2F-97480B610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5633C-7A87-DB25-E190-42D5584E0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6537B6-0F8F-3E4E-AE58-CE334391E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6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5748-00C4-44B6-8CB1-3E9929A1E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E6F9F-223E-3E0D-39AA-2ED01B261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bullet one</a:t>
            </a:r>
          </a:p>
          <a:p>
            <a:r>
              <a:rPr lang="en-US" dirty="0"/>
              <a:t>This is bullet two</a:t>
            </a:r>
          </a:p>
          <a:p>
            <a:r>
              <a:rPr lang="en-US" dirty="0"/>
              <a:t>This is bullet three</a:t>
            </a:r>
          </a:p>
          <a:p>
            <a:r>
              <a:rPr lang="en-US" dirty="0"/>
              <a:t>This is bullet four</a:t>
            </a:r>
          </a:p>
          <a:p>
            <a:r>
              <a:rPr lang="en-US" dirty="0"/>
              <a:t>This is </a:t>
            </a:r>
            <a:r>
              <a:rPr lang="en-US"/>
              <a:t>bullet five</a:t>
            </a:r>
          </a:p>
        </p:txBody>
      </p:sp>
    </p:spTree>
    <p:extLst>
      <p:ext uri="{BB962C8B-B14F-4D97-AF65-F5344CB8AC3E}">
        <p14:creationId xmlns:p14="http://schemas.microsoft.com/office/powerpoint/2010/main" val="4063020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This is a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Welshofer</dc:creator>
  <cp:lastModifiedBy>Jay Welshofer</cp:lastModifiedBy>
  <cp:revision>1</cp:revision>
  <dcterms:created xsi:type="dcterms:W3CDTF">2026-07-28T04:32:40Z</dcterms:created>
  <dcterms:modified xsi:type="dcterms:W3CDTF">2026-07-28T04:34:04Z</dcterms:modified>
</cp:coreProperties>
</file>