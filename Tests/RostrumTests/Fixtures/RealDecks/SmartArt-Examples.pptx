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ppt/diagrams/data85.xml" ContentType="application/vnd.openxmlformats-officedocument.drawingml.diagramData+xml"/>
  <Override PartName="/ppt/diagrams/layout85.xml" ContentType="application/vnd.openxmlformats-officedocument.drawingml.diagramLayout+xml"/>
  <Override PartName="/ppt/diagrams/quickStyle85.xml" ContentType="application/vnd.openxmlformats-officedocument.drawingml.diagramStyle+xml"/>
  <Override PartName="/ppt/diagrams/colors85.xml" ContentType="application/vnd.openxmlformats-officedocument.drawingml.diagramColors+xml"/>
  <Override PartName="/ppt/diagrams/drawing85.xml" ContentType="application/vnd.ms-office.drawingml.diagramDrawing+xml"/>
  <Override PartName="/ppt/diagrams/data86.xml" ContentType="application/vnd.openxmlformats-officedocument.drawingml.diagramData+xml"/>
  <Override PartName="/ppt/diagrams/layout86.xml" ContentType="application/vnd.openxmlformats-officedocument.drawingml.diagramLayout+xml"/>
  <Override PartName="/ppt/diagrams/quickStyle86.xml" ContentType="application/vnd.openxmlformats-officedocument.drawingml.diagramStyle+xml"/>
  <Override PartName="/ppt/diagrams/colors86.xml" ContentType="application/vnd.openxmlformats-officedocument.drawingml.diagramColors+xml"/>
  <Override PartName="/ppt/diagrams/drawing86.xml" ContentType="application/vnd.ms-office.drawingml.diagramDrawing+xml"/>
  <Override PartName="/ppt/diagrams/data87.xml" ContentType="application/vnd.openxmlformats-officedocument.drawingml.diagramData+xml"/>
  <Override PartName="/ppt/diagrams/layout87.xml" ContentType="application/vnd.openxmlformats-officedocument.drawingml.diagramLayout+xml"/>
  <Override PartName="/ppt/diagrams/quickStyle87.xml" ContentType="application/vnd.openxmlformats-officedocument.drawingml.diagramStyle+xml"/>
  <Override PartName="/ppt/diagrams/colors87.xml" ContentType="application/vnd.openxmlformats-officedocument.drawingml.diagramColors+xml"/>
  <Override PartName="/ppt/diagrams/drawing87.xml" ContentType="application/vnd.ms-office.drawingml.diagramDrawing+xml"/>
  <Override PartName="/ppt/diagrams/data88.xml" ContentType="application/vnd.openxmlformats-officedocument.drawingml.diagramData+xml"/>
  <Override PartName="/ppt/diagrams/layout88.xml" ContentType="application/vnd.openxmlformats-officedocument.drawingml.diagramLayout+xml"/>
  <Override PartName="/ppt/diagrams/quickStyle88.xml" ContentType="application/vnd.openxmlformats-officedocument.drawingml.diagramStyle+xml"/>
  <Override PartName="/ppt/diagrams/colors88.xml" ContentType="application/vnd.openxmlformats-officedocument.drawingml.diagramColors+xml"/>
  <Override PartName="/ppt/diagrams/drawing88.xml" ContentType="application/vnd.ms-office.drawingml.diagramDrawing+xml"/>
  <Override PartName="/ppt/diagrams/data89.xml" ContentType="application/vnd.openxmlformats-officedocument.drawingml.diagramData+xml"/>
  <Override PartName="/ppt/diagrams/layout89.xml" ContentType="application/vnd.openxmlformats-officedocument.drawingml.diagramLayout+xml"/>
  <Override PartName="/ppt/diagrams/quickStyle89.xml" ContentType="application/vnd.openxmlformats-officedocument.drawingml.diagramStyle+xml"/>
  <Override PartName="/ppt/diagrams/colors89.xml" ContentType="application/vnd.openxmlformats-officedocument.drawingml.diagramColors+xml"/>
  <Override PartName="/ppt/diagrams/drawing89.xml" ContentType="application/vnd.ms-office.drawingml.diagramDrawing+xml"/>
  <Override PartName="/ppt/diagrams/data90.xml" ContentType="application/vnd.openxmlformats-officedocument.drawingml.diagramData+xml"/>
  <Override PartName="/ppt/diagrams/layout90.xml" ContentType="application/vnd.openxmlformats-officedocument.drawingml.diagramLayout+xml"/>
  <Override PartName="/ppt/diagrams/quickStyle90.xml" ContentType="application/vnd.openxmlformats-officedocument.drawingml.diagramStyle+xml"/>
  <Override PartName="/ppt/diagrams/colors90.xml" ContentType="application/vnd.openxmlformats-officedocument.drawingml.diagramColors+xml"/>
  <Override PartName="/ppt/diagrams/drawing90.xml" ContentType="application/vnd.ms-office.drawingml.diagramDrawing+xml"/>
  <Override PartName="/ppt/diagrams/data91.xml" ContentType="application/vnd.openxmlformats-officedocument.drawingml.diagramData+xml"/>
  <Override PartName="/ppt/diagrams/layout91.xml" ContentType="application/vnd.openxmlformats-officedocument.drawingml.diagramLayout+xml"/>
  <Override PartName="/ppt/diagrams/quickStyle91.xml" ContentType="application/vnd.openxmlformats-officedocument.drawingml.diagramStyle+xml"/>
  <Override PartName="/ppt/diagrams/colors91.xml" ContentType="application/vnd.openxmlformats-officedocument.drawingml.diagramColors+xml"/>
  <Override PartName="/ppt/diagrams/drawing91.xml" ContentType="application/vnd.ms-office.drawingml.diagramDrawing+xml"/>
  <Override PartName="/ppt/diagrams/data92.xml" ContentType="application/vnd.openxmlformats-officedocument.drawingml.diagramData+xml"/>
  <Override PartName="/ppt/diagrams/layout92.xml" ContentType="application/vnd.openxmlformats-officedocument.drawingml.diagramLayout+xml"/>
  <Override PartName="/ppt/diagrams/quickStyle92.xml" ContentType="application/vnd.openxmlformats-officedocument.drawingml.diagramStyle+xml"/>
  <Override PartName="/ppt/diagrams/colors92.xml" ContentType="application/vnd.openxmlformats-officedocument.drawingml.diagramColors+xml"/>
  <Override PartName="/ppt/diagrams/drawing92.xml" ContentType="application/vnd.ms-office.drawingml.diagramDrawing+xml"/>
  <Override PartName="/ppt/diagrams/data93.xml" ContentType="application/vnd.openxmlformats-officedocument.drawingml.diagramData+xml"/>
  <Override PartName="/ppt/diagrams/layout93.xml" ContentType="application/vnd.openxmlformats-officedocument.drawingml.diagramLayout+xml"/>
  <Override PartName="/ppt/diagrams/quickStyle93.xml" ContentType="application/vnd.openxmlformats-officedocument.drawingml.diagramStyle+xml"/>
  <Override PartName="/ppt/diagrams/colors93.xml" ContentType="application/vnd.openxmlformats-officedocument.drawingml.diagramColors+xml"/>
  <Override PartName="/ppt/diagrams/drawing93.xml" ContentType="application/vnd.ms-office.drawingml.diagramDrawing+xml"/>
  <Override PartName="/ppt/diagrams/data94.xml" ContentType="application/vnd.openxmlformats-officedocument.drawingml.diagramData+xml"/>
  <Override PartName="/ppt/diagrams/layout94.xml" ContentType="application/vnd.openxmlformats-officedocument.drawingml.diagramLayout+xml"/>
  <Override PartName="/ppt/diagrams/quickStyle94.xml" ContentType="application/vnd.openxmlformats-officedocument.drawingml.diagramStyle+xml"/>
  <Override PartName="/ppt/diagrams/colors94.xml" ContentType="application/vnd.openxmlformats-officedocument.drawingml.diagramColors+xml"/>
  <Override PartName="/ppt/diagrams/drawing94.xml" ContentType="application/vnd.ms-office.drawingml.diagramDrawing+xml"/>
  <Override PartName="/ppt/diagrams/data95.xml" ContentType="application/vnd.openxmlformats-officedocument.drawingml.diagramData+xml"/>
  <Override PartName="/ppt/diagrams/layout95.xml" ContentType="application/vnd.openxmlformats-officedocument.drawingml.diagramLayout+xml"/>
  <Override PartName="/ppt/diagrams/quickStyle95.xml" ContentType="application/vnd.openxmlformats-officedocument.drawingml.diagramStyle+xml"/>
  <Override PartName="/ppt/diagrams/colors95.xml" ContentType="application/vnd.openxmlformats-officedocument.drawingml.diagramColors+xml"/>
  <Override PartName="/ppt/diagrams/drawing95.xml" ContentType="application/vnd.ms-office.drawingml.diagramDrawing+xml"/>
  <Override PartName="/ppt/diagrams/data96.xml" ContentType="application/vnd.openxmlformats-officedocument.drawingml.diagramData+xml"/>
  <Override PartName="/ppt/diagrams/layout96.xml" ContentType="application/vnd.openxmlformats-officedocument.drawingml.diagramLayout+xml"/>
  <Override PartName="/ppt/diagrams/quickStyle96.xml" ContentType="application/vnd.openxmlformats-officedocument.drawingml.diagramStyle+xml"/>
  <Override PartName="/ppt/diagrams/colors96.xml" ContentType="application/vnd.openxmlformats-officedocument.drawingml.diagramColors+xml"/>
  <Override PartName="/ppt/diagrams/drawing96.xml" ContentType="application/vnd.ms-office.drawingml.diagramDrawing+xml"/>
  <Override PartName="/ppt/diagrams/data97.xml" ContentType="application/vnd.openxmlformats-officedocument.drawingml.diagramData+xml"/>
  <Override PartName="/ppt/diagrams/layout97.xml" ContentType="application/vnd.openxmlformats-officedocument.drawingml.diagramLayout+xml"/>
  <Override PartName="/ppt/diagrams/quickStyle97.xml" ContentType="application/vnd.openxmlformats-officedocument.drawingml.diagramStyle+xml"/>
  <Override PartName="/ppt/diagrams/colors97.xml" ContentType="application/vnd.openxmlformats-officedocument.drawingml.diagramColors+xml"/>
  <Override PartName="/ppt/diagrams/drawing97.xml" ContentType="application/vnd.ms-office.drawingml.diagramDrawing+xml"/>
  <Override PartName="/ppt/diagrams/data98.xml" ContentType="application/vnd.openxmlformats-officedocument.drawingml.diagramData+xml"/>
  <Override PartName="/ppt/diagrams/layout98.xml" ContentType="application/vnd.openxmlformats-officedocument.drawingml.diagramLayout+xml"/>
  <Override PartName="/ppt/diagrams/quickStyle98.xml" ContentType="application/vnd.openxmlformats-officedocument.drawingml.diagramStyle+xml"/>
  <Override PartName="/ppt/diagrams/colors98.xml" ContentType="application/vnd.openxmlformats-officedocument.drawingml.diagramColors+xml"/>
  <Override PartName="/ppt/diagrams/drawing98.xml" ContentType="application/vnd.ms-office.drawingml.diagramDrawing+xml"/>
  <Override PartName="/ppt/diagrams/data99.xml" ContentType="application/vnd.openxmlformats-officedocument.drawingml.diagramData+xml"/>
  <Override PartName="/ppt/diagrams/layout99.xml" ContentType="application/vnd.openxmlformats-officedocument.drawingml.diagramLayout+xml"/>
  <Override PartName="/ppt/diagrams/quickStyle99.xml" ContentType="application/vnd.openxmlformats-officedocument.drawingml.diagramStyle+xml"/>
  <Override PartName="/ppt/diagrams/colors99.xml" ContentType="application/vnd.openxmlformats-officedocument.drawingml.diagramColors+xml"/>
  <Override PartName="/ppt/diagrams/drawing99.xml" ContentType="application/vnd.ms-office.drawingml.diagramDrawing+xml"/>
  <Override PartName="/ppt/diagrams/data100.xml" ContentType="application/vnd.openxmlformats-officedocument.drawingml.diagramData+xml"/>
  <Override PartName="/ppt/diagrams/layout100.xml" ContentType="application/vnd.openxmlformats-officedocument.drawingml.diagramLayout+xml"/>
  <Override PartName="/ppt/diagrams/quickStyle100.xml" ContentType="application/vnd.openxmlformats-officedocument.drawingml.diagramStyle+xml"/>
  <Override PartName="/ppt/diagrams/colors100.xml" ContentType="application/vnd.openxmlformats-officedocument.drawingml.diagramColors+xml"/>
  <Override PartName="/ppt/diagrams/drawing100.xml" ContentType="application/vnd.ms-office.drawingml.diagramDrawing+xml"/>
  <Override PartName="/ppt/diagrams/data101.xml" ContentType="application/vnd.openxmlformats-officedocument.drawingml.diagramData+xml"/>
  <Override PartName="/ppt/diagrams/layout101.xml" ContentType="application/vnd.openxmlformats-officedocument.drawingml.diagramLayout+xml"/>
  <Override PartName="/ppt/diagrams/quickStyle101.xml" ContentType="application/vnd.openxmlformats-officedocument.drawingml.diagramStyle+xml"/>
  <Override PartName="/ppt/diagrams/colors101.xml" ContentType="application/vnd.openxmlformats-officedocument.drawingml.diagramColors+xml"/>
  <Override PartName="/ppt/diagrams/drawing101.xml" ContentType="application/vnd.ms-office.drawingml.diagramDrawing+xml"/>
  <Override PartName="/ppt/diagrams/data102.xml" ContentType="application/vnd.openxmlformats-officedocument.drawingml.diagramData+xml"/>
  <Override PartName="/ppt/diagrams/layout102.xml" ContentType="application/vnd.openxmlformats-officedocument.drawingml.diagramLayout+xml"/>
  <Override PartName="/ppt/diagrams/quickStyle102.xml" ContentType="application/vnd.openxmlformats-officedocument.drawingml.diagramStyle+xml"/>
  <Override PartName="/ppt/diagrams/colors102.xml" ContentType="application/vnd.openxmlformats-officedocument.drawingml.diagramColors+xml"/>
  <Override PartName="/ppt/diagrams/drawing102.xml" ContentType="application/vnd.ms-office.drawingml.diagramDrawing+xml"/>
  <Override PartName="/ppt/diagrams/data103.xml" ContentType="application/vnd.openxmlformats-officedocument.drawingml.diagramData+xml"/>
  <Override PartName="/ppt/diagrams/layout103.xml" ContentType="application/vnd.openxmlformats-officedocument.drawingml.diagramLayout+xml"/>
  <Override PartName="/ppt/diagrams/quickStyle103.xml" ContentType="application/vnd.openxmlformats-officedocument.drawingml.diagramStyle+xml"/>
  <Override PartName="/ppt/diagrams/colors103.xml" ContentType="application/vnd.openxmlformats-officedocument.drawingml.diagramColors+xml"/>
  <Override PartName="/ppt/diagrams/drawing103.xml" ContentType="application/vnd.ms-office.drawingml.diagramDrawing+xml"/>
  <Override PartName="/ppt/diagrams/data104.xml" ContentType="application/vnd.openxmlformats-officedocument.drawingml.diagramData+xml"/>
  <Override PartName="/ppt/diagrams/layout104.xml" ContentType="application/vnd.openxmlformats-officedocument.drawingml.diagramLayout+xml"/>
  <Override PartName="/ppt/diagrams/quickStyle104.xml" ContentType="application/vnd.openxmlformats-officedocument.drawingml.diagramStyle+xml"/>
  <Override PartName="/ppt/diagrams/colors104.xml" ContentType="application/vnd.openxmlformats-officedocument.drawingml.diagramColors+xml"/>
  <Override PartName="/ppt/diagrams/drawing104.xml" ContentType="application/vnd.ms-office.drawingml.diagramDrawing+xml"/>
  <Override PartName="/ppt/diagrams/data105.xml" ContentType="application/vnd.openxmlformats-officedocument.drawingml.diagramData+xml"/>
  <Override PartName="/ppt/diagrams/layout105.xml" ContentType="application/vnd.openxmlformats-officedocument.drawingml.diagramLayout+xml"/>
  <Override PartName="/ppt/diagrams/quickStyle105.xml" ContentType="application/vnd.openxmlformats-officedocument.drawingml.diagramStyle+xml"/>
  <Override PartName="/ppt/diagrams/colors105.xml" ContentType="application/vnd.openxmlformats-officedocument.drawingml.diagramColors+xml"/>
  <Override PartName="/ppt/diagrams/drawing105.xml" ContentType="application/vnd.ms-office.drawingml.diagramDrawing+xml"/>
  <Override PartName="/ppt/diagrams/data106.xml" ContentType="application/vnd.openxmlformats-officedocument.drawingml.diagramData+xml"/>
  <Override PartName="/ppt/diagrams/layout106.xml" ContentType="application/vnd.openxmlformats-officedocument.drawingml.diagramLayout+xml"/>
  <Override PartName="/ppt/diagrams/quickStyle106.xml" ContentType="application/vnd.openxmlformats-officedocument.drawingml.diagramStyle+xml"/>
  <Override PartName="/ppt/diagrams/colors106.xml" ContentType="application/vnd.openxmlformats-officedocument.drawingml.diagramColors+xml"/>
  <Override PartName="/ppt/diagrams/drawing106.xml" ContentType="application/vnd.ms-office.drawingml.diagramDrawing+xml"/>
  <Override PartName="/ppt/diagrams/data107.xml" ContentType="application/vnd.openxmlformats-officedocument.drawingml.diagramData+xml"/>
  <Override PartName="/ppt/diagrams/layout107.xml" ContentType="application/vnd.openxmlformats-officedocument.drawingml.diagramLayout+xml"/>
  <Override PartName="/ppt/diagrams/quickStyle107.xml" ContentType="application/vnd.openxmlformats-officedocument.drawingml.diagramStyle+xml"/>
  <Override PartName="/ppt/diagrams/colors107.xml" ContentType="application/vnd.openxmlformats-officedocument.drawingml.diagramColors+xml"/>
  <Override PartName="/ppt/diagrams/drawing107.xml" ContentType="application/vnd.ms-office.drawingml.diagramDrawing+xml"/>
  <Override PartName="/ppt/diagrams/data108.xml" ContentType="application/vnd.openxmlformats-officedocument.drawingml.diagramData+xml"/>
  <Override PartName="/ppt/diagrams/layout108.xml" ContentType="application/vnd.openxmlformats-officedocument.drawingml.diagramLayout+xml"/>
  <Override PartName="/ppt/diagrams/quickStyle108.xml" ContentType="application/vnd.openxmlformats-officedocument.drawingml.diagramStyle+xml"/>
  <Override PartName="/ppt/diagrams/colors108.xml" ContentType="application/vnd.openxmlformats-officedocument.drawingml.diagramColors+xml"/>
  <Override PartName="/ppt/diagrams/drawing108.xml" ContentType="application/vnd.ms-office.drawingml.diagramDrawing+xml"/>
  <Override PartName="/ppt/diagrams/data109.xml" ContentType="application/vnd.openxmlformats-officedocument.drawingml.diagramData+xml"/>
  <Override PartName="/ppt/diagrams/layout109.xml" ContentType="application/vnd.openxmlformats-officedocument.drawingml.diagramLayout+xml"/>
  <Override PartName="/ppt/diagrams/quickStyle109.xml" ContentType="application/vnd.openxmlformats-officedocument.drawingml.diagramStyle+xml"/>
  <Override PartName="/ppt/diagrams/colors109.xml" ContentType="application/vnd.openxmlformats-officedocument.drawingml.diagramColors+xml"/>
  <Override PartName="/ppt/diagrams/drawing109.xml" ContentType="application/vnd.ms-office.drawingml.diagramDrawing+xml"/>
  <Override PartName="/ppt/diagrams/data110.xml" ContentType="application/vnd.openxmlformats-officedocument.drawingml.diagramData+xml"/>
  <Override PartName="/ppt/diagrams/layout110.xml" ContentType="application/vnd.openxmlformats-officedocument.drawingml.diagramLayout+xml"/>
  <Override PartName="/ppt/diagrams/quickStyle110.xml" ContentType="application/vnd.openxmlformats-officedocument.drawingml.diagramStyle+xml"/>
  <Override PartName="/ppt/diagrams/colors110.xml" ContentType="application/vnd.openxmlformats-officedocument.drawingml.diagramColors+xml"/>
  <Override PartName="/ppt/diagrams/drawing110.xml" ContentType="application/vnd.ms-office.drawingml.diagramDrawing+xml"/>
  <Override PartName="/ppt/diagrams/data111.xml" ContentType="application/vnd.openxmlformats-officedocument.drawingml.diagramData+xml"/>
  <Override PartName="/ppt/diagrams/layout111.xml" ContentType="application/vnd.openxmlformats-officedocument.drawingml.diagramLayout+xml"/>
  <Override PartName="/ppt/diagrams/quickStyle111.xml" ContentType="application/vnd.openxmlformats-officedocument.drawingml.diagramStyle+xml"/>
  <Override PartName="/ppt/diagrams/colors111.xml" ContentType="application/vnd.openxmlformats-officedocument.drawingml.diagramColors+xml"/>
  <Override PartName="/ppt/diagrams/drawing111.xml" ContentType="application/vnd.ms-office.drawingml.diagramDrawing+xml"/>
  <Override PartName="/ppt/diagrams/data112.xml" ContentType="application/vnd.openxmlformats-officedocument.drawingml.diagramData+xml"/>
  <Override PartName="/ppt/diagrams/layout112.xml" ContentType="application/vnd.openxmlformats-officedocument.drawingml.diagramLayout+xml"/>
  <Override PartName="/ppt/diagrams/quickStyle112.xml" ContentType="application/vnd.openxmlformats-officedocument.drawingml.diagramStyle+xml"/>
  <Override PartName="/ppt/diagrams/colors112.xml" ContentType="application/vnd.openxmlformats-officedocument.drawingml.diagramColors+xml"/>
  <Override PartName="/ppt/diagrams/drawing112.xml" ContentType="application/vnd.ms-office.drawingml.diagramDrawing+xml"/>
  <Override PartName="/ppt/diagrams/data113.xml" ContentType="application/vnd.openxmlformats-officedocument.drawingml.diagramData+xml"/>
  <Override PartName="/ppt/diagrams/layout113.xml" ContentType="application/vnd.openxmlformats-officedocument.drawingml.diagramLayout+xml"/>
  <Override PartName="/ppt/diagrams/quickStyle113.xml" ContentType="application/vnd.openxmlformats-officedocument.drawingml.diagramStyle+xml"/>
  <Override PartName="/ppt/diagrams/colors113.xml" ContentType="application/vnd.openxmlformats-officedocument.drawingml.diagramColors+xml"/>
  <Override PartName="/ppt/diagrams/drawing113.xml" ContentType="application/vnd.ms-office.drawingml.diagramDrawing+xml"/>
  <Override PartName="/ppt/diagrams/data114.xml" ContentType="application/vnd.openxmlformats-officedocument.drawingml.diagramData+xml"/>
  <Override PartName="/ppt/diagrams/layout114.xml" ContentType="application/vnd.openxmlformats-officedocument.drawingml.diagramLayout+xml"/>
  <Override PartName="/ppt/diagrams/quickStyle114.xml" ContentType="application/vnd.openxmlformats-officedocument.drawingml.diagramStyle+xml"/>
  <Override PartName="/ppt/diagrams/colors114.xml" ContentType="application/vnd.openxmlformats-officedocument.drawingml.diagramColors+xml"/>
  <Override PartName="/ppt/diagrams/drawing114.xml" ContentType="application/vnd.ms-office.drawingml.diagramDrawing+xml"/>
  <Override PartName="/ppt/diagrams/data115.xml" ContentType="application/vnd.openxmlformats-officedocument.drawingml.diagramData+xml"/>
  <Override PartName="/ppt/diagrams/layout115.xml" ContentType="application/vnd.openxmlformats-officedocument.drawingml.diagramLayout+xml"/>
  <Override PartName="/ppt/diagrams/quickStyle115.xml" ContentType="application/vnd.openxmlformats-officedocument.drawingml.diagramStyle+xml"/>
  <Override PartName="/ppt/diagrams/colors115.xml" ContentType="application/vnd.openxmlformats-officedocument.drawingml.diagramColors+xml"/>
  <Override PartName="/ppt/diagrams/drawing115.xml" ContentType="application/vnd.ms-office.drawingml.diagramDrawing+xml"/>
  <Override PartName="/ppt/diagrams/data116.xml" ContentType="application/vnd.openxmlformats-officedocument.drawingml.diagramData+xml"/>
  <Override PartName="/ppt/diagrams/layout116.xml" ContentType="application/vnd.openxmlformats-officedocument.drawingml.diagramLayout+xml"/>
  <Override PartName="/ppt/diagrams/quickStyle116.xml" ContentType="application/vnd.openxmlformats-officedocument.drawingml.diagramStyle+xml"/>
  <Override PartName="/ppt/diagrams/colors116.xml" ContentType="application/vnd.openxmlformats-officedocument.drawingml.diagramColors+xml"/>
  <Override PartName="/ppt/diagrams/drawing116.xml" ContentType="application/vnd.ms-office.drawingml.diagramDrawing+xml"/>
  <Override PartName="/ppt/diagrams/data117.xml" ContentType="application/vnd.openxmlformats-officedocument.drawingml.diagramData+xml"/>
  <Override PartName="/ppt/diagrams/layout117.xml" ContentType="application/vnd.openxmlformats-officedocument.drawingml.diagramLayout+xml"/>
  <Override PartName="/ppt/diagrams/quickStyle117.xml" ContentType="application/vnd.openxmlformats-officedocument.drawingml.diagramStyle+xml"/>
  <Override PartName="/ppt/diagrams/colors117.xml" ContentType="application/vnd.openxmlformats-officedocument.drawingml.diagramColors+xml"/>
  <Override PartName="/ppt/diagrams/drawing117.xml" ContentType="application/vnd.ms-office.drawingml.diagramDrawing+xml"/>
  <Override PartName="/ppt/diagrams/data118.xml" ContentType="application/vnd.openxmlformats-officedocument.drawingml.diagramData+xml"/>
  <Override PartName="/ppt/diagrams/layout118.xml" ContentType="application/vnd.openxmlformats-officedocument.drawingml.diagramLayout+xml"/>
  <Override PartName="/ppt/diagrams/quickStyle118.xml" ContentType="application/vnd.openxmlformats-officedocument.drawingml.diagramStyle+xml"/>
  <Override PartName="/ppt/diagrams/colors118.xml" ContentType="application/vnd.openxmlformats-officedocument.drawingml.diagramColors+xml"/>
  <Override PartName="/ppt/diagrams/drawing118.xml" ContentType="application/vnd.ms-office.drawingml.diagramDrawing+xml"/>
  <Override PartName="/ppt/diagrams/data119.xml" ContentType="application/vnd.openxmlformats-officedocument.drawingml.diagramData+xml"/>
  <Override PartName="/ppt/diagrams/layout119.xml" ContentType="application/vnd.openxmlformats-officedocument.drawingml.diagramLayout+xml"/>
  <Override PartName="/ppt/diagrams/quickStyle119.xml" ContentType="application/vnd.openxmlformats-officedocument.drawingml.diagramStyle+xml"/>
  <Override PartName="/ppt/diagrams/colors119.xml" ContentType="application/vnd.openxmlformats-officedocument.drawingml.diagramColors+xml"/>
  <Override PartName="/ppt/diagrams/drawing119.xml" ContentType="application/vnd.ms-office.drawingml.diagramDrawing+xml"/>
  <Override PartName="/ppt/diagrams/data120.xml" ContentType="application/vnd.openxmlformats-officedocument.drawingml.diagramData+xml"/>
  <Override PartName="/ppt/diagrams/layout120.xml" ContentType="application/vnd.openxmlformats-officedocument.drawingml.diagramLayout+xml"/>
  <Override PartName="/ppt/diagrams/quickStyle120.xml" ContentType="application/vnd.openxmlformats-officedocument.drawingml.diagramStyle+xml"/>
  <Override PartName="/ppt/diagrams/colors120.xml" ContentType="application/vnd.openxmlformats-officedocument.drawingml.diagramColors+xml"/>
  <Override PartName="/ppt/diagrams/drawing120.xml" ContentType="application/vnd.ms-office.drawingml.diagramDrawing+xml"/>
  <Override PartName="/ppt/diagrams/data121.xml" ContentType="application/vnd.openxmlformats-officedocument.drawingml.diagramData+xml"/>
  <Override PartName="/ppt/diagrams/layout121.xml" ContentType="application/vnd.openxmlformats-officedocument.drawingml.diagramLayout+xml"/>
  <Override PartName="/ppt/diagrams/quickStyle121.xml" ContentType="application/vnd.openxmlformats-officedocument.drawingml.diagramStyle+xml"/>
  <Override PartName="/ppt/diagrams/colors121.xml" ContentType="application/vnd.openxmlformats-officedocument.drawingml.diagramColors+xml"/>
  <Override PartName="/ppt/diagrams/drawing121.xml" ContentType="application/vnd.ms-office.drawingml.diagramDrawing+xml"/>
  <Override PartName="/ppt/diagrams/data122.xml" ContentType="application/vnd.openxmlformats-officedocument.drawingml.diagramData+xml"/>
  <Override PartName="/ppt/diagrams/layout122.xml" ContentType="application/vnd.openxmlformats-officedocument.drawingml.diagramLayout+xml"/>
  <Override PartName="/ppt/diagrams/quickStyle122.xml" ContentType="application/vnd.openxmlformats-officedocument.drawingml.diagramStyle+xml"/>
  <Override PartName="/ppt/diagrams/colors122.xml" ContentType="application/vnd.openxmlformats-officedocument.drawingml.diagramColors+xml"/>
  <Override PartName="/ppt/diagrams/drawing122.xml" ContentType="application/vnd.ms-office.drawingml.diagramDrawing+xml"/>
  <Override PartName="/ppt/diagrams/data123.xml" ContentType="application/vnd.openxmlformats-officedocument.drawingml.diagramData+xml"/>
  <Override PartName="/ppt/diagrams/layout123.xml" ContentType="application/vnd.openxmlformats-officedocument.drawingml.diagramLayout+xml"/>
  <Override PartName="/ppt/diagrams/quickStyle123.xml" ContentType="application/vnd.openxmlformats-officedocument.drawingml.diagramStyle+xml"/>
  <Override PartName="/ppt/diagrams/colors123.xml" ContentType="application/vnd.openxmlformats-officedocument.drawingml.diagramColors+xml"/>
  <Override PartName="/ppt/diagrams/drawing123.xml" ContentType="application/vnd.ms-office.drawingml.diagramDrawing+xml"/>
  <Override PartName="/ppt/diagrams/data124.xml" ContentType="application/vnd.openxmlformats-officedocument.drawingml.diagramData+xml"/>
  <Override PartName="/ppt/diagrams/layout124.xml" ContentType="application/vnd.openxmlformats-officedocument.drawingml.diagramLayout+xml"/>
  <Override PartName="/ppt/diagrams/quickStyle124.xml" ContentType="application/vnd.openxmlformats-officedocument.drawingml.diagramStyle+xml"/>
  <Override PartName="/ppt/diagrams/colors124.xml" ContentType="application/vnd.openxmlformats-officedocument.drawingml.diagramColors+xml"/>
  <Override PartName="/ppt/diagrams/drawing124.xml" ContentType="application/vnd.ms-office.drawingml.diagramDrawing+xml"/>
  <Override PartName="/ppt/diagrams/data125.xml" ContentType="application/vnd.openxmlformats-officedocument.drawingml.diagramData+xml"/>
  <Override PartName="/ppt/diagrams/layout125.xml" ContentType="application/vnd.openxmlformats-officedocument.drawingml.diagramLayout+xml"/>
  <Override PartName="/ppt/diagrams/quickStyle125.xml" ContentType="application/vnd.openxmlformats-officedocument.drawingml.diagramStyle+xml"/>
  <Override PartName="/ppt/diagrams/colors125.xml" ContentType="application/vnd.openxmlformats-officedocument.drawingml.diagramColors+xml"/>
  <Override PartName="/ppt/diagrams/drawing125.xml" ContentType="application/vnd.ms-office.drawingml.diagramDrawing+xml"/>
  <Override PartName="/ppt/diagrams/data126.xml" ContentType="application/vnd.openxmlformats-officedocument.drawingml.diagramData+xml"/>
  <Override PartName="/ppt/diagrams/layout126.xml" ContentType="application/vnd.openxmlformats-officedocument.drawingml.diagramLayout+xml"/>
  <Override PartName="/ppt/diagrams/quickStyle126.xml" ContentType="application/vnd.openxmlformats-officedocument.drawingml.diagramStyle+xml"/>
  <Override PartName="/ppt/diagrams/colors126.xml" ContentType="application/vnd.openxmlformats-officedocument.drawingml.diagramColors+xml"/>
  <Override PartName="/ppt/diagrams/drawing126.xml" ContentType="application/vnd.ms-office.drawingml.diagramDrawing+xml"/>
  <Override PartName="/ppt/diagrams/data127.xml" ContentType="application/vnd.openxmlformats-officedocument.drawingml.diagramData+xml"/>
  <Override PartName="/ppt/diagrams/layout127.xml" ContentType="application/vnd.openxmlformats-officedocument.drawingml.diagramLayout+xml"/>
  <Override PartName="/ppt/diagrams/quickStyle127.xml" ContentType="application/vnd.openxmlformats-officedocument.drawingml.diagramStyle+xml"/>
  <Override PartName="/ppt/diagrams/colors127.xml" ContentType="application/vnd.openxmlformats-officedocument.drawingml.diagramColors+xml"/>
  <Override PartName="/ppt/diagrams/drawing127.xml" ContentType="application/vnd.ms-office.drawingml.diagramDrawing+xml"/>
  <Override PartName="/ppt/diagrams/data128.xml" ContentType="application/vnd.openxmlformats-officedocument.drawingml.diagramData+xml"/>
  <Override PartName="/ppt/diagrams/layout128.xml" ContentType="application/vnd.openxmlformats-officedocument.drawingml.diagramLayout+xml"/>
  <Override PartName="/ppt/diagrams/quickStyle128.xml" ContentType="application/vnd.openxmlformats-officedocument.drawingml.diagramStyle+xml"/>
  <Override PartName="/ppt/diagrams/colors128.xml" ContentType="application/vnd.openxmlformats-officedocument.drawingml.diagramColors+xml"/>
  <Override PartName="/ppt/diagrams/drawing128.xml" ContentType="application/vnd.ms-office.drawingml.diagramDrawing+xml"/>
  <Override PartName="/ppt/diagrams/data129.xml" ContentType="application/vnd.openxmlformats-officedocument.drawingml.diagramData+xml"/>
  <Override PartName="/ppt/diagrams/layout129.xml" ContentType="application/vnd.openxmlformats-officedocument.drawingml.diagramLayout+xml"/>
  <Override PartName="/ppt/diagrams/quickStyle129.xml" ContentType="application/vnd.openxmlformats-officedocument.drawingml.diagramStyle+xml"/>
  <Override PartName="/ppt/diagrams/colors129.xml" ContentType="application/vnd.openxmlformats-officedocument.drawingml.diagramColors+xml"/>
  <Override PartName="/ppt/diagrams/drawing129.xml" ContentType="application/vnd.ms-office.drawingml.diagramDrawing+xml"/>
  <Override PartName="/ppt/diagrams/data130.xml" ContentType="application/vnd.openxmlformats-officedocument.drawingml.diagramData+xml"/>
  <Override PartName="/ppt/diagrams/layout130.xml" ContentType="application/vnd.openxmlformats-officedocument.drawingml.diagramLayout+xml"/>
  <Override PartName="/ppt/diagrams/quickStyle130.xml" ContentType="application/vnd.openxmlformats-officedocument.drawingml.diagramStyle+xml"/>
  <Override PartName="/ppt/diagrams/colors130.xml" ContentType="application/vnd.openxmlformats-officedocument.drawingml.diagramColors+xml"/>
  <Override PartName="/ppt/diagrams/drawing130.xml" ContentType="application/vnd.ms-office.drawingml.diagramDrawing+xml"/>
  <Override PartName="/ppt/diagrams/data131.xml" ContentType="application/vnd.openxmlformats-officedocument.drawingml.diagramData+xml"/>
  <Override PartName="/ppt/diagrams/layout131.xml" ContentType="application/vnd.openxmlformats-officedocument.drawingml.diagramLayout+xml"/>
  <Override PartName="/ppt/diagrams/quickStyle131.xml" ContentType="application/vnd.openxmlformats-officedocument.drawingml.diagramStyle+xml"/>
  <Override PartName="/ppt/diagrams/colors131.xml" ContentType="application/vnd.openxmlformats-officedocument.drawingml.diagramColors+xml"/>
  <Override PartName="/ppt/diagrams/drawing131.xml" ContentType="application/vnd.ms-office.drawingml.diagramDrawing+xml"/>
  <Override PartName="/ppt/diagrams/data132.xml" ContentType="application/vnd.openxmlformats-officedocument.drawingml.diagramData+xml"/>
  <Override PartName="/ppt/diagrams/layout132.xml" ContentType="application/vnd.openxmlformats-officedocument.drawingml.diagramLayout+xml"/>
  <Override PartName="/ppt/diagrams/quickStyle132.xml" ContentType="application/vnd.openxmlformats-officedocument.drawingml.diagramStyle+xml"/>
  <Override PartName="/ppt/diagrams/colors132.xml" ContentType="application/vnd.openxmlformats-officedocument.drawingml.diagramColors+xml"/>
  <Override PartName="/ppt/diagrams/drawing132.xml" ContentType="application/vnd.ms-office.drawingml.diagramDrawing+xml"/>
  <Override PartName="/ppt/diagrams/data133.xml" ContentType="application/vnd.openxmlformats-officedocument.drawingml.diagramData+xml"/>
  <Override PartName="/ppt/diagrams/layout133.xml" ContentType="application/vnd.openxmlformats-officedocument.drawingml.diagramLayout+xml"/>
  <Override PartName="/ppt/diagrams/quickStyle133.xml" ContentType="application/vnd.openxmlformats-officedocument.drawingml.diagramStyle+xml"/>
  <Override PartName="/ppt/diagrams/colors133.xml" ContentType="application/vnd.openxmlformats-officedocument.drawingml.diagramColors+xml"/>
  <Override PartName="/ppt/diagrams/drawing133.xml" ContentType="application/vnd.ms-office.drawingml.diagramDrawing+xml"/>
  <Override PartName="/ppt/diagrams/data134.xml" ContentType="application/vnd.openxmlformats-officedocument.drawingml.diagramData+xml"/>
  <Override PartName="/ppt/diagrams/layout134.xml" ContentType="application/vnd.openxmlformats-officedocument.drawingml.diagramLayout+xml"/>
  <Override PartName="/ppt/diagrams/quickStyle134.xml" ContentType="application/vnd.openxmlformats-officedocument.drawingml.diagramStyle+xml"/>
  <Override PartName="/ppt/diagrams/colors134.xml" ContentType="application/vnd.openxmlformats-officedocument.drawingml.diagramColors+xml"/>
  <Override PartName="/ppt/diagrams/drawing134.xml" ContentType="application/vnd.ms-office.drawingml.diagramDrawing+xml"/>
  <Override PartName="/ppt/diagrams/data135.xml" ContentType="application/vnd.openxmlformats-officedocument.drawingml.diagramData+xml"/>
  <Override PartName="/ppt/diagrams/layout135.xml" ContentType="application/vnd.openxmlformats-officedocument.drawingml.diagramLayout+xml"/>
  <Override PartName="/ppt/diagrams/quickStyle135.xml" ContentType="application/vnd.openxmlformats-officedocument.drawingml.diagramStyle+xml"/>
  <Override PartName="/ppt/diagrams/colors135.xml" ContentType="application/vnd.openxmlformats-officedocument.drawingml.diagramColors+xml"/>
  <Override PartName="/ppt/diagrams/drawing135.xml" ContentType="application/vnd.ms-office.drawingml.diagramDrawing+xml"/>
  <Override PartName="/ppt/diagrams/data136.xml" ContentType="application/vnd.openxmlformats-officedocument.drawingml.diagramData+xml"/>
  <Override PartName="/ppt/diagrams/layout136.xml" ContentType="application/vnd.openxmlformats-officedocument.drawingml.diagramLayout+xml"/>
  <Override PartName="/ppt/diagrams/quickStyle136.xml" ContentType="application/vnd.openxmlformats-officedocument.drawingml.diagramStyle+xml"/>
  <Override PartName="/ppt/diagrams/colors136.xml" ContentType="application/vnd.openxmlformats-officedocument.drawingml.diagramColors+xml"/>
  <Override PartName="/ppt/diagrams/drawing136.xml" ContentType="application/vnd.ms-office.drawingml.diagramDrawing+xml"/>
  <Override PartName="/ppt/diagrams/data137.xml" ContentType="application/vnd.openxmlformats-officedocument.drawingml.diagramData+xml"/>
  <Override PartName="/ppt/diagrams/layout137.xml" ContentType="application/vnd.openxmlformats-officedocument.drawingml.diagramLayout+xml"/>
  <Override PartName="/ppt/diagrams/quickStyle137.xml" ContentType="application/vnd.openxmlformats-officedocument.drawingml.diagramStyle+xml"/>
  <Override PartName="/ppt/diagrams/colors137.xml" ContentType="application/vnd.openxmlformats-officedocument.drawingml.diagramColors+xml"/>
  <Override PartName="/ppt/diagrams/drawing137.xml" ContentType="application/vnd.ms-office.drawingml.diagramDrawing+xml"/>
  <Override PartName="/ppt/diagrams/data138.xml" ContentType="application/vnd.openxmlformats-officedocument.drawingml.diagramData+xml"/>
  <Override PartName="/ppt/diagrams/layout138.xml" ContentType="application/vnd.openxmlformats-officedocument.drawingml.diagramLayout+xml"/>
  <Override PartName="/ppt/diagrams/quickStyle138.xml" ContentType="application/vnd.openxmlformats-officedocument.drawingml.diagramStyle+xml"/>
  <Override PartName="/ppt/diagrams/colors138.xml" ContentType="application/vnd.openxmlformats-officedocument.drawingml.diagramColors+xml"/>
  <Override PartName="/ppt/diagrams/drawing138.xml" ContentType="application/vnd.ms-office.drawingml.diagramDrawing+xml"/>
  <Override PartName="/ppt/diagrams/data139.xml" ContentType="application/vnd.openxmlformats-officedocument.drawingml.diagramData+xml"/>
  <Override PartName="/ppt/diagrams/layout139.xml" ContentType="application/vnd.openxmlformats-officedocument.drawingml.diagramLayout+xml"/>
  <Override PartName="/ppt/diagrams/quickStyle139.xml" ContentType="application/vnd.openxmlformats-officedocument.drawingml.diagramStyle+xml"/>
  <Override PartName="/ppt/diagrams/colors139.xml" ContentType="application/vnd.openxmlformats-officedocument.drawingml.diagramColors+xml"/>
  <Override PartName="/ppt/diagrams/drawing139.xml" ContentType="application/vnd.ms-office.drawingml.diagramDrawing+xml"/>
  <Override PartName="/ppt/diagrams/data140.xml" ContentType="application/vnd.openxmlformats-officedocument.drawingml.diagramData+xml"/>
  <Override PartName="/ppt/diagrams/layout140.xml" ContentType="application/vnd.openxmlformats-officedocument.drawingml.diagramLayout+xml"/>
  <Override PartName="/ppt/diagrams/quickStyle140.xml" ContentType="application/vnd.openxmlformats-officedocument.drawingml.diagramStyle+xml"/>
  <Override PartName="/ppt/diagrams/colors140.xml" ContentType="application/vnd.openxmlformats-officedocument.drawingml.diagramColors+xml"/>
  <Override PartName="/ppt/diagrams/drawing140.xml" ContentType="application/vnd.ms-office.drawingml.diagramDrawing+xml"/>
  <Override PartName="/ppt/diagrams/data141.xml" ContentType="application/vnd.openxmlformats-officedocument.drawingml.diagramData+xml"/>
  <Override PartName="/ppt/diagrams/layout141.xml" ContentType="application/vnd.openxmlformats-officedocument.drawingml.diagramLayout+xml"/>
  <Override PartName="/ppt/diagrams/quickStyle141.xml" ContentType="application/vnd.openxmlformats-officedocument.drawingml.diagramStyle+xml"/>
  <Override PartName="/ppt/diagrams/colors141.xml" ContentType="application/vnd.openxmlformats-officedocument.drawingml.diagramColors+xml"/>
  <Override PartName="/ppt/diagrams/drawing141.xml" ContentType="application/vnd.ms-office.drawingml.diagramDrawing+xml"/>
  <Override PartName="/ppt/diagrams/data142.xml" ContentType="application/vnd.openxmlformats-officedocument.drawingml.diagramData+xml"/>
  <Override PartName="/ppt/diagrams/layout142.xml" ContentType="application/vnd.openxmlformats-officedocument.drawingml.diagramLayout+xml"/>
  <Override PartName="/ppt/diagrams/quickStyle142.xml" ContentType="application/vnd.openxmlformats-officedocument.drawingml.diagramStyle+xml"/>
  <Override PartName="/ppt/diagrams/colors142.xml" ContentType="application/vnd.openxmlformats-officedocument.drawingml.diagramColors+xml"/>
  <Override PartName="/ppt/diagrams/drawing142.xml" ContentType="application/vnd.ms-office.drawingml.diagramDrawing+xml"/>
  <Override PartName="/ppt/diagrams/data143.xml" ContentType="application/vnd.openxmlformats-officedocument.drawingml.diagramData+xml"/>
  <Override PartName="/ppt/diagrams/layout143.xml" ContentType="application/vnd.openxmlformats-officedocument.drawingml.diagramLayout+xml"/>
  <Override PartName="/ppt/diagrams/quickStyle143.xml" ContentType="application/vnd.openxmlformats-officedocument.drawingml.diagramStyle+xml"/>
  <Override PartName="/ppt/diagrams/colors143.xml" ContentType="application/vnd.openxmlformats-officedocument.drawingml.diagramColors+xml"/>
  <Override PartName="/ppt/diagrams/drawing143.xml" ContentType="application/vnd.ms-office.drawingml.diagramDrawing+xml"/>
  <Override PartName="/ppt/diagrams/data144.xml" ContentType="application/vnd.openxmlformats-officedocument.drawingml.diagramData+xml"/>
  <Override PartName="/ppt/diagrams/layout144.xml" ContentType="application/vnd.openxmlformats-officedocument.drawingml.diagramLayout+xml"/>
  <Override PartName="/ppt/diagrams/quickStyle144.xml" ContentType="application/vnd.openxmlformats-officedocument.drawingml.diagramStyle+xml"/>
  <Override PartName="/ppt/diagrams/colors144.xml" ContentType="application/vnd.openxmlformats-officedocument.drawingml.diagramColors+xml"/>
  <Override PartName="/ppt/diagrams/drawing144.xml" ContentType="application/vnd.ms-office.drawingml.diagramDrawing+xml"/>
  <Override PartName="/ppt/diagrams/data145.xml" ContentType="application/vnd.openxmlformats-officedocument.drawingml.diagramData+xml"/>
  <Override PartName="/ppt/diagrams/layout145.xml" ContentType="application/vnd.openxmlformats-officedocument.drawingml.diagramLayout+xml"/>
  <Override PartName="/ppt/diagrams/quickStyle145.xml" ContentType="application/vnd.openxmlformats-officedocument.drawingml.diagramStyle+xml"/>
  <Override PartName="/ppt/diagrams/colors145.xml" ContentType="application/vnd.openxmlformats-officedocument.drawingml.diagramColors+xml"/>
  <Override PartName="/ppt/diagrams/drawing145.xml" ContentType="application/vnd.ms-office.drawingml.diagramDrawing+xml"/>
  <Override PartName="/ppt/diagrams/data146.xml" ContentType="application/vnd.openxmlformats-officedocument.drawingml.diagramData+xml"/>
  <Override PartName="/ppt/diagrams/layout146.xml" ContentType="application/vnd.openxmlformats-officedocument.drawingml.diagramLayout+xml"/>
  <Override PartName="/ppt/diagrams/quickStyle146.xml" ContentType="application/vnd.openxmlformats-officedocument.drawingml.diagramStyle+xml"/>
  <Override PartName="/ppt/diagrams/colors146.xml" ContentType="application/vnd.openxmlformats-officedocument.drawingml.diagramColors+xml"/>
  <Override PartName="/ppt/diagrams/drawing146.xml" ContentType="application/vnd.ms-office.drawingml.diagramDrawing+xml"/>
  <Override PartName="/ppt/diagrams/data147.xml" ContentType="application/vnd.openxmlformats-officedocument.drawingml.diagramData+xml"/>
  <Override PartName="/ppt/diagrams/layout147.xml" ContentType="application/vnd.openxmlformats-officedocument.drawingml.diagramLayout+xml"/>
  <Override PartName="/ppt/diagrams/quickStyle147.xml" ContentType="application/vnd.openxmlformats-officedocument.drawingml.diagramStyle+xml"/>
  <Override PartName="/ppt/diagrams/colors147.xml" ContentType="application/vnd.openxmlformats-officedocument.drawingml.diagramColors+xml"/>
  <Override PartName="/ppt/diagrams/drawing147.xml" ContentType="application/vnd.ms-office.drawingml.diagramDrawing+xml"/>
  <Override PartName="/ppt/diagrams/data148.xml" ContentType="application/vnd.openxmlformats-officedocument.drawingml.diagramData+xml"/>
  <Override PartName="/ppt/diagrams/layout148.xml" ContentType="application/vnd.openxmlformats-officedocument.drawingml.diagramLayout+xml"/>
  <Override PartName="/ppt/diagrams/quickStyle148.xml" ContentType="application/vnd.openxmlformats-officedocument.drawingml.diagramStyle+xml"/>
  <Override PartName="/ppt/diagrams/colors148.xml" ContentType="application/vnd.openxmlformats-officedocument.drawingml.diagramColors+xml"/>
  <Override PartName="/ppt/diagrams/drawing148.xml" ContentType="application/vnd.ms-office.drawingml.diagramDrawing+xml"/>
  <Override PartName="/ppt/diagrams/data149.xml" ContentType="application/vnd.openxmlformats-officedocument.drawingml.diagramData+xml"/>
  <Override PartName="/ppt/diagrams/layout149.xml" ContentType="application/vnd.openxmlformats-officedocument.drawingml.diagramLayout+xml"/>
  <Override PartName="/ppt/diagrams/quickStyle149.xml" ContentType="application/vnd.openxmlformats-officedocument.drawingml.diagramStyle+xml"/>
  <Override PartName="/ppt/diagrams/colors149.xml" ContentType="application/vnd.openxmlformats-officedocument.drawingml.diagramColors+xml"/>
  <Override PartName="/ppt/diagrams/drawing149.xml" ContentType="application/vnd.ms-office.drawingml.diagramDrawing+xml"/>
  <Override PartName="/ppt/diagrams/data150.xml" ContentType="application/vnd.openxmlformats-officedocument.drawingml.diagramData+xml"/>
  <Override PartName="/ppt/diagrams/layout150.xml" ContentType="application/vnd.openxmlformats-officedocument.drawingml.diagramLayout+xml"/>
  <Override PartName="/ppt/diagrams/quickStyle150.xml" ContentType="application/vnd.openxmlformats-officedocument.drawingml.diagramStyle+xml"/>
  <Override PartName="/ppt/diagrams/colors150.xml" ContentType="application/vnd.openxmlformats-officedocument.drawingml.diagramColors+xml"/>
  <Override PartName="/ppt/diagrams/drawing150.xml" ContentType="application/vnd.ms-office.drawingml.diagramDrawing+xml"/>
  <Override PartName="/ppt/diagrams/data151.xml" ContentType="application/vnd.openxmlformats-officedocument.drawingml.diagramData+xml"/>
  <Override PartName="/ppt/diagrams/layout151.xml" ContentType="application/vnd.openxmlformats-officedocument.drawingml.diagramLayout+xml"/>
  <Override PartName="/ppt/diagrams/quickStyle151.xml" ContentType="application/vnd.openxmlformats-officedocument.drawingml.diagramStyle+xml"/>
  <Override PartName="/ppt/diagrams/colors151.xml" ContentType="application/vnd.openxmlformats-officedocument.drawingml.diagramColors+xml"/>
  <Override PartName="/ppt/diagrams/drawing151.xml" ContentType="application/vnd.ms-office.drawingml.diagramDrawing+xml"/>
  <Override PartName="/ppt/diagrams/data152.xml" ContentType="application/vnd.openxmlformats-officedocument.drawingml.diagramData+xml"/>
  <Override PartName="/ppt/diagrams/layout152.xml" ContentType="application/vnd.openxmlformats-officedocument.drawingml.diagramLayout+xml"/>
  <Override PartName="/ppt/diagrams/quickStyle152.xml" ContentType="application/vnd.openxmlformats-officedocument.drawingml.diagramStyle+xml"/>
  <Override PartName="/ppt/diagrams/colors152.xml" ContentType="application/vnd.openxmlformats-officedocument.drawingml.diagramColors+xml"/>
  <Override PartName="/ppt/diagrams/drawing15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</p:sldMasterIdLst>
  <p:notesMasterIdLst>
    <p:notesMasterId r:id="rId190"/>
  </p:notesMasterIdLst>
  <p:handoutMasterIdLst>
    <p:handoutMasterId r:id="rId191"/>
  </p:handoutMasterIdLst>
  <p:sldIdLst>
    <p:sldId id="2076138299" r:id="rId5"/>
    <p:sldId id="2076138298" r:id="rId6"/>
    <p:sldId id="2076138413" r:id="rId7"/>
    <p:sldId id="2076138414" r:id="rId8"/>
    <p:sldId id="2076138415" r:id="rId9"/>
    <p:sldId id="2076138307" r:id="rId10"/>
    <p:sldId id="2076138354" r:id="rId11"/>
    <p:sldId id="2076138351" r:id="rId12"/>
    <p:sldId id="2076138327" r:id="rId13"/>
    <p:sldId id="2076138333" r:id="rId14"/>
    <p:sldId id="2076138329" r:id="rId15"/>
    <p:sldId id="2076138331" r:id="rId16"/>
    <p:sldId id="2076138358" r:id="rId17"/>
    <p:sldId id="2076138334" r:id="rId18"/>
    <p:sldId id="2076138346" r:id="rId19"/>
    <p:sldId id="2076138345" r:id="rId20"/>
    <p:sldId id="2076138375" r:id="rId21"/>
    <p:sldId id="2076138377" r:id="rId22"/>
    <p:sldId id="2076138380" r:id="rId23"/>
    <p:sldId id="2076138394" r:id="rId24"/>
    <p:sldId id="2076138412" r:id="rId25"/>
    <p:sldId id="2076138325" r:id="rId26"/>
    <p:sldId id="2076138461" r:id="rId27"/>
    <p:sldId id="2076138462" r:id="rId28"/>
    <p:sldId id="2076138429" r:id="rId29"/>
    <p:sldId id="2076138359" r:id="rId30"/>
    <p:sldId id="2076138339" r:id="rId31"/>
    <p:sldId id="2076138341" r:id="rId32"/>
    <p:sldId id="2076138343" r:id="rId33"/>
    <p:sldId id="2076138463" r:id="rId34"/>
    <p:sldId id="2076138427" r:id="rId35"/>
    <p:sldId id="2076138426" r:id="rId36"/>
    <p:sldId id="2076138425" r:id="rId37"/>
    <p:sldId id="2076138464" r:id="rId38"/>
    <p:sldId id="2076138465" r:id="rId39"/>
    <p:sldId id="2076138466" r:id="rId40"/>
    <p:sldId id="2076138467" r:id="rId41"/>
    <p:sldId id="2076138468" r:id="rId42"/>
    <p:sldId id="2076138469" r:id="rId43"/>
    <p:sldId id="2076138470" r:id="rId44"/>
    <p:sldId id="2076138471" r:id="rId45"/>
    <p:sldId id="2076138472" r:id="rId46"/>
    <p:sldId id="2076138473" r:id="rId47"/>
    <p:sldId id="2076138474" r:id="rId48"/>
    <p:sldId id="2076138475" r:id="rId49"/>
    <p:sldId id="2076138476" r:id="rId50"/>
    <p:sldId id="2076138477" r:id="rId51"/>
    <p:sldId id="2076138478" r:id="rId52"/>
    <p:sldId id="2076138479" r:id="rId53"/>
    <p:sldId id="2076138480" r:id="rId54"/>
    <p:sldId id="2076138481" r:id="rId55"/>
    <p:sldId id="2076138482" r:id="rId56"/>
    <p:sldId id="2076138483" r:id="rId57"/>
    <p:sldId id="2076138484" r:id="rId58"/>
    <p:sldId id="2076138485" r:id="rId59"/>
    <p:sldId id="2076138486" r:id="rId60"/>
    <p:sldId id="2076138487" r:id="rId61"/>
    <p:sldId id="2076138488" r:id="rId62"/>
    <p:sldId id="2076138489" r:id="rId63"/>
    <p:sldId id="2076138490" r:id="rId64"/>
    <p:sldId id="2076138491" r:id="rId65"/>
    <p:sldId id="2076138492" r:id="rId66"/>
    <p:sldId id="2076138493" r:id="rId67"/>
    <p:sldId id="2076138494" r:id="rId68"/>
    <p:sldId id="2076138495" r:id="rId69"/>
    <p:sldId id="2076138496" r:id="rId70"/>
    <p:sldId id="2076138497" r:id="rId71"/>
    <p:sldId id="2076138498" r:id="rId72"/>
    <p:sldId id="2076138499" r:id="rId73"/>
    <p:sldId id="2076138500" r:id="rId74"/>
    <p:sldId id="2076138501" r:id="rId75"/>
    <p:sldId id="2076138502" r:id="rId76"/>
    <p:sldId id="2076138503" r:id="rId77"/>
    <p:sldId id="2076138504" r:id="rId78"/>
    <p:sldId id="2076138505" r:id="rId79"/>
    <p:sldId id="2076138506" r:id="rId80"/>
    <p:sldId id="2076138507" r:id="rId81"/>
    <p:sldId id="2076138508" r:id="rId82"/>
    <p:sldId id="2076138509" r:id="rId83"/>
    <p:sldId id="2076138510" r:id="rId84"/>
    <p:sldId id="2076138511" r:id="rId85"/>
    <p:sldId id="2076138512" r:id="rId86"/>
    <p:sldId id="2076138513" r:id="rId87"/>
    <p:sldId id="2076138514" r:id="rId88"/>
    <p:sldId id="2076138515" r:id="rId89"/>
    <p:sldId id="2076138516" r:id="rId90"/>
    <p:sldId id="2076138517" r:id="rId91"/>
    <p:sldId id="2076138518" r:id="rId92"/>
    <p:sldId id="2076138519" r:id="rId93"/>
    <p:sldId id="2076138520" r:id="rId94"/>
    <p:sldId id="2076138521" r:id="rId95"/>
    <p:sldId id="2076138522" r:id="rId96"/>
    <p:sldId id="2076138523" r:id="rId97"/>
    <p:sldId id="2076138524" r:id="rId98"/>
    <p:sldId id="2076138525" r:id="rId99"/>
    <p:sldId id="2076138526" r:id="rId100"/>
    <p:sldId id="2076138527" r:id="rId101"/>
    <p:sldId id="2076138528" r:id="rId102"/>
    <p:sldId id="2076138529" r:id="rId103"/>
    <p:sldId id="2076138530" r:id="rId104"/>
    <p:sldId id="2076138531" r:id="rId105"/>
    <p:sldId id="2076138532" r:id="rId106"/>
    <p:sldId id="2076138533" r:id="rId107"/>
    <p:sldId id="2076138534" r:id="rId108"/>
    <p:sldId id="2076138535" r:id="rId109"/>
    <p:sldId id="2076138536" r:id="rId110"/>
    <p:sldId id="2076138537" r:id="rId111"/>
    <p:sldId id="2076138538" r:id="rId112"/>
    <p:sldId id="2076138539" r:id="rId113"/>
    <p:sldId id="2076138540" r:id="rId114"/>
    <p:sldId id="2076138541" r:id="rId115"/>
    <p:sldId id="2076138542" r:id="rId116"/>
    <p:sldId id="2076138543" r:id="rId117"/>
    <p:sldId id="2076138544" r:id="rId118"/>
    <p:sldId id="2076138545" r:id="rId119"/>
    <p:sldId id="2076138546" r:id="rId120"/>
    <p:sldId id="2076138547" r:id="rId121"/>
    <p:sldId id="2076138548" r:id="rId122"/>
    <p:sldId id="2076138549" r:id="rId123"/>
    <p:sldId id="2076138550" r:id="rId124"/>
    <p:sldId id="2076138551" r:id="rId125"/>
    <p:sldId id="2076138552" r:id="rId126"/>
    <p:sldId id="2076138553" r:id="rId127"/>
    <p:sldId id="2076138554" r:id="rId128"/>
    <p:sldId id="2076138555" r:id="rId129"/>
    <p:sldId id="2076138556" r:id="rId130"/>
    <p:sldId id="2076138557" r:id="rId131"/>
    <p:sldId id="2076138558" r:id="rId132"/>
    <p:sldId id="2076138559" r:id="rId133"/>
    <p:sldId id="2076138560" r:id="rId134"/>
    <p:sldId id="2076138561" r:id="rId135"/>
    <p:sldId id="2076138562" r:id="rId136"/>
    <p:sldId id="2076138563" r:id="rId137"/>
    <p:sldId id="2076138564" r:id="rId138"/>
    <p:sldId id="2076138565" r:id="rId139"/>
    <p:sldId id="2076138566" r:id="rId140"/>
    <p:sldId id="2076138567" r:id="rId141"/>
    <p:sldId id="2076138568" r:id="rId142"/>
    <p:sldId id="2076138569" r:id="rId143"/>
    <p:sldId id="2076138570" r:id="rId144"/>
    <p:sldId id="2076138571" r:id="rId145"/>
    <p:sldId id="2076138572" r:id="rId146"/>
    <p:sldId id="2076138573" r:id="rId147"/>
    <p:sldId id="2076138574" r:id="rId148"/>
    <p:sldId id="2076138575" r:id="rId149"/>
    <p:sldId id="2076138576" r:id="rId150"/>
    <p:sldId id="2076138577" r:id="rId151"/>
    <p:sldId id="2076138578" r:id="rId152"/>
    <p:sldId id="2076138579" r:id="rId153"/>
    <p:sldId id="2076138580" r:id="rId154"/>
    <p:sldId id="2076138581" r:id="rId155"/>
    <p:sldId id="2076138582" r:id="rId156"/>
    <p:sldId id="2076138583" r:id="rId157"/>
    <p:sldId id="2076138584" r:id="rId158"/>
    <p:sldId id="2076138585" r:id="rId159"/>
    <p:sldId id="2076138586" r:id="rId160"/>
    <p:sldId id="2076138587" r:id="rId161"/>
    <p:sldId id="2076138588" r:id="rId162"/>
    <p:sldId id="2076138589" r:id="rId163"/>
    <p:sldId id="2076138590" r:id="rId164"/>
    <p:sldId id="2076138591" r:id="rId165"/>
    <p:sldId id="2076138592" r:id="rId166"/>
    <p:sldId id="2076138593" r:id="rId167"/>
    <p:sldId id="2076138594" r:id="rId168"/>
    <p:sldId id="2076138595" r:id="rId169"/>
    <p:sldId id="2076138596" r:id="rId170"/>
    <p:sldId id="2076138597" r:id="rId171"/>
    <p:sldId id="2076138598" r:id="rId172"/>
    <p:sldId id="2076138599" r:id="rId173"/>
    <p:sldId id="2076138600" r:id="rId174"/>
    <p:sldId id="2076138601" r:id="rId175"/>
    <p:sldId id="2076138602" r:id="rId176"/>
    <p:sldId id="2076138603" r:id="rId177"/>
    <p:sldId id="2076138604" r:id="rId178"/>
    <p:sldId id="2076138605" r:id="rId179"/>
    <p:sldId id="2076138606" r:id="rId180"/>
    <p:sldId id="2076138607" r:id="rId181"/>
    <p:sldId id="2076138608" r:id="rId182"/>
    <p:sldId id="2076138609" r:id="rId183"/>
    <p:sldId id="2076138610" r:id="rId184"/>
    <p:sldId id="2076138611" r:id="rId185"/>
    <p:sldId id="2076138612" r:id="rId186"/>
    <p:sldId id="2076138613" r:id="rId187"/>
    <p:sldId id="2076138614" r:id="rId188"/>
    <p:sldId id="2076138615" r:id="rId189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 Slides" id="{055AFA19-D1E1-8A4D-B3CD-4F468CD7A2AE}">
          <p14:sldIdLst>
            <p14:sldId id="2076138299"/>
            <p14:sldId id="2076138298"/>
          </p14:sldIdLst>
        </p14:section>
        <p14:section name="Quote Slides" id="{8EE70886-F4DB-2F40-8FB8-37E5FE2E7F63}">
          <p14:sldIdLst>
            <p14:sldId id="2076138413"/>
            <p14:sldId id="2076138414"/>
            <p14:sldId id="2076138415"/>
          </p14:sldIdLst>
        </p14:section>
        <p14:section name="Project slide" id="{0E6C0102-0830-EE4B-863A-6D51F4F973A4}">
          <p14:sldIdLst>
            <p14:sldId id="2076138307"/>
          </p14:sldIdLst>
        </p14:section>
        <p14:section name="Timeline Slides" id="{C612CE83-33A7-4546-825B-9D3A615EC37E}">
          <p14:sldIdLst>
            <p14:sldId id="2076138354"/>
            <p14:sldId id="2076138351"/>
            <p14:sldId id="2076138327"/>
            <p14:sldId id="2076138333"/>
            <p14:sldId id="2076138329"/>
            <p14:sldId id="2076138331"/>
          </p14:sldIdLst>
        </p14:section>
        <p14:section name="Charts, Graphs, and Tables" id="{F28C5BC2-3741-EB40-97C4-2358C8EA86C4}">
          <p14:sldIdLst>
            <p14:sldId id="2076138358"/>
            <p14:sldId id="2076138334"/>
            <p14:sldId id="2076138346"/>
            <p14:sldId id="2076138345"/>
            <p14:sldId id="2076138375"/>
            <p14:sldId id="2076138377"/>
            <p14:sldId id="2076138380"/>
            <p14:sldId id="2076138394"/>
            <p14:sldId id="2076138412"/>
          </p14:sldIdLst>
        </p14:section>
        <p14:section name="Team Slides" id="{97C9990A-4872-1945-8603-E202CB6FDEC0}">
          <p14:sldIdLst>
            <p14:sldId id="2076138325"/>
            <p14:sldId id="2076138461"/>
          </p14:sldIdLst>
        </p14:section>
        <p14:section name="Resources" id="{EFDF35F9-E9F0-5745-AAB5-0D7314BAA3D1}">
          <p14:sldIdLst>
            <p14:sldId id="2076138462"/>
          </p14:sldIdLst>
        </p14:section>
        <p14:section name="Layouts" id="{8F59876D-C8D3-2D40-8540-E20264ECD2D1}">
          <p14:sldIdLst>
            <p14:sldId id="2076138429"/>
            <p14:sldId id="2076138359"/>
            <p14:sldId id="2076138339"/>
            <p14:sldId id="2076138341"/>
            <p14:sldId id="2076138343"/>
            <p14:sldId id="2076138463"/>
          </p14:sldIdLst>
        </p14:section>
        <p14:section name="More Photo Slides" id="{6EA33047-67DE-E544-B8BB-DED362DE3B9A}">
          <p14:sldIdLst>
            <p14:sldId id="2076138427"/>
            <p14:sldId id="2076138426"/>
            <p14:sldId id="2076138425"/>
            <p14:sldId id="2076138464"/>
            <p14:sldId id="2076138465"/>
            <p14:sldId id="2076138466"/>
            <p14:sldId id="2076138467"/>
            <p14:sldId id="2076138468"/>
            <p14:sldId id="2076138469"/>
            <p14:sldId id="2076138470"/>
            <p14:sldId id="2076138471"/>
            <p14:sldId id="2076138472"/>
            <p14:sldId id="2076138473"/>
            <p14:sldId id="2076138474"/>
            <p14:sldId id="2076138475"/>
            <p14:sldId id="2076138476"/>
            <p14:sldId id="2076138477"/>
            <p14:sldId id="2076138478"/>
            <p14:sldId id="2076138479"/>
            <p14:sldId id="2076138480"/>
            <p14:sldId id="2076138481"/>
            <p14:sldId id="2076138482"/>
            <p14:sldId id="2076138483"/>
            <p14:sldId id="2076138484"/>
            <p14:sldId id="2076138485"/>
            <p14:sldId id="2076138486"/>
            <p14:sldId id="2076138487"/>
            <p14:sldId id="2076138488"/>
            <p14:sldId id="2076138489"/>
            <p14:sldId id="2076138490"/>
            <p14:sldId id="2076138491"/>
            <p14:sldId id="2076138492"/>
            <p14:sldId id="2076138493"/>
            <p14:sldId id="2076138494"/>
            <p14:sldId id="2076138495"/>
            <p14:sldId id="2076138496"/>
            <p14:sldId id="2076138497"/>
            <p14:sldId id="2076138498"/>
            <p14:sldId id="2076138499"/>
            <p14:sldId id="2076138500"/>
            <p14:sldId id="2076138501"/>
            <p14:sldId id="2076138502"/>
            <p14:sldId id="2076138503"/>
            <p14:sldId id="2076138504"/>
            <p14:sldId id="2076138505"/>
            <p14:sldId id="2076138506"/>
            <p14:sldId id="2076138507"/>
            <p14:sldId id="2076138508"/>
            <p14:sldId id="2076138509"/>
            <p14:sldId id="2076138510"/>
            <p14:sldId id="2076138511"/>
            <p14:sldId id="2076138512"/>
            <p14:sldId id="2076138513"/>
            <p14:sldId id="2076138514"/>
            <p14:sldId id="2076138515"/>
            <p14:sldId id="2076138516"/>
            <p14:sldId id="2076138517"/>
            <p14:sldId id="2076138518"/>
            <p14:sldId id="2076138519"/>
            <p14:sldId id="2076138520"/>
            <p14:sldId id="2076138521"/>
            <p14:sldId id="2076138522"/>
            <p14:sldId id="2076138523"/>
            <p14:sldId id="2076138524"/>
            <p14:sldId id="2076138525"/>
            <p14:sldId id="2076138526"/>
            <p14:sldId id="2076138527"/>
            <p14:sldId id="2076138528"/>
            <p14:sldId id="2076138529"/>
            <p14:sldId id="2076138530"/>
            <p14:sldId id="2076138531"/>
            <p14:sldId id="2076138532"/>
            <p14:sldId id="2076138533"/>
            <p14:sldId id="2076138534"/>
            <p14:sldId id="2076138535"/>
            <p14:sldId id="2076138536"/>
            <p14:sldId id="2076138537"/>
            <p14:sldId id="2076138538"/>
            <p14:sldId id="2076138539"/>
            <p14:sldId id="2076138540"/>
            <p14:sldId id="2076138541"/>
            <p14:sldId id="2076138542"/>
            <p14:sldId id="2076138543"/>
            <p14:sldId id="2076138544"/>
            <p14:sldId id="2076138545"/>
            <p14:sldId id="2076138546"/>
            <p14:sldId id="2076138547"/>
            <p14:sldId id="2076138548"/>
            <p14:sldId id="2076138549"/>
            <p14:sldId id="2076138550"/>
            <p14:sldId id="2076138551"/>
            <p14:sldId id="2076138552"/>
            <p14:sldId id="2076138553"/>
            <p14:sldId id="2076138554"/>
            <p14:sldId id="2076138555"/>
            <p14:sldId id="2076138556"/>
            <p14:sldId id="2076138557"/>
            <p14:sldId id="2076138558"/>
            <p14:sldId id="2076138559"/>
            <p14:sldId id="2076138560"/>
            <p14:sldId id="2076138561"/>
            <p14:sldId id="2076138562"/>
            <p14:sldId id="2076138563"/>
            <p14:sldId id="2076138564"/>
            <p14:sldId id="2076138565"/>
            <p14:sldId id="2076138566"/>
            <p14:sldId id="2076138567"/>
            <p14:sldId id="2076138568"/>
            <p14:sldId id="2076138569"/>
            <p14:sldId id="2076138570"/>
            <p14:sldId id="2076138571"/>
            <p14:sldId id="2076138572"/>
            <p14:sldId id="2076138573"/>
            <p14:sldId id="2076138574"/>
            <p14:sldId id="2076138575"/>
            <p14:sldId id="2076138576"/>
            <p14:sldId id="2076138577"/>
            <p14:sldId id="2076138578"/>
            <p14:sldId id="2076138579"/>
            <p14:sldId id="2076138580"/>
            <p14:sldId id="2076138581"/>
            <p14:sldId id="2076138582"/>
            <p14:sldId id="2076138583"/>
            <p14:sldId id="2076138584"/>
            <p14:sldId id="2076138585"/>
            <p14:sldId id="2076138586"/>
            <p14:sldId id="2076138587"/>
            <p14:sldId id="2076138588"/>
            <p14:sldId id="2076138589"/>
            <p14:sldId id="2076138590"/>
            <p14:sldId id="2076138591"/>
            <p14:sldId id="2076138592"/>
            <p14:sldId id="2076138593"/>
            <p14:sldId id="2076138594"/>
            <p14:sldId id="2076138595"/>
            <p14:sldId id="2076138596"/>
            <p14:sldId id="2076138597"/>
            <p14:sldId id="2076138598"/>
            <p14:sldId id="2076138599"/>
            <p14:sldId id="2076138600"/>
            <p14:sldId id="2076138601"/>
            <p14:sldId id="2076138602"/>
            <p14:sldId id="2076138603"/>
            <p14:sldId id="2076138604"/>
            <p14:sldId id="2076138605"/>
            <p14:sldId id="2076138606"/>
            <p14:sldId id="2076138607"/>
            <p14:sldId id="2076138608"/>
            <p14:sldId id="2076138609"/>
            <p14:sldId id="2076138610"/>
            <p14:sldId id="2076138611"/>
            <p14:sldId id="2076138612"/>
            <p14:sldId id="2076138613"/>
            <p14:sldId id="2076138614"/>
            <p14:sldId id="2076138615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640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2F2F"/>
    <a:srgbClr val="FFFFFF"/>
    <a:srgbClr val="666666"/>
    <a:srgbClr val="000000"/>
    <a:srgbClr val="8661C5"/>
    <a:srgbClr val="D59DFF"/>
    <a:srgbClr val="50E6FF"/>
    <a:srgbClr val="0069BA"/>
    <a:srgbClr val="9BF00B"/>
    <a:srgbClr val="0F78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7861F8-FC33-4A4E-9228-A2D53F8A7574}" v="306" dt="2021-12-28T22:01:17.8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78" autoAdjust="0"/>
    <p:restoredTop sz="96266" autoAdjust="0"/>
  </p:normalViewPr>
  <p:slideViewPr>
    <p:cSldViewPr snapToGrid="0">
      <p:cViewPr>
        <p:scale>
          <a:sx n="86" d="100"/>
          <a:sy n="86" d="100"/>
        </p:scale>
        <p:origin x="824" y="952"/>
      </p:cViewPr>
      <p:guideLst>
        <p:guide orient="horz" pos="640"/>
        <p:guide pos="3840"/>
      </p:guideLst>
    </p:cSldViewPr>
  </p:slideViewPr>
  <p:outlineViewPr>
    <p:cViewPr>
      <p:scale>
        <a:sx n="33" d="100"/>
        <a:sy n="33" d="100"/>
      </p:scale>
      <p:origin x="0" y="-44436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20925"/>
    </p:cViewPr>
  </p:sorterViewPr>
  <p:notesViewPr>
    <p:cSldViewPr snapToGrid="0" showGuides="1">
      <p:cViewPr varScale="1">
        <p:scale>
          <a:sx n="169" d="100"/>
          <a:sy n="169" d="100"/>
        </p:scale>
        <p:origin x="5232" y="1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91" Type="http://schemas.openxmlformats.org/officeDocument/2006/relationships/handoutMaster" Target="handoutMasters/handoutMaster1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slide" Target="slides/slide177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92" Type="http://schemas.openxmlformats.org/officeDocument/2006/relationships/commentAuthors" Target="commentAuthors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slide" Target="slides/slide178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5" Type="http://schemas.openxmlformats.org/officeDocument/2006/relationships/slide" Target="slides/slide61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51" Type="http://schemas.openxmlformats.org/officeDocument/2006/relationships/slide" Target="slides/slide147.xml"/><Relationship Id="rId172" Type="http://schemas.openxmlformats.org/officeDocument/2006/relationships/slide" Target="slides/slide168.xml"/><Relationship Id="rId193" Type="http://schemas.openxmlformats.org/officeDocument/2006/relationships/presProps" Target="presProps.xml"/><Relationship Id="rId13" Type="http://schemas.openxmlformats.org/officeDocument/2006/relationships/slide" Target="slides/slide9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20" Type="http://schemas.openxmlformats.org/officeDocument/2006/relationships/slide" Target="slides/slide116.xml"/><Relationship Id="rId141" Type="http://schemas.openxmlformats.org/officeDocument/2006/relationships/slide" Target="slides/slide137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162" Type="http://schemas.openxmlformats.org/officeDocument/2006/relationships/slide" Target="slides/slide158.xml"/><Relationship Id="rId183" Type="http://schemas.openxmlformats.org/officeDocument/2006/relationships/slide" Target="slides/slide179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4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slide" Target="slides/slide180.xml"/><Relationship Id="rId189" Type="http://schemas.openxmlformats.org/officeDocument/2006/relationships/slide" Target="slides/slide185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79" Type="http://schemas.openxmlformats.org/officeDocument/2006/relationships/slide" Target="slides/slide175.xml"/><Relationship Id="rId195" Type="http://schemas.openxmlformats.org/officeDocument/2006/relationships/theme" Target="theme/theme1.xml"/><Relationship Id="rId190" Type="http://schemas.openxmlformats.org/officeDocument/2006/relationships/notesMaster" Target="notesMasters/notesMaster1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185" Type="http://schemas.openxmlformats.org/officeDocument/2006/relationships/slide" Target="slides/slide18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80" Type="http://schemas.openxmlformats.org/officeDocument/2006/relationships/slide" Target="slides/slide176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96" Type="http://schemas.openxmlformats.org/officeDocument/2006/relationships/tableStyles" Target="tableStyles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slide" Target="slides/slide182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97" Type="http://schemas.microsoft.com/office/2015/10/relationships/revisionInfo" Target="revisionInfo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slide" Target="slides/slide183.xml"/><Relationship Id="rId1" Type="http://schemas.openxmlformats.org/officeDocument/2006/relationships/customXml" Target="../customXml/item1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50" Type="http://schemas.openxmlformats.org/officeDocument/2006/relationships/slide" Target="slides/slide46.xml"/><Relationship Id="rId104" Type="http://schemas.openxmlformats.org/officeDocument/2006/relationships/slide" Target="slides/slide100.xml"/><Relationship Id="rId125" Type="http://schemas.openxmlformats.org/officeDocument/2006/relationships/slide" Target="slides/slide121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slide" Target="slides/slide18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pPr>
            <a:r>
              <a:rPr lang="en-US" b="1" i="0" dirty="0">
                <a:solidFill>
                  <a:srgbClr val="50505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Chart title</a:t>
            </a:r>
          </a:p>
        </c:rich>
      </c:tx>
      <c:layout>
        <c:manualLayout>
          <c:xMode val="edge"/>
          <c:yMode val="edge"/>
          <c:x val="0.10185704742818973"/>
          <c:y val="1.58565106478966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50505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50E6FF"/>
            </a:solidFill>
            <a:ln>
              <a:noFill/>
            </a:ln>
            <a:effectLst/>
          </c:spPr>
          <c:invertIfNegative val="0"/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BE66-CE43-9090-B76541092ABA}"/>
            </c:ext>
          </c:extLst>
        </c:ser>
        <c:ser>
          <c:idx val="1"/>
          <c:order val="1"/>
          <c:spPr>
            <a:solidFill>
              <a:srgbClr val="0078D4"/>
            </a:solidFill>
            <a:ln>
              <a:noFill/>
            </a:ln>
            <a:effectLst/>
          </c:spPr>
          <c:invertIfNegative val="0"/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Series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BE66-CE43-9090-B76541092ABA}"/>
            </c:ext>
          </c:extLst>
        </c:ser>
        <c:ser>
          <c:idx val="2"/>
          <c:order val="2"/>
          <c:spPr>
            <a:solidFill>
              <a:srgbClr val="E6E6E6"/>
            </a:solidFill>
            <a:ln>
              <a:noFill/>
            </a:ln>
            <a:effectLst/>
          </c:spPr>
          <c:invertIfNegative val="0"/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Series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BE66-CE43-9090-B76541092A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00531903"/>
        <c:axId val="822117807"/>
      </c:barChart>
      <c:catAx>
        <c:axId val="5005319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2117807"/>
        <c:crosses val="autoZero"/>
        <c:auto val="1"/>
        <c:lblAlgn val="ctr"/>
        <c:lblOffset val="100"/>
        <c:noMultiLvlLbl val="0"/>
      </c:catAx>
      <c:valAx>
        <c:axId val="8221178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737373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531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149080312856686"/>
          <c:y val="3.0755596026882819E-2"/>
          <c:w val="0.26490661112250746"/>
          <c:h val="5.74950417190621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50505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 title</a:t>
            </a:r>
          </a:p>
        </c:rich>
      </c:tx>
      <c:layout>
        <c:manualLayout>
          <c:xMode val="edge"/>
          <c:yMode val="edge"/>
          <c:x val="4.1896065993180111E-2"/>
          <c:y val="1.84199769242651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1B65-094F-B0E7-9895D90A6552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Series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1B65-094F-B0E7-9895D90A6552}"/>
            </c:ext>
          </c:extLst>
        </c:ser>
        <c:ser>
          <c:idx val="2"/>
          <c:order val="2"/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Series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1B65-094F-B0E7-9895D90A65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00206671"/>
        <c:axId val="694328464"/>
      </c:lineChart>
      <c:catAx>
        <c:axId val="1700206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4328464"/>
        <c:crosses val="autoZero"/>
        <c:auto val="1"/>
        <c:lblAlgn val="ctr"/>
        <c:lblOffset val="100"/>
        <c:noMultiLvlLbl val="0"/>
      </c:catAx>
      <c:valAx>
        <c:axId val="694328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02066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3323659935552359"/>
          <c:y val="3.9841056388093925E-2"/>
          <c:w val="0.44424604142204949"/>
          <c:h val="6.6790062785047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6C-5E40-9FDA-9D4AC5F62DB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6C-5E40-9FDA-9D4AC5F62DB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6C-5E40-9FDA-9D4AC5F62DBB}"/>
              </c:ext>
            </c:extLst>
          </c:dPt>
          <c:dPt>
            <c:idx val="3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64F-F947-99A2-725B5B015769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Sales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1st Qtr</c:v>
                      </c:pt>
                      <c:pt idx="1">
                        <c:v>2nd Qtr</c:v>
                      </c:pt>
                      <c:pt idx="2">
                        <c:v>3rd Qtr</c:v>
                      </c:pt>
                      <c:pt idx="3">
                        <c:v>4th Qtr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D64F-F947-99A2-725B5B0157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EB4-014E-A556-713550FF75B6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6C-A94E-9653-FFFCCFB0BB6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EB4-014E-A556-713550FF75B6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36C-A94E-9653-FFFCCFB0BB69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Sales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1st Qtr</c:v>
                      </c:pt>
                      <c:pt idx="1">
                        <c:v>2nd Qtr</c:v>
                      </c:pt>
                      <c:pt idx="2">
                        <c:v>3rd Qtr</c:v>
                      </c:pt>
                      <c:pt idx="3">
                        <c:v>4th Qtr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836C-A94E-9653-FFFCCFB0B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466808674905005"/>
          <c:y val="0.93991864077341936"/>
          <c:w val="0.59594420750566246"/>
          <c:h val="5.983017030176018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EB4-014E-A556-713550FF75B6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6C-A94E-9653-FFFCCFB0BB6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EB4-014E-A556-713550FF75B6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36C-A94E-9653-FFFCCFB0BB69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Sales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1st Qtr</c:v>
                      </c:pt>
                      <c:pt idx="1">
                        <c:v>2nd Qtr</c:v>
                      </c:pt>
                      <c:pt idx="2">
                        <c:v>3rd Qtr</c:v>
                      </c:pt>
                      <c:pt idx="3">
                        <c:v>4th Qtr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836C-A94E-9653-FFFCCFB0B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466808674905005"/>
          <c:y val="0.93991864077341936"/>
          <c:w val="0.59594420750566246"/>
          <c:h val="5.983017030176018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 title</a:t>
            </a:r>
          </a:p>
        </c:rich>
      </c:tx>
      <c:layout>
        <c:manualLayout>
          <c:xMode val="edge"/>
          <c:yMode val="edge"/>
          <c:x val="0.27290791529983499"/>
          <c:y val="0.16248756554308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EB4-014E-A556-713550FF75B6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6C-A94E-9653-FFFCCFB0BB6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EB4-014E-A556-713550FF75B6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36C-A94E-9653-FFFCCFB0BB69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Sales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1st Qtr</c:v>
                      </c:pt>
                      <c:pt idx="1">
                        <c:v>2nd Qtr</c:v>
                      </c:pt>
                      <c:pt idx="2">
                        <c:v>3rd Qtr</c:v>
                      </c:pt>
                      <c:pt idx="3">
                        <c:v>4th Qtr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836C-A94E-9653-FFFCCFB0B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 title</a:t>
            </a:r>
          </a:p>
        </c:rich>
      </c:tx>
      <c:layout>
        <c:manualLayout>
          <c:xMode val="edge"/>
          <c:yMode val="edge"/>
          <c:x val="0.27290791529983499"/>
          <c:y val="0.16248756554308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EB4-014E-A556-713550FF75B6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6C-A94E-9653-FFFCCFB0BB6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EB4-014E-A556-713550FF75B6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36C-A94E-9653-FFFCCFB0BB69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Sales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1st Qtr</c:v>
                      </c:pt>
                      <c:pt idx="1">
                        <c:v>2nd Qtr</c:v>
                      </c:pt>
                      <c:pt idx="2">
                        <c:v>3rd Qtr</c:v>
                      </c:pt>
                      <c:pt idx="3">
                        <c:v>4th Qtr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836C-A94E-9653-FFFCCFB0B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 title</a:t>
            </a:r>
          </a:p>
        </c:rich>
      </c:tx>
      <c:layout>
        <c:manualLayout>
          <c:xMode val="edge"/>
          <c:yMode val="edge"/>
          <c:x val="0.27290791529983499"/>
          <c:y val="0.16248756554308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EB4-014E-A556-713550FF75B6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6C-A94E-9653-FFFCCFB0BB6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EB4-014E-A556-713550FF75B6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36C-A94E-9653-FFFCCFB0BB69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Sales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1st Qtr</c:v>
                      </c:pt>
                      <c:pt idx="1">
                        <c:v>2nd Qtr</c:v>
                      </c:pt>
                      <c:pt idx="2">
                        <c:v>3rd Qtr</c:v>
                      </c:pt>
                      <c:pt idx="3">
                        <c:v>4th Qtr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836C-A94E-9653-FFFCCFB0B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 title</a:t>
            </a:r>
          </a:p>
        </c:rich>
      </c:tx>
      <c:layout>
        <c:manualLayout>
          <c:xMode val="edge"/>
          <c:yMode val="edge"/>
          <c:x val="0.27290791529983499"/>
          <c:y val="0.16248756554308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EB4-014E-A556-713550FF75B6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6C-A94E-9653-FFFCCFB0BB6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EB4-014E-A556-713550FF75B6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36C-A94E-9653-FFFCCFB0BB69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Sales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1st Qtr</c:v>
                      </c:pt>
                      <c:pt idx="1">
                        <c:v>2nd Qtr</c:v>
                      </c:pt>
                      <c:pt idx="2">
                        <c:v>3rd Qtr</c:v>
                      </c:pt>
                      <c:pt idx="3">
                        <c:v>4th Qtr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836C-A94E-9653-FFFCCFB0B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/Relationships>
</file>

<file path=ppt/diagrams/_rels/data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6" Type="http://schemas.openxmlformats.org/officeDocument/2006/relationships/image" Target="../media/image9.jpg"/><Relationship Id="rId5" Type="http://schemas.openxmlformats.org/officeDocument/2006/relationships/image" Target="../media/image2.jpeg"/><Relationship Id="rId4" Type="http://schemas.openxmlformats.org/officeDocument/2006/relationships/image" Target="../media/image8.jpg"/></Relationships>
</file>

<file path=ppt/diagrams/_rels/data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6" Type="http://schemas.openxmlformats.org/officeDocument/2006/relationships/image" Target="../media/image9.jpg"/><Relationship Id="rId5" Type="http://schemas.openxmlformats.org/officeDocument/2006/relationships/image" Target="../media/image2.jpeg"/><Relationship Id="rId4" Type="http://schemas.openxmlformats.org/officeDocument/2006/relationships/image" Target="../media/image8.jpg"/></Relationships>
</file>

<file path=ppt/diagrams/_rels/data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ata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ata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jpg"/><Relationship Id="rId1" Type="http://schemas.openxmlformats.org/officeDocument/2006/relationships/image" Target="../media/image8.jpg"/></Relationships>
</file>

<file path=ppt/diagrams/_rels/data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ata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ata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ata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ata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ata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ata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ata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ata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ata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ata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ata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ata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/Relationships>
</file>

<file path=ppt/diagrams/_rels/drawing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6" Type="http://schemas.openxmlformats.org/officeDocument/2006/relationships/image" Target="../media/image9.jpg"/><Relationship Id="rId5" Type="http://schemas.openxmlformats.org/officeDocument/2006/relationships/image" Target="../media/image2.jpeg"/><Relationship Id="rId4" Type="http://schemas.openxmlformats.org/officeDocument/2006/relationships/image" Target="../media/image8.jpg"/></Relationships>
</file>

<file path=ppt/diagrams/_rels/drawing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6" Type="http://schemas.openxmlformats.org/officeDocument/2006/relationships/image" Target="../media/image9.jpg"/><Relationship Id="rId5" Type="http://schemas.openxmlformats.org/officeDocument/2006/relationships/image" Target="../media/image2.jpeg"/><Relationship Id="rId4" Type="http://schemas.openxmlformats.org/officeDocument/2006/relationships/image" Target="../media/image8.jpg"/></Relationships>
</file>

<file path=ppt/diagrams/_rels/drawing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rawing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rawing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jpg"/><Relationship Id="rId1" Type="http://schemas.openxmlformats.org/officeDocument/2006/relationships/image" Target="../media/image8.jpg"/></Relationships>
</file>

<file path=ppt/diagrams/_rels/drawing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rawing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rawing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image" Target="../media/image9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diagrams/_rels/drawing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rawing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rawing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rawing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rawing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rawing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rawing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rawing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rawing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_rels/drawing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9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C5DF37-971A-7F46-AF91-2157D2F5C17C}" type="doc">
      <dgm:prSet loTypeId="urn:microsoft.com/office/officeart/2005/8/layout/default" loCatId="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240FF7CA-C4EF-D740-BED3-3843A558C6DD}">
      <dgm:prSet phldrT="[Text]" phldr="1"/>
      <dgm:spPr/>
      <dgm:t>
        <a:bodyPr/>
        <a:lstStyle/>
        <a:p>
          <a:endParaRPr lang="en-US" dirty="0"/>
        </a:p>
      </dgm:t>
    </dgm:pt>
    <dgm:pt modelId="{45E98BC1-148F-7941-BE48-FD22F7983DBD}" type="parTrans" cxnId="{CF16F45B-4296-3043-B156-61157FB0BF84}">
      <dgm:prSet/>
      <dgm:spPr/>
      <dgm:t>
        <a:bodyPr/>
        <a:lstStyle/>
        <a:p>
          <a:endParaRPr lang="en-US"/>
        </a:p>
      </dgm:t>
    </dgm:pt>
    <dgm:pt modelId="{3209AC91-2DD5-DC43-82C0-A1A88019EAA1}" type="sibTrans" cxnId="{CF16F45B-4296-3043-B156-61157FB0BF84}">
      <dgm:prSet/>
      <dgm:spPr/>
      <dgm:t>
        <a:bodyPr/>
        <a:lstStyle/>
        <a:p>
          <a:endParaRPr lang="en-US"/>
        </a:p>
      </dgm:t>
    </dgm:pt>
    <dgm:pt modelId="{4183EF4B-4523-A245-A73C-308B265032FE}">
      <dgm:prSet phldrT="[Text]" phldr="1"/>
      <dgm:spPr/>
      <dgm:t>
        <a:bodyPr/>
        <a:lstStyle/>
        <a:p>
          <a:endParaRPr lang="en-US"/>
        </a:p>
      </dgm:t>
    </dgm:pt>
    <dgm:pt modelId="{2723C4C9-F44F-764A-8B3C-396A930D6B04}" type="parTrans" cxnId="{C3683F69-4642-9449-88AA-F363B586AEBD}">
      <dgm:prSet/>
      <dgm:spPr/>
      <dgm:t>
        <a:bodyPr/>
        <a:lstStyle/>
        <a:p>
          <a:endParaRPr lang="en-US"/>
        </a:p>
      </dgm:t>
    </dgm:pt>
    <dgm:pt modelId="{275DE4C7-45D6-8040-93CE-864218960CF8}" type="sibTrans" cxnId="{C3683F69-4642-9449-88AA-F363B586AEBD}">
      <dgm:prSet/>
      <dgm:spPr/>
      <dgm:t>
        <a:bodyPr/>
        <a:lstStyle/>
        <a:p>
          <a:endParaRPr lang="en-US"/>
        </a:p>
      </dgm:t>
    </dgm:pt>
    <dgm:pt modelId="{5F5E2961-3C17-4F46-948D-23C2CA53C8B4}">
      <dgm:prSet phldrT="[Text]" phldr="1"/>
      <dgm:spPr/>
      <dgm:t>
        <a:bodyPr/>
        <a:lstStyle/>
        <a:p>
          <a:endParaRPr lang="en-US"/>
        </a:p>
      </dgm:t>
    </dgm:pt>
    <dgm:pt modelId="{34FB2186-7FEF-F341-84ED-6079AE141A05}" type="parTrans" cxnId="{F7C36327-2A37-5647-930F-F47910DB967F}">
      <dgm:prSet/>
      <dgm:spPr/>
      <dgm:t>
        <a:bodyPr/>
        <a:lstStyle/>
        <a:p>
          <a:endParaRPr lang="en-US"/>
        </a:p>
      </dgm:t>
    </dgm:pt>
    <dgm:pt modelId="{9A29C282-F3AF-8D4A-9F46-3FB1D1EA51BC}" type="sibTrans" cxnId="{F7C36327-2A37-5647-930F-F47910DB967F}">
      <dgm:prSet/>
      <dgm:spPr/>
      <dgm:t>
        <a:bodyPr/>
        <a:lstStyle/>
        <a:p>
          <a:endParaRPr lang="en-US"/>
        </a:p>
      </dgm:t>
    </dgm:pt>
    <dgm:pt modelId="{4A53FAB1-A203-CE43-90B0-15D0C093513C}">
      <dgm:prSet phldrT="[Text]" phldr="1"/>
      <dgm:spPr/>
      <dgm:t>
        <a:bodyPr/>
        <a:lstStyle/>
        <a:p>
          <a:endParaRPr lang="en-US"/>
        </a:p>
      </dgm:t>
    </dgm:pt>
    <dgm:pt modelId="{59791778-99F4-964C-ABB1-87D79C65BE75}" type="parTrans" cxnId="{3EEB1783-AD48-5742-98C1-C5AD1B5E3F7F}">
      <dgm:prSet/>
      <dgm:spPr/>
      <dgm:t>
        <a:bodyPr/>
        <a:lstStyle/>
        <a:p>
          <a:endParaRPr lang="en-US"/>
        </a:p>
      </dgm:t>
    </dgm:pt>
    <dgm:pt modelId="{89E2F0A1-9352-0D42-877E-CDE5ED839DBD}" type="sibTrans" cxnId="{3EEB1783-AD48-5742-98C1-C5AD1B5E3F7F}">
      <dgm:prSet/>
      <dgm:spPr/>
      <dgm:t>
        <a:bodyPr/>
        <a:lstStyle/>
        <a:p>
          <a:endParaRPr lang="en-US"/>
        </a:p>
      </dgm:t>
    </dgm:pt>
    <dgm:pt modelId="{11B3B1B9-93BF-434D-B520-FC6B015989B5}">
      <dgm:prSet phldrT="[Text]" phldr="1"/>
      <dgm:spPr/>
      <dgm:t>
        <a:bodyPr/>
        <a:lstStyle/>
        <a:p>
          <a:endParaRPr lang="en-US"/>
        </a:p>
      </dgm:t>
    </dgm:pt>
    <dgm:pt modelId="{D363DE53-D0AC-884A-AA93-892F986D5F47}" type="parTrans" cxnId="{36FE4B49-7A08-104A-A86A-CF49532A3E3B}">
      <dgm:prSet/>
      <dgm:spPr/>
      <dgm:t>
        <a:bodyPr/>
        <a:lstStyle/>
        <a:p>
          <a:endParaRPr lang="en-US"/>
        </a:p>
      </dgm:t>
    </dgm:pt>
    <dgm:pt modelId="{E9F84CB0-AB90-A248-B369-4A467E2BA690}" type="sibTrans" cxnId="{36FE4B49-7A08-104A-A86A-CF49532A3E3B}">
      <dgm:prSet/>
      <dgm:spPr/>
      <dgm:t>
        <a:bodyPr/>
        <a:lstStyle/>
        <a:p>
          <a:endParaRPr lang="en-US"/>
        </a:p>
      </dgm:t>
    </dgm:pt>
    <dgm:pt modelId="{0B5DD69F-52F9-BB49-B9F7-283104FEAFB5}" type="pres">
      <dgm:prSet presAssocID="{77C5DF37-971A-7F46-AF91-2157D2F5C17C}" presName="diagram" presStyleCnt="0">
        <dgm:presLayoutVars>
          <dgm:dir/>
          <dgm:resizeHandles val="exact"/>
        </dgm:presLayoutVars>
      </dgm:prSet>
      <dgm:spPr/>
    </dgm:pt>
    <dgm:pt modelId="{8B3E9992-7187-784D-923E-474B70F179DE}" type="pres">
      <dgm:prSet presAssocID="{240FF7CA-C4EF-D740-BED3-3843A558C6DD}" presName="node" presStyleLbl="node1" presStyleIdx="0" presStyleCnt="5">
        <dgm:presLayoutVars>
          <dgm:bulletEnabled val="1"/>
        </dgm:presLayoutVars>
      </dgm:prSet>
      <dgm:spPr/>
    </dgm:pt>
    <dgm:pt modelId="{A3AD76D0-AE51-FB45-B285-626FD8974110}" type="pres">
      <dgm:prSet presAssocID="{3209AC91-2DD5-DC43-82C0-A1A88019EAA1}" presName="sibTrans" presStyleCnt="0"/>
      <dgm:spPr/>
    </dgm:pt>
    <dgm:pt modelId="{4987643E-C020-9D47-92F2-BD8FBA964BED}" type="pres">
      <dgm:prSet presAssocID="{4183EF4B-4523-A245-A73C-308B265032FE}" presName="node" presStyleLbl="node1" presStyleIdx="1" presStyleCnt="5">
        <dgm:presLayoutVars>
          <dgm:bulletEnabled val="1"/>
        </dgm:presLayoutVars>
      </dgm:prSet>
      <dgm:spPr/>
    </dgm:pt>
    <dgm:pt modelId="{F58E803A-477C-764F-B4CD-667D3BD190C0}" type="pres">
      <dgm:prSet presAssocID="{275DE4C7-45D6-8040-93CE-864218960CF8}" presName="sibTrans" presStyleCnt="0"/>
      <dgm:spPr/>
    </dgm:pt>
    <dgm:pt modelId="{07E17940-D8C8-9A44-8F91-ECF1497C880E}" type="pres">
      <dgm:prSet presAssocID="{5F5E2961-3C17-4F46-948D-23C2CA53C8B4}" presName="node" presStyleLbl="node1" presStyleIdx="2" presStyleCnt="5">
        <dgm:presLayoutVars>
          <dgm:bulletEnabled val="1"/>
        </dgm:presLayoutVars>
      </dgm:prSet>
      <dgm:spPr/>
    </dgm:pt>
    <dgm:pt modelId="{C03FEC64-FB83-DF4E-9020-464BD50211F2}" type="pres">
      <dgm:prSet presAssocID="{9A29C282-F3AF-8D4A-9F46-3FB1D1EA51BC}" presName="sibTrans" presStyleCnt="0"/>
      <dgm:spPr/>
    </dgm:pt>
    <dgm:pt modelId="{DB121ED0-9E24-DD44-81E5-76537E847BD6}" type="pres">
      <dgm:prSet presAssocID="{4A53FAB1-A203-CE43-90B0-15D0C093513C}" presName="node" presStyleLbl="node1" presStyleIdx="3" presStyleCnt="5">
        <dgm:presLayoutVars>
          <dgm:bulletEnabled val="1"/>
        </dgm:presLayoutVars>
      </dgm:prSet>
      <dgm:spPr/>
    </dgm:pt>
    <dgm:pt modelId="{BF0BE2FF-C52E-364A-8991-EC361D6D8E89}" type="pres">
      <dgm:prSet presAssocID="{89E2F0A1-9352-0D42-877E-CDE5ED839DBD}" presName="sibTrans" presStyleCnt="0"/>
      <dgm:spPr/>
    </dgm:pt>
    <dgm:pt modelId="{E6AB6769-5E77-9F49-AE60-FCDCADC092FB}" type="pres">
      <dgm:prSet presAssocID="{11B3B1B9-93BF-434D-B520-FC6B015989B5}" presName="node" presStyleLbl="node1" presStyleIdx="4" presStyleCnt="5">
        <dgm:presLayoutVars>
          <dgm:bulletEnabled val="1"/>
        </dgm:presLayoutVars>
      </dgm:prSet>
      <dgm:spPr/>
    </dgm:pt>
  </dgm:ptLst>
  <dgm:cxnLst>
    <dgm:cxn modelId="{F7C36327-2A37-5647-930F-F47910DB967F}" srcId="{77C5DF37-971A-7F46-AF91-2157D2F5C17C}" destId="{5F5E2961-3C17-4F46-948D-23C2CA53C8B4}" srcOrd="2" destOrd="0" parTransId="{34FB2186-7FEF-F341-84ED-6079AE141A05}" sibTransId="{9A29C282-F3AF-8D4A-9F46-3FB1D1EA51BC}"/>
    <dgm:cxn modelId="{36FE4B49-7A08-104A-A86A-CF49532A3E3B}" srcId="{77C5DF37-971A-7F46-AF91-2157D2F5C17C}" destId="{11B3B1B9-93BF-434D-B520-FC6B015989B5}" srcOrd="4" destOrd="0" parTransId="{D363DE53-D0AC-884A-AA93-892F986D5F47}" sibTransId="{E9F84CB0-AB90-A248-B369-4A467E2BA690}"/>
    <dgm:cxn modelId="{CF16F45B-4296-3043-B156-61157FB0BF84}" srcId="{77C5DF37-971A-7F46-AF91-2157D2F5C17C}" destId="{240FF7CA-C4EF-D740-BED3-3843A558C6DD}" srcOrd="0" destOrd="0" parTransId="{45E98BC1-148F-7941-BE48-FD22F7983DBD}" sibTransId="{3209AC91-2DD5-DC43-82C0-A1A88019EAA1}"/>
    <dgm:cxn modelId="{42F2A966-831A-9A4F-94BA-1FE7C3D0D631}" type="presOf" srcId="{77C5DF37-971A-7F46-AF91-2157D2F5C17C}" destId="{0B5DD69F-52F9-BB49-B9F7-283104FEAFB5}" srcOrd="0" destOrd="0" presId="urn:microsoft.com/office/officeart/2005/8/layout/default"/>
    <dgm:cxn modelId="{C3683F69-4642-9449-88AA-F363B586AEBD}" srcId="{77C5DF37-971A-7F46-AF91-2157D2F5C17C}" destId="{4183EF4B-4523-A245-A73C-308B265032FE}" srcOrd="1" destOrd="0" parTransId="{2723C4C9-F44F-764A-8B3C-396A930D6B04}" sibTransId="{275DE4C7-45D6-8040-93CE-864218960CF8}"/>
    <dgm:cxn modelId="{3EEB1783-AD48-5742-98C1-C5AD1B5E3F7F}" srcId="{77C5DF37-971A-7F46-AF91-2157D2F5C17C}" destId="{4A53FAB1-A203-CE43-90B0-15D0C093513C}" srcOrd="3" destOrd="0" parTransId="{59791778-99F4-964C-ABB1-87D79C65BE75}" sibTransId="{89E2F0A1-9352-0D42-877E-CDE5ED839DBD}"/>
    <dgm:cxn modelId="{B0694CBE-DE41-A64C-8711-4DF150DBA9E9}" type="presOf" srcId="{5F5E2961-3C17-4F46-948D-23C2CA53C8B4}" destId="{07E17940-D8C8-9A44-8F91-ECF1497C880E}" srcOrd="0" destOrd="0" presId="urn:microsoft.com/office/officeart/2005/8/layout/default"/>
    <dgm:cxn modelId="{149D5FD8-7633-C54E-8140-1F59A19BCC0F}" type="presOf" srcId="{240FF7CA-C4EF-D740-BED3-3843A558C6DD}" destId="{8B3E9992-7187-784D-923E-474B70F179DE}" srcOrd="0" destOrd="0" presId="urn:microsoft.com/office/officeart/2005/8/layout/default"/>
    <dgm:cxn modelId="{8FCEF4E6-C42F-8E45-B01A-559A73017891}" type="presOf" srcId="{4A53FAB1-A203-CE43-90B0-15D0C093513C}" destId="{DB121ED0-9E24-DD44-81E5-76537E847BD6}" srcOrd="0" destOrd="0" presId="urn:microsoft.com/office/officeart/2005/8/layout/default"/>
    <dgm:cxn modelId="{B6E0E0EA-CE7E-8748-A44C-468245EF1086}" type="presOf" srcId="{11B3B1B9-93BF-434D-B520-FC6B015989B5}" destId="{E6AB6769-5E77-9F49-AE60-FCDCADC092FB}" srcOrd="0" destOrd="0" presId="urn:microsoft.com/office/officeart/2005/8/layout/default"/>
    <dgm:cxn modelId="{BA1059FE-17AD-814C-B733-C993C7AA320A}" type="presOf" srcId="{4183EF4B-4523-A245-A73C-308B265032FE}" destId="{4987643E-C020-9D47-92F2-BD8FBA964BED}" srcOrd="0" destOrd="0" presId="urn:microsoft.com/office/officeart/2005/8/layout/default"/>
    <dgm:cxn modelId="{C9198D9E-FEF9-EE46-B3B3-AEA1757B4F9A}" type="presParOf" srcId="{0B5DD69F-52F9-BB49-B9F7-283104FEAFB5}" destId="{8B3E9992-7187-784D-923E-474B70F179DE}" srcOrd="0" destOrd="0" presId="urn:microsoft.com/office/officeart/2005/8/layout/default"/>
    <dgm:cxn modelId="{C5A4E075-0CB6-D448-956B-1999BA0D947A}" type="presParOf" srcId="{0B5DD69F-52F9-BB49-B9F7-283104FEAFB5}" destId="{A3AD76D0-AE51-FB45-B285-626FD8974110}" srcOrd="1" destOrd="0" presId="urn:microsoft.com/office/officeart/2005/8/layout/default"/>
    <dgm:cxn modelId="{2A290D7A-8EF5-8845-A06F-996B0A66A155}" type="presParOf" srcId="{0B5DD69F-52F9-BB49-B9F7-283104FEAFB5}" destId="{4987643E-C020-9D47-92F2-BD8FBA964BED}" srcOrd="2" destOrd="0" presId="urn:microsoft.com/office/officeart/2005/8/layout/default"/>
    <dgm:cxn modelId="{87B8B324-08DA-5144-9157-85200333FB52}" type="presParOf" srcId="{0B5DD69F-52F9-BB49-B9F7-283104FEAFB5}" destId="{F58E803A-477C-764F-B4CD-667D3BD190C0}" srcOrd="3" destOrd="0" presId="urn:microsoft.com/office/officeart/2005/8/layout/default"/>
    <dgm:cxn modelId="{7193036A-2517-634F-AF41-CBA5AF8CAE76}" type="presParOf" srcId="{0B5DD69F-52F9-BB49-B9F7-283104FEAFB5}" destId="{07E17940-D8C8-9A44-8F91-ECF1497C880E}" srcOrd="4" destOrd="0" presId="urn:microsoft.com/office/officeart/2005/8/layout/default"/>
    <dgm:cxn modelId="{62D950E4-E8E2-3E4D-B366-A2D88CE2245F}" type="presParOf" srcId="{0B5DD69F-52F9-BB49-B9F7-283104FEAFB5}" destId="{C03FEC64-FB83-DF4E-9020-464BD50211F2}" srcOrd="5" destOrd="0" presId="urn:microsoft.com/office/officeart/2005/8/layout/default"/>
    <dgm:cxn modelId="{B1A06C61-2E3E-224D-9CD7-D94A937F01B0}" type="presParOf" srcId="{0B5DD69F-52F9-BB49-B9F7-283104FEAFB5}" destId="{DB121ED0-9E24-DD44-81E5-76537E847BD6}" srcOrd="6" destOrd="0" presId="urn:microsoft.com/office/officeart/2005/8/layout/default"/>
    <dgm:cxn modelId="{999A3156-4943-7847-A1F2-6798674785C5}" type="presParOf" srcId="{0B5DD69F-52F9-BB49-B9F7-283104FEAFB5}" destId="{BF0BE2FF-C52E-364A-8991-EC361D6D8E89}" srcOrd="7" destOrd="0" presId="urn:microsoft.com/office/officeart/2005/8/layout/default"/>
    <dgm:cxn modelId="{5EB007B6-2D7C-8A43-8688-2C96ADEB7B81}" type="presParOf" srcId="{0B5DD69F-52F9-BB49-B9F7-283104FEAFB5}" destId="{E6AB6769-5E77-9F49-AE60-FCDCADC092F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01F03B-4BD5-4F4F-B924-5CFD36F52780}" type="doc">
      <dgm:prSet loTypeId="urn:microsoft.com/office/officeart/2005/8/layout/default" qsTypeId="urn:microsoft.com/office/officeart/2005/8/quickstyle/simple2" csTypeId="urn:microsoft.com/office/officeart/2005/8/colors/accent1_2"/>
      <dgm:spPr/>
    </dgm:pt>
    <dgm:pt modelId="{C6F54D48-83D3-4AF8-8932-51B3FF32CB9B}">
      <dgm:prSet/>
      <dgm:spPr/>
      <dgm:t>
        <a:bodyPr/>
        <a:lstStyle/>
        <a:p>
          <a:r>
            <a:t>Customer insight</a:t>
          </a:r>
        </a:p>
      </dgm:t>
    </dgm:pt>
    <dgm:pt modelId="{62E80300-28E6-4259-BFAA-F6800A1359C2}" type="parTrans" cxnId="{9E30747F-ED19-C74C-8F85-4DED0CA07173}">
      <dgm:prSet/>
      <dgm:spPr/>
      <dgm:t>
        <a:bodyPr/>
        <a:lstStyle/>
        <a:p>
          <a:endParaRPr/>
        </a:p>
      </dgm:t>
    </dgm:pt>
    <dgm:pt modelId="{0DD0809D-8513-4F52-A545-6A4104F67C3F}" type="sibTrans" cxnId="{9E30747F-ED19-C74C-8F85-4DED0CA07173}">
      <dgm:prSet/>
      <dgm:spPr/>
      <dgm:t>
        <a:bodyPr/>
        <a:lstStyle/>
        <a:p>
          <a:endParaRPr/>
        </a:p>
      </dgm:t>
    </dgm:pt>
    <dgm:pt modelId="{3488AE9E-C517-4B20-B9C3-9E126E51A552}">
      <dgm:prSet/>
      <dgm:spPr/>
      <dgm:t>
        <a:bodyPr/>
        <a:lstStyle/>
        <a:p>
          <a:r>
            <a:t>Product concept</a:t>
          </a:r>
        </a:p>
      </dgm:t>
    </dgm:pt>
    <dgm:pt modelId="{04246B38-CAFD-4FB9-9137-51CBDCDCCC04}" type="parTrans" cxnId="{5592BF4F-1B29-A348-A2DB-6C6B53CF31F7}">
      <dgm:prSet/>
      <dgm:spPr/>
      <dgm:t>
        <a:bodyPr/>
        <a:lstStyle/>
        <a:p>
          <a:endParaRPr/>
        </a:p>
      </dgm:t>
    </dgm:pt>
    <dgm:pt modelId="{A9CE1347-4581-4D89-9099-378709F1B19E}" type="sibTrans" cxnId="{5592BF4F-1B29-A348-A2DB-6C6B53CF31F7}">
      <dgm:prSet/>
      <dgm:spPr/>
      <dgm:t>
        <a:bodyPr/>
        <a:lstStyle/>
        <a:p>
          <a:endParaRPr/>
        </a:p>
      </dgm:t>
    </dgm:pt>
    <dgm:pt modelId="{B5575985-1A3C-4C36-865A-79FCE580A467}">
      <dgm:prSet/>
      <dgm:spPr/>
      <dgm:t>
        <a:bodyPr/>
        <a:lstStyle/>
        <a:p>
          <a:r>
            <a:t>Prototype</a:t>
          </a:r>
        </a:p>
      </dgm:t>
    </dgm:pt>
    <dgm:pt modelId="{DBF76D64-FF02-492D-A8FB-F64EA3913F90}" type="parTrans" cxnId="{4CE97D89-82D9-8F45-8B14-4AF803C35AF3}">
      <dgm:prSet/>
      <dgm:spPr/>
      <dgm:t>
        <a:bodyPr/>
        <a:lstStyle/>
        <a:p>
          <a:endParaRPr/>
        </a:p>
      </dgm:t>
    </dgm:pt>
    <dgm:pt modelId="{8504D6E8-FAE1-4C89-BFBB-78696520B483}" type="sibTrans" cxnId="{4CE97D89-82D9-8F45-8B14-4AF803C35AF3}">
      <dgm:prSet/>
      <dgm:spPr/>
      <dgm:t>
        <a:bodyPr/>
        <a:lstStyle/>
        <a:p>
          <a:endParaRPr/>
        </a:p>
      </dgm:t>
    </dgm:pt>
    <dgm:pt modelId="{93A18345-A1EE-4626-B012-820D6599C518}">
      <dgm:prSet/>
      <dgm:spPr/>
      <dgm:t>
        <a:bodyPr/>
        <a:lstStyle/>
        <a:p>
          <a:r>
            <a:t>Feedback</a:t>
          </a:r>
        </a:p>
      </dgm:t>
    </dgm:pt>
    <dgm:pt modelId="{5201C2F1-B9F2-475F-A95A-77E9FD58A58F}" type="parTrans" cxnId="{A053ED38-293F-E54E-A859-1525731C56F9}">
      <dgm:prSet/>
      <dgm:spPr/>
      <dgm:t>
        <a:bodyPr/>
        <a:lstStyle/>
        <a:p>
          <a:endParaRPr/>
        </a:p>
      </dgm:t>
    </dgm:pt>
    <dgm:pt modelId="{46EA745D-354B-4C73-9AD4-8C88A70C3B9C}" type="sibTrans" cxnId="{A053ED38-293F-E54E-A859-1525731C56F9}">
      <dgm:prSet/>
      <dgm:spPr/>
      <dgm:t>
        <a:bodyPr/>
        <a:lstStyle/>
        <a:p>
          <a:endParaRPr/>
        </a:p>
      </dgm:t>
    </dgm:pt>
    <dgm:pt modelId="{69938547-DFD9-45A6-888B-8F8CA51031F5}">
      <dgm:prSet/>
      <dgm:spPr/>
      <dgm:t>
        <a:bodyPr/>
        <a:lstStyle/>
        <a:p>
          <a:r>
            <a:t>Next step</a:t>
          </a:r>
        </a:p>
      </dgm:t>
    </dgm:pt>
    <dgm:pt modelId="{952ED44F-4626-4ECF-9C29-993F809CF39D}" type="parTrans" cxnId="{50BBD15B-9F53-3C4A-A439-E665661DE6BC}">
      <dgm:prSet/>
      <dgm:spPr/>
      <dgm:t>
        <a:bodyPr/>
        <a:lstStyle/>
        <a:p>
          <a:endParaRPr/>
        </a:p>
      </dgm:t>
    </dgm:pt>
    <dgm:pt modelId="{35244FEA-2046-4C8F-8612-4628A809675A}" type="sibTrans" cxnId="{50BBD15B-9F53-3C4A-A439-E665661DE6BC}">
      <dgm:prSet/>
      <dgm:spPr/>
      <dgm:t>
        <a:bodyPr/>
        <a:lstStyle/>
        <a:p>
          <a:endParaRPr/>
        </a:p>
      </dgm:t>
    </dgm:pt>
    <dgm:pt modelId="{4521BA41-E95A-314B-A3D9-88141B59B19D}" type="pres">
      <dgm:prSet presAssocID="{7301F03B-4BD5-4F4F-B924-5CFD36F52780}" presName="diagram" presStyleCnt="0">
        <dgm:presLayoutVars>
          <dgm:dir/>
          <dgm:resizeHandles val="exact"/>
        </dgm:presLayoutVars>
      </dgm:prSet>
      <dgm:spPr/>
    </dgm:pt>
    <dgm:pt modelId="{6A78FD66-9C25-974A-BD66-6370171752E9}" type="pres">
      <dgm:prSet presAssocID="{C6F54D48-83D3-4AF8-8932-51B3FF32CB9B}" presName="node" presStyleLbl="node1" presStyleIdx="0" presStyleCnt="5">
        <dgm:presLayoutVars>
          <dgm:bulletEnabled val="1"/>
        </dgm:presLayoutVars>
      </dgm:prSet>
      <dgm:spPr/>
    </dgm:pt>
    <dgm:pt modelId="{4D9D5CEC-CE69-1647-A006-88346362711E}" type="pres">
      <dgm:prSet presAssocID="{0DD0809D-8513-4F52-A545-6A4104F67C3F}" presName="sibTrans" presStyleCnt="0"/>
      <dgm:spPr/>
    </dgm:pt>
    <dgm:pt modelId="{89BE4CA7-0EC4-B940-968E-97C7C741D5A0}" type="pres">
      <dgm:prSet presAssocID="{3488AE9E-C517-4B20-B9C3-9E126E51A552}" presName="node" presStyleLbl="node1" presStyleIdx="1" presStyleCnt="5">
        <dgm:presLayoutVars>
          <dgm:bulletEnabled val="1"/>
        </dgm:presLayoutVars>
      </dgm:prSet>
      <dgm:spPr/>
    </dgm:pt>
    <dgm:pt modelId="{4627C96B-6D5D-A34C-96A8-EA250F39BF48}" type="pres">
      <dgm:prSet presAssocID="{A9CE1347-4581-4D89-9099-378709F1B19E}" presName="sibTrans" presStyleCnt="0"/>
      <dgm:spPr/>
    </dgm:pt>
    <dgm:pt modelId="{5D636D35-6F76-CF44-AAE4-B32CD4AB5CDA}" type="pres">
      <dgm:prSet presAssocID="{B5575985-1A3C-4C36-865A-79FCE580A467}" presName="node" presStyleLbl="node1" presStyleIdx="2" presStyleCnt="5">
        <dgm:presLayoutVars>
          <dgm:bulletEnabled val="1"/>
        </dgm:presLayoutVars>
      </dgm:prSet>
      <dgm:spPr/>
    </dgm:pt>
    <dgm:pt modelId="{014E42F2-5092-954A-B498-145B129803DF}" type="pres">
      <dgm:prSet presAssocID="{8504D6E8-FAE1-4C89-BFBB-78696520B483}" presName="sibTrans" presStyleCnt="0"/>
      <dgm:spPr/>
    </dgm:pt>
    <dgm:pt modelId="{1C51B293-984B-AA44-84F0-0B028BD5B2CA}" type="pres">
      <dgm:prSet presAssocID="{93A18345-A1EE-4626-B012-820D6599C518}" presName="node" presStyleLbl="node1" presStyleIdx="3" presStyleCnt="5">
        <dgm:presLayoutVars>
          <dgm:bulletEnabled val="1"/>
        </dgm:presLayoutVars>
      </dgm:prSet>
      <dgm:spPr/>
    </dgm:pt>
    <dgm:pt modelId="{2D071DFB-01D8-C840-BD9B-61979060DD86}" type="pres">
      <dgm:prSet presAssocID="{46EA745D-354B-4C73-9AD4-8C88A70C3B9C}" presName="sibTrans" presStyleCnt="0"/>
      <dgm:spPr/>
    </dgm:pt>
    <dgm:pt modelId="{49EA9D1A-60AC-D745-BCE7-CE9B71BB8C52}" type="pres">
      <dgm:prSet presAssocID="{69938547-DFD9-45A6-888B-8F8CA51031F5}" presName="node" presStyleLbl="node1" presStyleIdx="4" presStyleCnt="5">
        <dgm:presLayoutVars>
          <dgm:bulletEnabled val="1"/>
        </dgm:presLayoutVars>
      </dgm:prSet>
      <dgm:spPr/>
    </dgm:pt>
  </dgm:ptLst>
  <dgm:cxnLst>
    <dgm:cxn modelId="{43D44D0E-4249-FF49-8B4B-CC8891B74126}" type="presOf" srcId="{C6F54D48-83D3-4AF8-8932-51B3FF32CB9B}" destId="{6A78FD66-9C25-974A-BD66-6370171752E9}" srcOrd="0" destOrd="0" presId="urn:microsoft.com/office/officeart/2005/8/layout/default"/>
    <dgm:cxn modelId="{A053ED38-293F-E54E-A859-1525731C56F9}" srcId="{7301F03B-4BD5-4F4F-B924-5CFD36F52780}" destId="{93A18345-A1EE-4626-B012-820D6599C518}" srcOrd="3" destOrd="0" parTransId="{5201C2F1-B9F2-475F-A95A-77E9FD58A58F}" sibTransId="{46EA745D-354B-4C73-9AD4-8C88A70C3B9C}"/>
    <dgm:cxn modelId="{BCE63541-75E9-4F4C-9FFC-3A36897B8F7F}" type="presOf" srcId="{7301F03B-4BD5-4F4F-B924-5CFD36F52780}" destId="{4521BA41-E95A-314B-A3D9-88141B59B19D}" srcOrd="0" destOrd="0" presId="urn:microsoft.com/office/officeart/2005/8/layout/default"/>
    <dgm:cxn modelId="{E921354B-0D9B-8240-A6AE-AFFB5AC8D6D8}" type="presOf" srcId="{3488AE9E-C517-4B20-B9C3-9E126E51A552}" destId="{89BE4CA7-0EC4-B940-968E-97C7C741D5A0}" srcOrd="0" destOrd="0" presId="urn:microsoft.com/office/officeart/2005/8/layout/default"/>
    <dgm:cxn modelId="{5592BF4F-1B29-A348-A2DB-6C6B53CF31F7}" srcId="{7301F03B-4BD5-4F4F-B924-5CFD36F52780}" destId="{3488AE9E-C517-4B20-B9C3-9E126E51A552}" srcOrd="1" destOrd="0" parTransId="{04246B38-CAFD-4FB9-9137-51CBDCDCCC04}" sibTransId="{A9CE1347-4581-4D89-9099-378709F1B19E}"/>
    <dgm:cxn modelId="{26490853-180F-BF4A-A678-6D91189AAC95}" type="presOf" srcId="{93A18345-A1EE-4626-B012-820D6599C518}" destId="{1C51B293-984B-AA44-84F0-0B028BD5B2CA}" srcOrd="0" destOrd="0" presId="urn:microsoft.com/office/officeart/2005/8/layout/default"/>
    <dgm:cxn modelId="{50BBD15B-9F53-3C4A-A439-E665661DE6BC}" srcId="{7301F03B-4BD5-4F4F-B924-5CFD36F52780}" destId="{69938547-DFD9-45A6-888B-8F8CA51031F5}" srcOrd="4" destOrd="0" parTransId="{952ED44F-4626-4ECF-9C29-993F809CF39D}" sibTransId="{35244FEA-2046-4C8F-8612-4628A809675A}"/>
    <dgm:cxn modelId="{9E30747F-ED19-C74C-8F85-4DED0CA07173}" srcId="{7301F03B-4BD5-4F4F-B924-5CFD36F52780}" destId="{C6F54D48-83D3-4AF8-8932-51B3FF32CB9B}" srcOrd="0" destOrd="0" parTransId="{62E80300-28E6-4259-BFAA-F6800A1359C2}" sibTransId="{0DD0809D-8513-4F52-A545-6A4104F67C3F}"/>
    <dgm:cxn modelId="{4CE97D89-82D9-8F45-8B14-4AF803C35AF3}" srcId="{7301F03B-4BD5-4F4F-B924-5CFD36F52780}" destId="{B5575985-1A3C-4C36-865A-79FCE580A467}" srcOrd="2" destOrd="0" parTransId="{DBF76D64-FF02-492D-A8FB-F64EA3913F90}" sibTransId="{8504D6E8-FAE1-4C89-BFBB-78696520B483}"/>
    <dgm:cxn modelId="{A55EA292-C051-9B4A-9CA6-F0E07408EAAB}" type="presOf" srcId="{69938547-DFD9-45A6-888B-8F8CA51031F5}" destId="{49EA9D1A-60AC-D745-BCE7-CE9B71BB8C52}" srcOrd="0" destOrd="0" presId="urn:microsoft.com/office/officeart/2005/8/layout/default"/>
    <dgm:cxn modelId="{5C76F7CD-CB29-B04C-9B6A-8B79985FA6A7}" type="presOf" srcId="{B5575985-1A3C-4C36-865A-79FCE580A467}" destId="{5D636D35-6F76-CF44-AAE4-B32CD4AB5CDA}" srcOrd="0" destOrd="0" presId="urn:microsoft.com/office/officeart/2005/8/layout/default"/>
    <dgm:cxn modelId="{0EA28B6D-0383-2C49-900C-B85372034AB3}" type="presParOf" srcId="{4521BA41-E95A-314B-A3D9-88141B59B19D}" destId="{6A78FD66-9C25-974A-BD66-6370171752E9}" srcOrd="0" destOrd="0" presId="urn:microsoft.com/office/officeart/2005/8/layout/default"/>
    <dgm:cxn modelId="{5D4B71A1-03F8-CE4A-8253-9933063341E0}" type="presParOf" srcId="{4521BA41-E95A-314B-A3D9-88141B59B19D}" destId="{4D9D5CEC-CE69-1647-A006-88346362711E}" srcOrd="1" destOrd="0" presId="urn:microsoft.com/office/officeart/2005/8/layout/default"/>
    <dgm:cxn modelId="{28AADD53-C853-BB48-8742-7773EA77E6EC}" type="presParOf" srcId="{4521BA41-E95A-314B-A3D9-88141B59B19D}" destId="{89BE4CA7-0EC4-B940-968E-97C7C741D5A0}" srcOrd="2" destOrd="0" presId="urn:microsoft.com/office/officeart/2005/8/layout/default"/>
    <dgm:cxn modelId="{4B75E9E5-FAD6-244F-AE1C-D3EBC06317BF}" type="presParOf" srcId="{4521BA41-E95A-314B-A3D9-88141B59B19D}" destId="{4627C96B-6D5D-A34C-96A8-EA250F39BF48}" srcOrd="3" destOrd="0" presId="urn:microsoft.com/office/officeart/2005/8/layout/default"/>
    <dgm:cxn modelId="{0A2C65AA-73EC-A748-A5D8-69948587DED0}" type="presParOf" srcId="{4521BA41-E95A-314B-A3D9-88141B59B19D}" destId="{5D636D35-6F76-CF44-AAE4-B32CD4AB5CDA}" srcOrd="4" destOrd="0" presId="urn:microsoft.com/office/officeart/2005/8/layout/default"/>
    <dgm:cxn modelId="{E47F9F66-DE68-194A-A442-C3F7CCDFED58}" type="presParOf" srcId="{4521BA41-E95A-314B-A3D9-88141B59B19D}" destId="{014E42F2-5092-954A-B498-145B129803DF}" srcOrd="5" destOrd="0" presId="urn:microsoft.com/office/officeart/2005/8/layout/default"/>
    <dgm:cxn modelId="{91A60941-F40B-4745-808A-52E3445D7383}" type="presParOf" srcId="{4521BA41-E95A-314B-A3D9-88141B59B19D}" destId="{1C51B293-984B-AA44-84F0-0B028BD5B2CA}" srcOrd="6" destOrd="0" presId="urn:microsoft.com/office/officeart/2005/8/layout/default"/>
    <dgm:cxn modelId="{65D0F4F4-DDA1-DD46-91F3-D3C90082125C}" type="presParOf" srcId="{4521BA41-E95A-314B-A3D9-88141B59B19D}" destId="{2D071DFB-01D8-C840-BD9B-61979060DD86}" srcOrd="7" destOrd="0" presId="urn:microsoft.com/office/officeart/2005/8/layout/default"/>
    <dgm:cxn modelId="{CCBA16A1-C41B-174B-B791-5603C38CFE57}" type="presParOf" srcId="{4521BA41-E95A-314B-A3D9-88141B59B19D}" destId="{49EA9D1A-60AC-D745-BCE7-CE9B71BB8C5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4726E0-CFCC-4F4D-977D-01A7C8693225}" type="doc">
      <dgm:prSet loTypeId="urn:microsoft.com/office/officeart/2005/8/layout/chevron1" qsTypeId="urn:microsoft.com/office/officeart/2005/8/quickstyle/simple2" csTypeId="urn:microsoft.com/office/officeart/2005/8/colors/accent1_2"/>
      <dgm:spPr/>
    </dgm:pt>
    <dgm:pt modelId="{51EC6FC2-4792-4F78-8D48-E914754C4175}">
      <dgm:prSet/>
      <dgm:spPr/>
      <dgm:t>
        <a:bodyPr/>
        <a:lstStyle/>
        <a:p>
          <a:r>
            <a:t>Discover</a:t>
          </a:r>
        </a:p>
      </dgm:t>
    </dgm:pt>
    <dgm:pt modelId="{74490909-97B8-44BE-BF5D-0F89DB3799CA}" type="parTrans" cxnId="{E3BE0E15-30A1-42DB-B972-FFF33FCE9CBB}">
      <dgm:prSet/>
      <dgm:spPr/>
      <dgm:t>
        <a:bodyPr/>
        <a:lstStyle/>
        <a:p>
          <a:endParaRPr/>
        </a:p>
      </dgm:t>
    </dgm:pt>
    <dgm:pt modelId="{C492D957-C0A4-41D4-8BCD-AD500AFEEC24}" type="sibTrans" cxnId="{E3BE0E15-30A1-42DB-B972-FFF33FCE9CBB}">
      <dgm:prSet/>
      <dgm:spPr/>
      <dgm:t>
        <a:bodyPr/>
        <a:lstStyle/>
        <a:p>
          <a:endParaRPr/>
        </a:p>
      </dgm:t>
    </dgm:pt>
    <dgm:pt modelId="{E61C4222-230B-44E2-B82D-29ADD5F66DE3}">
      <dgm:prSet/>
      <dgm:spPr/>
      <dgm:t>
        <a:bodyPr/>
        <a:lstStyle/>
        <a:p>
          <a:r>
            <a:t>Define</a:t>
          </a:r>
        </a:p>
      </dgm:t>
    </dgm:pt>
    <dgm:pt modelId="{C7461D17-66E5-465F-920B-3CAE29497532}" type="parTrans" cxnId="{E6B544F2-AA86-4956-895A-188ADD3311DA}">
      <dgm:prSet/>
      <dgm:spPr/>
      <dgm:t>
        <a:bodyPr/>
        <a:lstStyle/>
        <a:p>
          <a:endParaRPr/>
        </a:p>
      </dgm:t>
    </dgm:pt>
    <dgm:pt modelId="{EEE2A2B9-FCCE-4202-8E10-C8BA5925BB51}" type="sibTrans" cxnId="{E6B544F2-AA86-4956-895A-188ADD3311DA}">
      <dgm:prSet/>
      <dgm:spPr/>
      <dgm:t>
        <a:bodyPr/>
        <a:lstStyle/>
        <a:p>
          <a:endParaRPr/>
        </a:p>
      </dgm:t>
    </dgm:pt>
    <dgm:pt modelId="{16286F8F-2D5B-4EAC-851A-653A259DF67E}">
      <dgm:prSet/>
      <dgm:spPr/>
      <dgm:t>
        <a:bodyPr/>
        <a:lstStyle/>
        <a:p>
          <a:r>
            <a:t>Build</a:t>
          </a:r>
        </a:p>
      </dgm:t>
    </dgm:pt>
    <dgm:pt modelId="{26A61009-33F1-4104-8D0C-4B8173057DFA}" type="parTrans" cxnId="{8714CD6F-B9A8-4BEB-8117-745EDAC27B06}">
      <dgm:prSet/>
      <dgm:spPr/>
      <dgm:t>
        <a:bodyPr/>
        <a:lstStyle/>
        <a:p>
          <a:endParaRPr/>
        </a:p>
      </dgm:t>
    </dgm:pt>
    <dgm:pt modelId="{BC100AC2-0D7A-4081-9C73-D418149A875C}" type="sibTrans" cxnId="{8714CD6F-B9A8-4BEB-8117-745EDAC27B06}">
      <dgm:prSet/>
      <dgm:spPr/>
      <dgm:t>
        <a:bodyPr/>
        <a:lstStyle/>
        <a:p>
          <a:endParaRPr/>
        </a:p>
      </dgm:t>
    </dgm:pt>
    <dgm:pt modelId="{2CD3EDCF-8222-4C8B-9B4C-9393220C7BDE}">
      <dgm:prSet/>
      <dgm:spPr/>
      <dgm:t>
        <a:bodyPr/>
        <a:lstStyle/>
        <a:p>
          <a:r>
            <a:t>Launch</a:t>
          </a:r>
        </a:p>
      </dgm:t>
    </dgm:pt>
    <dgm:pt modelId="{5218715F-61A0-4139-9EDF-2BCA1C8F8BA6}" type="parTrans" cxnId="{FDF228D3-F073-4348-B842-A325C0847D97}">
      <dgm:prSet/>
      <dgm:spPr/>
      <dgm:t>
        <a:bodyPr/>
        <a:lstStyle/>
        <a:p>
          <a:endParaRPr/>
        </a:p>
      </dgm:t>
    </dgm:pt>
    <dgm:pt modelId="{16294B08-22D2-4122-981B-1F3B023D6BD9}" type="sibTrans" cxnId="{FDF228D3-F073-4348-B842-A325C0847D97}">
      <dgm:prSet/>
      <dgm:spPr/>
      <dgm:t>
        <a:bodyPr/>
        <a:lstStyle/>
        <a:p>
          <a:endParaRPr/>
        </a:p>
      </dgm:t>
    </dgm:pt>
    <dgm:pt modelId="{9636DC41-46D7-0940-9B5D-8F36D3393840}" type="pres">
      <dgm:prSet presAssocID="{EF4726E0-CFCC-4F4D-977D-01A7C8693225}" presName="Name0" presStyleCnt="0">
        <dgm:presLayoutVars>
          <dgm:dir/>
          <dgm:animLvl val="lvl"/>
          <dgm:resizeHandles val="exact"/>
        </dgm:presLayoutVars>
      </dgm:prSet>
      <dgm:spPr/>
    </dgm:pt>
    <dgm:pt modelId="{A66D4462-384A-B94E-A8CD-8CEFD5417D4D}" type="pres">
      <dgm:prSet presAssocID="{51EC6FC2-4792-4F78-8D48-E914754C417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387B18B-D56C-D940-9024-25DFC400EF31}" type="pres">
      <dgm:prSet presAssocID="{C492D957-C0A4-41D4-8BCD-AD500AFEEC24}" presName="parTxOnlySpace" presStyleCnt="0"/>
      <dgm:spPr/>
    </dgm:pt>
    <dgm:pt modelId="{318AAA96-2FDB-1344-A421-32BFE953DF0C}" type="pres">
      <dgm:prSet presAssocID="{E61C4222-230B-44E2-B82D-29ADD5F66DE3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1D86020-7966-2F47-B2EA-B66921985607}" type="pres">
      <dgm:prSet presAssocID="{EEE2A2B9-FCCE-4202-8E10-C8BA5925BB51}" presName="parTxOnlySpace" presStyleCnt="0"/>
      <dgm:spPr/>
    </dgm:pt>
    <dgm:pt modelId="{FBE8E938-DE7B-2840-9B67-9FEE6993CC76}" type="pres">
      <dgm:prSet presAssocID="{16286F8F-2D5B-4EAC-851A-653A259DF67E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A3F10FE-A764-D54B-8D3D-F15A80DD83AE}" type="pres">
      <dgm:prSet presAssocID="{BC100AC2-0D7A-4081-9C73-D418149A875C}" presName="parTxOnlySpace" presStyleCnt="0"/>
      <dgm:spPr/>
    </dgm:pt>
    <dgm:pt modelId="{9308150C-EE09-7442-9D2D-CD9C5278B112}" type="pres">
      <dgm:prSet presAssocID="{2CD3EDCF-8222-4C8B-9B4C-9393220C7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3BE0E15-30A1-42DB-B972-FFF33FCE9CBB}" srcId="{EF4726E0-CFCC-4F4D-977D-01A7C8693225}" destId="{51EC6FC2-4792-4F78-8D48-E914754C4175}" srcOrd="0" destOrd="0" parTransId="{74490909-97B8-44BE-BF5D-0F89DB3799CA}" sibTransId="{C492D957-C0A4-41D4-8BCD-AD500AFEEC24}"/>
    <dgm:cxn modelId="{596F933D-62D8-824E-BC46-00107B669B65}" type="presOf" srcId="{51EC6FC2-4792-4F78-8D48-E914754C4175}" destId="{A66D4462-384A-B94E-A8CD-8CEFD5417D4D}" srcOrd="0" destOrd="0" presId="urn:microsoft.com/office/officeart/2005/8/layout/chevron1"/>
    <dgm:cxn modelId="{ABE75A61-5059-8240-8602-D20C4146CFD8}" type="presOf" srcId="{E61C4222-230B-44E2-B82D-29ADD5F66DE3}" destId="{318AAA96-2FDB-1344-A421-32BFE953DF0C}" srcOrd="0" destOrd="0" presId="urn:microsoft.com/office/officeart/2005/8/layout/chevron1"/>
    <dgm:cxn modelId="{A0028F6B-B996-5D43-A49F-07E36882E866}" type="presOf" srcId="{EF4726E0-CFCC-4F4D-977D-01A7C8693225}" destId="{9636DC41-46D7-0940-9B5D-8F36D3393840}" srcOrd="0" destOrd="0" presId="urn:microsoft.com/office/officeart/2005/8/layout/chevron1"/>
    <dgm:cxn modelId="{8714CD6F-B9A8-4BEB-8117-745EDAC27B06}" srcId="{EF4726E0-CFCC-4F4D-977D-01A7C8693225}" destId="{16286F8F-2D5B-4EAC-851A-653A259DF67E}" srcOrd="2" destOrd="0" parTransId="{26A61009-33F1-4104-8D0C-4B8173057DFA}" sibTransId="{BC100AC2-0D7A-4081-9C73-D418149A875C}"/>
    <dgm:cxn modelId="{FDF228D3-F073-4348-B842-A325C0847D97}" srcId="{EF4726E0-CFCC-4F4D-977D-01A7C8693225}" destId="{2CD3EDCF-8222-4C8B-9B4C-9393220C7BDE}" srcOrd="3" destOrd="0" parTransId="{5218715F-61A0-4139-9EDF-2BCA1C8F8BA6}" sibTransId="{16294B08-22D2-4122-981B-1F3B023D6BD9}"/>
    <dgm:cxn modelId="{FDC9A3E3-734E-1A44-A419-6DABB774358C}" type="presOf" srcId="{2CD3EDCF-8222-4C8B-9B4C-9393220C7BDE}" destId="{9308150C-EE09-7442-9D2D-CD9C5278B112}" srcOrd="0" destOrd="0" presId="urn:microsoft.com/office/officeart/2005/8/layout/chevron1"/>
    <dgm:cxn modelId="{DE1A9FEF-154C-4F4A-BFE5-02CECFA17802}" type="presOf" srcId="{16286F8F-2D5B-4EAC-851A-653A259DF67E}" destId="{FBE8E938-DE7B-2840-9B67-9FEE6993CC76}" srcOrd="0" destOrd="0" presId="urn:microsoft.com/office/officeart/2005/8/layout/chevron1"/>
    <dgm:cxn modelId="{E6B544F2-AA86-4956-895A-188ADD3311DA}" srcId="{EF4726E0-CFCC-4F4D-977D-01A7C8693225}" destId="{E61C4222-230B-44E2-B82D-29ADD5F66DE3}" srcOrd="1" destOrd="0" parTransId="{C7461D17-66E5-465F-920B-3CAE29497532}" sibTransId="{EEE2A2B9-FCCE-4202-8E10-C8BA5925BB51}"/>
    <dgm:cxn modelId="{29CD4D22-EC5D-2644-8755-01816F91C04D}" type="presParOf" srcId="{9636DC41-46D7-0940-9B5D-8F36D3393840}" destId="{A66D4462-384A-B94E-A8CD-8CEFD5417D4D}" srcOrd="0" destOrd="0" presId="urn:microsoft.com/office/officeart/2005/8/layout/chevron1"/>
    <dgm:cxn modelId="{23419A9E-479B-5D4A-8BF2-ADF5081784DB}" type="presParOf" srcId="{9636DC41-46D7-0940-9B5D-8F36D3393840}" destId="{7387B18B-D56C-D940-9024-25DFC400EF31}" srcOrd="1" destOrd="0" presId="urn:microsoft.com/office/officeart/2005/8/layout/chevron1"/>
    <dgm:cxn modelId="{FDEAECF2-03CD-9143-B2A1-2FE335385A76}" type="presParOf" srcId="{9636DC41-46D7-0940-9B5D-8F36D3393840}" destId="{318AAA96-2FDB-1344-A421-32BFE953DF0C}" srcOrd="2" destOrd="0" presId="urn:microsoft.com/office/officeart/2005/8/layout/chevron1"/>
    <dgm:cxn modelId="{98D37942-DE84-044C-B484-4A76D1A6D002}" type="presParOf" srcId="{9636DC41-46D7-0940-9B5D-8F36D3393840}" destId="{F1D86020-7966-2F47-B2EA-B66921985607}" srcOrd="3" destOrd="0" presId="urn:microsoft.com/office/officeart/2005/8/layout/chevron1"/>
    <dgm:cxn modelId="{D256AF3B-DA0E-D240-9BF5-E78B9357E907}" type="presParOf" srcId="{9636DC41-46D7-0940-9B5D-8F36D3393840}" destId="{FBE8E938-DE7B-2840-9B67-9FEE6993CC76}" srcOrd="4" destOrd="0" presId="urn:microsoft.com/office/officeart/2005/8/layout/chevron1"/>
    <dgm:cxn modelId="{865B59B2-CC9B-6C4C-B870-62E89E37BBEB}" type="presParOf" srcId="{9636DC41-46D7-0940-9B5D-8F36D3393840}" destId="{4A3F10FE-A764-D54B-8D3D-F15A80DD83AE}" srcOrd="5" destOrd="0" presId="urn:microsoft.com/office/officeart/2005/8/layout/chevron1"/>
    <dgm:cxn modelId="{7963D7BF-549F-0E4F-BE9F-926A522CDB6E}" type="presParOf" srcId="{9636DC41-46D7-0940-9B5D-8F36D3393840}" destId="{9308150C-EE09-7442-9D2D-CD9C5278B11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183884-AD80-4358-B42E-1087E7EBD95E}" type="doc">
      <dgm:prSet loTypeId="urn:microsoft.com/office/officeart/2005/8/layout/cycle2" qsTypeId="urn:microsoft.com/office/officeart/2005/8/quickstyle/simple2" csTypeId="urn:microsoft.com/office/officeart/2005/8/colors/accent1_2"/>
      <dgm:spPr/>
    </dgm:pt>
    <dgm:pt modelId="{A047D296-703A-49A7-BE4F-4B703E986ED2}">
      <dgm:prSet/>
      <dgm:spPr/>
      <dgm:t>
        <a:bodyPr/>
        <a:lstStyle/>
        <a:p>
          <a:r>
            <a:t>Plan</a:t>
          </a:r>
        </a:p>
      </dgm:t>
    </dgm:pt>
    <dgm:pt modelId="{6B5C4A8D-B962-4BF7-BFE2-63BB41CA6A7E}" type="parTrans" cxnId="{C887D25E-3FD4-4459-BF88-EC743A0AAD20}">
      <dgm:prSet/>
      <dgm:spPr/>
      <dgm:t>
        <a:bodyPr/>
        <a:lstStyle/>
        <a:p>
          <a:endParaRPr/>
        </a:p>
      </dgm:t>
    </dgm:pt>
    <dgm:pt modelId="{1222D7C6-FDE5-481F-BC63-163F45A7B501}" type="sibTrans" cxnId="{C887D25E-3FD4-4459-BF88-EC743A0AAD20}">
      <dgm:prSet/>
      <dgm:spPr/>
      <dgm:t>
        <a:bodyPr/>
        <a:lstStyle/>
        <a:p>
          <a:endParaRPr/>
        </a:p>
      </dgm:t>
    </dgm:pt>
    <dgm:pt modelId="{205615F8-9CAB-401E-93CC-F1B40F28AE85}">
      <dgm:prSet/>
      <dgm:spPr/>
      <dgm:t>
        <a:bodyPr/>
        <a:lstStyle/>
        <a:p>
          <a:r>
            <a:t>Create</a:t>
          </a:r>
        </a:p>
      </dgm:t>
    </dgm:pt>
    <dgm:pt modelId="{69B18B65-D8E7-42F2-B285-6A3E300415DB}" type="parTrans" cxnId="{A89C106D-34C7-4B8E-B1C8-A04DFEFFD08A}">
      <dgm:prSet/>
      <dgm:spPr/>
      <dgm:t>
        <a:bodyPr/>
        <a:lstStyle/>
        <a:p>
          <a:endParaRPr/>
        </a:p>
      </dgm:t>
    </dgm:pt>
    <dgm:pt modelId="{1175B7BF-2672-419A-B4A7-3BDDCDACE187}" type="sibTrans" cxnId="{A89C106D-34C7-4B8E-B1C8-A04DFEFFD08A}">
      <dgm:prSet/>
      <dgm:spPr/>
      <dgm:t>
        <a:bodyPr/>
        <a:lstStyle/>
        <a:p>
          <a:endParaRPr/>
        </a:p>
      </dgm:t>
    </dgm:pt>
    <dgm:pt modelId="{B12E3800-5DCE-4735-B3C8-83334345CA65}">
      <dgm:prSet/>
      <dgm:spPr/>
      <dgm:t>
        <a:bodyPr/>
        <a:lstStyle/>
        <a:p>
          <a:r>
            <a:t>Measure</a:t>
          </a:r>
        </a:p>
      </dgm:t>
    </dgm:pt>
    <dgm:pt modelId="{A498F15E-F141-4F2C-B5AC-B619A6FE1953}" type="parTrans" cxnId="{8A6F995C-E705-450B-9E95-6F44A8F25287}">
      <dgm:prSet/>
      <dgm:spPr/>
      <dgm:t>
        <a:bodyPr/>
        <a:lstStyle/>
        <a:p>
          <a:endParaRPr/>
        </a:p>
      </dgm:t>
    </dgm:pt>
    <dgm:pt modelId="{C3BCC189-F106-4D6C-9B7D-54C83D337F33}" type="sibTrans" cxnId="{8A6F995C-E705-450B-9E95-6F44A8F25287}">
      <dgm:prSet/>
      <dgm:spPr/>
      <dgm:t>
        <a:bodyPr/>
        <a:lstStyle/>
        <a:p>
          <a:endParaRPr/>
        </a:p>
      </dgm:t>
    </dgm:pt>
    <dgm:pt modelId="{88BFD3DF-0BC7-46B5-87A4-C8A21BAD0FD8}">
      <dgm:prSet/>
      <dgm:spPr/>
      <dgm:t>
        <a:bodyPr/>
        <a:lstStyle/>
        <a:p>
          <a:r>
            <a:t>Improve</a:t>
          </a:r>
        </a:p>
      </dgm:t>
    </dgm:pt>
    <dgm:pt modelId="{9ACDAEC6-D034-44FB-8ED0-C74AF922F6BC}" type="parTrans" cxnId="{449AB94E-1884-428E-B4C3-63A0617DAFAC}">
      <dgm:prSet/>
      <dgm:spPr/>
      <dgm:t>
        <a:bodyPr/>
        <a:lstStyle/>
        <a:p>
          <a:endParaRPr/>
        </a:p>
      </dgm:t>
    </dgm:pt>
    <dgm:pt modelId="{508C1E62-0823-465C-939E-25BFA9CF1C18}" type="sibTrans" cxnId="{449AB94E-1884-428E-B4C3-63A0617DAFAC}">
      <dgm:prSet/>
      <dgm:spPr/>
      <dgm:t>
        <a:bodyPr/>
        <a:lstStyle/>
        <a:p>
          <a:endParaRPr/>
        </a:p>
      </dgm:t>
    </dgm:pt>
    <dgm:pt modelId="{436D8989-C7E4-304A-B400-750E4B43160A}" type="pres">
      <dgm:prSet presAssocID="{60183884-AD80-4358-B42E-1087E7EBD95E}" presName="cycle" presStyleCnt="0">
        <dgm:presLayoutVars>
          <dgm:dir/>
          <dgm:resizeHandles val="exact"/>
        </dgm:presLayoutVars>
      </dgm:prSet>
      <dgm:spPr/>
    </dgm:pt>
    <dgm:pt modelId="{60D5234D-172D-1042-BBE4-A0CCE92ACB85}" type="pres">
      <dgm:prSet presAssocID="{A047D296-703A-49A7-BE4F-4B703E986ED2}" presName="node" presStyleLbl="node1" presStyleIdx="0" presStyleCnt="4">
        <dgm:presLayoutVars>
          <dgm:bulletEnabled val="1"/>
        </dgm:presLayoutVars>
      </dgm:prSet>
      <dgm:spPr/>
    </dgm:pt>
    <dgm:pt modelId="{D6B449AD-D961-F645-B9F0-25C748CC6C8C}" type="pres">
      <dgm:prSet presAssocID="{1222D7C6-FDE5-481F-BC63-163F45A7B501}" presName="sibTrans" presStyleLbl="sibTrans2D1" presStyleIdx="0" presStyleCnt="4"/>
      <dgm:spPr/>
    </dgm:pt>
    <dgm:pt modelId="{5D7D0C91-215B-F444-904F-BF56083AACCD}" type="pres">
      <dgm:prSet presAssocID="{1222D7C6-FDE5-481F-BC63-163F45A7B501}" presName="connectorText" presStyleLbl="sibTrans2D1" presStyleIdx="0" presStyleCnt="4"/>
      <dgm:spPr/>
    </dgm:pt>
    <dgm:pt modelId="{91A624A1-A3AE-1447-9ECC-970018221146}" type="pres">
      <dgm:prSet presAssocID="{205615F8-9CAB-401E-93CC-F1B40F28AE85}" presName="node" presStyleLbl="node1" presStyleIdx="1" presStyleCnt="4">
        <dgm:presLayoutVars>
          <dgm:bulletEnabled val="1"/>
        </dgm:presLayoutVars>
      </dgm:prSet>
      <dgm:spPr/>
    </dgm:pt>
    <dgm:pt modelId="{E6EA483D-C20D-D64D-8019-C1F84AD86AA7}" type="pres">
      <dgm:prSet presAssocID="{1175B7BF-2672-419A-B4A7-3BDDCDACE187}" presName="sibTrans" presStyleLbl="sibTrans2D1" presStyleIdx="1" presStyleCnt="4"/>
      <dgm:spPr/>
    </dgm:pt>
    <dgm:pt modelId="{777B5CD9-0AF9-C04F-9E48-B1F5CC2627EF}" type="pres">
      <dgm:prSet presAssocID="{1175B7BF-2672-419A-B4A7-3BDDCDACE187}" presName="connectorText" presStyleLbl="sibTrans2D1" presStyleIdx="1" presStyleCnt="4"/>
      <dgm:spPr/>
    </dgm:pt>
    <dgm:pt modelId="{A391193C-5D5B-6C42-BA3A-73E771A1B4AB}" type="pres">
      <dgm:prSet presAssocID="{B12E3800-5DCE-4735-B3C8-83334345CA65}" presName="node" presStyleLbl="node1" presStyleIdx="2" presStyleCnt="4">
        <dgm:presLayoutVars>
          <dgm:bulletEnabled val="1"/>
        </dgm:presLayoutVars>
      </dgm:prSet>
      <dgm:spPr/>
    </dgm:pt>
    <dgm:pt modelId="{5F96ED5A-E9DD-584A-BD0A-39DC3A2DBC40}" type="pres">
      <dgm:prSet presAssocID="{C3BCC189-F106-4D6C-9B7D-54C83D337F33}" presName="sibTrans" presStyleLbl="sibTrans2D1" presStyleIdx="2" presStyleCnt="4"/>
      <dgm:spPr/>
    </dgm:pt>
    <dgm:pt modelId="{1D1A79D0-E5EC-1D49-B4D7-83D658188E0A}" type="pres">
      <dgm:prSet presAssocID="{C3BCC189-F106-4D6C-9B7D-54C83D337F33}" presName="connectorText" presStyleLbl="sibTrans2D1" presStyleIdx="2" presStyleCnt="4"/>
      <dgm:spPr/>
    </dgm:pt>
    <dgm:pt modelId="{A256F02C-6220-C24C-A2C5-EADE5903FFCA}" type="pres">
      <dgm:prSet presAssocID="{88BFD3DF-0BC7-46B5-87A4-C8A21BAD0FD8}" presName="node" presStyleLbl="node1" presStyleIdx="3" presStyleCnt="4">
        <dgm:presLayoutVars>
          <dgm:bulletEnabled val="1"/>
        </dgm:presLayoutVars>
      </dgm:prSet>
      <dgm:spPr/>
    </dgm:pt>
    <dgm:pt modelId="{1A1C3CF1-C81A-1240-9417-87901990471F}" type="pres">
      <dgm:prSet presAssocID="{508C1E62-0823-465C-939E-25BFA9CF1C18}" presName="sibTrans" presStyleLbl="sibTrans2D1" presStyleIdx="3" presStyleCnt="4"/>
      <dgm:spPr/>
    </dgm:pt>
    <dgm:pt modelId="{6FBCA854-60ED-E145-AF03-591F85D14FEF}" type="pres">
      <dgm:prSet presAssocID="{508C1E62-0823-465C-939E-25BFA9CF1C18}" presName="connectorText" presStyleLbl="sibTrans2D1" presStyleIdx="3" presStyleCnt="4"/>
      <dgm:spPr/>
    </dgm:pt>
  </dgm:ptLst>
  <dgm:cxnLst>
    <dgm:cxn modelId="{683CDB0B-B545-E042-ACE2-A0C0B3FBE589}" type="presOf" srcId="{205615F8-9CAB-401E-93CC-F1B40F28AE85}" destId="{91A624A1-A3AE-1447-9ECC-970018221146}" srcOrd="0" destOrd="0" presId="urn:microsoft.com/office/officeart/2005/8/layout/cycle2"/>
    <dgm:cxn modelId="{82C9AE32-0305-2446-BA2E-C780E0B98083}" type="presOf" srcId="{C3BCC189-F106-4D6C-9B7D-54C83D337F33}" destId="{5F96ED5A-E9DD-584A-BD0A-39DC3A2DBC40}" srcOrd="0" destOrd="0" presId="urn:microsoft.com/office/officeart/2005/8/layout/cycle2"/>
    <dgm:cxn modelId="{D68A4439-C9A6-C244-9459-CF4F687EE7CE}" type="presOf" srcId="{508C1E62-0823-465C-939E-25BFA9CF1C18}" destId="{1A1C3CF1-C81A-1240-9417-87901990471F}" srcOrd="0" destOrd="0" presId="urn:microsoft.com/office/officeart/2005/8/layout/cycle2"/>
    <dgm:cxn modelId="{449AB94E-1884-428E-B4C3-63A0617DAFAC}" srcId="{60183884-AD80-4358-B42E-1087E7EBD95E}" destId="{88BFD3DF-0BC7-46B5-87A4-C8A21BAD0FD8}" srcOrd="3" destOrd="0" parTransId="{9ACDAEC6-D034-44FB-8ED0-C74AF922F6BC}" sibTransId="{508C1E62-0823-465C-939E-25BFA9CF1C18}"/>
    <dgm:cxn modelId="{699AA050-41B9-1A41-A669-70B1FB1AD0FE}" type="presOf" srcId="{60183884-AD80-4358-B42E-1087E7EBD95E}" destId="{436D8989-C7E4-304A-B400-750E4B43160A}" srcOrd="0" destOrd="0" presId="urn:microsoft.com/office/officeart/2005/8/layout/cycle2"/>
    <dgm:cxn modelId="{8A6F995C-E705-450B-9E95-6F44A8F25287}" srcId="{60183884-AD80-4358-B42E-1087E7EBD95E}" destId="{B12E3800-5DCE-4735-B3C8-83334345CA65}" srcOrd="2" destOrd="0" parTransId="{A498F15E-F141-4F2C-B5AC-B619A6FE1953}" sibTransId="{C3BCC189-F106-4D6C-9B7D-54C83D337F33}"/>
    <dgm:cxn modelId="{1D82C55D-AAC1-9145-9A02-19F2454C22AA}" type="presOf" srcId="{1175B7BF-2672-419A-B4A7-3BDDCDACE187}" destId="{E6EA483D-C20D-D64D-8019-C1F84AD86AA7}" srcOrd="0" destOrd="0" presId="urn:microsoft.com/office/officeart/2005/8/layout/cycle2"/>
    <dgm:cxn modelId="{C887D25E-3FD4-4459-BF88-EC743A0AAD20}" srcId="{60183884-AD80-4358-B42E-1087E7EBD95E}" destId="{A047D296-703A-49A7-BE4F-4B703E986ED2}" srcOrd="0" destOrd="0" parTransId="{6B5C4A8D-B962-4BF7-BFE2-63BB41CA6A7E}" sibTransId="{1222D7C6-FDE5-481F-BC63-163F45A7B501}"/>
    <dgm:cxn modelId="{05CE6D6C-D89B-D049-AA3D-CE60D53F6BFA}" type="presOf" srcId="{B12E3800-5DCE-4735-B3C8-83334345CA65}" destId="{A391193C-5D5B-6C42-BA3A-73E771A1B4AB}" srcOrd="0" destOrd="0" presId="urn:microsoft.com/office/officeart/2005/8/layout/cycle2"/>
    <dgm:cxn modelId="{A89C106D-34C7-4B8E-B1C8-A04DFEFFD08A}" srcId="{60183884-AD80-4358-B42E-1087E7EBD95E}" destId="{205615F8-9CAB-401E-93CC-F1B40F28AE85}" srcOrd="1" destOrd="0" parTransId="{69B18B65-D8E7-42F2-B285-6A3E300415DB}" sibTransId="{1175B7BF-2672-419A-B4A7-3BDDCDACE187}"/>
    <dgm:cxn modelId="{DA39CF6D-0210-B24B-89C7-CB633F61C53D}" type="presOf" srcId="{1222D7C6-FDE5-481F-BC63-163F45A7B501}" destId="{5D7D0C91-215B-F444-904F-BF56083AACCD}" srcOrd="1" destOrd="0" presId="urn:microsoft.com/office/officeart/2005/8/layout/cycle2"/>
    <dgm:cxn modelId="{16210772-32CE-9D4D-925C-32D344692B62}" type="presOf" srcId="{1175B7BF-2672-419A-B4A7-3BDDCDACE187}" destId="{777B5CD9-0AF9-C04F-9E48-B1F5CC2627EF}" srcOrd="1" destOrd="0" presId="urn:microsoft.com/office/officeart/2005/8/layout/cycle2"/>
    <dgm:cxn modelId="{C3DBD574-8C35-7649-82F9-0639E7BC12FF}" type="presOf" srcId="{C3BCC189-F106-4D6C-9B7D-54C83D337F33}" destId="{1D1A79D0-E5EC-1D49-B4D7-83D658188E0A}" srcOrd="1" destOrd="0" presId="urn:microsoft.com/office/officeart/2005/8/layout/cycle2"/>
    <dgm:cxn modelId="{C3E2AC78-3B33-4B4B-9C6E-9B080580C2CA}" type="presOf" srcId="{1222D7C6-FDE5-481F-BC63-163F45A7B501}" destId="{D6B449AD-D961-F645-B9F0-25C748CC6C8C}" srcOrd="0" destOrd="0" presId="urn:microsoft.com/office/officeart/2005/8/layout/cycle2"/>
    <dgm:cxn modelId="{A68ED484-F2C9-594C-93C6-827B38B87A99}" type="presOf" srcId="{508C1E62-0823-465C-939E-25BFA9CF1C18}" destId="{6FBCA854-60ED-E145-AF03-591F85D14FEF}" srcOrd="1" destOrd="0" presId="urn:microsoft.com/office/officeart/2005/8/layout/cycle2"/>
    <dgm:cxn modelId="{107BC1B6-098C-B845-82E3-022AE8E63F0B}" type="presOf" srcId="{A047D296-703A-49A7-BE4F-4B703E986ED2}" destId="{60D5234D-172D-1042-BBE4-A0CCE92ACB85}" srcOrd="0" destOrd="0" presId="urn:microsoft.com/office/officeart/2005/8/layout/cycle2"/>
    <dgm:cxn modelId="{26AAA4F9-8D08-4645-8839-1D47E058D997}" type="presOf" srcId="{88BFD3DF-0BC7-46B5-87A4-C8A21BAD0FD8}" destId="{A256F02C-6220-C24C-A2C5-EADE5903FFCA}" srcOrd="0" destOrd="0" presId="urn:microsoft.com/office/officeart/2005/8/layout/cycle2"/>
    <dgm:cxn modelId="{2DB5AFA1-DFE5-AA4C-B165-50B105612FED}" type="presParOf" srcId="{436D8989-C7E4-304A-B400-750E4B43160A}" destId="{60D5234D-172D-1042-BBE4-A0CCE92ACB85}" srcOrd="0" destOrd="0" presId="urn:microsoft.com/office/officeart/2005/8/layout/cycle2"/>
    <dgm:cxn modelId="{2D93B1F1-4761-3B4C-95B2-0B512E534354}" type="presParOf" srcId="{436D8989-C7E4-304A-B400-750E4B43160A}" destId="{D6B449AD-D961-F645-B9F0-25C748CC6C8C}" srcOrd="1" destOrd="0" presId="urn:microsoft.com/office/officeart/2005/8/layout/cycle2"/>
    <dgm:cxn modelId="{D565464D-AFC9-2C47-B7A9-099D2566FB10}" type="presParOf" srcId="{D6B449AD-D961-F645-B9F0-25C748CC6C8C}" destId="{5D7D0C91-215B-F444-904F-BF56083AACCD}" srcOrd="0" destOrd="0" presId="urn:microsoft.com/office/officeart/2005/8/layout/cycle2"/>
    <dgm:cxn modelId="{5E74D583-E389-7248-A1AB-E564BE532FE0}" type="presParOf" srcId="{436D8989-C7E4-304A-B400-750E4B43160A}" destId="{91A624A1-A3AE-1447-9ECC-970018221146}" srcOrd="2" destOrd="0" presId="urn:microsoft.com/office/officeart/2005/8/layout/cycle2"/>
    <dgm:cxn modelId="{CC0441AD-FF7F-0E44-BFC2-65E9B064424A}" type="presParOf" srcId="{436D8989-C7E4-304A-B400-750E4B43160A}" destId="{E6EA483D-C20D-D64D-8019-C1F84AD86AA7}" srcOrd="3" destOrd="0" presId="urn:microsoft.com/office/officeart/2005/8/layout/cycle2"/>
    <dgm:cxn modelId="{098F00BC-E287-2C44-BD7B-1D24C4A9E6D3}" type="presParOf" srcId="{E6EA483D-C20D-D64D-8019-C1F84AD86AA7}" destId="{777B5CD9-0AF9-C04F-9E48-B1F5CC2627EF}" srcOrd="0" destOrd="0" presId="urn:microsoft.com/office/officeart/2005/8/layout/cycle2"/>
    <dgm:cxn modelId="{61B12314-C803-4047-B929-57CA54028260}" type="presParOf" srcId="{436D8989-C7E4-304A-B400-750E4B43160A}" destId="{A391193C-5D5B-6C42-BA3A-73E771A1B4AB}" srcOrd="4" destOrd="0" presId="urn:microsoft.com/office/officeart/2005/8/layout/cycle2"/>
    <dgm:cxn modelId="{F628C9CD-5CA6-7946-8642-B3EF652648D8}" type="presParOf" srcId="{436D8989-C7E4-304A-B400-750E4B43160A}" destId="{5F96ED5A-E9DD-584A-BD0A-39DC3A2DBC40}" srcOrd="5" destOrd="0" presId="urn:microsoft.com/office/officeart/2005/8/layout/cycle2"/>
    <dgm:cxn modelId="{3EBB7F5F-E835-4F49-9C01-826F0659E517}" type="presParOf" srcId="{5F96ED5A-E9DD-584A-BD0A-39DC3A2DBC40}" destId="{1D1A79D0-E5EC-1D49-B4D7-83D658188E0A}" srcOrd="0" destOrd="0" presId="urn:microsoft.com/office/officeart/2005/8/layout/cycle2"/>
    <dgm:cxn modelId="{55809BA9-1898-1B41-8E8A-800F18431594}" type="presParOf" srcId="{436D8989-C7E4-304A-B400-750E4B43160A}" destId="{A256F02C-6220-C24C-A2C5-EADE5903FFCA}" srcOrd="6" destOrd="0" presId="urn:microsoft.com/office/officeart/2005/8/layout/cycle2"/>
    <dgm:cxn modelId="{7808C8EB-BEBB-114A-B4C3-6F34E286B456}" type="presParOf" srcId="{436D8989-C7E4-304A-B400-750E4B43160A}" destId="{1A1C3CF1-C81A-1240-9417-87901990471F}" srcOrd="7" destOrd="0" presId="urn:microsoft.com/office/officeart/2005/8/layout/cycle2"/>
    <dgm:cxn modelId="{AFF20911-BCE4-C741-8E51-0906F121E52E}" type="presParOf" srcId="{1A1C3CF1-C81A-1240-9417-87901990471F}" destId="{6FBCA854-60ED-E145-AF03-591F85D14FE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858EF3-B7A9-4C82-AE33-307AFD5706E7}" type="doc">
      <dgm:prSet loTypeId="urn:microsoft.com/office/officeart/2005/8/layout/orgChart1" qsTypeId="urn:microsoft.com/office/officeart/2005/8/quickstyle/simple2" csTypeId="urn:microsoft.com/office/officeart/2005/8/colors/accent1_2"/>
      <dgm:spPr/>
    </dgm:pt>
    <dgm:pt modelId="{26EFBC1D-3147-444A-B052-C15A0BA08A84}">
      <dgm:prSet/>
      <dgm:spPr/>
      <dgm:t>
        <a:bodyPr/>
        <a:lstStyle/>
        <a:p>
          <a:r>
            <a:t>Program lead</a:t>
          </a:r>
        </a:p>
      </dgm:t>
    </dgm:pt>
    <dgm:pt modelId="{3264A0E5-EAE5-4D6F-BC85-656043B853B9}" type="parTrans" cxnId="{2D072588-2B85-482C-BE37-EB86BEE079CD}">
      <dgm:prSet/>
      <dgm:spPr/>
      <dgm:t>
        <a:bodyPr/>
        <a:lstStyle/>
        <a:p>
          <a:endParaRPr/>
        </a:p>
      </dgm:t>
    </dgm:pt>
    <dgm:pt modelId="{FD74ACDE-FB11-41C8-90EF-F046A67235E4}" type="sibTrans" cxnId="{2D072588-2B85-482C-BE37-EB86BEE079CD}">
      <dgm:prSet/>
      <dgm:spPr/>
      <dgm:t>
        <a:bodyPr/>
        <a:lstStyle/>
        <a:p>
          <a:endParaRPr/>
        </a:p>
      </dgm:t>
    </dgm:pt>
    <dgm:pt modelId="{740F7566-2FFE-4041-8B9C-6D0213ED44C5}">
      <dgm:prSet/>
      <dgm:spPr/>
      <dgm:t>
        <a:bodyPr/>
        <a:lstStyle/>
        <a:p>
          <a:r>
            <a:t>Design</a:t>
          </a:r>
        </a:p>
      </dgm:t>
    </dgm:pt>
    <dgm:pt modelId="{809698B7-83CB-4384-A779-DD38BFE55556}" type="parTrans" cxnId="{B87BE3F5-DD2C-4F25-AF4D-CDF3CC7FFDDF}">
      <dgm:prSet/>
      <dgm:spPr/>
      <dgm:t>
        <a:bodyPr/>
        <a:lstStyle/>
        <a:p>
          <a:endParaRPr/>
        </a:p>
      </dgm:t>
    </dgm:pt>
    <dgm:pt modelId="{2EC1272D-FD2B-4E19-A5ED-866A06A1FCCD}" type="sibTrans" cxnId="{B87BE3F5-DD2C-4F25-AF4D-CDF3CC7FFDDF}">
      <dgm:prSet/>
      <dgm:spPr/>
      <dgm:t>
        <a:bodyPr/>
        <a:lstStyle/>
        <a:p>
          <a:endParaRPr/>
        </a:p>
      </dgm:t>
    </dgm:pt>
    <dgm:pt modelId="{3C2DF5FC-489D-4D67-9933-36184EB87D30}">
      <dgm:prSet/>
      <dgm:spPr/>
      <dgm:t>
        <a:bodyPr/>
        <a:lstStyle/>
        <a:p>
          <a:r>
            <a:t>Engineering</a:t>
          </a:r>
        </a:p>
      </dgm:t>
    </dgm:pt>
    <dgm:pt modelId="{CB5AAAFE-1DFC-4492-9F8E-2492F2C35C1C}" type="parTrans" cxnId="{DA40B785-2EC7-4BFF-8782-9589A63B2CDB}">
      <dgm:prSet/>
      <dgm:spPr/>
      <dgm:t>
        <a:bodyPr/>
        <a:lstStyle/>
        <a:p>
          <a:endParaRPr/>
        </a:p>
      </dgm:t>
    </dgm:pt>
    <dgm:pt modelId="{9992C1BE-7046-47B1-BE7C-A74DFB108163}" type="sibTrans" cxnId="{DA40B785-2EC7-4BFF-8782-9589A63B2CDB}">
      <dgm:prSet/>
      <dgm:spPr/>
      <dgm:t>
        <a:bodyPr/>
        <a:lstStyle/>
        <a:p>
          <a:endParaRPr/>
        </a:p>
      </dgm:t>
    </dgm:pt>
    <dgm:pt modelId="{E089A474-9893-4FE0-9E17-4E2B4EE31556}">
      <dgm:prSet/>
      <dgm:spPr/>
      <dgm:t>
        <a:bodyPr/>
        <a:lstStyle/>
        <a:p>
          <a:r>
            <a:t>Go-to-market</a:t>
          </a:r>
        </a:p>
      </dgm:t>
    </dgm:pt>
    <dgm:pt modelId="{E22B70A6-789F-4AB1-952D-8DB70AAD9152}" type="parTrans" cxnId="{17702400-81AB-40B6-B112-37DD30D9306F}">
      <dgm:prSet/>
      <dgm:spPr/>
      <dgm:t>
        <a:bodyPr/>
        <a:lstStyle/>
        <a:p>
          <a:endParaRPr/>
        </a:p>
      </dgm:t>
    </dgm:pt>
    <dgm:pt modelId="{5B400A44-25D6-440D-8053-0E3805597F80}" type="sibTrans" cxnId="{17702400-81AB-40B6-B112-37DD30D9306F}">
      <dgm:prSet/>
      <dgm:spPr/>
      <dgm:t>
        <a:bodyPr/>
        <a:lstStyle/>
        <a:p>
          <a:endParaRPr/>
        </a:p>
      </dgm:t>
    </dgm:pt>
    <dgm:pt modelId="{D8CE9D28-96BD-43F3-A226-1292AB05C815}">
      <dgm:prSet/>
      <dgm:spPr/>
      <dgm:t>
        <a:bodyPr/>
        <a:lstStyle/>
        <a:p>
          <a:r>
            <a:t>Research</a:t>
          </a:r>
        </a:p>
      </dgm:t>
    </dgm:pt>
    <dgm:pt modelId="{98B9345C-C326-4C36-9A75-96159ACDDB39}" type="parTrans" cxnId="{55F57A03-635B-4DCA-9D48-032732E055F9}">
      <dgm:prSet/>
      <dgm:spPr/>
      <dgm:t>
        <a:bodyPr/>
        <a:lstStyle/>
        <a:p>
          <a:endParaRPr/>
        </a:p>
      </dgm:t>
    </dgm:pt>
    <dgm:pt modelId="{ACCAE588-DF21-42ED-BCA8-ED22015AC746}" type="sibTrans" cxnId="{55F57A03-635B-4DCA-9D48-032732E055F9}">
      <dgm:prSet/>
      <dgm:spPr/>
      <dgm:t>
        <a:bodyPr/>
        <a:lstStyle/>
        <a:p>
          <a:endParaRPr/>
        </a:p>
      </dgm:t>
    </dgm:pt>
    <dgm:pt modelId="{A254FDCA-164B-4514-97D9-AC060B05595B}">
      <dgm:prSet/>
      <dgm:spPr/>
      <dgm:t>
        <a:bodyPr/>
        <a:lstStyle/>
        <a:p>
          <a:r>
            <a:t>Build</a:t>
          </a:r>
        </a:p>
      </dgm:t>
    </dgm:pt>
    <dgm:pt modelId="{34331FF1-89C6-4769-8E2E-1F9B35360407}" type="parTrans" cxnId="{1FB44C0F-29AC-43BF-AAC5-66D7AAC28CEE}">
      <dgm:prSet/>
      <dgm:spPr/>
      <dgm:t>
        <a:bodyPr/>
        <a:lstStyle/>
        <a:p>
          <a:endParaRPr/>
        </a:p>
      </dgm:t>
    </dgm:pt>
    <dgm:pt modelId="{019CF59D-F3F5-44BF-BAF2-2B6CCBF9F282}" type="sibTrans" cxnId="{1FB44C0F-29AC-43BF-AAC5-66D7AAC28CEE}">
      <dgm:prSet/>
      <dgm:spPr/>
      <dgm:t>
        <a:bodyPr/>
        <a:lstStyle/>
        <a:p>
          <a:endParaRPr/>
        </a:p>
      </dgm:t>
    </dgm:pt>
    <dgm:pt modelId="{ABFF40C2-2008-EA42-8D28-6B71FA5F7E9A}" type="pres">
      <dgm:prSet presAssocID="{BC858EF3-B7A9-4C82-AE33-307AFD5706E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E8862A9-EB81-B245-BB2E-0D65C393CB52}" type="pres">
      <dgm:prSet presAssocID="{26EFBC1D-3147-444A-B052-C15A0BA08A84}" presName="hierRoot1" presStyleCnt="0">
        <dgm:presLayoutVars>
          <dgm:hierBranch val="init"/>
        </dgm:presLayoutVars>
      </dgm:prSet>
      <dgm:spPr/>
    </dgm:pt>
    <dgm:pt modelId="{A5BD009D-E9A0-344B-96A8-6F6F6DDAFEB7}" type="pres">
      <dgm:prSet presAssocID="{26EFBC1D-3147-444A-B052-C15A0BA08A84}" presName="rootComposite1" presStyleCnt="0"/>
      <dgm:spPr/>
    </dgm:pt>
    <dgm:pt modelId="{57324A5E-DBA6-1641-B72C-AD0743CE0F0A}" type="pres">
      <dgm:prSet presAssocID="{26EFBC1D-3147-444A-B052-C15A0BA08A84}" presName="rootText1" presStyleLbl="node0" presStyleIdx="0" presStyleCnt="1">
        <dgm:presLayoutVars>
          <dgm:chPref val="3"/>
        </dgm:presLayoutVars>
      </dgm:prSet>
      <dgm:spPr/>
    </dgm:pt>
    <dgm:pt modelId="{C942336E-4439-504C-AE1A-90167FE486F6}" type="pres">
      <dgm:prSet presAssocID="{26EFBC1D-3147-444A-B052-C15A0BA08A84}" presName="rootConnector1" presStyleLbl="node1" presStyleIdx="0" presStyleCnt="0"/>
      <dgm:spPr/>
    </dgm:pt>
    <dgm:pt modelId="{7ECDB977-433E-964F-8A92-1FB427F43931}" type="pres">
      <dgm:prSet presAssocID="{26EFBC1D-3147-444A-B052-C15A0BA08A84}" presName="hierChild2" presStyleCnt="0"/>
      <dgm:spPr/>
    </dgm:pt>
    <dgm:pt modelId="{D2297896-C06A-E44A-BE9B-8A602B7D4921}" type="pres">
      <dgm:prSet presAssocID="{809698B7-83CB-4384-A779-DD38BFE55556}" presName="Name37" presStyleLbl="parChTrans1D2" presStyleIdx="0" presStyleCnt="3"/>
      <dgm:spPr/>
    </dgm:pt>
    <dgm:pt modelId="{CF2B818B-8730-DC49-9DB9-9AB1B9B1C14C}" type="pres">
      <dgm:prSet presAssocID="{740F7566-2FFE-4041-8B9C-6D0213ED44C5}" presName="hierRoot2" presStyleCnt="0">
        <dgm:presLayoutVars>
          <dgm:hierBranch val="init"/>
        </dgm:presLayoutVars>
      </dgm:prSet>
      <dgm:spPr/>
    </dgm:pt>
    <dgm:pt modelId="{533BA31E-49BF-704C-BE28-CDF34EF015AF}" type="pres">
      <dgm:prSet presAssocID="{740F7566-2FFE-4041-8B9C-6D0213ED44C5}" presName="rootComposite" presStyleCnt="0"/>
      <dgm:spPr/>
    </dgm:pt>
    <dgm:pt modelId="{B773FA64-3536-744D-8F45-FC9A88DD8F6E}" type="pres">
      <dgm:prSet presAssocID="{740F7566-2FFE-4041-8B9C-6D0213ED44C5}" presName="rootText" presStyleLbl="node2" presStyleIdx="0" presStyleCnt="3">
        <dgm:presLayoutVars>
          <dgm:chPref val="3"/>
        </dgm:presLayoutVars>
      </dgm:prSet>
      <dgm:spPr/>
    </dgm:pt>
    <dgm:pt modelId="{6B24AA1B-E68C-E74F-AF77-6C868100D0C5}" type="pres">
      <dgm:prSet presAssocID="{740F7566-2FFE-4041-8B9C-6D0213ED44C5}" presName="rootConnector" presStyleLbl="node2" presStyleIdx="0" presStyleCnt="3"/>
      <dgm:spPr/>
    </dgm:pt>
    <dgm:pt modelId="{7F1336F1-F0A1-B343-A2EC-33C3A3CFE654}" type="pres">
      <dgm:prSet presAssocID="{740F7566-2FFE-4041-8B9C-6D0213ED44C5}" presName="hierChild4" presStyleCnt="0"/>
      <dgm:spPr/>
    </dgm:pt>
    <dgm:pt modelId="{6C28147A-DD34-1646-B608-2F10E32CE098}" type="pres">
      <dgm:prSet presAssocID="{98B9345C-C326-4C36-9A75-96159ACDDB39}" presName="Name37" presStyleLbl="parChTrans1D3" presStyleIdx="0" presStyleCnt="2"/>
      <dgm:spPr/>
    </dgm:pt>
    <dgm:pt modelId="{6ED07B70-FA0D-334A-B0E8-00C3265918E7}" type="pres">
      <dgm:prSet presAssocID="{D8CE9D28-96BD-43F3-A226-1292AB05C815}" presName="hierRoot2" presStyleCnt="0">
        <dgm:presLayoutVars>
          <dgm:hierBranch val="init"/>
        </dgm:presLayoutVars>
      </dgm:prSet>
      <dgm:spPr/>
    </dgm:pt>
    <dgm:pt modelId="{206DC2AA-9C1B-6142-96E4-0358F274E838}" type="pres">
      <dgm:prSet presAssocID="{D8CE9D28-96BD-43F3-A226-1292AB05C815}" presName="rootComposite" presStyleCnt="0"/>
      <dgm:spPr/>
    </dgm:pt>
    <dgm:pt modelId="{3FD2956B-CDF0-664D-A0F8-BEC146D9F8DC}" type="pres">
      <dgm:prSet presAssocID="{D8CE9D28-96BD-43F3-A226-1292AB05C815}" presName="rootText" presStyleLbl="node3" presStyleIdx="0" presStyleCnt="2">
        <dgm:presLayoutVars>
          <dgm:chPref val="3"/>
        </dgm:presLayoutVars>
      </dgm:prSet>
      <dgm:spPr/>
    </dgm:pt>
    <dgm:pt modelId="{27926862-CB1E-E147-82F1-2DAC0FE7E343}" type="pres">
      <dgm:prSet presAssocID="{D8CE9D28-96BD-43F3-A226-1292AB05C815}" presName="rootConnector" presStyleLbl="node3" presStyleIdx="0" presStyleCnt="2"/>
      <dgm:spPr/>
    </dgm:pt>
    <dgm:pt modelId="{B09296CB-FC00-9E4E-B217-C6A30E7597A3}" type="pres">
      <dgm:prSet presAssocID="{D8CE9D28-96BD-43F3-A226-1292AB05C815}" presName="hierChild4" presStyleCnt="0"/>
      <dgm:spPr/>
    </dgm:pt>
    <dgm:pt modelId="{628D0350-5F80-5848-9CF7-9F4CE61A4683}" type="pres">
      <dgm:prSet presAssocID="{D8CE9D28-96BD-43F3-A226-1292AB05C815}" presName="hierChild5" presStyleCnt="0"/>
      <dgm:spPr/>
    </dgm:pt>
    <dgm:pt modelId="{C092CD05-EB73-E448-A534-28014AFE6640}" type="pres">
      <dgm:prSet presAssocID="{740F7566-2FFE-4041-8B9C-6D0213ED44C5}" presName="hierChild5" presStyleCnt="0"/>
      <dgm:spPr/>
    </dgm:pt>
    <dgm:pt modelId="{77281613-CC26-CE43-8357-8245F065CA82}" type="pres">
      <dgm:prSet presAssocID="{CB5AAAFE-1DFC-4492-9F8E-2492F2C35C1C}" presName="Name37" presStyleLbl="parChTrans1D2" presStyleIdx="1" presStyleCnt="3"/>
      <dgm:spPr/>
    </dgm:pt>
    <dgm:pt modelId="{FD702266-1A61-F848-98A0-3009AED57471}" type="pres">
      <dgm:prSet presAssocID="{3C2DF5FC-489D-4D67-9933-36184EB87D30}" presName="hierRoot2" presStyleCnt="0">
        <dgm:presLayoutVars>
          <dgm:hierBranch val="init"/>
        </dgm:presLayoutVars>
      </dgm:prSet>
      <dgm:spPr/>
    </dgm:pt>
    <dgm:pt modelId="{A7A37C60-2184-8442-8544-121598EA023E}" type="pres">
      <dgm:prSet presAssocID="{3C2DF5FC-489D-4D67-9933-36184EB87D30}" presName="rootComposite" presStyleCnt="0"/>
      <dgm:spPr/>
    </dgm:pt>
    <dgm:pt modelId="{61766697-E687-224C-AACC-A9F826C4E346}" type="pres">
      <dgm:prSet presAssocID="{3C2DF5FC-489D-4D67-9933-36184EB87D30}" presName="rootText" presStyleLbl="node2" presStyleIdx="1" presStyleCnt="3">
        <dgm:presLayoutVars>
          <dgm:chPref val="3"/>
        </dgm:presLayoutVars>
      </dgm:prSet>
      <dgm:spPr/>
    </dgm:pt>
    <dgm:pt modelId="{C6795065-929C-964E-93AB-91291C8842A0}" type="pres">
      <dgm:prSet presAssocID="{3C2DF5FC-489D-4D67-9933-36184EB87D30}" presName="rootConnector" presStyleLbl="node2" presStyleIdx="1" presStyleCnt="3"/>
      <dgm:spPr/>
    </dgm:pt>
    <dgm:pt modelId="{46B0D780-884E-194B-BFAB-8939B89C4231}" type="pres">
      <dgm:prSet presAssocID="{3C2DF5FC-489D-4D67-9933-36184EB87D30}" presName="hierChild4" presStyleCnt="0"/>
      <dgm:spPr/>
    </dgm:pt>
    <dgm:pt modelId="{7DB879D2-CC50-2840-86B9-3B0357AEA101}" type="pres">
      <dgm:prSet presAssocID="{34331FF1-89C6-4769-8E2E-1F9B35360407}" presName="Name37" presStyleLbl="parChTrans1D3" presStyleIdx="1" presStyleCnt="2"/>
      <dgm:spPr/>
    </dgm:pt>
    <dgm:pt modelId="{6D82042A-3DBE-164A-A74C-478273707335}" type="pres">
      <dgm:prSet presAssocID="{A254FDCA-164B-4514-97D9-AC060B05595B}" presName="hierRoot2" presStyleCnt="0">
        <dgm:presLayoutVars>
          <dgm:hierBranch val="init"/>
        </dgm:presLayoutVars>
      </dgm:prSet>
      <dgm:spPr/>
    </dgm:pt>
    <dgm:pt modelId="{40CF9F4E-1390-7142-8A99-7B3FD373517F}" type="pres">
      <dgm:prSet presAssocID="{A254FDCA-164B-4514-97D9-AC060B05595B}" presName="rootComposite" presStyleCnt="0"/>
      <dgm:spPr/>
    </dgm:pt>
    <dgm:pt modelId="{51C6B3CB-5328-D246-AE7B-16019C158797}" type="pres">
      <dgm:prSet presAssocID="{A254FDCA-164B-4514-97D9-AC060B05595B}" presName="rootText" presStyleLbl="node3" presStyleIdx="1" presStyleCnt="2">
        <dgm:presLayoutVars>
          <dgm:chPref val="3"/>
        </dgm:presLayoutVars>
      </dgm:prSet>
      <dgm:spPr/>
    </dgm:pt>
    <dgm:pt modelId="{85E10A57-1950-4A4F-B41C-7F83EAA6A994}" type="pres">
      <dgm:prSet presAssocID="{A254FDCA-164B-4514-97D9-AC060B05595B}" presName="rootConnector" presStyleLbl="node3" presStyleIdx="1" presStyleCnt="2"/>
      <dgm:spPr/>
    </dgm:pt>
    <dgm:pt modelId="{2C97B808-BBE9-0048-9206-C1AF9510867E}" type="pres">
      <dgm:prSet presAssocID="{A254FDCA-164B-4514-97D9-AC060B05595B}" presName="hierChild4" presStyleCnt="0"/>
      <dgm:spPr/>
    </dgm:pt>
    <dgm:pt modelId="{72B99993-BBB7-2240-8EE5-8CD0264DE691}" type="pres">
      <dgm:prSet presAssocID="{A254FDCA-164B-4514-97D9-AC060B05595B}" presName="hierChild5" presStyleCnt="0"/>
      <dgm:spPr/>
    </dgm:pt>
    <dgm:pt modelId="{610EC42D-DD38-D24B-B198-729FB9CBFEC8}" type="pres">
      <dgm:prSet presAssocID="{3C2DF5FC-489D-4D67-9933-36184EB87D30}" presName="hierChild5" presStyleCnt="0"/>
      <dgm:spPr/>
    </dgm:pt>
    <dgm:pt modelId="{0651BC90-1E63-C349-82E2-E044F06F3650}" type="pres">
      <dgm:prSet presAssocID="{E22B70A6-789F-4AB1-952D-8DB70AAD9152}" presName="Name37" presStyleLbl="parChTrans1D2" presStyleIdx="2" presStyleCnt="3"/>
      <dgm:spPr/>
    </dgm:pt>
    <dgm:pt modelId="{D3AADC17-555F-D242-B4CD-F2F25D1F0525}" type="pres">
      <dgm:prSet presAssocID="{E089A474-9893-4FE0-9E17-4E2B4EE31556}" presName="hierRoot2" presStyleCnt="0">
        <dgm:presLayoutVars>
          <dgm:hierBranch val="init"/>
        </dgm:presLayoutVars>
      </dgm:prSet>
      <dgm:spPr/>
    </dgm:pt>
    <dgm:pt modelId="{D5B8AA9C-2E2F-AE46-8E9E-2AE13C075448}" type="pres">
      <dgm:prSet presAssocID="{E089A474-9893-4FE0-9E17-4E2B4EE31556}" presName="rootComposite" presStyleCnt="0"/>
      <dgm:spPr/>
    </dgm:pt>
    <dgm:pt modelId="{3F912E97-D9D6-E141-B8EB-9E0CC39D38C5}" type="pres">
      <dgm:prSet presAssocID="{E089A474-9893-4FE0-9E17-4E2B4EE31556}" presName="rootText" presStyleLbl="node2" presStyleIdx="2" presStyleCnt="3">
        <dgm:presLayoutVars>
          <dgm:chPref val="3"/>
        </dgm:presLayoutVars>
      </dgm:prSet>
      <dgm:spPr/>
    </dgm:pt>
    <dgm:pt modelId="{7E2A1F3F-5984-2A4D-97B0-F42153985F35}" type="pres">
      <dgm:prSet presAssocID="{E089A474-9893-4FE0-9E17-4E2B4EE31556}" presName="rootConnector" presStyleLbl="node2" presStyleIdx="2" presStyleCnt="3"/>
      <dgm:spPr/>
    </dgm:pt>
    <dgm:pt modelId="{0D600664-A0D9-DE49-B973-582485E02BE6}" type="pres">
      <dgm:prSet presAssocID="{E089A474-9893-4FE0-9E17-4E2B4EE31556}" presName="hierChild4" presStyleCnt="0"/>
      <dgm:spPr/>
    </dgm:pt>
    <dgm:pt modelId="{F022AF6F-DB3F-9343-9B6B-CA13DDC08F12}" type="pres">
      <dgm:prSet presAssocID="{E089A474-9893-4FE0-9E17-4E2B4EE31556}" presName="hierChild5" presStyleCnt="0"/>
      <dgm:spPr/>
    </dgm:pt>
    <dgm:pt modelId="{834421E1-D4D3-AB4A-B7CD-E6793B58BC02}" type="pres">
      <dgm:prSet presAssocID="{26EFBC1D-3147-444A-B052-C15A0BA08A84}" presName="hierChild3" presStyleCnt="0"/>
      <dgm:spPr/>
    </dgm:pt>
  </dgm:ptLst>
  <dgm:cxnLst>
    <dgm:cxn modelId="{17702400-81AB-40B6-B112-37DD30D9306F}" srcId="{26EFBC1D-3147-444A-B052-C15A0BA08A84}" destId="{E089A474-9893-4FE0-9E17-4E2B4EE31556}" srcOrd="2" destOrd="0" parTransId="{E22B70A6-789F-4AB1-952D-8DB70AAD9152}" sibTransId="{5B400A44-25D6-440D-8053-0E3805597F80}"/>
    <dgm:cxn modelId="{55F57A03-635B-4DCA-9D48-032732E055F9}" srcId="{740F7566-2FFE-4041-8B9C-6D0213ED44C5}" destId="{D8CE9D28-96BD-43F3-A226-1292AB05C815}" srcOrd="0" destOrd="0" parTransId="{98B9345C-C326-4C36-9A75-96159ACDDB39}" sibTransId="{ACCAE588-DF21-42ED-BCA8-ED22015AC746}"/>
    <dgm:cxn modelId="{658DE509-9A0A-EB45-A501-8A8E2BF3B753}" type="presOf" srcId="{26EFBC1D-3147-444A-B052-C15A0BA08A84}" destId="{C942336E-4439-504C-AE1A-90167FE486F6}" srcOrd="1" destOrd="0" presId="urn:microsoft.com/office/officeart/2005/8/layout/orgChart1"/>
    <dgm:cxn modelId="{1FB44C0F-29AC-43BF-AAC5-66D7AAC28CEE}" srcId="{3C2DF5FC-489D-4D67-9933-36184EB87D30}" destId="{A254FDCA-164B-4514-97D9-AC060B05595B}" srcOrd="0" destOrd="0" parTransId="{34331FF1-89C6-4769-8E2E-1F9B35360407}" sibTransId="{019CF59D-F3F5-44BF-BAF2-2B6CCBF9F282}"/>
    <dgm:cxn modelId="{F810560F-5CDE-A843-8A42-751DF1B80BC3}" type="presOf" srcId="{E22B70A6-789F-4AB1-952D-8DB70AAD9152}" destId="{0651BC90-1E63-C349-82E2-E044F06F3650}" srcOrd="0" destOrd="0" presId="urn:microsoft.com/office/officeart/2005/8/layout/orgChart1"/>
    <dgm:cxn modelId="{B52A9E15-A1FD-F34A-ACA7-1C40809BC94C}" type="presOf" srcId="{809698B7-83CB-4384-A779-DD38BFE55556}" destId="{D2297896-C06A-E44A-BE9B-8A602B7D4921}" srcOrd="0" destOrd="0" presId="urn:microsoft.com/office/officeart/2005/8/layout/orgChart1"/>
    <dgm:cxn modelId="{F6A3411D-EFB0-2A4B-A549-6539E708E4D3}" type="presOf" srcId="{26EFBC1D-3147-444A-B052-C15A0BA08A84}" destId="{57324A5E-DBA6-1641-B72C-AD0743CE0F0A}" srcOrd="0" destOrd="0" presId="urn:microsoft.com/office/officeart/2005/8/layout/orgChart1"/>
    <dgm:cxn modelId="{60EDE71D-2009-BB4A-9B9B-E6F144FD2A62}" type="presOf" srcId="{D8CE9D28-96BD-43F3-A226-1292AB05C815}" destId="{3FD2956B-CDF0-664D-A0F8-BEC146D9F8DC}" srcOrd="0" destOrd="0" presId="urn:microsoft.com/office/officeart/2005/8/layout/orgChart1"/>
    <dgm:cxn modelId="{BB5BFB26-8501-044B-89F8-32053F00220E}" type="presOf" srcId="{BC858EF3-B7A9-4C82-AE33-307AFD5706E7}" destId="{ABFF40C2-2008-EA42-8D28-6B71FA5F7E9A}" srcOrd="0" destOrd="0" presId="urn:microsoft.com/office/officeart/2005/8/layout/orgChart1"/>
    <dgm:cxn modelId="{7FB3502B-7F88-A749-B0D0-D8A4D534C408}" type="presOf" srcId="{34331FF1-89C6-4769-8E2E-1F9B35360407}" destId="{7DB879D2-CC50-2840-86B9-3B0357AEA101}" srcOrd="0" destOrd="0" presId="urn:microsoft.com/office/officeart/2005/8/layout/orgChart1"/>
    <dgm:cxn modelId="{73928534-370A-D140-AC1F-5A5E1F4D2249}" type="presOf" srcId="{98B9345C-C326-4C36-9A75-96159ACDDB39}" destId="{6C28147A-DD34-1646-B608-2F10E32CE098}" srcOrd="0" destOrd="0" presId="urn:microsoft.com/office/officeart/2005/8/layout/orgChart1"/>
    <dgm:cxn modelId="{C0FB8D43-74DD-7B4F-8291-BB182A712917}" type="presOf" srcId="{D8CE9D28-96BD-43F3-A226-1292AB05C815}" destId="{27926862-CB1E-E147-82F1-2DAC0FE7E343}" srcOrd="1" destOrd="0" presId="urn:microsoft.com/office/officeart/2005/8/layout/orgChart1"/>
    <dgm:cxn modelId="{00A10E48-8DAD-5742-BB0E-20F226FBBB32}" type="presOf" srcId="{740F7566-2FFE-4041-8B9C-6D0213ED44C5}" destId="{B773FA64-3536-744D-8F45-FC9A88DD8F6E}" srcOrd="0" destOrd="0" presId="urn:microsoft.com/office/officeart/2005/8/layout/orgChart1"/>
    <dgm:cxn modelId="{49CF206B-7CB4-514B-9056-0A0A7942C754}" type="presOf" srcId="{740F7566-2FFE-4041-8B9C-6D0213ED44C5}" destId="{6B24AA1B-E68C-E74F-AF77-6C868100D0C5}" srcOrd="1" destOrd="0" presId="urn:microsoft.com/office/officeart/2005/8/layout/orgChart1"/>
    <dgm:cxn modelId="{A017627A-1E11-A14A-9DCE-8C7A940120F4}" type="presOf" srcId="{3C2DF5FC-489D-4D67-9933-36184EB87D30}" destId="{C6795065-929C-964E-93AB-91291C8842A0}" srcOrd="1" destOrd="0" presId="urn:microsoft.com/office/officeart/2005/8/layout/orgChart1"/>
    <dgm:cxn modelId="{A3907E85-09D9-8448-A127-BFE3980C490E}" type="presOf" srcId="{CB5AAAFE-1DFC-4492-9F8E-2492F2C35C1C}" destId="{77281613-CC26-CE43-8357-8245F065CA82}" srcOrd="0" destOrd="0" presId="urn:microsoft.com/office/officeart/2005/8/layout/orgChart1"/>
    <dgm:cxn modelId="{DA40B785-2EC7-4BFF-8782-9589A63B2CDB}" srcId="{26EFBC1D-3147-444A-B052-C15A0BA08A84}" destId="{3C2DF5FC-489D-4D67-9933-36184EB87D30}" srcOrd="1" destOrd="0" parTransId="{CB5AAAFE-1DFC-4492-9F8E-2492F2C35C1C}" sibTransId="{9992C1BE-7046-47B1-BE7C-A74DFB108163}"/>
    <dgm:cxn modelId="{2D072588-2B85-482C-BE37-EB86BEE079CD}" srcId="{BC858EF3-B7A9-4C82-AE33-307AFD5706E7}" destId="{26EFBC1D-3147-444A-B052-C15A0BA08A84}" srcOrd="0" destOrd="0" parTransId="{3264A0E5-EAE5-4D6F-BC85-656043B853B9}" sibTransId="{FD74ACDE-FB11-41C8-90EF-F046A67235E4}"/>
    <dgm:cxn modelId="{ADE3AD89-E97E-F647-9019-0AC2877A073B}" type="presOf" srcId="{A254FDCA-164B-4514-97D9-AC060B05595B}" destId="{51C6B3CB-5328-D246-AE7B-16019C158797}" srcOrd="0" destOrd="0" presId="urn:microsoft.com/office/officeart/2005/8/layout/orgChart1"/>
    <dgm:cxn modelId="{1D40BBB2-943D-5344-A3C4-06B327F9F9C6}" type="presOf" srcId="{3C2DF5FC-489D-4D67-9933-36184EB87D30}" destId="{61766697-E687-224C-AACC-A9F826C4E346}" srcOrd="0" destOrd="0" presId="urn:microsoft.com/office/officeart/2005/8/layout/orgChart1"/>
    <dgm:cxn modelId="{966E59DD-1339-0142-9F5C-0F9F66C1B009}" type="presOf" srcId="{E089A474-9893-4FE0-9E17-4E2B4EE31556}" destId="{7E2A1F3F-5984-2A4D-97B0-F42153985F35}" srcOrd="1" destOrd="0" presId="urn:microsoft.com/office/officeart/2005/8/layout/orgChart1"/>
    <dgm:cxn modelId="{3A0EEBE0-8B26-DC45-AAFA-9DED36341259}" type="presOf" srcId="{A254FDCA-164B-4514-97D9-AC060B05595B}" destId="{85E10A57-1950-4A4F-B41C-7F83EAA6A994}" srcOrd="1" destOrd="0" presId="urn:microsoft.com/office/officeart/2005/8/layout/orgChart1"/>
    <dgm:cxn modelId="{3B00A2EE-6705-FF44-89C5-4D07140096CE}" type="presOf" srcId="{E089A474-9893-4FE0-9E17-4E2B4EE31556}" destId="{3F912E97-D9D6-E141-B8EB-9E0CC39D38C5}" srcOrd="0" destOrd="0" presId="urn:microsoft.com/office/officeart/2005/8/layout/orgChart1"/>
    <dgm:cxn modelId="{B87BE3F5-DD2C-4F25-AF4D-CDF3CC7FFDDF}" srcId="{26EFBC1D-3147-444A-B052-C15A0BA08A84}" destId="{740F7566-2FFE-4041-8B9C-6D0213ED44C5}" srcOrd="0" destOrd="0" parTransId="{809698B7-83CB-4384-A779-DD38BFE55556}" sibTransId="{2EC1272D-FD2B-4E19-A5ED-866A06A1FCCD}"/>
    <dgm:cxn modelId="{078CE72C-48B5-0E4E-8C33-AB341DFB588B}" type="presParOf" srcId="{ABFF40C2-2008-EA42-8D28-6B71FA5F7E9A}" destId="{2E8862A9-EB81-B245-BB2E-0D65C393CB52}" srcOrd="0" destOrd="0" presId="urn:microsoft.com/office/officeart/2005/8/layout/orgChart1"/>
    <dgm:cxn modelId="{38BF2D9B-6F3A-B943-99BF-3A841C0B9826}" type="presParOf" srcId="{2E8862A9-EB81-B245-BB2E-0D65C393CB52}" destId="{A5BD009D-E9A0-344B-96A8-6F6F6DDAFEB7}" srcOrd="0" destOrd="0" presId="urn:microsoft.com/office/officeart/2005/8/layout/orgChart1"/>
    <dgm:cxn modelId="{71BF41CF-0129-364E-8E95-38575F5CB374}" type="presParOf" srcId="{A5BD009D-E9A0-344B-96A8-6F6F6DDAFEB7}" destId="{57324A5E-DBA6-1641-B72C-AD0743CE0F0A}" srcOrd="0" destOrd="0" presId="urn:microsoft.com/office/officeart/2005/8/layout/orgChart1"/>
    <dgm:cxn modelId="{F8E32E76-5612-C74A-9907-3F09487E078A}" type="presParOf" srcId="{A5BD009D-E9A0-344B-96A8-6F6F6DDAFEB7}" destId="{C942336E-4439-504C-AE1A-90167FE486F6}" srcOrd="1" destOrd="0" presId="urn:microsoft.com/office/officeart/2005/8/layout/orgChart1"/>
    <dgm:cxn modelId="{AD98B3E4-0664-CD43-8B9F-F96B2101E22D}" type="presParOf" srcId="{2E8862A9-EB81-B245-BB2E-0D65C393CB52}" destId="{7ECDB977-433E-964F-8A92-1FB427F43931}" srcOrd="1" destOrd="0" presId="urn:microsoft.com/office/officeart/2005/8/layout/orgChart1"/>
    <dgm:cxn modelId="{162B2BF5-49D0-864E-8628-526E1C0F3F74}" type="presParOf" srcId="{7ECDB977-433E-964F-8A92-1FB427F43931}" destId="{D2297896-C06A-E44A-BE9B-8A602B7D4921}" srcOrd="0" destOrd="0" presId="urn:microsoft.com/office/officeart/2005/8/layout/orgChart1"/>
    <dgm:cxn modelId="{8B62CA14-EF64-9640-B145-62A28F65F55D}" type="presParOf" srcId="{7ECDB977-433E-964F-8A92-1FB427F43931}" destId="{CF2B818B-8730-DC49-9DB9-9AB1B9B1C14C}" srcOrd="1" destOrd="0" presId="urn:microsoft.com/office/officeart/2005/8/layout/orgChart1"/>
    <dgm:cxn modelId="{F74D7616-03FB-8445-B840-3F2F29D2FAD7}" type="presParOf" srcId="{CF2B818B-8730-DC49-9DB9-9AB1B9B1C14C}" destId="{533BA31E-49BF-704C-BE28-CDF34EF015AF}" srcOrd="0" destOrd="0" presId="urn:microsoft.com/office/officeart/2005/8/layout/orgChart1"/>
    <dgm:cxn modelId="{166E723B-08E6-3842-B6C9-94D80813B7E7}" type="presParOf" srcId="{533BA31E-49BF-704C-BE28-CDF34EF015AF}" destId="{B773FA64-3536-744D-8F45-FC9A88DD8F6E}" srcOrd="0" destOrd="0" presId="urn:microsoft.com/office/officeart/2005/8/layout/orgChart1"/>
    <dgm:cxn modelId="{0CCC7F8E-EF24-B14B-BA89-67F779B34A77}" type="presParOf" srcId="{533BA31E-49BF-704C-BE28-CDF34EF015AF}" destId="{6B24AA1B-E68C-E74F-AF77-6C868100D0C5}" srcOrd="1" destOrd="0" presId="urn:microsoft.com/office/officeart/2005/8/layout/orgChart1"/>
    <dgm:cxn modelId="{D484C865-B22E-8546-ABB6-55EBABDDB66D}" type="presParOf" srcId="{CF2B818B-8730-DC49-9DB9-9AB1B9B1C14C}" destId="{7F1336F1-F0A1-B343-A2EC-33C3A3CFE654}" srcOrd="1" destOrd="0" presId="urn:microsoft.com/office/officeart/2005/8/layout/orgChart1"/>
    <dgm:cxn modelId="{CEABBC78-2807-E040-8ECB-07DAF5D1BAB7}" type="presParOf" srcId="{7F1336F1-F0A1-B343-A2EC-33C3A3CFE654}" destId="{6C28147A-DD34-1646-B608-2F10E32CE098}" srcOrd="0" destOrd="0" presId="urn:microsoft.com/office/officeart/2005/8/layout/orgChart1"/>
    <dgm:cxn modelId="{AF2F012E-8903-EA43-971E-EC6F5FE3EFAC}" type="presParOf" srcId="{7F1336F1-F0A1-B343-A2EC-33C3A3CFE654}" destId="{6ED07B70-FA0D-334A-B0E8-00C3265918E7}" srcOrd="1" destOrd="0" presId="urn:microsoft.com/office/officeart/2005/8/layout/orgChart1"/>
    <dgm:cxn modelId="{2A0493D1-992E-4F46-A783-F81CA9D352B8}" type="presParOf" srcId="{6ED07B70-FA0D-334A-B0E8-00C3265918E7}" destId="{206DC2AA-9C1B-6142-96E4-0358F274E838}" srcOrd="0" destOrd="0" presId="urn:microsoft.com/office/officeart/2005/8/layout/orgChart1"/>
    <dgm:cxn modelId="{B6CE3C59-4C2D-A743-A786-6F0448F5191F}" type="presParOf" srcId="{206DC2AA-9C1B-6142-96E4-0358F274E838}" destId="{3FD2956B-CDF0-664D-A0F8-BEC146D9F8DC}" srcOrd="0" destOrd="0" presId="urn:microsoft.com/office/officeart/2005/8/layout/orgChart1"/>
    <dgm:cxn modelId="{87B96AA9-BA1C-064F-A23F-978B5C487F6E}" type="presParOf" srcId="{206DC2AA-9C1B-6142-96E4-0358F274E838}" destId="{27926862-CB1E-E147-82F1-2DAC0FE7E343}" srcOrd="1" destOrd="0" presId="urn:microsoft.com/office/officeart/2005/8/layout/orgChart1"/>
    <dgm:cxn modelId="{28A99154-FD4E-914C-8C18-6A7608C9379C}" type="presParOf" srcId="{6ED07B70-FA0D-334A-B0E8-00C3265918E7}" destId="{B09296CB-FC00-9E4E-B217-C6A30E7597A3}" srcOrd="1" destOrd="0" presId="urn:microsoft.com/office/officeart/2005/8/layout/orgChart1"/>
    <dgm:cxn modelId="{0D4CFEC6-227E-F94F-9392-B05476ADCCD7}" type="presParOf" srcId="{6ED07B70-FA0D-334A-B0E8-00C3265918E7}" destId="{628D0350-5F80-5848-9CF7-9F4CE61A4683}" srcOrd="2" destOrd="0" presId="urn:microsoft.com/office/officeart/2005/8/layout/orgChart1"/>
    <dgm:cxn modelId="{9FC68AA7-94CA-594B-98B0-7271B27E43CA}" type="presParOf" srcId="{CF2B818B-8730-DC49-9DB9-9AB1B9B1C14C}" destId="{C092CD05-EB73-E448-A534-28014AFE6640}" srcOrd="2" destOrd="0" presId="urn:microsoft.com/office/officeart/2005/8/layout/orgChart1"/>
    <dgm:cxn modelId="{E9D87A3B-D919-AF4C-B98E-430B5AB5AD65}" type="presParOf" srcId="{7ECDB977-433E-964F-8A92-1FB427F43931}" destId="{77281613-CC26-CE43-8357-8245F065CA82}" srcOrd="2" destOrd="0" presId="urn:microsoft.com/office/officeart/2005/8/layout/orgChart1"/>
    <dgm:cxn modelId="{67876FAB-1C0F-D746-9222-AD7E0672DE51}" type="presParOf" srcId="{7ECDB977-433E-964F-8A92-1FB427F43931}" destId="{FD702266-1A61-F848-98A0-3009AED57471}" srcOrd="3" destOrd="0" presId="urn:microsoft.com/office/officeart/2005/8/layout/orgChart1"/>
    <dgm:cxn modelId="{16FE743F-43F4-3140-8629-F1892C5628BE}" type="presParOf" srcId="{FD702266-1A61-F848-98A0-3009AED57471}" destId="{A7A37C60-2184-8442-8544-121598EA023E}" srcOrd="0" destOrd="0" presId="urn:microsoft.com/office/officeart/2005/8/layout/orgChart1"/>
    <dgm:cxn modelId="{32E48FD9-DFD6-2C42-9E9E-30D505337EE7}" type="presParOf" srcId="{A7A37C60-2184-8442-8544-121598EA023E}" destId="{61766697-E687-224C-AACC-A9F826C4E346}" srcOrd="0" destOrd="0" presId="urn:microsoft.com/office/officeart/2005/8/layout/orgChart1"/>
    <dgm:cxn modelId="{20328EC3-BBAB-004A-B928-E951AC89F3FF}" type="presParOf" srcId="{A7A37C60-2184-8442-8544-121598EA023E}" destId="{C6795065-929C-964E-93AB-91291C8842A0}" srcOrd="1" destOrd="0" presId="urn:microsoft.com/office/officeart/2005/8/layout/orgChart1"/>
    <dgm:cxn modelId="{69BC7FD8-C3D1-C941-8712-C542272AA943}" type="presParOf" srcId="{FD702266-1A61-F848-98A0-3009AED57471}" destId="{46B0D780-884E-194B-BFAB-8939B89C4231}" srcOrd="1" destOrd="0" presId="urn:microsoft.com/office/officeart/2005/8/layout/orgChart1"/>
    <dgm:cxn modelId="{DF78B4A7-008F-3D4E-9C5F-3F78EC6ABEC9}" type="presParOf" srcId="{46B0D780-884E-194B-BFAB-8939B89C4231}" destId="{7DB879D2-CC50-2840-86B9-3B0357AEA101}" srcOrd="0" destOrd="0" presId="urn:microsoft.com/office/officeart/2005/8/layout/orgChart1"/>
    <dgm:cxn modelId="{BA8B922F-FF4A-D140-8DE6-91FB3D4DE05F}" type="presParOf" srcId="{46B0D780-884E-194B-BFAB-8939B89C4231}" destId="{6D82042A-3DBE-164A-A74C-478273707335}" srcOrd="1" destOrd="0" presId="urn:microsoft.com/office/officeart/2005/8/layout/orgChart1"/>
    <dgm:cxn modelId="{2F947ED7-995D-0D45-9100-1B75B68D3C91}" type="presParOf" srcId="{6D82042A-3DBE-164A-A74C-478273707335}" destId="{40CF9F4E-1390-7142-8A99-7B3FD373517F}" srcOrd="0" destOrd="0" presId="urn:microsoft.com/office/officeart/2005/8/layout/orgChart1"/>
    <dgm:cxn modelId="{89225832-2E06-2741-9524-15709AC7F44D}" type="presParOf" srcId="{40CF9F4E-1390-7142-8A99-7B3FD373517F}" destId="{51C6B3CB-5328-D246-AE7B-16019C158797}" srcOrd="0" destOrd="0" presId="urn:microsoft.com/office/officeart/2005/8/layout/orgChart1"/>
    <dgm:cxn modelId="{10817350-2703-2A43-B3A5-88D9B1A9F0D5}" type="presParOf" srcId="{40CF9F4E-1390-7142-8A99-7B3FD373517F}" destId="{85E10A57-1950-4A4F-B41C-7F83EAA6A994}" srcOrd="1" destOrd="0" presId="urn:microsoft.com/office/officeart/2005/8/layout/orgChart1"/>
    <dgm:cxn modelId="{C9E63F33-71B9-9C4B-950F-E0B6CD8F42A0}" type="presParOf" srcId="{6D82042A-3DBE-164A-A74C-478273707335}" destId="{2C97B808-BBE9-0048-9206-C1AF9510867E}" srcOrd="1" destOrd="0" presId="urn:microsoft.com/office/officeart/2005/8/layout/orgChart1"/>
    <dgm:cxn modelId="{DD60007A-0739-5340-8DEA-C2BAEFB285C3}" type="presParOf" srcId="{6D82042A-3DBE-164A-A74C-478273707335}" destId="{72B99993-BBB7-2240-8EE5-8CD0264DE691}" srcOrd="2" destOrd="0" presId="urn:microsoft.com/office/officeart/2005/8/layout/orgChart1"/>
    <dgm:cxn modelId="{A6E9F690-D93B-D347-A138-5568BA4DF9F6}" type="presParOf" srcId="{FD702266-1A61-F848-98A0-3009AED57471}" destId="{610EC42D-DD38-D24B-B198-729FB9CBFEC8}" srcOrd="2" destOrd="0" presId="urn:microsoft.com/office/officeart/2005/8/layout/orgChart1"/>
    <dgm:cxn modelId="{CFFBEC79-C9E6-4341-B366-3F45D464ECE8}" type="presParOf" srcId="{7ECDB977-433E-964F-8A92-1FB427F43931}" destId="{0651BC90-1E63-C349-82E2-E044F06F3650}" srcOrd="4" destOrd="0" presId="urn:microsoft.com/office/officeart/2005/8/layout/orgChart1"/>
    <dgm:cxn modelId="{66E9C31E-664B-C64E-BF95-DDCED7C962DA}" type="presParOf" srcId="{7ECDB977-433E-964F-8A92-1FB427F43931}" destId="{D3AADC17-555F-D242-B4CD-F2F25D1F0525}" srcOrd="5" destOrd="0" presId="urn:microsoft.com/office/officeart/2005/8/layout/orgChart1"/>
    <dgm:cxn modelId="{B3407510-B027-1C4A-992E-A9BC392C99A4}" type="presParOf" srcId="{D3AADC17-555F-D242-B4CD-F2F25D1F0525}" destId="{D5B8AA9C-2E2F-AE46-8E9E-2AE13C075448}" srcOrd="0" destOrd="0" presId="urn:microsoft.com/office/officeart/2005/8/layout/orgChart1"/>
    <dgm:cxn modelId="{3F18574F-1161-C24D-B07D-D836576C92AA}" type="presParOf" srcId="{D5B8AA9C-2E2F-AE46-8E9E-2AE13C075448}" destId="{3F912E97-D9D6-E141-B8EB-9E0CC39D38C5}" srcOrd="0" destOrd="0" presId="urn:microsoft.com/office/officeart/2005/8/layout/orgChart1"/>
    <dgm:cxn modelId="{7A87D33A-C7E4-1D4A-8BC4-13FE3968202B}" type="presParOf" srcId="{D5B8AA9C-2E2F-AE46-8E9E-2AE13C075448}" destId="{7E2A1F3F-5984-2A4D-97B0-F42153985F35}" srcOrd="1" destOrd="0" presId="urn:microsoft.com/office/officeart/2005/8/layout/orgChart1"/>
    <dgm:cxn modelId="{15769C67-4937-6E4F-847E-6D3DD95E3D88}" type="presParOf" srcId="{D3AADC17-555F-D242-B4CD-F2F25D1F0525}" destId="{0D600664-A0D9-DE49-B973-582485E02BE6}" srcOrd="1" destOrd="0" presId="urn:microsoft.com/office/officeart/2005/8/layout/orgChart1"/>
    <dgm:cxn modelId="{70D7242C-3141-1244-9FA4-C4915250C6A4}" type="presParOf" srcId="{D3AADC17-555F-D242-B4CD-F2F25D1F0525}" destId="{F022AF6F-DB3F-9343-9B6B-CA13DDC08F12}" srcOrd="2" destOrd="0" presId="urn:microsoft.com/office/officeart/2005/8/layout/orgChart1"/>
    <dgm:cxn modelId="{BB3E5EF0-2A2E-C545-B567-42C6281E93C7}" type="presParOf" srcId="{2E8862A9-EB81-B245-BB2E-0D65C393CB52}" destId="{834421E1-D4D3-AB4A-B7CD-E6793B58BC0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ADE944D-0200-4111-A35C-154EC24CDCAF}" type="doc">
      <dgm:prSet loTypeId="urn:microsoft.com/office/officeart/2005/8/layout/venn1" qsTypeId="urn:microsoft.com/office/officeart/2005/8/quickstyle/simple2" csTypeId="urn:microsoft.com/office/officeart/2005/8/colors/accent1_2"/>
      <dgm:spPr/>
    </dgm:pt>
    <dgm:pt modelId="{EEB0902F-F181-4327-93A7-ECD874F8A846}">
      <dgm:prSet/>
      <dgm:spPr/>
      <dgm:t>
        <a:bodyPr/>
        <a:lstStyle/>
        <a:p>
          <a:r>
            <a:t>People</a:t>
          </a:r>
        </a:p>
      </dgm:t>
    </dgm:pt>
    <dgm:pt modelId="{43886FC2-AF76-43B5-A570-F672258A54B3}" type="parTrans" cxnId="{36DDEEA7-5BE1-4D56-B3F8-08FAE1D8024A}">
      <dgm:prSet/>
      <dgm:spPr/>
      <dgm:t>
        <a:bodyPr/>
        <a:lstStyle/>
        <a:p>
          <a:endParaRPr/>
        </a:p>
      </dgm:t>
    </dgm:pt>
    <dgm:pt modelId="{1E1050B7-7B28-4ECA-81FF-D35530B07808}" type="sibTrans" cxnId="{36DDEEA7-5BE1-4D56-B3F8-08FAE1D8024A}">
      <dgm:prSet/>
      <dgm:spPr/>
      <dgm:t>
        <a:bodyPr/>
        <a:lstStyle/>
        <a:p>
          <a:endParaRPr/>
        </a:p>
      </dgm:t>
    </dgm:pt>
    <dgm:pt modelId="{930E208A-FE24-4E32-9BE9-49C9F7B673F0}">
      <dgm:prSet/>
      <dgm:spPr/>
      <dgm:t>
        <a:bodyPr/>
        <a:lstStyle/>
        <a:p>
          <a:r>
            <a:t>Process</a:t>
          </a:r>
        </a:p>
      </dgm:t>
    </dgm:pt>
    <dgm:pt modelId="{60921DAA-E99A-458E-BE8F-4C8EB7C9FE29}" type="parTrans" cxnId="{BEF32407-5206-43EF-9E6A-701B0DA9C26A}">
      <dgm:prSet/>
      <dgm:spPr/>
      <dgm:t>
        <a:bodyPr/>
        <a:lstStyle/>
        <a:p>
          <a:endParaRPr/>
        </a:p>
      </dgm:t>
    </dgm:pt>
    <dgm:pt modelId="{99E74FC5-899D-4DAA-B986-A5E8D8E8A5C7}" type="sibTrans" cxnId="{BEF32407-5206-43EF-9E6A-701B0DA9C26A}">
      <dgm:prSet/>
      <dgm:spPr/>
      <dgm:t>
        <a:bodyPr/>
        <a:lstStyle/>
        <a:p>
          <a:endParaRPr/>
        </a:p>
      </dgm:t>
    </dgm:pt>
    <dgm:pt modelId="{C6827122-FD09-4619-B6B2-9A7D1827893B}">
      <dgm:prSet/>
      <dgm:spPr/>
      <dgm:t>
        <a:bodyPr/>
        <a:lstStyle/>
        <a:p>
          <a:r>
            <a:t>Technology</a:t>
          </a:r>
        </a:p>
      </dgm:t>
    </dgm:pt>
    <dgm:pt modelId="{688BFC01-9538-4106-8D36-E03422F3096C}" type="parTrans" cxnId="{E7C0A458-D8A6-4136-8076-D3A3D6A25F16}">
      <dgm:prSet/>
      <dgm:spPr/>
      <dgm:t>
        <a:bodyPr/>
        <a:lstStyle/>
        <a:p>
          <a:endParaRPr/>
        </a:p>
      </dgm:t>
    </dgm:pt>
    <dgm:pt modelId="{0F3D4833-D649-42F9-BC5D-96A12B5DB6C6}" type="sibTrans" cxnId="{E7C0A458-D8A6-4136-8076-D3A3D6A25F16}">
      <dgm:prSet/>
      <dgm:spPr/>
      <dgm:t>
        <a:bodyPr/>
        <a:lstStyle/>
        <a:p>
          <a:endParaRPr/>
        </a:p>
      </dgm:t>
    </dgm:pt>
    <dgm:pt modelId="{09D67135-5262-B741-975B-DB16CE7A82F1}" type="pres">
      <dgm:prSet presAssocID="{8ADE944D-0200-4111-A35C-154EC24CDCAF}" presName="compositeShape" presStyleCnt="0">
        <dgm:presLayoutVars>
          <dgm:chMax val="7"/>
          <dgm:dir/>
          <dgm:resizeHandles val="exact"/>
        </dgm:presLayoutVars>
      </dgm:prSet>
      <dgm:spPr/>
    </dgm:pt>
    <dgm:pt modelId="{0583B1C0-BD22-7D49-972B-D4F1ED524C5C}" type="pres">
      <dgm:prSet presAssocID="{EEB0902F-F181-4327-93A7-ECD874F8A846}" presName="circ1" presStyleLbl="vennNode1" presStyleIdx="0" presStyleCnt="3"/>
      <dgm:spPr/>
    </dgm:pt>
    <dgm:pt modelId="{4A9AF8BE-E7AB-2F44-BA8B-CD528785C99E}" type="pres">
      <dgm:prSet presAssocID="{EEB0902F-F181-4327-93A7-ECD874F8A846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1BBBEC1-A7E5-7542-A6F0-5F3D4E116F24}" type="pres">
      <dgm:prSet presAssocID="{930E208A-FE24-4E32-9BE9-49C9F7B673F0}" presName="circ2" presStyleLbl="vennNode1" presStyleIdx="1" presStyleCnt="3"/>
      <dgm:spPr/>
    </dgm:pt>
    <dgm:pt modelId="{95EE5957-6C6F-D448-BC25-9D76A9B23EC2}" type="pres">
      <dgm:prSet presAssocID="{930E208A-FE24-4E32-9BE9-49C9F7B673F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8B79D4A-94ED-0A45-B01E-AB46499EBD64}" type="pres">
      <dgm:prSet presAssocID="{C6827122-FD09-4619-B6B2-9A7D1827893B}" presName="circ3" presStyleLbl="vennNode1" presStyleIdx="2" presStyleCnt="3"/>
      <dgm:spPr/>
    </dgm:pt>
    <dgm:pt modelId="{786C13D6-6373-654F-B030-24D4B44D0924}" type="pres">
      <dgm:prSet presAssocID="{C6827122-FD09-4619-B6B2-9A7D1827893B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BEF32407-5206-43EF-9E6A-701B0DA9C26A}" srcId="{8ADE944D-0200-4111-A35C-154EC24CDCAF}" destId="{930E208A-FE24-4E32-9BE9-49C9F7B673F0}" srcOrd="1" destOrd="0" parTransId="{60921DAA-E99A-458E-BE8F-4C8EB7C9FE29}" sibTransId="{99E74FC5-899D-4DAA-B986-A5E8D8E8A5C7}"/>
    <dgm:cxn modelId="{26D64619-07DB-654B-82E7-A99107792C6B}" type="presOf" srcId="{930E208A-FE24-4E32-9BE9-49C9F7B673F0}" destId="{95EE5957-6C6F-D448-BC25-9D76A9B23EC2}" srcOrd="1" destOrd="0" presId="urn:microsoft.com/office/officeart/2005/8/layout/venn1"/>
    <dgm:cxn modelId="{E7C0A458-D8A6-4136-8076-D3A3D6A25F16}" srcId="{8ADE944D-0200-4111-A35C-154EC24CDCAF}" destId="{C6827122-FD09-4619-B6B2-9A7D1827893B}" srcOrd="2" destOrd="0" parTransId="{688BFC01-9538-4106-8D36-E03422F3096C}" sibTransId="{0F3D4833-D649-42F9-BC5D-96A12B5DB6C6}"/>
    <dgm:cxn modelId="{D9C2465C-B5C9-074F-A175-B71E00850FB5}" type="presOf" srcId="{C6827122-FD09-4619-B6B2-9A7D1827893B}" destId="{E8B79D4A-94ED-0A45-B01E-AB46499EBD64}" srcOrd="0" destOrd="0" presId="urn:microsoft.com/office/officeart/2005/8/layout/venn1"/>
    <dgm:cxn modelId="{9785146A-ABBB-5042-B86F-C1AA395914FC}" type="presOf" srcId="{EEB0902F-F181-4327-93A7-ECD874F8A846}" destId="{0583B1C0-BD22-7D49-972B-D4F1ED524C5C}" srcOrd="0" destOrd="0" presId="urn:microsoft.com/office/officeart/2005/8/layout/venn1"/>
    <dgm:cxn modelId="{A4EDFA72-A633-8244-87FA-ADB49D79E545}" type="presOf" srcId="{930E208A-FE24-4E32-9BE9-49C9F7B673F0}" destId="{41BBBEC1-A7E5-7542-A6F0-5F3D4E116F24}" srcOrd="0" destOrd="0" presId="urn:microsoft.com/office/officeart/2005/8/layout/venn1"/>
    <dgm:cxn modelId="{18BE9A73-83B1-6649-B469-B990343BBDB0}" type="presOf" srcId="{C6827122-FD09-4619-B6B2-9A7D1827893B}" destId="{786C13D6-6373-654F-B030-24D4B44D0924}" srcOrd="1" destOrd="0" presId="urn:microsoft.com/office/officeart/2005/8/layout/venn1"/>
    <dgm:cxn modelId="{36DDEEA7-5BE1-4D56-B3F8-08FAE1D8024A}" srcId="{8ADE944D-0200-4111-A35C-154EC24CDCAF}" destId="{EEB0902F-F181-4327-93A7-ECD874F8A846}" srcOrd="0" destOrd="0" parTransId="{43886FC2-AF76-43B5-A570-F672258A54B3}" sibTransId="{1E1050B7-7B28-4ECA-81FF-D35530B07808}"/>
    <dgm:cxn modelId="{F0BC24B3-2F6B-FA41-BEE0-30DAD6EC4C7E}" type="presOf" srcId="{EEB0902F-F181-4327-93A7-ECD874F8A846}" destId="{4A9AF8BE-E7AB-2F44-BA8B-CD528785C99E}" srcOrd="1" destOrd="0" presId="urn:microsoft.com/office/officeart/2005/8/layout/venn1"/>
    <dgm:cxn modelId="{82C311CE-DB5E-F949-91D4-A12A19DBF61B}" type="presOf" srcId="{8ADE944D-0200-4111-A35C-154EC24CDCAF}" destId="{09D67135-5262-B741-975B-DB16CE7A82F1}" srcOrd="0" destOrd="0" presId="urn:microsoft.com/office/officeart/2005/8/layout/venn1"/>
    <dgm:cxn modelId="{646FBFE7-0D4F-2D4B-84B5-584E1E509452}" type="presParOf" srcId="{09D67135-5262-B741-975B-DB16CE7A82F1}" destId="{0583B1C0-BD22-7D49-972B-D4F1ED524C5C}" srcOrd="0" destOrd="0" presId="urn:microsoft.com/office/officeart/2005/8/layout/venn1"/>
    <dgm:cxn modelId="{B8C02D3C-7B70-424B-8163-A2297F88746A}" type="presParOf" srcId="{09D67135-5262-B741-975B-DB16CE7A82F1}" destId="{4A9AF8BE-E7AB-2F44-BA8B-CD528785C99E}" srcOrd="1" destOrd="0" presId="urn:microsoft.com/office/officeart/2005/8/layout/venn1"/>
    <dgm:cxn modelId="{D98DCDB9-82ED-CD42-896B-EDF7D71661F3}" type="presParOf" srcId="{09D67135-5262-B741-975B-DB16CE7A82F1}" destId="{41BBBEC1-A7E5-7542-A6F0-5F3D4E116F24}" srcOrd="2" destOrd="0" presId="urn:microsoft.com/office/officeart/2005/8/layout/venn1"/>
    <dgm:cxn modelId="{077B0B0C-564D-D14C-B4FF-7CB4051BEC83}" type="presParOf" srcId="{09D67135-5262-B741-975B-DB16CE7A82F1}" destId="{95EE5957-6C6F-D448-BC25-9D76A9B23EC2}" srcOrd="3" destOrd="0" presId="urn:microsoft.com/office/officeart/2005/8/layout/venn1"/>
    <dgm:cxn modelId="{DF911336-F048-F740-8894-145BBA8ED01C}" type="presParOf" srcId="{09D67135-5262-B741-975B-DB16CE7A82F1}" destId="{E8B79D4A-94ED-0A45-B01E-AB46499EBD64}" srcOrd="4" destOrd="0" presId="urn:microsoft.com/office/officeart/2005/8/layout/venn1"/>
    <dgm:cxn modelId="{AE1F411E-A0AF-8648-A2C1-421A06B31D7C}" type="presParOf" srcId="{09D67135-5262-B741-975B-DB16CE7A82F1}" destId="{786C13D6-6373-654F-B030-24D4B44D0924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E894647-7EB2-4D7D-A8F4-9A6CBD4D84EF}" type="doc">
      <dgm:prSet loTypeId="urn:microsoft.com/office/officeart/2005/8/layout/matrix3" qsTypeId="urn:microsoft.com/office/officeart/2005/8/quickstyle/simple2" csTypeId="urn:microsoft.com/office/officeart/2005/8/colors/accent1_2"/>
      <dgm:spPr/>
    </dgm:pt>
    <dgm:pt modelId="{124D67D3-5023-4FF7-9BD0-97DCEF383E58}">
      <dgm:prSet/>
      <dgm:spPr/>
      <dgm:t>
        <a:bodyPr/>
        <a:lstStyle/>
        <a:p>
          <a:r>
            <a:t>High value
Low effort</a:t>
          </a:r>
        </a:p>
      </dgm:t>
    </dgm:pt>
    <dgm:pt modelId="{8B6FEB50-753E-47DE-AFCF-BBE9A22C1730}" type="parTrans" cxnId="{F613E953-C01F-40F2-B1B4-0FD6B677358D}">
      <dgm:prSet/>
      <dgm:spPr/>
      <dgm:t>
        <a:bodyPr/>
        <a:lstStyle/>
        <a:p>
          <a:endParaRPr/>
        </a:p>
      </dgm:t>
    </dgm:pt>
    <dgm:pt modelId="{AEBC06E8-A7FD-4D42-B98B-C3D34215A385}" type="sibTrans" cxnId="{F613E953-C01F-40F2-B1B4-0FD6B677358D}">
      <dgm:prSet/>
      <dgm:spPr/>
      <dgm:t>
        <a:bodyPr/>
        <a:lstStyle/>
        <a:p>
          <a:endParaRPr/>
        </a:p>
      </dgm:t>
    </dgm:pt>
    <dgm:pt modelId="{6E7128ED-259E-41D6-AB4C-5D207C26A0E0}">
      <dgm:prSet/>
      <dgm:spPr/>
      <dgm:t>
        <a:bodyPr/>
        <a:lstStyle/>
        <a:p>
          <a:r>
            <a:t>High value
High effort</a:t>
          </a:r>
        </a:p>
      </dgm:t>
    </dgm:pt>
    <dgm:pt modelId="{787E2F04-2651-4D3F-8F79-7670113B12FE}" type="parTrans" cxnId="{AD484A67-5968-4249-BD9C-30782ACF054A}">
      <dgm:prSet/>
      <dgm:spPr/>
      <dgm:t>
        <a:bodyPr/>
        <a:lstStyle/>
        <a:p>
          <a:endParaRPr/>
        </a:p>
      </dgm:t>
    </dgm:pt>
    <dgm:pt modelId="{BB45CA3B-28DA-4D22-BD91-CF5B9D85A6B2}" type="sibTrans" cxnId="{AD484A67-5968-4249-BD9C-30782ACF054A}">
      <dgm:prSet/>
      <dgm:spPr/>
      <dgm:t>
        <a:bodyPr/>
        <a:lstStyle/>
        <a:p>
          <a:endParaRPr/>
        </a:p>
      </dgm:t>
    </dgm:pt>
    <dgm:pt modelId="{456C5C55-3453-4C91-9311-ECDAC5F6B8B7}">
      <dgm:prSet/>
      <dgm:spPr/>
      <dgm:t>
        <a:bodyPr/>
        <a:lstStyle/>
        <a:p>
          <a:r>
            <a:t>Low value
Low effort</a:t>
          </a:r>
        </a:p>
      </dgm:t>
    </dgm:pt>
    <dgm:pt modelId="{81455242-127E-4D71-8FE4-8D5314CCBCCC}" type="parTrans" cxnId="{8829CFAD-EC17-42A2-9B18-737EA0905A43}">
      <dgm:prSet/>
      <dgm:spPr/>
      <dgm:t>
        <a:bodyPr/>
        <a:lstStyle/>
        <a:p>
          <a:endParaRPr/>
        </a:p>
      </dgm:t>
    </dgm:pt>
    <dgm:pt modelId="{5AE15193-A652-405F-B83E-19CEA6EDE921}" type="sibTrans" cxnId="{8829CFAD-EC17-42A2-9B18-737EA0905A43}">
      <dgm:prSet/>
      <dgm:spPr/>
      <dgm:t>
        <a:bodyPr/>
        <a:lstStyle/>
        <a:p>
          <a:endParaRPr/>
        </a:p>
      </dgm:t>
    </dgm:pt>
    <dgm:pt modelId="{E2CF1F04-60A2-4CA0-8228-5DE257664148}">
      <dgm:prSet/>
      <dgm:spPr/>
      <dgm:t>
        <a:bodyPr/>
        <a:lstStyle/>
        <a:p>
          <a:r>
            <a:t>Low value
High effort</a:t>
          </a:r>
        </a:p>
      </dgm:t>
    </dgm:pt>
    <dgm:pt modelId="{BF035F91-7EA3-47F0-B8FA-ABF8C6B2A2D7}" type="parTrans" cxnId="{ECCC6C72-63A4-40E7-9B1E-AA2B8A2803B9}">
      <dgm:prSet/>
      <dgm:spPr/>
      <dgm:t>
        <a:bodyPr/>
        <a:lstStyle/>
        <a:p>
          <a:endParaRPr/>
        </a:p>
      </dgm:t>
    </dgm:pt>
    <dgm:pt modelId="{F2C8EE26-A0DE-435B-95C2-E195AFC4156B}" type="sibTrans" cxnId="{ECCC6C72-63A4-40E7-9B1E-AA2B8A2803B9}">
      <dgm:prSet/>
      <dgm:spPr/>
      <dgm:t>
        <a:bodyPr/>
        <a:lstStyle/>
        <a:p>
          <a:endParaRPr/>
        </a:p>
      </dgm:t>
    </dgm:pt>
    <dgm:pt modelId="{BDEB4A0E-9FE6-0940-82AE-A22B63BBAAF2}" type="pres">
      <dgm:prSet presAssocID="{AE894647-7EB2-4D7D-A8F4-9A6CBD4D84EF}" presName="matrix" presStyleCnt="0">
        <dgm:presLayoutVars>
          <dgm:chMax val="1"/>
          <dgm:dir/>
          <dgm:resizeHandles val="exact"/>
        </dgm:presLayoutVars>
      </dgm:prSet>
      <dgm:spPr/>
    </dgm:pt>
    <dgm:pt modelId="{23997966-9A0A-2847-9C0F-3185D18D1E73}" type="pres">
      <dgm:prSet presAssocID="{AE894647-7EB2-4D7D-A8F4-9A6CBD4D84EF}" presName="diamond" presStyleLbl="bgShp" presStyleIdx="0" presStyleCnt="1"/>
      <dgm:spPr/>
    </dgm:pt>
    <dgm:pt modelId="{A5947B61-41DE-904B-847B-85E1F43BE4A5}" type="pres">
      <dgm:prSet presAssocID="{AE894647-7EB2-4D7D-A8F4-9A6CBD4D84E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709C69D-3AB0-2F45-9BE8-1E6067B0D2B8}" type="pres">
      <dgm:prSet presAssocID="{AE894647-7EB2-4D7D-A8F4-9A6CBD4D84E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F5CB034-3561-0F4F-B8C7-F569CC2631DF}" type="pres">
      <dgm:prSet presAssocID="{AE894647-7EB2-4D7D-A8F4-9A6CBD4D84E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0272AA6-40EC-1D45-B9E7-D514775765D3}" type="pres">
      <dgm:prSet presAssocID="{AE894647-7EB2-4D7D-A8F4-9A6CBD4D84E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AE2A616-B841-474F-B464-7EE74BF7D5DF}" type="presOf" srcId="{124D67D3-5023-4FF7-9BD0-97DCEF383E58}" destId="{A5947B61-41DE-904B-847B-85E1F43BE4A5}" srcOrd="0" destOrd="0" presId="urn:microsoft.com/office/officeart/2005/8/layout/matrix3"/>
    <dgm:cxn modelId="{A4B7001D-2B1C-6840-B4AF-44C570353F85}" type="presOf" srcId="{6E7128ED-259E-41D6-AB4C-5D207C26A0E0}" destId="{0709C69D-3AB0-2F45-9BE8-1E6067B0D2B8}" srcOrd="0" destOrd="0" presId="urn:microsoft.com/office/officeart/2005/8/layout/matrix3"/>
    <dgm:cxn modelId="{2B214521-FC5B-E742-947D-4A71BD9226D9}" type="presOf" srcId="{AE894647-7EB2-4D7D-A8F4-9A6CBD4D84EF}" destId="{BDEB4A0E-9FE6-0940-82AE-A22B63BBAAF2}" srcOrd="0" destOrd="0" presId="urn:microsoft.com/office/officeart/2005/8/layout/matrix3"/>
    <dgm:cxn modelId="{A08F2E24-4C0B-4748-A4DA-808B0ACD0A22}" type="presOf" srcId="{456C5C55-3453-4C91-9311-ECDAC5F6B8B7}" destId="{5F5CB034-3561-0F4F-B8C7-F569CC2631DF}" srcOrd="0" destOrd="0" presId="urn:microsoft.com/office/officeart/2005/8/layout/matrix3"/>
    <dgm:cxn modelId="{F613E953-C01F-40F2-B1B4-0FD6B677358D}" srcId="{AE894647-7EB2-4D7D-A8F4-9A6CBD4D84EF}" destId="{124D67D3-5023-4FF7-9BD0-97DCEF383E58}" srcOrd="0" destOrd="0" parTransId="{8B6FEB50-753E-47DE-AFCF-BBE9A22C1730}" sibTransId="{AEBC06E8-A7FD-4D42-B98B-C3D34215A385}"/>
    <dgm:cxn modelId="{AD484A67-5968-4249-BD9C-30782ACF054A}" srcId="{AE894647-7EB2-4D7D-A8F4-9A6CBD4D84EF}" destId="{6E7128ED-259E-41D6-AB4C-5D207C26A0E0}" srcOrd="1" destOrd="0" parTransId="{787E2F04-2651-4D3F-8F79-7670113B12FE}" sibTransId="{BB45CA3B-28DA-4D22-BD91-CF5B9D85A6B2}"/>
    <dgm:cxn modelId="{ECCC6C72-63A4-40E7-9B1E-AA2B8A2803B9}" srcId="{AE894647-7EB2-4D7D-A8F4-9A6CBD4D84EF}" destId="{E2CF1F04-60A2-4CA0-8228-5DE257664148}" srcOrd="3" destOrd="0" parTransId="{BF035F91-7EA3-47F0-B8FA-ABF8C6B2A2D7}" sibTransId="{F2C8EE26-A0DE-435B-95C2-E195AFC4156B}"/>
    <dgm:cxn modelId="{8829CFAD-EC17-42A2-9B18-737EA0905A43}" srcId="{AE894647-7EB2-4D7D-A8F4-9A6CBD4D84EF}" destId="{456C5C55-3453-4C91-9311-ECDAC5F6B8B7}" srcOrd="2" destOrd="0" parTransId="{81455242-127E-4D71-8FE4-8D5314CCBCCC}" sibTransId="{5AE15193-A652-405F-B83E-19CEA6EDE921}"/>
    <dgm:cxn modelId="{722222EC-1139-0246-832C-0329E978064A}" type="presOf" srcId="{E2CF1F04-60A2-4CA0-8228-5DE257664148}" destId="{30272AA6-40EC-1D45-B9E7-D514775765D3}" srcOrd="0" destOrd="0" presId="urn:microsoft.com/office/officeart/2005/8/layout/matrix3"/>
    <dgm:cxn modelId="{256455E7-971B-0F4C-A0FC-A39A3CB6F490}" type="presParOf" srcId="{BDEB4A0E-9FE6-0940-82AE-A22B63BBAAF2}" destId="{23997966-9A0A-2847-9C0F-3185D18D1E73}" srcOrd="0" destOrd="0" presId="urn:microsoft.com/office/officeart/2005/8/layout/matrix3"/>
    <dgm:cxn modelId="{3247B4F7-7587-2544-8B11-25D7D3DEA4B1}" type="presParOf" srcId="{BDEB4A0E-9FE6-0940-82AE-A22B63BBAAF2}" destId="{A5947B61-41DE-904B-847B-85E1F43BE4A5}" srcOrd="1" destOrd="0" presId="urn:microsoft.com/office/officeart/2005/8/layout/matrix3"/>
    <dgm:cxn modelId="{0D49D5E8-AA6C-1840-8E1E-48C4CD120DC8}" type="presParOf" srcId="{BDEB4A0E-9FE6-0940-82AE-A22B63BBAAF2}" destId="{0709C69D-3AB0-2F45-9BE8-1E6067B0D2B8}" srcOrd="2" destOrd="0" presId="urn:microsoft.com/office/officeart/2005/8/layout/matrix3"/>
    <dgm:cxn modelId="{2F246564-73FF-834B-AC37-107F65F4DEBC}" type="presParOf" srcId="{BDEB4A0E-9FE6-0940-82AE-A22B63BBAAF2}" destId="{5F5CB034-3561-0F4F-B8C7-F569CC2631DF}" srcOrd="3" destOrd="0" presId="urn:microsoft.com/office/officeart/2005/8/layout/matrix3"/>
    <dgm:cxn modelId="{F9CFCD62-C794-AE47-89B0-9160C6E978CA}" type="presParOf" srcId="{BDEB4A0E-9FE6-0940-82AE-A22B63BBAAF2}" destId="{30272AA6-40EC-1D45-B9E7-D514775765D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9822276-1A4C-4BF1-82EF-F8A02EDDF519}" type="doc">
      <dgm:prSet loTypeId="urn:microsoft.com/office/officeart/2005/8/layout/pyramid1" qsTypeId="urn:microsoft.com/office/officeart/2005/8/quickstyle/simple2" csTypeId="urn:microsoft.com/office/officeart/2005/8/colors/accent1_2"/>
      <dgm:spPr/>
    </dgm:pt>
    <dgm:pt modelId="{EDCD9338-5BD5-4873-8172-3263796C4EAE}">
      <dgm:prSet/>
      <dgm:spPr/>
      <dgm:t>
        <a:bodyPr/>
        <a:lstStyle/>
        <a:p>
          <a:r>
            <a:t>Foundation</a:t>
          </a:r>
        </a:p>
      </dgm:t>
    </dgm:pt>
    <dgm:pt modelId="{AAC9FF0A-AA0D-42D7-9EAA-9DAF13AD12AC}" type="parTrans" cxnId="{6D73B556-0DA6-4A19-B144-1C58C6EDE610}">
      <dgm:prSet/>
      <dgm:spPr/>
      <dgm:t>
        <a:bodyPr/>
        <a:lstStyle/>
        <a:p>
          <a:endParaRPr/>
        </a:p>
      </dgm:t>
    </dgm:pt>
    <dgm:pt modelId="{D30DBC4B-C7B4-400B-B5E5-0D5CB69EAF0C}" type="sibTrans" cxnId="{6D73B556-0DA6-4A19-B144-1C58C6EDE610}">
      <dgm:prSet/>
      <dgm:spPr/>
      <dgm:t>
        <a:bodyPr/>
        <a:lstStyle/>
        <a:p>
          <a:endParaRPr/>
        </a:p>
      </dgm:t>
    </dgm:pt>
    <dgm:pt modelId="{26016556-B607-4CA6-97E3-647A7CA376E1}">
      <dgm:prSet/>
      <dgm:spPr/>
      <dgm:t>
        <a:bodyPr/>
        <a:lstStyle/>
        <a:p>
          <a:r>
            <a:t>Capabilities</a:t>
          </a:r>
        </a:p>
      </dgm:t>
    </dgm:pt>
    <dgm:pt modelId="{2BD00C98-F395-4DDE-AA8C-102F17FD97F0}" type="parTrans" cxnId="{5833EC9D-DC7E-43F5-A6D6-77AB8054F6C3}">
      <dgm:prSet/>
      <dgm:spPr/>
      <dgm:t>
        <a:bodyPr/>
        <a:lstStyle/>
        <a:p>
          <a:endParaRPr/>
        </a:p>
      </dgm:t>
    </dgm:pt>
    <dgm:pt modelId="{349EBC3C-0C65-4EAA-84A9-75E7A35E2E62}" type="sibTrans" cxnId="{5833EC9D-DC7E-43F5-A6D6-77AB8054F6C3}">
      <dgm:prSet/>
      <dgm:spPr/>
      <dgm:t>
        <a:bodyPr/>
        <a:lstStyle/>
        <a:p>
          <a:endParaRPr/>
        </a:p>
      </dgm:t>
    </dgm:pt>
    <dgm:pt modelId="{AED1FAE9-97B0-4561-93F7-DBFB899A11F2}">
      <dgm:prSet/>
      <dgm:spPr/>
      <dgm:t>
        <a:bodyPr/>
        <a:lstStyle/>
        <a:p>
          <a:r>
            <a:t>Differentiation</a:t>
          </a:r>
        </a:p>
      </dgm:t>
    </dgm:pt>
    <dgm:pt modelId="{FD627AE5-FEEF-4C86-815C-D079D0628A16}" type="parTrans" cxnId="{3FBC7B8D-71BD-47E1-BDCC-049DE159F593}">
      <dgm:prSet/>
      <dgm:spPr/>
      <dgm:t>
        <a:bodyPr/>
        <a:lstStyle/>
        <a:p>
          <a:endParaRPr/>
        </a:p>
      </dgm:t>
    </dgm:pt>
    <dgm:pt modelId="{FAAFEC81-4269-4626-B260-C2DE92868AA8}" type="sibTrans" cxnId="{3FBC7B8D-71BD-47E1-BDCC-049DE159F593}">
      <dgm:prSet/>
      <dgm:spPr/>
      <dgm:t>
        <a:bodyPr/>
        <a:lstStyle/>
        <a:p>
          <a:endParaRPr/>
        </a:p>
      </dgm:t>
    </dgm:pt>
    <dgm:pt modelId="{4620D868-841D-45AB-BD98-1E2B4F322DE7}">
      <dgm:prSet/>
      <dgm:spPr/>
      <dgm:t>
        <a:bodyPr/>
        <a:lstStyle/>
        <a:p>
          <a:r>
            <a:t>Impact</a:t>
          </a:r>
        </a:p>
      </dgm:t>
    </dgm:pt>
    <dgm:pt modelId="{C0928715-D903-4E72-BCB9-0B5C7E10C4A3}" type="parTrans" cxnId="{62CC6AD6-046C-48C7-97CB-7BCF9810BA32}">
      <dgm:prSet/>
      <dgm:spPr/>
      <dgm:t>
        <a:bodyPr/>
        <a:lstStyle/>
        <a:p>
          <a:endParaRPr/>
        </a:p>
      </dgm:t>
    </dgm:pt>
    <dgm:pt modelId="{3203E3DD-B198-41D8-8CEC-950B5C4CE2CE}" type="sibTrans" cxnId="{62CC6AD6-046C-48C7-97CB-7BCF9810BA32}">
      <dgm:prSet/>
      <dgm:spPr/>
      <dgm:t>
        <a:bodyPr/>
        <a:lstStyle/>
        <a:p>
          <a:endParaRPr/>
        </a:p>
      </dgm:t>
    </dgm:pt>
    <dgm:pt modelId="{58428A78-5840-EE47-8A70-CD8FA4427498}" type="pres">
      <dgm:prSet presAssocID="{79822276-1A4C-4BF1-82EF-F8A02EDDF519}" presName="Name0" presStyleCnt="0">
        <dgm:presLayoutVars>
          <dgm:dir/>
          <dgm:animLvl val="lvl"/>
          <dgm:resizeHandles val="exact"/>
        </dgm:presLayoutVars>
      </dgm:prSet>
      <dgm:spPr/>
    </dgm:pt>
    <dgm:pt modelId="{D28871BA-460D-FF40-9882-F3C6C4F7DA2C}" type="pres">
      <dgm:prSet presAssocID="{EDCD9338-5BD5-4873-8172-3263796C4EAE}" presName="Name8" presStyleCnt="0"/>
      <dgm:spPr/>
    </dgm:pt>
    <dgm:pt modelId="{5128063E-DCB0-CB45-B6D4-119E163A8BDF}" type="pres">
      <dgm:prSet presAssocID="{EDCD9338-5BD5-4873-8172-3263796C4EAE}" presName="level" presStyleLbl="node1" presStyleIdx="0" presStyleCnt="4">
        <dgm:presLayoutVars>
          <dgm:chMax val="1"/>
          <dgm:bulletEnabled val="1"/>
        </dgm:presLayoutVars>
      </dgm:prSet>
      <dgm:spPr/>
    </dgm:pt>
    <dgm:pt modelId="{C5FA4ACD-2BFE-714D-B651-56D2032A2342}" type="pres">
      <dgm:prSet presAssocID="{EDCD9338-5BD5-4873-8172-3263796C4EA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2750632-1220-2442-8F69-D9DE5BF4E5E5}" type="pres">
      <dgm:prSet presAssocID="{26016556-B607-4CA6-97E3-647A7CA376E1}" presName="Name8" presStyleCnt="0"/>
      <dgm:spPr/>
    </dgm:pt>
    <dgm:pt modelId="{1F176E01-545A-8549-93EC-98438A714CC1}" type="pres">
      <dgm:prSet presAssocID="{26016556-B607-4CA6-97E3-647A7CA376E1}" presName="level" presStyleLbl="node1" presStyleIdx="1" presStyleCnt="4">
        <dgm:presLayoutVars>
          <dgm:chMax val="1"/>
          <dgm:bulletEnabled val="1"/>
        </dgm:presLayoutVars>
      </dgm:prSet>
      <dgm:spPr/>
    </dgm:pt>
    <dgm:pt modelId="{DB58B8CE-530D-7D4D-932D-08F7FC225230}" type="pres">
      <dgm:prSet presAssocID="{26016556-B607-4CA6-97E3-647A7CA376E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AC8B3BF-015F-A041-BC88-DE8FDFB2DC60}" type="pres">
      <dgm:prSet presAssocID="{AED1FAE9-97B0-4561-93F7-DBFB899A11F2}" presName="Name8" presStyleCnt="0"/>
      <dgm:spPr/>
    </dgm:pt>
    <dgm:pt modelId="{15439BC2-4B0B-0C4E-AB03-DDA3D406CC52}" type="pres">
      <dgm:prSet presAssocID="{AED1FAE9-97B0-4561-93F7-DBFB899A11F2}" presName="level" presStyleLbl="node1" presStyleIdx="2" presStyleCnt="4">
        <dgm:presLayoutVars>
          <dgm:chMax val="1"/>
          <dgm:bulletEnabled val="1"/>
        </dgm:presLayoutVars>
      </dgm:prSet>
      <dgm:spPr/>
    </dgm:pt>
    <dgm:pt modelId="{1873FFD8-DDEB-8547-9FE7-F2C18C97E550}" type="pres">
      <dgm:prSet presAssocID="{AED1FAE9-97B0-4561-93F7-DBFB899A11F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F3551D2-3066-F447-B857-C4E7408A8E9B}" type="pres">
      <dgm:prSet presAssocID="{4620D868-841D-45AB-BD98-1E2B4F322DE7}" presName="Name8" presStyleCnt="0"/>
      <dgm:spPr/>
    </dgm:pt>
    <dgm:pt modelId="{6509E18C-AA48-5D4A-8836-205866270AF6}" type="pres">
      <dgm:prSet presAssocID="{4620D868-841D-45AB-BD98-1E2B4F322DE7}" presName="level" presStyleLbl="node1" presStyleIdx="3" presStyleCnt="4">
        <dgm:presLayoutVars>
          <dgm:chMax val="1"/>
          <dgm:bulletEnabled val="1"/>
        </dgm:presLayoutVars>
      </dgm:prSet>
      <dgm:spPr/>
    </dgm:pt>
    <dgm:pt modelId="{08D5B2A1-A615-E845-A9C1-F0E334D667DC}" type="pres">
      <dgm:prSet presAssocID="{4620D868-841D-45AB-BD98-1E2B4F322DE7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D79AB600-EF25-2D48-88D1-9711190332AA}" type="presOf" srcId="{4620D868-841D-45AB-BD98-1E2B4F322DE7}" destId="{6509E18C-AA48-5D4A-8836-205866270AF6}" srcOrd="0" destOrd="0" presId="urn:microsoft.com/office/officeart/2005/8/layout/pyramid1"/>
    <dgm:cxn modelId="{3F4A2537-573A-9B40-B520-73865B15D32B}" type="presOf" srcId="{AED1FAE9-97B0-4561-93F7-DBFB899A11F2}" destId="{1873FFD8-DDEB-8547-9FE7-F2C18C97E550}" srcOrd="1" destOrd="0" presId="urn:microsoft.com/office/officeart/2005/8/layout/pyramid1"/>
    <dgm:cxn modelId="{6D73B556-0DA6-4A19-B144-1C58C6EDE610}" srcId="{79822276-1A4C-4BF1-82EF-F8A02EDDF519}" destId="{EDCD9338-5BD5-4873-8172-3263796C4EAE}" srcOrd="0" destOrd="0" parTransId="{AAC9FF0A-AA0D-42D7-9EAA-9DAF13AD12AC}" sibTransId="{D30DBC4B-C7B4-400B-B5E5-0D5CB69EAF0C}"/>
    <dgm:cxn modelId="{97EEF984-637C-A145-AEB7-B63D65B4A523}" type="presOf" srcId="{79822276-1A4C-4BF1-82EF-F8A02EDDF519}" destId="{58428A78-5840-EE47-8A70-CD8FA4427498}" srcOrd="0" destOrd="0" presId="urn:microsoft.com/office/officeart/2005/8/layout/pyramid1"/>
    <dgm:cxn modelId="{3FBC7B8D-71BD-47E1-BDCC-049DE159F593}" srcId="{79822276-1A4C-4BF1-82EF-F8A02EDDF519}" destId="{AED1FAE9-97B0-4561-93F7-DBFB899A11F2}" srcOrd="2" destOrd="0" parTransId="{FD627AE5-FEEF-4C86-815C-D079D0628A16}" sibTransId="{FAAFEC81-4269-4626-B260-C2DE92868AA8}"/>
    <dgm:cxn modelId="{5833EC9D-DC7E-43F5-A6D6-77AB8054F6C3}" srcId="{79822276-1A4C-4BF1-82EF-F8A02EDDF519}" destId="{26016556-B607-4CA6-97E3-647A7CA376E1}" srcOrd="1" destOrd="0" parTransId="{2BD00C98-F395-4DDE-AA8C-102F17FD97F0}" sibTransId="{349EBC3C-0C65-4EAA-84A9-75E7A35E2E62}"/>
    <dgm:cxn modelId="{650520A1-B88A-B54D-B465-FAE1EADD19BA}" type="presOf" srcId="{26016556-B607-4CA6-97E3-647A7CA376E1}" destId="{1F176E01-545A-8549-93EC-98438A714CC1}" srcOrd="0" destOrd="0" presId="urn:microsoft.com/office/officeart/2005/8/layout/pyramid1"/>
    <dgm:cxn modelId="{F0B5F1AD-2954-3445-8185-979E4438F3FE}" type="presOf" srcId="{4620D868-841D-45AB-BD98-1E2B4F322DE7}" destId="{08D5B2A1-A615-E845-A9C1-F0E334D667DC}" srcOrd="1" destOrd="0" presId="urn:microsoft.com/office/officeart/2005/8/layout/pyramid1"/>
    <dgm:cxn modelId="{58D09ACE-9739-244E-8BE5-B202C4FFAD63}" type="presOf" srcId="{26016556-B607-4CA6-97E3-647A7CA376E1}" destId="{DB58B8CE-530D-7D4D-932D-08F7FC225230}" srcOrd="1" destOrd="0" presId="urn:microsoft.com/office/officeart/2005/8/layout/pyramid1"/>
    <dgm:cxn modelId="{F94E16CF-CED7-0A4A-A68A-0DA3CFD334C8}" type="presOf" srcId="{EDCD9338-5BD5-4873-8172-3263796C4EAE}" destId="{C5FA4ACD-2BFE-714D-B651-56D2032A2342}" srcOrd="1" destOrd="0" presId="urn:microsoft.com/office/officeart/2005/8/layout/pyramid1"/>
    <dgm:cxn modelId="{62CC6AD6-046C-48C7-97CB-7BCF9810BA32}" srcId="{79822276-1A4C-4BF1-82EF-F8A02EDDF519}" destId="{4620D868-841D-45AB-BD98-1E2B4F322DE7}" srcOrd="3" destOrd="0" parTransId="{C0928715-D903-4E72-BCB9-0B5C7E10C4A3}" sibTransId="{3203E3DD-B198-41D8-8CEC-950B5C4CE2CE}"/>
    <dgm:cxn modelId="{CEA92FF5-6871-E945-8F8C-8A568E10B805}" type="presOf" srcId="{EDCD9338-5BD5-4873-8172-3263796C4EAE}" destId="{5128063E-DCB0-CB45-B6D4-119E163A8BDF}" srcOrd="0" destOrd="0" presId="urn:microsoft.com/office/officeart/2005/8/layout/pyramid1"/>
    <dgm:cxn modelId="{B6B942F7-B8D7-2D47-8951-E69349C26B5C}" type="presOf" srcId="{AED1FAE9-97B0-4561-93F7-DBFB899A11F2}" destId="{15439BC2-4B0B-0C4E-AB03-DDA3D406CC52}" srcOrd="0" destOrd="0" presId="urn:microsoft.com/office/officeart/2005/8/layout/pyramid1"/>
    <dgm:cxn modelId="{31090B86-CA48-2C4F-97B2-913F3D03667F}" type="presParOf" srcId="{58428A78-5840-EE47-8A70-CD8FA4427498}" destId="{D28871BA-460D-FF40-9882-F3C6C4F7DA2C}" srcOrd="0" destOrd="0" presId="urn:microsoft.com/office/officeart/2005/8/layout/pyramid1"/>
    <dgm:cxn modelId="{B7D4D970-724F-C641-B351-006AFF06B9EB}" type="presParOf" srcId="{D28871BA-460D-FF40-9882-F3C6C4F7DA2C}" destId="{5128063E-DCB0-CB45-B6D4-119E163A8BDF}" srcOrd="0" destOrd="0" presId="urn:microsoft.com/office/officeart/2005/8/layout/pyramid1"/>
    <dgm:cxn modelId="{9D925BD5-8C53-F541-8E7B-A07728880364}" type="presParOf" srcId="{D28871BA-460D-FF40-9882-F3C6C4F7DA2C}" destId="{C5FA4ACD-2BFE-714D-B651-56D2032A2342}" srcOrd="1" destOrd="0" presId="urn:microsoft.com/office/officeart/2005/8/layout/pyramid1"/>
    <dgm:cxn modelId="{4D346597-6C7C-3A43-9FE9-27F542AB7E79}" type="presParOf" srcId="{58428A78-5840-EE47-8A70-CD8FA4427498}" destId="{22750632-1220-2442-8F69-D9DE5BF4E5E5}" srcOrd="1" destOrd="0" presId="urn:microsoft.com/office/officeart/2005/8/layout/pyramid1"/>
    <dgm:cxn modelId="{49859FB1-AF50-2D43-AB0D-C1832F42D690}" type="presParOf" srcId="{22750632-1220-2442-8F69-D9DE5BF4E5E5}" destId="{1F176E01-545A-8549-93EC-98438A714CC1}" srcOrd="0" destOrd="0" presId="urn:microsoft.com/office/officeart/2005/8/layout/pyramid1"/>
    <dgm:cxn modelId="{3A77B7D5-43B6-1D4D-BFFB-080962007B1A}" type="presParOf" srcId="{22750632-1220-2442-8F69-D9DE5BF4E5E5}" destId="{DB58B8CE-530D-7D4D-932D-08F7FC225230}" srcOrd="1" destOrd="0" presId="urn:microsoft.com/office/officeart/2005/8/layout/pyramid1"/>
    <dgm:cxn modelId="{64D76B6D-536F-C345-97CD-5F36082B473E}" type="presParOf" srcId="{58428A78-5840-EE47-8A70-CD8FA4427498}" destId="{9AC8B3BF-015F-A041-BC88-DE8FDFB2DC60}" srcOrd="2" destOrd="0" presId="urn:microsoft.com/office/officeart/2005/8/layout/pyramid1"/>
    <dgm:cxn modelId="{B5C8CA9D-0528-9643-B0FB-77DC79F5E9B3}" type="presParOf" srcId="{9AC8B3BF-015F-A041-BC88-DE8FDFB2DC60}" destId="{15439BC2-4B0B-0C4E-AB03-DDA3D406CC52}" srcOrd="0" destOrd="0" presId="urn:microsoft.com/office/officeart/2005/8/layout/pyramid1"/>
    <dgm:cxn modelId="{7BEE75AB-7738-A244-B9E9-AB745FF810DD}" type="presParOf" srcId="{9AC8B3BF-015F-A041-BC88-DE8FDFB2DC60}" destId="{1873FFD8-DDEB-8547-9FE7-F2C18C97E550}" srcOrd="1" destOrd="0" presId="urn:microsoft.com/office/officeart/2005/8/layout/pyramid1"/>
    <dgm:cxn modelId="{26C1DF46-F6A7-B049-A56C-C695B7D2BCF5}" type="presParOf" srcId="{58428A78-5840-EE47-8A70-CD8FA4427498}" destId="{7F3551D2-3066-F447-B857-C4E7408A8E9B}" srcOrd="3" destOrd="0" presId="urn:microsoft.com/office/officeart/2005/8/layout/pyramid1"/>
    <dgm:cxn modelId="{46CDBC80-8A45-9A4F-9361-4B43088051DF}" type="presParOf" srcId="{7F3551D2-3066-F447-B857-C4E7408A8E9B}" destId="{6509E18C-AA48-5D4A-8836-205866270AF6}" srcOrd="0" destOrd="0" presId="urn:microsoft.com/office/officeart/2005/8/layout/pyramid1"/>
    <dgm:cxn modelId="{88E1DA16-1DC2-7248-A372-AFF49445EACC}" type="presParOf" srcId="{7F3551D2-3066-F447-B857-C4E7408A8E9B}" destId="{08D5B2A1-A615-E845-A9C1-F0E334D667DC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7A00459-B69F-43EF-B67B-22B5E089EF08}" type="doc">
      <dgm:prSet loTypeId="urn:microsoft.com/office/officeart/2008/layout/CaptionedPictures" qsTypeId="urn:microsoft.com/office/officeart/2005/8/quickstyle/simple2" csTypeId="urn:microsoft.com/office/officeart/2005/8/colors/accent1_2"/>
      <dgm:spPr/>
    </dgm:pt>
    <dgm:pt modelId="{FF7E8E11-46DF-4617-BA70-556A9968491A}">
      <dgm:prSet/>
      <dgm:spPr/>
      <dgm:t>
        <a:bodyPr/>
        <a:lstStyle/>
        <a:p>
          <a:r>
            <a:t>Research</a:t>
          </a:r>
        </a:p>
      </dgm:t>
    </dgm:pt>
    <dgm:pt modelId="{8D4D73B4-05FA-4A59-BB76-E5F8018E1452}" type="parTrans" cxnId="{E5AE5425-AAB3-40A3-A9D8-F8822E80FE65}">
      <dgm:prSet/>
      <dgm:spPr/>
      <dgm:t>
        <a:bodyPr/>
        <a:lstStyle/>
        <a:p>
          <a:endParaRPr/>
        </a:p>
      </dgm:t>
    </dgm:pt>
    <dgm:pt modelId="{66CF0DFE-1103-432F-8604-A4056E321651}" type="sibTrans" cxnId="{E5AE5425-AAB3-40A3-A9D8-F8822E80FE65}">
      <dgm:prSet/>
      <dgm:spPr/>
      <dgm:t>
        <a:bodyPr/>
        <a:lstStyle/>
        <a:p>
          <a:endParaRPr/>
        </a:p>
      </dgm:t>
    </dgm:pt>
    <dgm:pt modelId="{2E625065-64C4-49B1-B811-BAA35E66ECF4}">
      <dgm:prSet/>
      <dgm:spPr/>
      <dgm:t>
        <a:bodyPr/>
        <a:lstStyle/>
        <a:p>
          <a:r>
            <a:t>Workshop</a:t>
          </a:r>
        </a:p>
      </dgm:t>
    </dgm:pt>
    <dgm:pt modelId="{7A833B64-1EB2-484D-B461-ECC702B91A58}" type="parTrans" cxnId="{7D7C68AA-C252-4BF6-B6B8-62B4BB1D8892}">
      <dgm:prSet/>
      <dgm:spPr/>
      <dgm:t>
        <a:bodyPr/>
        <a:lstStyle/>
        <a:p>
          <a:endParaRPr/>
        </a:p>
      </dgm:t>
    </dgm:pt>
    <dgm:pt modelId="{025ED516-CC31-4BFD-81D1-44A521880452}" type="sibTrans" cxnId="{7D7C68AA-C252-4BF6-B6B8-62B4BB1D8892}">
      <dgm:prSet/>
      <dgm:spPr/>
      <dgm:t>
        <a:bodyPr/>
        <a:lstStyle/>
        <a:p>
          <a:endParaRPr/>
        </a:p>
      </dgm:t>
    </dgm:pt>
    <dgm:pt modelId="{696FD5BC-4300-446D-9BBA-9BA0C3A7B062}">
      <dgm:prSet/>
      <dgm:spPr/>
      <dgm:t>
        <a:bodyPr/>
        <a:lstStyle/>
        <a:p>
          <a:r>
            <a:t>Delivery</a:t>
          </a:r>
        </a:p>
      </dgm:t>
    </dgm:pt>
    <dgm:pt modelId="{45020636-9016-4D24-8872-8F76AB7427DB}" type="parTrans" cxnId="{92A4BD3E-E728-4C3F-8D0A-745D302DF534}">
      <dgm:prSet/>
      <dgm:spPr/>
      <dgm:t>
        <a:bodyPr/>
        <a:lstStyle/>
        <a:p>
          <a:endParaRPr/>
        </a:p>
      </dgm:t>
    </dgm:pt>
    <dgm:pt modelId="{8E4073A7-A6E6-41F1-A08C-E4CB55039F21}" type="sibTrans" cxnId="{92A4BD3E-E728-4C3F-8D0A-745D302DF534}">
      <dgm:prSet/>
      <dgm:spPr/>
      <dgm:t>
        <a:bodyPr/>
        <a:lstStyle/>
        <a:p>
          <a:endParaRPr/>
        </a:p>
      </dgm:t>
    </dgm:pt>
    <dgm:pt modelId="{E65EC54B-E3F6-42C1-A7C7-63891276EE2E}" type="pres">
      <dgm:prSet presAssocID="{D7A00459-B69F-43EF-B67B-22B5E089EF08}" presName="Name0" presStyleCnt="0">
        <dgm:presLayoutVars>
          <dgm:chMax/>
          <dgm:chPref/>
          <dgm:dir/>
        </dgm:presLayoutVars>
      </dgm:prSet>
      <dgm:spPr/>
    </dgm:pt>
    <dgm:pt modelId="{03E4D3D0-2F83-4D58-94F1-AF3E79E80C93}" type="pres">
      <dgm:prSet presAssocID="{FF7E8E11-46DF-4617-BA70-556A9968491A}" presName="composite" presStyleCnt="0">
        <dgm:presLayoutVars>
          <dgm:chMax val="1"/>
          <dgm:chPref val="1"/>
        </dgm:presLayoutVars>
      </dgm:prSet>
      <dgm:spPr/>
    </dgm:pt>
    <dgm:pt modelId="{6C3538DC-5F4B-4932-8DE1-758E69952035}" type="pres">
      <dgm:prSet presAssocID="{FF7E8E11-46DF-4617-BA70-556A9968491A}" presName="Accent" presStyleLbl="trAlignAcc1" presStyleIdx="0" presStyleCnt="3">
        <dgm:presLayoutVars>
          <dgm:chMax val="0"/>
          <dgm:chPref val="0"/>
        </dgm:presLayoutVars>
      </dgm:prSet>
      <dgm:spPr/>
    </dgm:pt>
    <dgm:pt modelId="{430E4DE1-196C-42FF-B08C-187AEC6336D1}" type="pres">
      <dgm:prSet presAssocID="{FF7E8E11-46DF-4617-BA70-556A9968491A}" presName="Image" presStyleLbl="alignImgPlace1" presStyleIdx="0" presStyleCnt="3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1"/>
          <a:srcRect/>
          <a:stretch>
            <a:fillRect l="-13783" r="-13783"/>
          </a:stretch>
        </a:blipFill>
      </dgm:spPr>
    </dgm:pt>
    <dgm:pt modelId="{8816AC74-81C9-4504-9EC9-0C16EC657895}" type="pres">
      <dgm:prSet presAssocID="{FF7E8E11-46DF-4617-BA70-556A9968491A}" presName="ChildComposite" presStyleCnt="0"/>
      <dgm:spPr/>
    </dgm:pt>
    <dgm:pt modelId="{FE5C6CA1-750E-4927-AD72-E71614F1D8B5}" type="pres">
      <dgm:prSet presAssocID="{FF7E8E11-46DF-4617-BA70-556A9968491A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93C73B1-45E4-4E42-9B3D-7C9F2DC5FF93}" type="pres">
      <dgm:prSet presAssocID="{FF7E8E11-46DF-4617-BA70-556A9968491A}" presName="Parent" presStyleLbl="revTx" presStyleIdx="0" presStyleCnt="3">
        <dgm:presLayoutVars>
          <dgm:chMax val="1"/>
          <dgm:chPref val="0"/>
          <dgm:bulletEnabled val="1"/>
        </dgm:presLayoutVars>
      </dgm:prSet>
      <dgm:spPr/>
    </dgm:pt>
    <dgm:pt modelId="{69F5EBE2-FEEF-4F4B-A4D2-D1F2CB9A38FD}" type="pres">
      <dgm:prSet presAssocID="{66CF0DFE-1103-432F-8604-A4056E321651}" presName="sibTrans" presStyleCnt="0"/>
      <dgm:spPr/>
    </dgm:pt>
    <dgm:pt modelId="{6A94FF8F-B476-4BC1-ABDD-79BB5A11EEB5}" type="pres">
      <dgm:prSet presAssocID="{2E625065-64C4-49B1-B811-BAA35E66ECF4}" presName="composite" presStyleCnt="0">
        <dgm:presLayoutVars>
          <dgm:chMax val="1"/>
          <dgm:chPref val="1"/>
        </dgm:presLayoutVars>
      </dgm:prSet>
      <dgm:spPr/>
    </dgm:pt>
    <dgm:pt modelId="{1C29D842-D60A-4782-928A-0BB57DC0DCBF}" type="pres">
      <dgm:prSet presAssocID="{2E625065-64C4-49B1-B811-BAA35E66ECF4}" presName="Accent" presStyleLbl="trAlignAcc1" presStyleIdx="1" presStyleCnt="3">
        <dgm:presLayoutVars>
          <dgm:chMax val="0"/>
          <dgm:chPref val="0"/>
        </dgm:presLayoutVars>
      </dgm:prSet>
      <dgm:spPr/>
    </dgm:pt>
    <dgm:pt modelId="{B2EAB467-5A38-40D1-9936-4054A231D70D}" type="pres">
      <dgm:prSet presAssocID="{2E625065-64C4-49B1-B811-BAA35E66ECF4}" presName="Image" presStyleLbl="alignImgPlace1" presStyleIdx="1" presStyleCnt="3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2"/>
          <a:srcRect/>
          <a:stretch>
            <a:fillRect l="-13783" r="-13783"/>
          </a:stretch>
        </a:blipFill>
      </dgm:spPr>
    </dgm:pt>
    <dgm:pt modelId="{3E3C2522-D67E-4F25-AF9C-E9D12F798E3A}" type="pres">
      <dgm:prSet presAssocID="{2E625065-64C4-49B1-B811-BAA35E66ECF4}" presName="ChildComposite" presStyleCnt="0"/>
      <dgm:spPr/>
    </dgm:pt>
    <dgm:pt modelId="{490C5294-1C6D-43A9-B3AD-F66D4D540AB4}" type="pres">
      <dgm:prSet presAssocID="{2E625065-64C4-49B1-B811-BAA35E66ECF4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5F21E00-AC42-4BC0-87DA-ADC9402AF4BF}" type="pres">
      <dgm:prSet presAssocID="{2E625065-64C4-49B1-B811-BAA35E66ECF4}" presName="Parent" presStyleLbl="revTx" presStyleIdx="1" presStyleCnt="3">
        <dgm:presLayoutVars>
          <dgm:chMax val="1"/>
          <dgm:chPref val="0"/>
          <dgm:bulletEnabled val="1"/>
        </dgm:presLayoutVars>
      </dgm:prSet>
      <dgm:spPr/>
    </dgm:pt>
    <dgm:pt modelId="{0D282F22-DE6F-4E88-A3B5-FB0A33B8A1B4}" type="pres">
      <dgm:prSet presAssocID="{025ED516-CC31-4BFD-81D1-44A521880452}" presName="sibTrans" presStyleCnt="0"/>
      <dgm:spPr/>
    </dgm:pt>
    <dgm:pt modelId="{2745C188-6580-470A-9956-91801411EFD6}" type="pres">
      <dgm:prSet presAssocID="{696FD5BC-4300-446D-9BBA-9BA0C3A7B062}" presName="composite" presStyleCnt="0">
        <dgm:presLayoutVars>
          <dgm:chMax val="1"/>
          <dgm:chPref val="1"/>
        </dgm:presLayoutVars>
      </dgm:prSet>
      <dgm:spPr/>
    </dgm:pt>
    <dgm:pt modelId="{6B86CAC6-802C-480C-8E44-F55FC2D69D6C}" type="pres">
      <dgm:prSet presAssocID="{696FD5BC-4300-446D-9BBA-9BA0C3A7B062}" presName="Accent" presStyleLbl="trAlignAcc1" presStyleIdx="2" presStyleCnt="3">
        <dgm:presLayoutVars>
          <dgm:chMax val="0"/>
          <dgm:chPref val="0"/>
        </dgm:presLayoutVars>
      </dgm:prSet>
      <dgm:spPr/>
    </dgm:pt>
    <dgm:pt modelId="{157451B8-36A0-4AF2-8A70-F1221E1569D9}" type="pres">
      <dgm:prSet presAssocID="{696FD5BC-4300-446D-9BBA-9BA0C3A7B062}" presName="Image" presStyleLbl="alignImgPlace1" presStyleIdx="2" presStyleCnt="3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3"/>
          <a:srcRect/>
          <a:stretch>
            <a:fillRect l="-13783" r="-13783"/>
          </a:stretch>
        </a:blipFill>
      </dgm:spPr>
    </dgm:pt>
    <dgm:pt modelId="{B7EC2212-92DB-4212-B366-89174F70EB8B}" type="pres">
      <dgm:prSet presAssocID="{696FD5BC-4300-446D-9BBA-9BA0C3A7B062}" presName="ChildComposite" presStyleCnt="0"/>
      <dgm:spPr/>
    </dgm:pt>
    <dgm:pt modelId="{2B3E8325-CCFB-4D56-AF22-49124EEBD09B}" type="pres">
      <dgm:prSet presAssocID="{696FD5BC-4300-446D-9BBA-9BA0C3A7B062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3BFCB91-C890-4228-BC3A-910E15EBAAFC}" type="pres">
      <dgm:prSet presAssocID="{696FD5BC-4300-446D-9BBA-9BA0C3A7B062}" presName="Parent" presStyleLbl="revTx" presStyleIdx="2" presStyleCnt="3">
        <dgm:presLayoutVars>
          <dgm:chMax val="1"/>
          <dgm:chPref val="0"/>
          <dgm:bulletEnabled val="1"/>
        </dgm:presLayoutVars>
      </dgm:prSet>
      <dgm:spPr/>
    </dgm:pt>
  </dgm:ptLst>
  <dgm:cxnLst>
    <dgm:cxn modelId="{DAABED10-5542-40C8-93B0-4E8040A37243}" type="presOf" srcId="{FF7E8E11-46DF-4617-BA70-556A9968491A}" destId="{693C73B1-45E4-4E42-9B3D-7C9F2DC5FF93}" srcOrd="0" destOrd="0" presId="urn:microsoft.com/office/officeart/2008/layout/CaptionedPictures"/>
    <dgm:cxn modelId="{E5AE5425-AAB3-40A3-A9D8-F8822E80FE65}" srcId="{D7A00459-B69F-43EF-B67B-22B5E089EF08}" destId="{FF7E8E11-46DF-4617-BA70-556A9968491A}" srcOrd="0" destOrd="0" parTransId="{8D4D73B4-05FA-4A59-BB76-E5F8018E1452}" sibTransId="{66CF0DFE-1103-432F-8604-A4056E321651}"/>
    <dgm:cxn modelId="{92A4BD3E-E728-4C3F-8D0A-745D302DF534}" srcId="{D7A00459-B69F-43EF-B67B-22B5E089EF08}" destId="{696FD5BC-4300-446D-9BBA-9BA0C3A7B062}" srcOrd="2" destOrd="0" parTransId="{45020636-9016-4D24-8872-8F76AB7427DB}" sibTransId="{8E4073A7-A6E6-41F1-A08C-E4CB55039F21}"/>
    <dgm:cxn modelId="{8C355642-003E-48A4-9732-92EE68675849}" type="presOf" srcId="{2E625065-64C4-49B1-B811-BAA35E66ECF4}" destId="{75F21E00-AC42-4BC0-87DA-ADC9402AF4BF}" srcOrd="0" destOrd="0" presId="urn:microsoft.com/office/officeart/2008/layout/CaptionedPictures"/>
    <dgm:cxn modelId="{F5DDED5F-0A41-4EFE-A72F-0376B43C9407}" type="presOf" srcId="{D7A00459-B69F-43EF-B67B-22B5E089EF08}" destId="{E65EC54B-E3F6-42C1-A7C7-63891276EE2E}" srcOrd="0" destOrd="0" presId="urn:microsoft.com/office/officeart/2008/layout/CaptionedPictures"/>
    <dgm:cxn modelId="{7D7C68AA-C252-4BF6-B6B8-62B4BB1D8892}" srcId="{D7A00459-B69F-43EF-B67B-22B5E089EF08}" destId="{2E625065-64C4-49B1-B811-BAA35E66ECF4}" srcOrd="1" destOrd="0" parTransId="{7A833B64-1EB2-484D-B461-ECC702B91A58}" sibTransId="{025ED516-CC31-4BFD-81D1-44A521880452}"/>
    <dgm:cxn modelId="{37E9EEE7-4674-4625-8920-F57E3289275C}" type="presOf" srcId="{696FD5BC-4300-446D-9BBA-9BA0C3A7B062}" destId="{C3BFCB91-C890-4228-BC3A-910E15EBAAFC}" srcOrd="0" destOrd="0" presId="urn:microsoft.com/office/officeart/2008/layout/CaptionedPictures"/>
    <dgm:cxn modelId="{856DAEBB-CDF9-4404-9B1C-F2F7D1CF3A1B}" type="presParOf" srcId="{E65EC54B-E3F6-42C1-A7C7-63891276EE2E}" destId="{03E4D3D0-2F83-4D58-94F1-AF3E79E80C93}" srcOrd="0" destOrd="0" presId="urn:microsoft.com/office/officeart/2008/layout/CaptionedPictures"/>
    <dgm:cxn modelId="{A2C3CB96-A488-4E05-AE4D-F140D9208BBB}" type="presParOf" srcId="{03E4D3D0-2F83-4D58-94F1-AF3E79E80C93}" destId="{6C3538DC-5F4B-4932-8DE1-758E69952035}" srcOrd="0" destOrd="0" presId="urn:microsoft.com/office/officeart/2008/layout/CaptionedPictures"/>
    <dgm:cxn modelId="{7EE01F14-152B-4A48-AB74-99E137A43549}" type="presParOf" srcId="{03E4D3D0-2F83-4D58-94F1-AF3E79E80C93}" destId="{430E4DE1-196C-42FF-B08C-187AEC6336D1}" srcOrd="1" destOrd="0" presId="urn:microsoft.com/office/officeart/2008/layout/CaptionedPictures"/>
    <dgm:cxn modelId="{AE9FCE35-78AD-49E9-8039-DBC282F59FED}" type="presParOf" srcId="{03E4D3D0-2F83-4D58-94F1-AF3E79E80C93}" destId="{8816AC74-81C9-4504-9EC9-0C16EC657895}" srcOrd="2" destOrd="0" presId="urn:microsoft.com/office/officeart/2008/layout/CaptionedPictures"/>
    <dgm:cxn modelId="{CF27E1E0-1D32-454F-9756-B49FBA072926}" type="presParOf" srcId="{8816AC74-81C9-4504-9EC9-0C16EC657895}" destId="{FE5C6CA1-750E-4927-AD72-E71614F1D8B5}" srcOrd="0" destOrd="0" presId="urn:microsoft.com/office/officeart/2008/layout/CaptionedPictures"/>
    <dgm:cxn modelId="{B6025BDF-6F89-4346-8FAC-B14CDB075A42}" type="presParOf" srcId="{8816AC74-81C9-4504-9EC9-0C16EC657895}" destId="{693C73B1-45E4-4E42-9B3D-7C9F2DC5FF93}" srcOrd="1" destOrd="0" presId="urn:microsoft.com/office/officeart/2008/layout/CaptionedPictures"/>
    <dgm:cxn modelId="{33392F74-E1B7-4E76-8039-8ED334A20983}" type="presParOf" srcId="{E65EC54B-E3F6-42C1-A7C7-63891276EE2E}" destId="{69F5EBE2-FEEF-4F4B-A4D2-D1F2CB9A38FD}" srcOrd="1" destOrd="0" presId="urn:microsoft.com/office/officeart/2008/layout/CaptionedPictures"/>
    <dgm:cxn modelId="{DCD2BBEB-2384-450D-836A-982436592886}" type="presParOf" srcId="{E65EC54B-E3F6-42C1-A7C7-63891276EE2E}" destId="{6A94FF8F-B476-4BC1-ABDD-79BB5A11EEB5}" srcOrd="2" destOrd="0" presId="urn:microsoft.com/office/officeart/2008/layout/CaptionedPictures"/>
    <dgm:cxn modelId="{28559EDB-E55A-4823-9417-13AE96A8E4F0}" type="presParOf" srcId="{6A94FF8F-B476-4BC1-ABDD-79BB5A11EEB5}" destId="{1C29D842-D60A-4782-928A-0BB57DC0DCBF}" srcOrd="0" destOrd="0" presId="urn:microsoft.com/office/officeart/2008/layout/CaptionedPictures"/>
    <dgm:cxn modelId="{C8C31033-4E7D-46FD-BCAB-35071D89CD78}" type="presParOf" srcId="{6A94FF8F-B476-4BC1-ABDD-79BB5A11EEB5}" destId="{B2EAB467-5A38-40D1-9936-4054A231D70D}" srcOrd="1" destOrd="0" presId="urn:microsoft.com/office/officeart/2008/layout/CaptionedPictures"/>
    <dgm:cxn modelId="{B2326677-AAF9-4849-9ABD-202CE7D5D7FB}" type="presParOf" srcId="{6A94FF8F-B476-4BC1-ABDD-79BB5A11EEB5}" destId="{3E3C2522-D67E-4F25-AF9C-E9D12F798E3A}" srcOrd="2" destOrd="0" presId="urn:microsoft.com/office/officeart/2008/layout/CaptionedPictures"/>
    <dgm:cxn modelId="{A36DE2AD-9248-4A90-BBF8-09CBFB8368EB}" type="presParOf" srcId="{3E3C2522-D67E-4F25-AF9C-E9D12F798E3A}" destId="{490C5294-1C6D-43A9-B3AD-F66D4D540AB4}" srcOrd="0" destOrd="0" presId="urn:microsoft.com/office/officeart/2008/layout/CaptionedPictures"/>
    <dgm:cxn modelId="{C445575A-A292-40D5-8E1C-892732203A43}" type="presParOf" srcId="{3E3C2522-D67E-4F25-AF9C-E9D12F798E3A}" destId="{75F21E00-AC42-4BC0-87DA-ADC9402AF4BF}" srcOrd="1" destOrd="0" presId="urn:microsoft.com/office/officeart/2008/layout/CaptionedPictures"/>
    <dgm:cxn modelId="{D67FCEAC-9054-459D-8353-D1E7F070385B}" type="presParOf" srcId="{E65EC54B-E3F6-42C1-A7C7-63891276EE2E}" destId="{0D282F22-DE6F-4E88-A3B5-FB0A33B8A1B4}" srcOrd="3" destOrd="0" presId="urn:microsoft.com/office/officeart/2008/layout/CaptionedPictures"/>
    <dgm:cxn modelId="{EABF44BB-BBC0-4F96-B108-72074681BF46}" type="presParOf" srcId="{E65EC54B-E3F6-42C1-A7C7-63891276EE2E}" destId="{2745C188-6580-470A-9956-91801411EFD6}" srcOrd="4" destOrd="0" presId="urn:microsoft.com/office/officeart/2008/layout/CaptionedPictures"/>
    <dgm:cxn modelId="{1E9D1F9B-A88F-4B1E-83DD-F615F1E5A927}" type="presParOf" srcId="{2745C188-6580-470A-9956-91801411EFD6}" destId="{6B86CAC6-802C-480C-8E44-F55FC2D69D6C}" srcOrd="0" destOrd="0" presId="urn:microsoft.com/office/officeart/2008/layout/CaptionedPictures"/>
    <dgm:cxn modelId="{F6303BCE-B7D9-41B9-8A13-B48C21FD15F1}" type="presParOf" srcId="{2745C188-6580-470A-9956-91801411EFD6}" destId="{157451B8-36A0-4AF2-8A70-F1221E1569D9}" srcOrd="1" destOrd="0" presId="urn:microsoft.com/office/officeart/2008/layout/CaptionedPictures"/>
    <dgm:cxn modelId="{D4CA6C25-2EA6-45FE-83C3-578AB72D1288}" type="presParOf" srcId="{2745C188-6580-470A-9956-91801411EFD6}" destId="{B7EC2212-92DB-4212-B366-89174F70EB8B}" srcOrd="2" destOrd="0" presId="urn:microsoft.com/office/officeart/2008/layout/CaptionedPictures"/>
    <dgm:cxn modelId="{877A039C-AA9B-4F37-9CCC-4765663DB3EB}" type="presParOf" srcId="{B7EC2212-92DB-4212-B366-89174F70EB8B}" destId="{2B3E8325-CCFB-4D56-AF22-49124EEBD09B}" srcOrd="0" destOrd="0" presId="urn:microsoft.com/office/officeart/2008/layout/CaptionedPictures"/>
    <dgm:cxn modelId="{399B045E-A05A-4CA6-AAF1-BCFA07E684D3}" type="presParOf" srcId="{B7EC2212-92DB-4212-B366-89174F70EB8B}" destId="{C3BFCB91-C890-4228-BC3A-910E15EBAAFC}" srcOrd="1" destOrd="0" presId="urn:microsoft.com/office/officeart/2008/layout/CaptionedPicture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C59A89B-7182-4046-8FB3-EF26BEE0A8C5}" type="doc">
      <dgm:prSet loTypeId="urn:microsoft.com/office/officeart/2011/layout/TabList" qsTypeId="urn:microsoft.com/office/officeart/2005/8/quickstyle/simple2" csTypeId="urn:microsoft.com/office/officeart/2005/8/colors/accent1_2"/>
      <dgm:spPr/>
    </dgm:pt>
    <dgm:pt modelId="{3FD7FF1F-EFA8-41B1-9873-82E964AB0C28}">
      <dgm:prSet/>
      <dgm:spPr/>
      <dgm:t>
        <a:bodyPr/>
        <a:lstStyle/>
        <a:p>
          <a:r>
            <a:t>Customer insight</a:t>
          </a:r>
        </a:p>
      </dgm:t>
    </dgm:pt>
    <dgm:pt modelId="{C492F845-4AC1-48EA-B343-A4517BA72AF3}" type="parTrans" cxnId="{C5C4E0C5-3A29-4390-8206-733D4A32F671}">
      <dgm:prSet/>
      <dgm:spPr/>
      <dgm:t>
        <a:bodyPr/>
        <a:lstStyle/>
        <a:p>
          <a:endParaRPr/>
        </a:p>
      </dgm:t>
    </dgm:pt>
    <dgm:pt modelId="{62FAC061-1097-453A-AE62-B7B01ECC882C}" type="sibTrans" cxnId="{C5C4E0C5-3A29-4390-8206-733D4A32F671}">
      <dgm:prSet/>
      <dgm:spPr/>
      <dgm:t>
        <a:bodyPr/>
        <a:lstStyle/>
        <a:p>
          <a:endParaRPr/>
        </a:p>
      </dgm:t>
    </dgm:pt>
    <dgm:pt modelId="{FAA727CD-5F71-4ABB-8B3F-55170BC3DDA3}">
      <dgm:prSet/>
      <dgm:spPr/>
      <dgm:t>
        <a:bodyPr/>
        <a:lstStyle/>
        <a:p>
          <a:r>
            <a:t>Product concept</a:t>
          </a:r>
        </a:p>
      </dgm:t>
    </dgm:pt>
    <dgm:pt modelId="{EB27F9BE-67F4-4553-B97E-48D6948C9DF1}" type="parTrans" cxnId="{4C4DA445-2D97-4368-B3ED-515C642245FE}">
      <dgm:prSet/>
      <dgm:spPr/>
      <dgm:t>
        <a:bodyPr/>
        <a:lstStyle/>
        <a:p>
          <a:endParaRPr/>
        </a:p>
      </dgm:t>
    </dgm:pt>
    <dgm:pt modelId="{31B71262-6AAB-4035-8710-F7A71B2DED77}" type="sibTrans" cxnId="{4C4DA445-2D97-4368-B3ED-515C642245FE}">
      <dgm:prSet/>
      <dgm:spPr/>
      <dgm:t>
        <a:bodyPr/>
        <a:lstStyle/>
        <a:p>
          <a:endParaRPr/>
        </a:p>
      </dgm:t>
    </dgm:pt>
    <dgm:pt modelId="{8671FA19-5C66-4645-B24B-4F282461F3FC}">
      <dgm:prSet/>
      <dgm:spPr/>
      <dgm:t>
        <a:bodyPr/>
        <a:lstStyle/>
        <a:p>
          <a:r>
            <a:t>Prototype</a:t>
          </a:r>
        </a:p>
      </dgm:t>
    </dgm:pt>
    <dgm:pt modelId="{1B79D693-CFF4-43B0-A9E8-F8BB50A8FE84}" type="parTrans" cxnId="{FB09BCB4-EB1D-4847-8AC8-4F63FAD814F3}">
      <dgm:prSet/>
      <dgm:spPr/>
      <dgm:t>
        <a:bodyPr/>
        <a:lstStyle/>
        <a:p>
          <a:endParaRPr/>
        </a:p>
      </dgm:t>
    </dgm:pt>
    <dgm:pt modelId="{6CDA0C4C-528D-4F1C-9AD2-18049A1225EF}" type="sibTrans" cxnId="{FB09BCB4-EB1D-4847-8AC8-4F63FAD814F3}">
      <dgm:prSet/>
      <dgm:spPr/>
      <dgm:t>
        <a:bodyPr/>
        <a:lstStyle/>
        <a:p>
          <a:endParaRPr/>
        </a:p>
      </dgm:t>
    </dgm:pt>
    <dgm:pt modelId="{70A31B4B-C74B-4508-AC61-0B96E658A58E}">
      <dgm:prSet/>
      <dgm:spPr/>
      <dgm:t>
        <a:bodyPr/>
        <a:lstStyle/>
        <a:p>
          <a:r>
            <a:t>Feedback</a:t>
          </a:r>
        </a:p>
      </dgm:t>
    </dgm:pt>
    <dgm:pt modelId="{469F4DD3-0939-4F48-A84F-0C33BBC59B9B}" type="parTrans" cxnId="{5CA14225-F6A9-4F3D-88FB-B9448B182841}">
      <dgm:prSet/>
      <dgm:spPr/>
      <dgm:t>
        <a:bodyPr/>
        <a:lstStyle/>
        <a:p>
          <a:endParaRPr/>
        </a:p>
      </dgm:t>
    </dgm:pt>
    <dgm:pt modelId="{6FE47988-951D-4A32-B653-73F9B127AD93}" type="sibTrans" cxnId="{5CA14225-F6A9-4F3D-88FB-B9448B182841}">
      <dgm:prSet/>
      <dgm:spPr/>
      <dgm:t>
        <a:bodyPr/>
        <a:lstStyle/>
        <a:p>
          <a:endParaRPr/>
        </a:p>
      </dgm:t>
    </dgm:pt>
    <dgm:pt modelId="{31D398EA-83DB-497F-83E7-49E31D9FCB74}">
      <dgm:prSet/>
      <dgm:spPr/>
      <dgm:t>
        <a:bodyPr/>
        <a:lstStyle/>
        <a:p>
          <a:r>
            <a:t>Next step</a:t>
          </a:r>
        </a:p>
      </dgm:t>
    </dgm:pt>
    <dgm:pt modelId="{87FD7114-E4CF-49CA-A55F-E28E938BE338}" type="parTrans" cxnId="{5ABBDE49-8792-4B52-821C-04818E5D0369}">
      <dgm:prSet/>
      <dgm:spPr/>
      <dgm:t>
        <a:bodyPr/>
        <a:lstStyle/>
        <a:p>
          <a:endParaRPr/>
        </a:p>
      </dgm:t>
    </dgm:pt>
    <dgm:pt modelId="{C7F589C5-4281-46E1-955F-49FD64D044CC}" type="sibTrans" cxnId="{5ABBDE49-8792-4B52-821C-04818E5D0369}">
      <dgm:prSet/>
      <dgm:spPr/>
      <dgm:t>
        <a:bodyPr/>
        <a:lstStyle/>
        <a:p>
          <a:endParaRPr/>
        </a:p>
      </dgm:t>
    </dgm:pt>
    <dgm:pt modelId="{2045A044-F186-9545-BBDA-D70A244B64D9}" type="pres">
      <dgm:prSet presAssocID="{DC59A89B-7182-4046-8FB3-EF26BEE0A8C5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BFFD6EDD-54A4-554B-867F-2FD59DFD5D73}" type="pres">
      <dgm:prSet presAssocID="{3FD7FF1F-EFA8-41B1-9873-82E964AB0C28}" presName="composite" presStyleCnt="0"/>
      <dgm:spPr/>
    </dgm:pt>
    <dgm:pt modelId="{714AD115-B9D3-8241-826B-3B0EFB34A1FA}" type="pres">
      <dgm:prSet presAssocID="{3FD7FF1F-EFA8-41B1-9873-82E964AB0C28}" presName="FirstChild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14667D74-4998-F44B-AB02-F638C473EF0B}" type="pres">
      <dgm:prSet presAssocID="{3FD7FF1F-EFA8-41B1-9873-82E964AB0C28}" presName="Parent" presStyleLbl="alignNode1" presStyleIdx="0" presStyleCnt="5">
        <dgm:presLayoutVars>
          <dgm:chMax val="3"/>
          <dgm:chPref val="3"/>
          <dgm:bulletEnabled val="1"/>
        </dgm:presLayoutVars>
      </dgm:prSet>
      <dgm:spPr/>
    </dgm:pt>
    <dgm:pt modelId="{1B36B7C7-D0E8-5A4E-A3CF-575E5FE85197}" type="pres">
      <dgm:prSet presAssocID="{3FD7FF1F-EFA8-41B1-9873-82E964AB0C28}" presName="Accent" presStyleLbl="parChTrans1D1" presStyleIdx="0" presStyleCnt="5"/>
      <dgm:spPr/>
    </dgm:pt>
    <dgm:pt modelId="{278D73DA-026E-8649-9597-7FC492D86FB5}" type="pres">
      <dgm:prSet presAssocID="{62FAC061-1097-453A-AE62-B7B01ECC882C}" presName="sibTrans" presStyleCnt="0"/>
      <dgm:spPr/>
    </dgm:pt>
    <dgm:pt modelId="{222D4198-D28C-8646-94CF-BD9FE0A5BE2E}" type="pres">
      <dgm:prSet presAssocID="{FAA727CD-5F71-4ABB-8B3F-55170BC3DDA3}" presName="composite" presStyleCnt="0"/>
      <dgm:spPr/>
    </dgm:pt>
    <dgm:pt modelId="{9C89DBB4-9801-E543-8A9C-28A1E6D63E1E}" type="pres">
      <dgm:prSet presAssocID="{FAA727CD-5F71-4ABB-8B3F-55170BC3DDA3}" presName="First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114D5CA4-71D9-2841-84C0-C5E5108EA07C}" type="pres">
      <dgm:prSet presAssocID="{FAA727CD-5F71-4ABB-8B3F-55170BC3DDA3}" presName="Parent" presStyleLbl="alignNode1" presStyleIdx="1" presStyleCnt="5">
        <dgm:presLayoutVars>
          <dgm:chMax val="3"/>
          <dgm:chPref val="3"/>
          <dgm:bulletEnabled val="1"/>
        </dgm:presLayoutVars>
      </dgm:prSet>
      <dgm:spPr/>
    </dgm:pt>
    <dgm:pt modelId="{42FE4CDB-D4B1-B247-80D5-620AE06FE1BB}" type="pres">
      <dgm:prSet presAssocID="{FAA727CD-5F71-4ABB-8B3F-55170BC3DDA3}" presName="Accent" presStyleLbl="parChTrans1D1" presStyleIdx="1" presStyleCnt="5"/>
      <dgm:spPr/>
    </dgm:pt>
    <dgm:pt modelId="{A07C7273-D176-3546-8318-A39DADB0F30E}" type="pres">
      <dgm:prSet presAssocID="{31B71262-6AAB-4035-8710-F7A71B2DED77}" presName="sibTrans" presStyleCnt="0"/>
      <dgm:spPr/>
    </dgm:pt>
    <dgm:pt modelId="{2E5E86A8-8A18-0149-B807-051BCDC59386}" type="pres">
      <dgm:prSet presAssocID="{8671FA19-5C66-4645-B24B-4F282461F3FC}" presName="composite" presStyleCnt="0"/>
      <dgm:spPr/>
    </dgm:pt>
    <dgm:pt modelId="{8428CCE7-4DEB-8C4B-9D61-FACF8F7A575B}" type="pres">
      <dgm:prSet presAssocID="{8671FA19-5C66-4645-B24B-4F282461F3FC}" presName="FirstChild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FB9B4BE9-AE90-9145-8A48-F9F7E8E2CB58}" type="pres">
      <dgm:prSet presAssocID="{8671FA19-5C66-4645-B24B-4F282461F3FC}" presName="Parent" presStyleLbl="alignNode1" presStyleIdx="2" presStyleCnt="5">
        <dgm:presLayoutVars>
          <dgm:chMax val="3"/>
          <dgm:chPref val="3"/>
          <dgm:bulletEnabled val="1"/>
        </dgm:presLayoutVars>
      </dgm:prSet>
      <dgm:spPr/>
    </dgm:pt>
    <dgm:pt modelId="{98E36B76-B79A-954A-97A5-A1D1E446879A}" type="pres">
      <dgm:prSet presAssocID="{8671FA19-5C66-4645-B24B-4F282461F3FC}" presName="Accent" presStyleLbl="parChTrans1D1" presStyleIdx="2" presStyleCnt="5"/>
      <dgm:spPr/>
    </dgm:pt>
    <dgm:pt modelId="{46546656-5721-2349-B01E-E30B5C3F6EA6}" type="pres">
      <dgm:prSet presAssocID="{6CDA0C4C-528D-4F1C-9AD2-18049A1225EF}" presName="sibTrans" presStyleCnt="0"/>
      <dgm:spPr/>
    </dgm:pt>
    <dgm:pt modelId="{DA2445D2-3917-DE42-9E72-3AC270E0C044}" type="pres">
      <dgm:prSet presAssocID="{70A31B4B-C74B-4508-AC61-0B96E658A58E}" presName="composite" presStyleCnt="0"/>
      <dgm:spPr/>
    </dgm:pt>
    <dgm:pt modelId="{241668F4-545B-BC42-9C7F-EDF4BFA66FAB}" type="pres">
      <dgm:prSet presAssocID="{70A31B4B-C74B-4508-AC61-0B96E658A58E}" presName="First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54310A8C-6014-E44C-A7E1-8AE463FC68BC}" type="pres">
      <dgm:prSet presAssocID="{70A31B4B-C74B-4508-AC61-0B96E658A58E}" presName="Parent" presStyleLbl="alignNode1" presStyleIdx="3" presStyleCnt="5">
        <dgm:presLayoutVars>
          <dgm:chMax val="3"/>
          <dgm:chPref val="3"/>
          <dgm:bulletEnabled val="1"/>
        </dgm:presLayoutVars>
      </dgm:prSet>
      <dgm:spPr/>
    </dgm:pt>
    <dgm:pt modelId="{136061A6-E6E6-9C46-85A8-C2DB10E4E526}" type="pres">
      <dgm:prSet presAssocID="{70A31B4B-C74B-4508-AC61-0B96E658A58E}" presName="Accent" presStyleLbl="parChTrans1D1" presStyleIdx="3" presStyleCnt="5"/>
      <dgm:spPr/>
    </dgm:pt>
    <dgm:pt modelId="{37F5F7BB-567D-EC44-B94E-8822A4F0D73A}" type="pres">
      <dgm:prSet presAssocID="{6FE47988-951D-4A32-B653-73F9B127AD93}" presName="sibTrans" presStyleCnt="0"/>
      <dgm:spPr/>
    </dgm:pt>
    <dgm:pt modelId="{9CD558FA-2026-3F4A-9021-FE6A1CFFF217}" type="pres">
      <dgm:prSet presAssocID="{31D398EA-83DB-497F-83E7-49E31D9FCB74}" presName="composite" presStyleCnt="0"/>
      <dgm:spPr/>
    </dgm:pt>
    <dgm:pt modelId="{9B2B6FBC-623A-D144-8758-67EA3A1CD658}" type="pres">
      <dgm:prSet presAssocID="{31D398EA-83DB-497F-83E7-49E31D9FCB74}" presName="FirstChild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845946E6-1DC0-394B-A007-CE3B05118CB1}" type="pres">
      <dgm:prSet presAssocID="{31D398EA-83DB-497F-83E7-49E31D9FCB74}" presName="Parent" presStyleLbl="alignNode1" presStyleIdx="4" presStyleCnt="5">
        <dgm:presLayoutVars>
          <dgm:chMax val="3"/>
          <dgm:chPref val="3"/>
          <dgm:bulletEnabled val="1"/>
        </dgm:presLayoutVars>
      </dgm:prSet>
      <dgm:spPr/>
    </dgm:pt>
    <dgm:pt modelId="{B9C479B1-FDD7-4247-8D32-B879C35187A9}" type="pres">
      <dgm:prSet presAssocID="{31D398EA-83DB-497F-83E7-49E31D9FCB74}" presName="Accent" presStyleLbl="parChTrans1D1" presStyleIdx="4" presStyleCnt="5"/>
      <dgm:spPr/>
    </dgm:pt>
  </dgm:ptLst>
  <dgm:cxnLst>
    <dgm:cxn modelId="{5CA14225-F6A9-4F3D-88FB-B9448B182841}" srcId="{DC59A89B-7182-4046-8FB3-EF26BEE0A8C5}" destId="{70A31B4B-C74B-4508-AC61-0B96E658A58E}" srcOrd="3" destOrd="0" parTransId="{469F4DD3-0939-4F48-A84F-0C33BBC59B9B}" sibTransId="{6FE47988-951D-4A32-B653-73F9B127AD93}"/>
    <dgm:cxn modelId="{A9E89A2D-D4AD-C940-A830-4F77AFB5C67A}" type="presOf" srcId="{8671FA19-5C66-4645-B24B-4F282461F3FC}" destId="{FB9B4BE9-AE90-9145-8A48-F9F7E8E2CB58}" srcOrd="0" destOrd="0" presId="urn:microsoft.com/office/officeart/2011/layout/TabList"/>
    <dgm:cxn modelId="{4C4DA445-2D97-4368-B3ED-515C642245FE}" srcId="{DC59A89B-7182-4046-8FB3-EF26BEE0A8C5}" destId="{FAA727CD-5F71-4ABB-8B3F-55170BC3DDA3}" srcOrd="1" destOrd="0" parTransId="{EB27F9BE-67F4-4553-B97E-48D6948C9DF1}" sibTransId="{31B71262-6AAB-4035-8710-F7A71B2DED77}"/>
    <dgm:cxn modelId="{5ABBDE49-8792-4B52-821C-04818E5D0369}" srcId="{DC59A89B-7182-4046-8FB3-EF26BEE0A8C5}" destId="{31D398EA-83DB-497F-83E7-49E31D9FCB74}" srcOrd="4" destOrd="0" parTransId="{87FD7114-E4CF-49CA-A55F-E28E938BE338}" sibTransId="{C7F589C5-4281-46E1-955F-49FD64D044CC}"/>
    <dgm:cxn modelId="{7E170B5A-66E4-A443-8692-774C72604A7F}" type="presOf" srcId="{70A31B4B-C74B-4508-AC61-0B96E658A58E}" destId="{54310A8C-6014-E44C-A7E1-8AE463FC68BC}" srcOrd="0" destOrd="0" presId="urn:microsoft.com/office/officeart/2011/layout/TabList"/>
    <dgm:cxn modelId="{C6BB5B96-5ED2-0C46-B005-5F76255EE73A}" type="presOf" srcId="{3FD7FF1F-EFA8-41B1-9873-82E964AB0C28}" destId="{14667D74-4998-F44B-AB02-F638C473EF0B}" srcOrd="0" destOrd="0" presId="urn:microsoft.com/office/officeart/2011/layout/TabList"/>
    <dgm:cxn modelId="{06DAC0A3-FE36-494B-B31D-BB341FC7EF46}" type="presOf" srcId="{DC59A89B-7182-4046-8FB3-EF26BEE0A8C5}" destId="{2045A044-F186-9545-BBDA-D70A244B64D9}" srcOrd="0" destOrd="0" presId="urn:microsoft.com/office/officeart/2011/layout/TabList"/>
    <dgm:cxn modelId="{FB09BCB4-EB1D-4847-8AC8-4F63FAD814F3}" srcId="{DC59A89B-7182-4046-8FB3-EF26BEE0A8C5}" destId="{8671FA19-5C66-4645-B24B-4F282461F3FC}" srcOrd="2" destOrd="0" parTransId="{1B79D693-CFF4-43B0-A9E8-F8BB50A8FE84}" sibTransId="{6CDA0C4C-528D-4F1C-9AD2-18049A1225EF}"/>
    <dgm:cxn modelId="{C5C4E0C5-3A29-4390-8206-733D4A32F671}" srcId="{DC59A89B-7182-4046-8FB3-EF26BEE0A8C5}" destId="{3FD7FF1F-EFA8-41B1-9873-82E964AB0C28}" srcOrd="0" destOrd="0" parTransId="{C492F845-4AC1-48EA-B343-A4517BA72AF3}" sibTransId="{62FAC061-1097-453A-AE62-B7B01ECC882C}"/>
    <dgm:cxn modelId="{7978B3D2-B1DE-8547-8306-D1AAF74045B5}" type="presOf" srcId="{FAA727CD-5F71-4ABB-8B3F-55170BC3DDA3}" destId="{114D5CA4-71D9-2841-84C0-C5E5108EA07C}" srcOrd="0" destOrd="0" presId="urn:microsoft.com/office/officeart/2011/layout/TabList"/>
    <dgm:cxn modelId="{4FA2F2D7-C3A9-C848-9EAF-069654B092F3}" type="presOf" srcId="{31D398EA-83DB-497F-83E7-49E31D9FCB74}" destId="{845946E6-1DC0-394B-A007-CE3B05118CB1}" srcOrd="0" destOrd="0" presId="urn:microsoft.com/office/officeart/2011/layout/TabList"/>
    <dgm:cxn modelId="{D51A2BC6-060A-9D4C-92C3-1D3B0DF45C71}" type="presParOf" srcId="{2045A044-F186-9545-BBDA-D70A244B64D9}" destId="{BFFD6EDD-54A4-554B-867F-2FD59DFD5D73}" srcOrd="0" destOrd="0" presId="urn:microsoft.com/office/officeart/2011/layout/TabList"/>
    <dgm:cxn modelId="{078DBDD1-A439-D043-8BC5-A3F6EE3047F3}" type="presParOf" srcId="{BFFD6EDD-54A4-554B-867F-2FD59DFD5D73}" destId="{714AD115-B9D3-8241-826B-3B0EFB34A1FA}" srcOrd="0" destOrd="0" presId="urn:microsoft.com/office/officeart/2011/layout/TabList"/>
    <dgm:cxn modelId="{41D1E91A-D0B1-3649-A819-E933387D35B1}" type="presParOf" srcId="{BFFD6EDD-54A4-554B-867F-2FD59DFD5D73}" destId="{14667D74-4998-F44B-AB02-F638C473EF0B}" srcOrd="1" destOrd="0" presId="urn:microsoft.com/office/officeart/2011/layout/TabList"/>
    <dgm:cxn modelId="{6C0AF935-8E82-A843-AE7F-D038A4007205}" type="presParOf" srcId="{BFFD6EDD-54A4-554B-867F-2FD59DFD5D73}" destId="{1B36B7C7-D0E8-5A4E-A3CF-575E5FE85197}" srcOrd="2" destOrd="0" presId="urn:microsoft.com/office/officeart/2011/layout/TabList"/>
    <dgm:cxn modelId="{127136D2-6EBD-464C-9FB3-B8392BD53E46}" type="presParOf" srcId="{2045A044-F186-9545-BBDA-D70A244B64D9}" destId="{278D73DA-026E-8649-9597-7FC492D86FB5}" srcOrd="1" destOrd="0" presId="urn:microsoft.com/office/officeart/2011/layout/TabList"/>
    <dgm:cxn modelId="{85BF34AD-871A-CA46-A4F3-8DB34E73C501}" type="presParOf" srcId="{2045A044-F186-9545-BBDA-D70A244B64D9}" destId="{222D4198-D28C-8646-94CF-BD9FE0A5BE2E}" srcOrd="2" destOrd="0" presId="urn:microsoft.com/office/officeart/2011/layout/TabList"/>
    <dgm:cxn modelId="{C3564618-02FA-2843-B909-6FE1080B85BF}" type="presParOf" srcId="{222D4198-D28C-8646-94CF-BD9FE0A5BE2E}" destId="{9C89DBB4-9801-E543-8A9C-28A1E6D63E1E}" srcOrd="0" destOrd="0" presId="urn:microsoft.com/office/officeart/2011/layout/TabList"/>
    <dgm:cxn modelId="{2A7B779D-E127-C74C-850F-05F075C68E76}" type="presParOf" srcId="{222D4198-D28C-8646-94CF-BD9FE0A5BE2E}" destId="{114D5CA4-71D9-2841-84C0-C5E5108EA07C}" srcOrd="1" destOrd="0" presId="urn:microsoft.com/office/officeart/2011/layout/TabList"/>
    <dgm:cxn modelId="{A270A210-6A33-0D42-AB2F-4CF626FA3E9C}" type="presParOf" srcId="{222D4198-D28C-8646-94CF-BD9FE0A5BE2E}" destId="{42FE4CDB-D4B1-B247-80D5-620AE06FE1BB}" srcOrd="2" destOrd="0" presId="urn:microsoft.com/office/officeart/2011/layout/TabList"/>
    <dgm:cxn modelId="{6ED141CE-1AF1-9348-8313-319FDA6FC63C}" type="presParOf" srcId="{2045A044-F186-9545-BBDA-D70A244B64D9}" destId="{A07C7273-D176-3546-8318-A39DADB0F30E}" srcOrd="3" destOrd="0" presId="urn:microsoft.com/office/officeart/2011/layout/TabList"/>
    <dgm:cxn modelId="{2251B7EC-7C6F-B04D-9676-D00FC90D2A8C}" type="presParOf" srcId="{2045A044-F186-9545-BBDA-D70A244B64D9}" destId="{2E5E86A8-8A18-0149-B807-051BCDC59386}" srcOrd="4" destOrd="0" presId="urn:microsoft.com/office/officeart/2011/layout/TabList"/>
    <dgm:cxn modelId="{C50AE07A-31FE-2F46-8CD9-521AEA96A450}" type="presParOf" srcId="{2E5E86A8-8A18-0149-B807-051BCDC59386}" destId="{8428CCE7-4DEB-8C4B-9D61-FACF8F7A575B}" srcOrd="0" destOrd="0" presId="urn:microsoft.com/office/officeart/2011/layout/TabList"/>
    <dgm:cxn modelId="{10ED510C-9B97-FC49-87A6-D549CF96C70F}" type="presParOf" srcId="{2E5E86A8-8A18-0149-B807-051BCDC59386}" destId="{FB9B4BE9-AE90-9145-8A48-F9F7E8E2CB58}" srcOrd="1" destOrd="0" presId="urn:microsoft.com/office/officeart/2011/layout/TabList"/>
    <dgm:cxn modelId="{9C13686E-1E1B-0C44-9E2F-CB39C181E857}" type="presParOf" srcId="{2E5E86A8-8A18-0149-B807-051BCDC59386}" destId="{98E36B76-B79A-954A-97A5-A1D1E446879A}" srcOrd="2" destOrd="0" presId="urn:microsoft.com/office/officeart/2011/layout/TabList"/>
    <dgm:cxn modelId="{3D128A19-ECF4-D04C-8680-46AC1FB27505}" type="presParOf" srcId="{2045A044-F186-9545-BBDA-D70A244B64D9}" destId="{46546656-5721-2349-B01E-E30B5C3F6EA6}" srcOrd="5" destOrd="0" presId="urn:microsoft.com/office/officeart/2011/layout/TabList"/>
    <dgm:cxn modelId="{799F46E5-75D7-BB40-B706-FDE9AF13A4C8}" type="presParOf" srcId="{2045A044-F186-9545-BBDA-D70A244B64D9}" destId="{DA2445D2-3917-DE42-9E72-3AC270E0C044}" srcOrd="6" destOrd="0" presId="urn:microsoft.com/office/officeart/2011/layout/TabList"/>
    <dgm:cxn modelId="{50C8231A-1DA7-F54B-976C-FEFC8DE987FD}" type="presParOf" srcId="{DA2445D2-3917-DE42-9E72-3AC270E0C044}" destId="{241668F4-545B-BC42-9C7F-EDF4BFA66FAB}" srcOrd="0" destOrd="0" presId="urn:microsoft.com/office/officeart/2011/layout/TabList"/>
    <dgm:cxn modelId="{88FB5D2F-6724-AC40-893A-C6C322F7F572}" type="presParOf" srcId="{DA2445D2-3917-DE42-9E72-3AC270E0C044}" destId="{54310A8C-6014-E44C-A7E1-8AE463FC68BC}" srcOrd="1" destOrd="0" presId="urn:microsoft.com/office/officeart/2011/layout/TabList"/>
    <dgm:cxn modelId="{0F2B94E9-30D8-0540-91DF-DC51E8B02DB3}" type="presParOf" srcId="{DA2445D2-3917-DE42-9E72-3AC270E0C044}" destId="{136061A6-E6E6-9C46-85A8-C2DB10E4E526}" srcOrd="2" destOrd="0" presId="urn:microsoft.com/office/officeart/2011/layout/TabList"/>
    <dgm:cxn modelId="{12BA20B0-3B2E-4042-BEEF-49DF1D0AF1A2}" type="presParOf" srcId="{2045A044-F186-9545-BBDA-D70A244B64D9}" destId="{37F5F7BB-567D-EC44-B94E-8822A4F0D73A}" srcOrd="7" destOrd="0" presId="urn:microsoft.com/office/officeart/2011/layout/TabList"/>
    <dgm:cxn modelId="{D728D858-15C2-5D49-9DCB-F6DDEBF0A38D}" type="presParOf" srcId="{2045A044-F186-9545-BBDA-D70A244B64D9}" destId="{9CD558FA-2026-3F4A-9021-FE6A1CFFF217}" srcOrd="8" destOrd="0" presId="urn:microsoft.com/office/officeart/2011/layout/TabList"/>
    <dgm:cxn modelId="{6C129C07-FEAC-0D46-9B2D-617EB7527B73}" type="presParOf" srcId="{9CD558FA-2026-3F4A-9021-FE6A1CFFF217}" destId="{9B2B6FBC-623A-D144-8758-67EA3A1CD658}" srcOrd="0" destOrd="0" presId="urn:microsoft.com/office/officeart/2011/layout/TabList"/>
    <dgm:cxn modelId="{9E5C330B-406B-E345-A2FE-5366DDA06AF8}" type="presParOf" srcId="{9CD558FA-2026-3F4A-9021-FE6A1CFFF217}" destId="{845946E6-1DC0-394B-A007-CE3B05118CB1}" srcOrd="1" destOrd="0" presId="urn:microsoft.com/office/officeart/2011/layout/TabList"/>
    <dgm:cxn modelId="{A814002D-7335-F14C-A16F-DA6BEC79161C}" type="presParOf" srcId="{9CD558FA-2026-3F4A-9021-FE6A1CFFF217}" destId="{B9C479B1-FDD7-4247-8D32-B879C35187A9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D245859-67D0-46A1-B0B2-E9CFA3A0D420}" type="doc">
      <dgm:prSet loTypeId="urn:microsoft.com/office/officeart/2005/8/layout/hList1" qsTypeId="urn:microsoft.com/office/officeart/2005/8/quickstyle/simple2" csTypeId="urn:microsoft.com/office/officeart/2005/8/colors/accent1_2"/>
      <dgm:spPr/>
    </dgm:pt>
    <dgm:pt modelId="{0F7327C4-C2BA-4616-838A-33D9A5784853}">
      <dgm:prSet/>
      <dgm:spPr/>
      <dgm:t>
        <a:bodyPr/>
        <a:lstStyle/>
        <a:p>
          <a:r>
            <a:t>Customer insight</a:t>
          </a:r>
        </a:p>
      </dgm:t>
    </dgm:pt>
    <dgm:pt modelId="{D7C19ABB-7EE1-4F93-806B-B03F14B8B7E1}" type="parTrans" cxnId="{FC4BAA70-F93A-455E-BE20-4A3D03B3683D}">
      <dgm:prSet/>
      <dgm:spPr/>
      <dgm:t>
        <a:bodyPr/>
        <a:lstStyle/>
        <a:p>
          <a:endParaRPr/>
        </a:p>
      </dgm:t>
    </dgm:pt>
    <dgm:pt modelId="{C6237FDD-EE8E-4C75-92AB-27B0C0AF6284}" type="sibTrans" cxnId="{FC4BAA70-F93A-455E-BE20-4A3D03B3683D}">
      <dgm:prSet/>
      <dgm:spPr/>
      <dgm:t>
        <a:bodyPr/>
        <a:lstStyle/>
        <a:p>
          <a:endParaRPr/>
        </a:p>
      </dgm:t>
    </dgm:pt>
    <dgm:pt modelId="{6DF60DD7-1E67-4B79-827E-041A5EE6D729}">
      <dgm:prSet/>
      <dgm:spPr/>
      <dgm:t>
        <a:bodyPr/>
        <a:lstStyle/>
        <a:p>
          <a:r>
            <a:t>Product concept</a:t>
          </a:r>
        </a:p>
      </dgm:t>
    </dgm:pt>
    <dgm:pt modelId="{6293143D-B780-4584-84E7-E0A4320B21A0}" type="parTrans" cxnId="{2091D704-EAF7-4713-855A-17B95F037E93}">
      <dgm:prSet/>
      <dgm:spPr/>
      <dgm:t>
        <a:bodyPr/>
        <a:lstStyle/>
        <a:p>
          <a:endParaRPr/>
        </a:p>
      </dgm:t>
    </dgm:pt>
    <dgm:pt modelId="{586083F6-D5C0-449F-9906-BB5A48D40B74}" type="sibTrans" cxnId="{2091D704-EAF7-4713-855A-17B95F037E93}">
      <dgm:prSet/>
      <dgm:spPr/>
      <dgm:t>
        <a:bodyPr/>
        <a:lstStyle/>
        <a:p>
          <a:endParaRPr/>
        </a:p>
      </dgm:t>
    </dgm:pt>
    <dgm:pt modelId="{48B3C3D9-71F9-4C82-AA88-E360289119B2}">
      <dgm:prSet/>
      <dgm:spPr/>
      <dgm:t>
        <a:bodyPr/>
        <a:lstStyle/>
        <a:p>
          <a:r>
            <a:t>Prototype</a:t>
          </a:r>
        </a:p>
      </dgm:t>
    </dgm:pt>
    <dgm:pt modelId="{81167E10-CAD0-4FFC-B8C7-811E029100EF}" type="parTrans" cxnId="{48986DBC-838B-4AAF-AD08-9EBA48E13EBF}">
      <dgm:prSet/>
      <dgm:spPr/>
      <dgm:t>
        <a:bodyPr/>
        <a:lstStyle/>
        <a:p>
          <a:endParaRPr/>
        </a:p>
      </dgm:t>
    </dgm:pt>
    <dgm:pt modelId="{716BC030-D806-4E3D-9831-F0039591EFEC}" type="sibTrans" cxnId="{48986DBC-838B-4AAF-AD08-9EBA48E13EBF}">
      <dgm:prSet/>
      <dgm:spPr/>
      <dgm:t>
        <a:bodyPr/>
        <a:lstStyle/>
        <a:p>
          <a:endParaRPr/>
        </a:p>
      </dgm:t>
    </dgm:pt>
    <dgm:pt modelId="{2521C6FA-80D3-4FD3-B0B4-E8B1E18EE5AD}">
      <dgm:prSet/>
      <dgm:spPr/>
      <dgm:t>
        <a:bodyPr/>
        <a:lstStyle/>
        <a:p>
          <a:r>
            <a:t>Feedback</a:t>
          </a:r>
        </a:p>
      </dgm:t>
    </dgm:pt>
    <dgm:pt modelId="{9856E12B-B7D5-4B19-8B2A-A7606C230F6E}" type="parTrans" cxnId="{B657D077-55D0-468F-878F-D5889E3A5762}">
      <dgm:prSet/>
      <dgm:spPr/>
      <dgm:t>
        <a:bodyPr/>
        <a:lstStyle/>
        <a:p>
          <a:endParaRPr/>
        </a:p>
      </dgm:t>
    </dgm:pt>
    <dgm:pt modelId="{DEB5F2A7-972E-43A1-AF56-A4C8502E6EE2}" type="sibTrans" cxnId="{B657D077-55D0-468F-878F-D5889E3A5762}">
      <dgm:prSet/>
      <dgm:spPr/>
      <dgm:t>
        <a:bodyPr/>
        <a:lstStyle/>
        <a:p>
          <a:endParaRPr/>
        </a:p>
      </dgm:t>
    </dgm:pt>
    <dgm:pt modelId="{D637EA0A-2C69-499F-9904-2FAC8E9F464F}">
      <dgm:prSet/>
      <dgm:spPr/>
      <dgm:t>
        <a:bodyPr/>
        <a:lstStyle/>
        <a:p>
          <a:r>
            <a:t>Next step</a:t>
          </a:r>
        </a:p>
      </dgm:t>
    </dgm:pt>
    <dgm:pt modelId="{456F26B3-3A2A-4BF4-9D8C-6A5646AF8DE9}" type="parTrans" cxnId="{4021BFA1-3906-460F-9658-B09382F9775D}">
      <dgm:prSet/>
      <dgm:spPr/>
      <dgm:t>
        <a:bodyPr/>
        <a:lstStyle/>
        <a:p>
          <a:endParaRPr/>
        </a:p>
      </dgm:t>
    </dgm:pt>
    <dgm:pt modelId="{292AE73A-676B-4F52-815A-B9ACF938E449}" type="sibTrans" cxnId="{4021BFA1-3906-460F-9658-B09382F9775D}">
      <dgm:prSet/>
      <dgm:spPr/>
      <dgm:t>
        <a:bodyPr/>
        <a:lstStyle/>
        <a:p>
          <a:endParaRPr/>
        </a:p>
      </dgm:t>
    </dgm:pt>
    <dgm:pt modelId="{DF98BA09-DF64-3645-BAF0-588F47C4340A}" type="pres">
      <dgm:prSet presAssocID="{BD245859-67D0-46A1-B0B2-E9CFA3A0D420}" presName="Name0" presStyleCnt="0">
        <dgm:presLayoutVars>
          <dgm:dir/>
          <dgm:animLvl val="lvl"/>
          <dgm:resizeHandles val="exact"/>
        </dgm:presLayoutVars>
      </dgm:prSet>
      <dgm:spPr/>
    </dgm:pt>
    <dgm:pt modelId="{3D41644A-9FF2-AA41-BD1F-BEAD136EBE72}" type="pres">
      <dgm:prSet presAssocID="{0F7327C4-C2BA-4616-838A-33D9A5784853}" presName="composite" presStyleCnt="0"/>
      <dgm:spPr/>
    </dgm:pt>
    <dgm:pt modelId="{5D5273B3-975E-2343-9B33-FB67417DF61D}" type="pres">
      <dgm:prSet presAssocID="{0F7327C4-C2BA-4616-838A-33D9A5784853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2ACEA5F2-30FD-D545-BF9A-41679FA771F3}" type="pres">
      <dgm:prSet presAssocID="{0F7327C4-C2BA-4616-838A-33D9A5784853}" presName="desTx" presStyleLbl="alignAccFollowNode1" presStyleIdx="0" presStyleCnt="5">
        <dgm:presLayoutVars>
          <dgm:bulletEnabled val="1"/>
        </dgm:presLayoutVars>
      </dgm:prSet>
      <dgm:spPr/>
    </dgm:pt>
    <dgm:pt modelId="{59333060-6641-7E4D-98A6-98BCD7A76C1D}" type="pres">
      <dgm:prSet presAssocID="{C6237FDD-EE8E-4C75-92AB-27B0C0AF6284}" presName="space" presStyleCnt="0"/>
      <dgm:spPr/>
    </dgm:pt>
    <dgm:pt modelId="{C274B18C-044E-8B4B-BDBC-E83357BC7726}" type="pres">
      <dgm:prSet presAssocID="{6DF60DD7-1E67-4B79-827E-041A5EE6D729}" presName="composite" presStyleCnt="0"/>
      <dgm:spPr/>
    </dgm:pt>
    <dgm:pt modelId="{D38EE478-B8F0-E345-9889-4BA7F8F7C3DB}" type="pres">
      <dgm:prSet presAssocID="{6DF60DD7-1E67-4B79-827E-041A5EE6D729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E5AB0F07-3D1B-8C45-9783-6E4BF4BEA9DE}" type="pres">
      <dgm:prSet presAssocID="{6DF60DD7-1E67-4B79-827E-041A5EE6D729}" presName="desTx" presStyleLbl="alignAccFollowNode1" presStyleIdx="1" presStyleCnt="5">
        <dgm:presLayoutVars>
          <dgm:bulletEnabled val="1"/>
        </dgm:presLayoutVars>
      </dgm:prSet>
      <dgm:spPr/>
    </dgm:pt>
    <dgm:pt modelId="{1EECAD34-3E10-E145-826E-CB818247B3FE}" type="pres">
      <dgm:prSet presAssocID="{586083F6-D5C0-449F-9906-BB5A48D40B74}" presName="space" presStyleCnt="0"/>
      <dgm:spPr/>
    </dgm:pt>
    <dgm:pt modelId="{DC0A5EB5-4550-9749-A0ED-129C5336E5D6}" type="pres">
      <dgm:prSet presAssocID="{48B3C3D9-71F9-4C82-AA88-E360289119B2}" presName="composite" presStyleCnt="0"/>
      <dgm:spPr/>
    </dgm:pt>
    <dgm:pt modelId="{D1C2ACEB-4899-C940-A3C9-0781EC1513D4}" type="pres">
      <dgm:prSet presAssocID="{48B3C3D9-71F9-4C82-AA88-E360289119B2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8782E5D8-293A-8243-B8AA-247E95BB0D2D}" type="pres">
      <dgm:prSet presAssocID="{48B3C3D9-71F9-4C82-AA88-E360289119B2}" presName="desTx" presStyleLbl="alignAccFollowNode1" presStyleIdx="2" presStyleCnt="5">
        <dgm:presLayoutVars>
          <dgm:bulletEnabled val="1"/>
        </dgm:presLayoutVars>
      </dgm:prSet>
      <dgm:spPr/>
    </dgm:pt>
    <dgm:pt modelId="{3D153276-3E80-4F45-98AA-914453566AF2}" type="pres">
      <dgm:prSet presAssocID="{716BC030-D806-4E3D-9831-F0039591EFEC}" presName="space" presStyleCnt="0"/>
      <dgm:spPr/>
    </dgm:pt>
    <dgm:pt modelId="{4AB521E0-4AC7-2946-8B82-C5BCA50BEC91}" type="pres">
      <dgm:prSet presAssocID="{2521C6FA-80D3-4FD3-B0B4-E8B1E18EE5AD}" presName="composite" presStyleCnt="0"/>
      <dgm:spPr/>
    </dgm:pt>
    <dgm:pt modelId="{4F2077B2-A180-3F41-9831-5E05629C02F2}" type="pres">
      <dgm:prSet presAssocID="{2521C6FA-80D3-4FD3-B0B4-E8B1E18EE5AD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7430D646-0D90-F441-BA55-59E0AFF48226}" type="pres">
      <dgm:prSet presAssocID="{2521C6FA-80D3-4FD3-B0B4-E8B1E18EE5AD}" presName="desTx" presStyleLbl="alignAccFollowNode1" presStyleIdx="3" presStyleCnt="5">
        <dgm:presLayoutVars>
          <dgm:bulletEnabled val="1"/>
        </dgm:presLayoutVars>
      </dgm:prSet>
      <dgm:spPr/>
    </dgm:pt>
    <dgm:pt modelId="{573CED9F-B8EE-B44F-8540-DC933627CB0F}" type="pres">
      <dgm:prSet presAssocID="{DEB5F2A7-972E-43A1-AF56-A4C8502E6EE2}" presName="space" presStyleCnt="0"/>
      <dgm:spPr/>
    </dgm:pt>
    <dgm:pt modelId="{A6836567-1B83-1E40-8A3A-3E9D19F00C11}" type="pres">
      <dgm:prSet presAssocID="{D637EA0A-2C69-499F-9904-2FAC8E9F464F}" presName="composite" presStyleCnt="0"/>
      <dgm:spPr/>
    </dgm:pt>
    <dgm:pt modelId="{972E46DE-CCDA-BE49-A5EC-8F1B58169D0E}" type="pres">
      <dgm:prSet presAssocID="{D637EA0A-2C69-499F-9904-2FAC8E9F464F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9C171D89-BF82-7D40-BE80-2BEAA509EF22}" type="pres">
      <dgm:prSet presAssocID="{D637EA0A-2C69-499F-9904-2FAC8E9F464F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2091D704-EAF7-4713-855A-17B95F037E93}" srcId="{BD245859-67D0-46A1-B0B2-E9CFA3A0D420}" destId="{6DF60DD7-1E67-4B79-827E-041A5EE6D729}" srcOrd="1" destOrd="0" parTransId="{6293143D-B780-4584-84E7-E0A4320B21A0}" sibTransId="{586083F6-D5C0-449F-9906-BB5A48D40B74}"/>
    <dgm:cxn modelId="{53C6621B-1D5A-2A44-965E-AC88FC67C46B}" type="presOf" srcId="{6DF60DD7-1E67-4B79-827E-041A5EE6D729}" destId="{D38EE478-B8F0-E345-9889-4BA7F8F7C3DB}" srcOrd="0" destOrd="0" presId="urn:microsoft.com/office/officeart/2005/8/layout/hList1"/>
    <dgm:cxn modelId="{FC4BAA70-F93A-455E-BE20-4A3D03B3683D}" srcId="{BD245859-67D0-46A1-B0B2-E9CFA3A0D420}" destId="{0F7327C4-C2BA-4616-838A-33D9A5784853}" srcOrd="0" destOrd="0" parTransId="{D7C19ABB-7EE1-4F93-806B-B03F14B8B7E1}" sibTransId="{C6237FDD-EE8E-4C75-92AB-27B0C0AF6284}"/>
    <dgm:cxn modelId="{B657D077-55D0-468F-878F-D5889E3A5762}" srcId="{BD245859-67D0-46A1-B0B2-E9CFA3A0D420}" destId="{2521C6FA-80D3-4FD3-B0B4-E8B1E18EE5AD}" srcOrd="3" destOrd="0" parTransId="{9856E12B-B7D5-4B19-8B2A-A7606C230F6E}" sibTransId="{DEB5F2A7-972E-43A1-AF56-A4C8502E6EE2}"/>
    <dgm:cxn modelId="{D4055089-93BC-514E-91FB-0720C5F93988}" type="presOf" srcId="{BD245859-67D0-46A1-B0B2-E9CFA3A0D420}" destId="{DF98BA09-DF64-3645-BAF0-588F47C4340A}" srcOrd="0" destOrd="0" presId="urn:microsoft.com/office/officeart/2005/8/layout/hList1"/>
    <dgm:cxn modelId="{A1B8C88E-0405-854B-AA23-DE31EAEA110C}" type="presOf" srcId="{2521C6FA-80D3-4FD3-B0B4-E8B1E18EE5AD}" destId="{4F2077B2-A180-3F41-9831-5E05629C02F2}" srcOrd="0" destOrd="0" presId="urn:microsoft.com/office/officeart/2005/8/layout/hList1"/>
    <dgm:cxn modelId="{4021BFA1-3906-460F-9658-B09382F9775D}" srcId="{BD245859-67D0-46A1-B0B2-E9CFA3A0D420}" destId="{D637EA0A-2C69-499F-9904-2FAC8E9F464F}" srcOrd="4" destOrd="0" parTransId="{456F26B3-3A2A-4BF4-9D8C-6A5646AF8DE9}" sibTransId="{292AE73A-676B-4F52-815A-B9ACF938E449}"/>
    <dgm:cxn modelId="{48986DBC-838B-4AAF-AD08-9EBA48E13EBF}" srcId="{BD245859-67D0-46A1-B0B2-E9CFA3A0D420}" destId="{48B3C3D9-71F9-4C82-AA88-E360289119B2}" srcOrd="2" destOrd="0" parTransId="{81167E10-CAD0-4FFC-B8C7-811E029100EF}" sibTransId="{716BC030-D806-4E3D-9831-F0039591EFEC}"/>
    <dgm:cxn modelId="{A1C947D2-6E8F-3346-9D52-CACDBD407382}" type="presOf" srcId="{48B3C3D9-71F9-4C82-AA88-E360289119B2}" destId="{D1C2ACEB-4899-C940-A3C9-0781EC1513D4}" srcOrd="0" destOrd="0" presId="urn:microsoft.com/office/officeart/2005/8/layout/hList1"/>
    <dgm:cxn modelId="{C4F3F0D7-4BEE-894E-9642-D3AA3663BD48}" type="presOf" srcId="{D637EA0A-2C69-499F-9904-2FAC8E9F464F}" destId="{972E46DE-CCDA-BE49-A5EC-8F1B58169D0E}" srcOrd="0" destOrd="0" presId="urn:microsoft.com/office/officeart/2005/8/layout/hList1"/>
    <dgm:cxn modelId="{CD07BBFA-7388-EE46-B646-476F15A2F778}" type="presOf" srcId="{0F7327C4-C2BA-4616-838A-33D9A5784853}" destId="{5D5273B3-975E-2343-9B33-FB67417DF61D}" srcOrd="0" destOrd="0" presId="urn:microsoft.com/office/officeart/2005/8/layout/hList1"/>
    <dgm:cxn modelId="{FDD56D02-69FB-3C45-8ADE-89DC25648815}" type="presParOf" srcId="{DF98BA09-DF64-3645-BAF0-588F47C4340A}" destId="{3D41644A-9FF2-AA41-BD1F-BEAD136EBE72}" srcOrd="0" destOrd="0" presId="urn:microsoft.com/office/officeart/2005/8/layout/hList1"/>
    <dgm:cxn modelId="{803FCD38-8709-3B41-AB51-D1C2F5D0F7CD}" type="presParOf" srcId="{3D41644A-9FF2-AA41-BD1F-BEAD136EBE72}" destId="{5D5273B3-975E-2343-9B33-FB67417DF61D}" srcOrd="0" destOrd="0" presId="urn:microsoft.com/office/officeart/2005/8/layout/hList1"/>
    <dgm:cxn modelId="{C7FF481F-D4DF-A047-B1B4-E34D5868BF67}" type="presParOf" srcId="{3D41644A-9FF2-AA41-BD1F-BEAD136EBE72}" destId="{2ACEA5F2-30FD-D545-BF9A-41679FA771F3}" srcOrd="1" destOrd="0" presId="urn:microsoft.com/office/officeart/2005/8/layout/hList1"/>
    <dgm:cxn modelId="{50354FB0-671B-5141-8C38-30CBB6DE9152}" type="presParOf" srcId="{DF98BA09-DF64-3645-BAF0-588F47C4340A}" destId="{59333060-6641-7E4D-98A6-98BCD7A76C1D}" srcOrd="1" destOrd="0" presId="urn:microsoft.com/office/officeart/2005/8/layout/hList1"/>
    <dgm:cxn modelId="{22DF20EA-1738-0E47-9FA8-5D45D9EB1BDE}" type="presParOf" srcId="{DF98BA09-DF64-3645-BAF0-588F47C4340A}" destId="{C274B18C-044E-8B4B-BDBC-E83357BC7726}" srcOrd="2" destOrd="0" presId="urn:microsoft.com/office/officeart/2005/8/layout/hList1"/>
    <dgm:cxn modelId="{5C10FF20-539E-6943-8E97-38E40378EFA1}" type="presParOf" srcId="{C274B18C-044E-8B4B-BDBC-E83357BC7726}" destId="{D38EE478-B8F0-E345-9889-4BA7F8F7C3DB}" srcOrd="0" destOrd="0" presId="urn:microsoft.com/office/officeart/2005/8/layout/hList1"/>
    <dgm:cxn modelId="{EF7265B1-C770-3D42-8D87-E1774D92DCF5}" type="presParOf" srcId="{C274B18C-044E-8B4B-BDBC-E83357BC7726}" destId="{E5AB0F07-3D1B-8C45-9783-6E4BF4BEA9DE}" srcOrd="1" destOrd="0" presId="urn:microsoft.com/office/officeart/2005/8/layout/hList1"/>
    <dgm:cxn modelId="{462DD7CE-D685-DF46-A6C0-ED16F1052362}" type="presParOf" srcId="{DF98BA09-DF64-3645-BAF0-588F47C4340A}" destId="{1EECAD34-3E10-E145-826E-CB818247B3FE}" srcOrd="3" destOrd="0" presId="urn:microsoft.com/office/officeart/2005/8/layout/hList1"/>
    <dgm:cxn modelId="{8601761B-B0C5-E548-B875-4F5DB07715F9}" type="presParOf" srcId="{DF98BA09-DF64-3645-BAF0-588F47C4340A}" destId="{DC0A5EB5-4550-9749-A0ED-129C5336E5D6}" srcOrd="4" destOrd="0" presId="urn:microsoft.com/office/officeart/2005/8/layout/hList1"/>
    <dgm:cxn modelId="{8DC18653-BA99-914F-8E7A-88E67A4E864E}" type="presParOf" srcId="{DC0A5EB5-4550-9749-A0ED-129C5336E5D6}" destId="{D1C2ACEB-4899-C940-A3C9-0781EC1513D4}" srcOrd="0" destOrd="0" presId="urn:microsoft.com/office/officeart/2005/8/layout/hList1"/>
    <dgm:cxn modelId="{9DE9AADB-9809-C64B-B00E-B48A731B3EC6}" type="presParOf" srcId="{DC0A5EB5-4550-9749-A0ED-129C5336E5D6}" destId="{8782E5D8-293A-8243-B8AA-247E95BB0D2D}" srcOrd="1" destOrd="0" presId="urn:microsoft.com/office/officeart/2005/8/layout/hList1"/>
    <dgm:cxn modelId="{702DF983-A5CC-DE4A-A9F1-080A137C3795}" type="presParOf" srcId="{DF98BA09-DF64-3645-BAF0-588F47C4340A}" destId="{3D153276-3E80-4F45-98AA-914453566AF2}" srcOrd="5" destOrd="0" presId="urn:microsoft.com/office/officeart/2005/8/layout/hList1"/>
    <dgm:cxn modelId="{52400BAB-AE58-234A-AFFC-7415D6A2C4D8}" type="presParOf" srcId="{DF98BA09-DF64-3645-BAF0-588F47C4340A}" destId="{4AB521E0-4AC7-2946-8B82-C5BCA50BEC91}" srcOrd="6" destOrd="0" presId="urn:microsoft.com/office/officeart/2005/8/layout/hList1"/>
    <dgm:cxn modelId="{8C2AF70D-E0ED-294C-9D87-471793C310F0}" type="presParOf" srcId="{4AB521E0-4AC7-2946-8B82-C5BCA50BEC91}" destId="{4F2077B2-A180-3F41-9831-5E05629C02F2}" srcOrd="0" destOrd="0" presId="urn:microsoft.com/office/officeart/2005/8/layout/hList1"/>
    <dgm:cxn modelId="{D0E775A4-736A-E74D-84E3-0D43053380A1}" type="presParOf" srcId="{4AB521E0-4AC7-2946-8B82-C5BCA50BEC91}" destId="{7430D646-0D90-F441-BA55-59E0AFF48226}" srcOrd="1" destOrd="0" presId="urn:microsoft.com/office/officeart/2005/8/layout/hList1"/>
    <dgm:cxn modelId="{CE628C12-0515-F543-A1A8-E216B4A1AB93}" type="presParOf" srcId="{DF98BA09-DF64-3645-BAF0-588F47C4340A}" destId="{573CED9F-B8EE-B44F-8540-DC933627CB0F}" srcOrd="7" destOrd="0" presId="urn:microsoft.com/office/officeart/2005/8/layout/hList1"/>
    <dgm:cxn modelId="{8A97AF00-E4E1-D241-AB13-E0A56787A751}" type="presParOf" srcId="{DF98BA09-DF64-3645-BAF0-588F47C4340A}" destId="{A6836567-1B83-1E40-8A3A-3E9D19F00C11}" srcOrd="8" destOrd="0" presId="urn:microsoft.com/office/officeart/2005/8/layout/hList1"/>
    <dgm:cxn modelId="{93BF47E6-660C-4941-9837-F90A38D76E67}" type="presParOf" srcId="{A6836567-1B83-1E40-8A3A-3E9D19F00C11}" destId="{972E46DE-CCDA-BE49-A5EC-8F1B58169D0E}" srcOrd="0" destOrd="0" presId="urn:microsoft.com/office/officeart/2005/8/layout/hList1"/>
    <dgm:cxn modelId="{E012FE15-E9C6-4140-BB83-B1605C4B6D96}" type="presParOf" srcId="{A6836567-1B83-1E40-8A3A-3E9D19F00C11}" destId="{9C171D89-BF82-7D40-BE80-2BEAA509EF2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C563962-159B-496D-B1D0-5A9A9B8B1ED3}" type="doc">
      <dgm:prSet loTypeId="urn:microsoft.com/office/officeart/2008/layout/SquareAccentList" qsTypeId="urn:microsoft.com/office/officeart/2005/8/quickstyle/simple2" csTypeId="urn:microsoft.com/office/officeart/2005/8/colors/accent1_2"/>
      <dgm:spPr/>
    </dgm:pt>
    <dgm:pt modelId="{E7DC7FD6-8BAE-4DC0-AA5E-A98E08F10322}">
      <dgm:prSet/>
      <dgm:spPr/>
      <dgm:t>
        <a:bodyPr/>
        <a:lstStyle/>
        <a:p>
          <a:r>
            <a:t>Customer insight</a:t>
          </a:r>
        </a:p>
      </dgm:t>
    </dgm:pt>
    <dgm:pt modelId="{7C3B258F-7C5A-48F5-B24D-4A13875D3877}" type="parTrans" cxnId="{893EA82A-6B64-46D7-9E22-833471BDB4A9}">
      <dgm:prSet/>
      <dgm:spPr/>
      <dgm:t>
        <a:bodyPr/>
        <a:lstStyle/>
        <a:p>
          <a:endParaRPr/>
        </a:p>
      </dgm:t>
    </dgm:pt>
    <dgm:pt modelId="{DC3665AE-85CA-4A7F-842C-9B22FDBBCE5E}" type="sibTrans" cxnId="{893EA82A-6B64-46D7-9E22-833471BDB4A9}">
      <dgm:prSet/>
      <dgm:spPr/>
      <dgm:t>
        <a:bodyPr/>
        <a:lstStyle/>
        <a:p>
          <a:endParaRPr/>
        </a:p>
      </dgm:t>
    </dgm:pt>
    <dgm:pt modelId="{92271FCB-A73D-46BE-8465-E18BC7F4EAE5}">
      <dgm:prSet/>
      <dgm:spPr/>
      <dgm:t>
        <a:bodyPr/>
        <a:lstStyle/>
        <a:p>
          <a:r>
            <a:t>Product concept</a:t>
          </a:r>
        </a:p>
      </dgm:t>
    </dgm:pt>
    <dgm:pt modelId="{3E36FF46-1958-49B0-8818-71D7A67BD57C}" type="parTrans" cxnId="{2A77303C-F8D9-422D-882E-AB76C46D4C9C}">
      <dgm:prSet/>
      <dgm:spPr/>
      <dgm:t>
        <a:bodyPr/>
        <a:lstStyle/>
        <a:p>
          <a:endParaRPr/>
        </a:p>
      </dgm:t>
    </dgm:pt>
    <dgm:pt modelId="{0A4A55F1-6998-4EB9-B6DA-45ADD19C8DAE}" type="sibTrans" cxnId="{2A77303C-F8D9-422D-882E-AB76C46D4C9C}">
      <dgm:prSet/>
      <dgm:spPr/>
      <dgm:t>
        <a:bodyPr/>
        <a:lstStyle/>
        <a:p>
          <a:endParaRPr/>
        </a:p>
      </dgm:t>
    </dgm:pt>
    <dgm:pt modelId="{3F85E6E5-A591-48C6-BDF6-93F7BBEE9EDF}">
      <dgm:prSet/>
      <dgm:spPr/>
      <dgm:t>
        <a:bodyPr/>
        <a:lstStyle/>
        <a:p>
          <a:r>
            <a:t>Prototype</a:t>
          </a:r>
        </a:p>
      </dgm:t>
    </dgm:pt>
    <dgm:pt modelId="{9276413F-CB78-4B1D-BBC5-09ADC5EFEF73}" type="parTrans" cxnId="{E81FB067-0254-4C6B-8BEE-E5C0FBDCB9F4}">
      <dgm:prSet/>
      <dgm:spPr/>
      <dgm:t>
        <a:bodyPr/>
        <a:lstStyle/>
        <a:p>
          <a:endParaRPr/>
        </a:p>
      </dgm:t>
    </dgm:pt>
    <dgm:pt modelId="{B9B5B2D0-D075-473A-B018-3FF2FABBE575}" type="sibTrans" cxnId="{E81FB067-0254-4C6B-8BEE-E5C0FBDCB9F4}">
      <dgm:prSet/>
      <dgm:spPr/>
      <dgm:t>
        <a:bodyPr/>
        <a:lstStyle/>
        <a:p>
          <a:endParaRPr/>
        </a:p>
      </dgm:t>
    </dgm:pt>
    <dgm:pt modelId="{5EB36B4C-E702-400E-921B-F2DDDFFA1DDE}">
      <dgm:prSet/>
      <dgm:spPr/>
      <dgm:t>
        <a:bodyPr/>
        <a:lstStyle/>
        <a:p>
          <a:r>
            <a:t>Feedback</a:t>
          </a:r>
        </a:p>
      </dgm:t>
    </dgm:pt>
    <dgm:pt modelId="{F94793CC-FB12-4BA3-8250-48016B8F82CA}" type="parTrans" cxnId="{77D2115B-F79C-43E3-A149-B2081AB8FE3E}">
      <dgm:prSet/>
      <dgm:spPr/>
      <dgm:t>
        <a:bodyPr/>
        <a:lstStyle/>
        <a:p>
          <a:endParaRPr/>
        </a:p>
      </dgm:t>
    </dgm:pt>
    <dgm:pt modelId="{C1C924A0-0270-46FF-83BE-D61370AFB748}" type="sibTrans" cxnId="{77D2115B-F79C-43E3-A149-B2081AB8FE3E}">
      <dgm:prSet/>
      <dgm:spPr/>
      <dgm:t>
        <a:bodyPr/>
        <a:lstStyle/>
        <a:p>
          <a:endParaRPr/>
        </a:p>
      </dgm:t>
    </dgm:pt>
    <dgm:pt modelId="{746FA1C3-0FE8-4FE2-817D-56A0B2C35C01}">
      <dgm:prSet/>
      <dgm:spPr/>
      <dgm:t>
        <a:bodyPr/>
        <a:lstStyle/>
        <a:p>
          <a:r>
            <a:t>Next step</a:t>
          </a:r>
        </a:p>
      </dgm:t>
    </dgm:pt>
    <dgm:pt modelId="{27AD3083-F8D0-4DA6-941D-53BD85232D9D}" type="parTrans" cxnId="{7AE876D0-87A3-4EC6-846F-D26EAFF76DF5}">
      <dgm:prSet/>
      <dgm:spPr/>
      <dgm:t>
        <a:bodyPr/>
        <a:lstStyle/>
        <a:p>
          <a:endParaRPr/>
        </a:p>
      </dgm:t>
    </dgm:pt>
    <dgm:pt modelId="{80DCBA3C-4DBD-44B3-A56F-059CA86B5CAD}" type="sibTrans" cxnId="{7AE876D0-87A3-4EC6-846F-D26EAFF76DF5}">
      <dgm:prSet/>
      <dgm:spPr/>
      <dgm:t>
        <a:bodyPr/>
        <a:lstStyle/>
        <a:p>
          <a:endParaRPr/>
        </a:p>
      </dgm:t>
    </dgm:pt>
    <dgm:pt modelId="{A33A415E-21B0-D145-B473-D8EC0A164F03}" type="pres">
      <dgm:prSet presAssocID="{BC563962-159B-496D-B1D0-5A9A9B8B1ED3}" presName="layout" presStyleCnt="0">
        <dgm:presLayoutVars>
          <dgm:chMax/>
          <dgm:chPref/>
          <dgm:dir/>
          <dgm:resizeHandles/>
        </dgm:presLayoutVars>
      </dgm:prSet>
      <dgm:spPr/>
    </dgm:pt>
    <dgm:pt modelId="{57725F01-5D1F-604E-AD8E-EF4336363AD2}" type="pres">
      <dgm:prSet presAssocID="{E7DC7FD6-8BAE-4DC0-AA5E-A98E08F10322}" presName="root" presStyleCnt="0">
        <dgm:presLayoutVars>
          <dgm:chMax/>
          <dgm:chPref/>
        </dgm:presLayoutVars>
      </dgm:prSet>
      <dgm:spPr/>
    </dgm:pt>
    <dgm:pt modelId="{DE3EF4EA-1438-3341-B993-7943D107AE9B}" type="pres">
      <dgm:prSet presAssocID="{E7DC7FD6-8BAE-4DC0-AA5E-A98E08F10322}" presName="rootComposite" presStyleCnt="0">
        <dgm:presLayoutVars/>
      </dgm:prSet>
      <dgm:spPr/>
    </dgm:pt>
    <dgm:pt modelId="{7D6605FF-3CE2-4647-B953-04B49DF1519A}" type="pres">
      <dgm:prSet presAssocID="{E7DC7FD6-8BAE-4DC0-AA5E-A98E08F10322}" presName="ParentAccent" presStyleLbl="alignNode1" presStyleIdx="0" presStyleCnt="5"/>
      <dgm:spPr/>
    </dgm:pt>
    <dgm:pt modelId="{5BEF9DDA-6B23-104C-913F-DCCA15C48115}" type="pres">
      <dgm:prSet presAssocID="{E7DC7FD6-8BAE-4DC0-AA5E-A98E08F10322}" presName="ParentSmallAccent" presStyleLbl="fgAcc1" presStyleIdx="0" presStyleCnt="5"/>
      <dgm:spPr/>
    </dgm:pt>
    <dgm:pt modelId="{45958DBB-95C1-B547-8DD2-E2E854D59CAD}" type="pres">
      <dgm:prSet presAssocID="{E7DC7FD6-8BAE-4DC0-AA5E-A98E08F10322}" presName="Parent" presStyleLbl="revTx" presStyleIdx="0" presStyleCnt="5">
        <dgm:presLayoutVars>
          <dgm:chMax/>
          <dgm:chPref val="4"/>
          <dgm:bulletEnabled val="1"/>
        </dgm:presLayoutVars>
      </dgm:prSet>
      <dgm:spPr/>
    </dgm:pt>
    <dgm:pt modelId="{ECAB0AF6-BB8D-DD4E-9E2B-3815023B607F}" type="pres">
      <dgm:prSet presAssocID="{E7DC7FD6-8BAE-4DC0-AA5E-A98E08F10322}" presName="childShape" presStyleCnt="0">
        <dgm:presLayoutVars>
          <dgm:chMax val="0"/>
          <dgm:chPref val="0"/>
        </dgm:presLayoutVars>
      </dgm:prSet>
      <dgm:spPr/>
    </dgm:pt>
    <dgm:pt modelId="{0B1E79E5-C744-7149-A3C2-17F9A97D842E}" type="pres">
      <dgm:prSet presAssocID="{92271FCB-A73D-46BE-8465-E18BC7F4EAE5}" presName="root" presStyleCnt="0">
        <dgm:presLayoutVars>
          <dgm:chMax/>
          <dgm:chPref/>
        </dgm:presLayoutVars>
      </dgm:prSet>
      <dgm:spPr/>
    </dgm:pt>
    <dgm:pt modelId="{97EB6B05-5D41-9A42-910F-F997B669A2AD}" type="pres">
      <dgm:prSet presAssocID="{92271FCB-A73D-46BE-8465-E18BC7F4EAE5}" presName="rootComposite" presStyleCnt="0">
        <dgm:presLayoutVars/>
      </dgm:prSet>
      <dgm:spPr/>
    </dgm:pt>
    <dgm:pt modelId="{E135D319-922E-0B4E-8803-F99D7AF63F43}" type="pres">
      <dgm:prSet presAssocID="{92271FCB-A73D-46BE-8465-E18BC7F4EAE5}" presName="ParentAccent" presStyleLbl="alignNode1" presStyleIdx="1" presStyleCnt="5"/>
      <dgm:spPr/>
    </dgm:pt>
    <dgm:pt modelId="{D9D1A009-D70C-9643-A8B6-488E77AD7AB4}" type="pres">
      <dgm:prSet presAssocID="{92271FCB-A73D-46BE-8465-E18BC7F4EAE5}" presName="ParentSmallAccent" presStyleLbl="fgAcc1" presStyleIdx="1" presStyleCnt="5"/>
      <dgm:spPr/>
    </dgm:pt>
    <dgm:pt modelId="{C0F81A30-ABD2-D842-959E-EEDF1A2C1135}" type="pres">
      <dgm:prSet presAssocID="{92271FCB-A73D-46BE-8465-E18BC7F4EAE5}" presName="Parent" presStyleLbl="revTx" presStyleIdx="1" presStyleCnt="5">
        <dgm:presLayoutVars>
          <dgm:chMax/>
          <dgm:chPref val="4"/>
          <dgm:bulletEnabled val="1"/>
        </dgm:presLayoutVars>
      </dgm:prSet>
      <dgm:spPr/>
    </dgm:pt>
    <dgm:pt modelId="{83981EE1-7F8C-944C-BF41-1233DB6F0E93}" type="pres">
      <dgm:prSet presAssocID="{92271FCB-A73D-46BE-8465-E18BC7F4EAE5}" presName="childShape" presStyleCnt="0">
        <dgm:presLayoutVars>
          <dgm:chMax val="0"/>
          <dgm:chPref val="0"/>
        </dgm:presLayoutVars>
      </dgm:prSet>
      <dgm:spPr/>
    </dgm:pt>
    <dgm:pt modelId="{6F39A9DB-A59C-4641-978F-60FF709144DF}" type="pres">
      <dgm:prSet presAssocID="{3F85E6E5-A591-48C6-BDF6-93F7BBEE9EDF}" presName="root" presStyleCnt="0">
        <dgm:presLayoutVars>
          <dgm:chMax/>
          <dgm:chPref/>
        </dgm:presLayoutVars>
      </dgm:prSet>
      <dgm:spPr/>
    </dgm:pt>
    <dgm:pt modelId="{5C0E9A03-4702-5248-9166-46EBAD3924D1}" type="pres">
      <dgm:prSet presAssocID="{3F85E6E5-A591-48C6-BDF6-93F7BBEE9EDF}" presName="rootComposite" presStyleCnt="0">
        <dgm:presLayoutVars/>
      </dgm:prSet>
      <dgm:spPr/>
    </dgm:pt>
    <dgm:pt modelId="{8A787B6C-2836-1C43-9D85-21325460441D}" type="pres">
      <dgm:prSet presAssocID="{3F85E6E5-A591-48C6-BDF6-93F7BBEE9EDF}" presName="ParentAccent" presStyleLbl="alignNode1" presStyleIdx="2" presStyleCnt="5"/>
      <dgm:spPr/>
    </dgm:pt>
    <dgm:pt modelId="{BD9C6429-7D40-FA47-B68C-8CD3C2278DBE}" type="pres">
      <dgm:prSet presAssocID="{3F85E6E5-A591-48C6-BDF6-93F7BBEE9EDF}" presName="ParentSmallAccent" presStyleLbl="fgAcc1" presStyleIdx="2" presStyleCnt="5"/>
      <dgm:spPr/>
    </dgm:pt>
    <dgm:pt modelId="{6B2298DE-6882-AE43-A554-4F907C1FB767}" type="pres">
      <dgm:prSet presAssocID="{3F85E6E5-A591-48C6-BDF6-93F7BBEE9EDF}" presName="Parent" presStyleLbl="revTx" presStyleIdx="2" presStyleCnt="5">
        <dgm:presLayoutVars>
          <dgm:chMax/>
          <dgm:chPref val="4"/>
          <dgm:bulletEnabled val="1"/>
        </dgm:presLayoutVars>
      </dgm:prSet>
      <dgm:spPr/>
    </dgm:pt>
    <dgm:pt modelId="{F752411A-2DB8-F04C-9F6D-79984C43C68E}" type="pres">
      <dgm:prSet presAssocID="{3F85E6E5-A591-48C6-BDF6-93F7BBEE9EDF}" presName="childShape" presStyleCnt="0">
        <dgm:presLayoutVars>
          <dgm:chMax val="0"/>
          <dgm:chPref val="0"/>
        </dgm:presLayoutVars>
      </dgm:prSet>
      <dgm:spPr/>
    </dgm:pt>
    <dgm:pt modelId="{2DE1C1EA-1AE5-C44E-ADF0-42E18FB319B7}" type="pres">
      <dgm:prSet presAssocID="{5EB36B4C-E702-400E-921B-F2DDDFFA1DDE}" presName="root" presStyleCnt="0">
        <dgm:presLayoutVars>
          <dgm:chMax/>
          <dgm:chPref/>
        </dgm:presLayoutVars>
      </dgm:prSet>
      <dgm:spPr/>
    </dgm:pt>
    <dgm:pt modelId="{A8109FCB-B3A0-EB4B-A3A7-78BE33DD110A}" type="pres">
      <dgm:prSet presAssocID="{5EB36B4C-E702-400E-921B-F2DDDFFA1DDE}" presName="rootComposite" presStyleCnt="0">
        <dgm:presLayoutVars/>
      </dgm:prSet>
      <dgm:spPr/>
    </dgm:pt>
    <dgm:pt modelId="{8FB45830-E47E-BD44-B162-FC5B01B44F3C}" type="pres">
      <dgm:prSet presAssocID="{5EB36B4C-E702-400E-921B-F2DDDFFA1DDE}" presName="ParentAccent" presStyleLbl="alignNode1" presStyleIdx="3" presStyleCnt="5"/>
      <dgm:spPr/>
    </dgm:pt>
    <dgm:pt modelId="{A6901BCB-CFE6-F74C-9284-521AAE848B66}" type="pres">
      <dgm:prSet presAssocID="{5EB36B4C-E702-400E-921B-F2DDDFFA1DDE}" presName="ParentSmallAccent" presStyleLbl="fgAcc1" presStyleIdx="3" presStyleCnt="5"/>
      <dgm:spPr/>
    </dgm:pt>
    <dgm:pt modelId="{849815EF-C6A3-D247-9C80-74F52B702195}" type="pres">
      <dgm:prSet presAssocID="{5EB36B4C-E702-400E-921B-F2DDDFFA1DDE}" presName="Parent" presStyleLbl="revTx" presStyleIdx="3" presStyleCnt="5">
        <dgm:presLayoutVars>
          <dgm:chMax/>
          <dgm:chPref val="4"/>
          <dgm:bulletEnabled val="1"/>
        </dgm:presLayoutVars>
      </dgm:prSet>
      <dgm:spPr/>
    </dgm:pt>
    <dgm:pt modelId="{8853CDBD-E9AB-CA4B-8FF1-304412522ADA}" type="pres">
      <dgm:prSet presAssocID="{5EB36B4C-E702-400E-921B-F2DDDFFA1DDE}" presName="childShape" presStyleCnt="0">
        <dgm:presLayoutVars>
          <dgm:chMax val="0"/>
          <dgm:chPref val="0"/>
        </dgm:presLayoutVars>
      </dgm:prSet>
      <dgm:spPr/>
    </dgm:pt>
    <dgm:pt modelId="{7469D5EE-EB39-4545-AFBD-CF36A04B6C0E}" type="pres">
      <dgm:prSet presAssocID="{746FA1C3-0FE8-4FE2-817D-56A0B2C35C01}" presName="root" presStyleCnt="0">
        <dgm:presLayoutVars>
          <dgm:chMax/>
          <dgm:chPref/>
        </dgm:presLayoutVars>
      </dgm:prSet>
      <dgm:spPr/>
    </dgm:pt>
    <dgm:pt modelId="{F0CA1089-9579-544A-890B-2EEFE028D1E6}" type="pres">
      <dgm:prSet presAssocID="{746FA1C3-0FE8-4FE2-817D-56A0B2C35C01}" presName="rootComposite" presStyleCnt="0">
        <dgm:presLayoutVars/>
      </dgm:prSet>
      <dgm:spPr/>
    </dgm:pt>
    <dgm:pt modelId="{BAECE424-499D-DD42-A70D-B3DBAE62F8FF}" type="pres">
      <dgm:prSet presAssocID="{746FA1C3-0FE8-4FE2-817D-56A0B2C35C01}" presName="ParentAccent" presStyleLbl="alignNode1" presStyleIdx="4" presStyleCnt="5"/>
      <dgm:spPr/>
    </dgm:pt>
    <dgm:pt modelId="{A801271E-6339-944B-AF27-DCB419ADD582}" type="pres">
      <dgm:prSet presAssocID="{746FA1C3-0FE8-4FE2-817D-56A0B2C35C01}" presName="ParentSmallAccent" presStyleLbl="fgAcc1" presStyleIdx="4" presStyleCnt="5"/>
      <dgm:spPr/>
    </dgm:pt>
    <dgm:pt modelId="{CF1E3B4D-CE72-834B-A7A3-E315639FF5EF}" type="pres">
      <dgm:prSet presAssocID="{746FA1C3-0FE8-4FE2-817D-56A0B2C35C01}" presName="Parent" presStyleLbl="revTx" presStyleIdx="4" presStyleCnt="5">
        <dgm:presLayoutVars>
          <dgm:chMax/>
          <dgm:chPref val="4"/>
          <dgm:bulletEnabled val="1"/>
        </dgm:presLayoutVars>
      </dgm:prSet>
      <dgm:spPr/>
    </dgm:pt>
    <dgm:pt modelId="{5FE72546-23A3-E442-98CC-E2A46C75C83C}" type="pres">
      <dgm:prSet presAssocID="{746FA1C3-0FE8-4FE2-817D-56A0B2C35C01}" presName="childShape" presStyleCnt="0">
        <dgm:presLayoutVars>
          <dgm:chMax val="0"/>
          <dgm:chPref val="0"/>
        </dgm:presLayoutVars>
      </dgm:prSet>
      <dgm:spPr/>
    </dgm:pt>
  </dgm:ptLst>
  <dgm:cxnLst>
    <dgm:cxn modelId="{A920D114-AB90-5446-81B1-DC33E09E1569}" type="presOf" srcId="{BC563962-159B-496D-B1D0-5A9A9B8B1ED3}" destId="{A33A415E-21B0-D145-B473-D8EC0A164F03}" srcOrd="0" destOrd="0" presId="urn:microsoft.com/office/officeart/2008/layout/SquareAccentList"/>
    <dgm:cxn modelId="{893EA82A-6B64-46D7-9E22-833471BDB4A9}" srcId="{BC563962-159B-496D-B1D0-5A9A9B8B1ED3}" destId="{E7DC7FD6-8BAE-4DC0-AA5E-A98E08F10322}" srcOrd="0" destOrd="0" parTransId="{7C3B258F-7C5A-48F5-B24D-4A13875D3877}" sibTransId="{DC3665AE-85CA-4A7F-842C-9B22FDBBCE5E}"/>
    <dgm:cxn modelId="{2A77303C-F8D9-422D-882E-AB76C46D4C9C}" srcId="{BC563962-159B-496D-B1D0-5A9A9B8B1ED3}" destId="{92271FCB-A73D-46BE-8465-E18BC7F4EAE5}" srcOrd="1" destOrd="0" parTransId="{3E36FF46-1958-49B0-8818-71D7A67BD57C}" sibTransId="{0A4A55F1-6998-4EB9-B6DA-45ADD19C8DAE}"/>
    <dgm:cxn modelId="{77D2115B-F79C-43E3-A149-B2081AB8FE3E}" srcId="{BC563962-159B-496D-B1D0-5A9A9B8B1ED3}" destId="{5EB36B4C-E702-400E-921B-F2DDDFFA1DDE}" srcOrd="3" destOrd="0" parTransId="{F94793CC-FB12-4BA3-8250-48016B8F82CA}" sibTransId="{C1C924A0-0270-46FF-83BE-D61370AFB748}"/>
    <dgm:cxn modelId="{E81FB067-0254-4C6B-8BEE-E5C0FBDCB9F4}" srcId="{BC563962-159B-496D-B1D0-5A9A9B8B1ED3}" destId="{3F85E6E5-A591-48C6-BDF6-93F7BBEE9EDF}" srcOrd="2" destOrd="0" parTransId="{9276413F-CB78-4B1D-BBC5-09ADC5EFEF73}" sibTransId="{B9B5B2D0-D075-473A-B018-3FF2FABBE575}"/>
    <dgm:cxn modelId="{11E5F48D-BDB4-324F-9418-82AF24C1343F}" type="presOf" srcId="{E7DC7FD6-8BAE-4DC0-AA5E-A98E08F10322}" destId="{45958DBB-95C1-B547-8DD2-E2E854D59CAD}" srcOrd="0" destOrd="0" presId="urn:microsoft.com/office/officeart/2008/layout/SquareAccentList"/>
    <dgm:cxn modelId="{9C0AD2B3-7971-AA4B-83CF-2D047A2AEE81}" type="presOf" srcId="{3F85E6E5-A591-48C6-BDF6-93F7BBEE9EDF}" destId="{6B2298DE-6882-AE43-A554-4F907C1FB767}" srcOrd="0" destOrd="0" presId="urn:microsoft.com/office/officeart/2008/layout/SquareAccentList"/>
    <dgm:cxn modelId="{8073DDCA-AD03-E849-B46C-C702472CCE3F}" type="presOf" srcId="{5EB36B4C-E702-400E-921B-F2DDDFFA1DDE}" destId="{849815EF-C6A3-D247-9C80-74F52B702195}" srcOrd="0" destOrd="0" presId="urn:microsoft.com/office/officeart/2008/layout/SquareAccentList"/>
    <dgm:cxn modelId="{7AE876D0-87A3-4EC6-846F-D26EAFF76DF5}" srcId="{BC563962-159B-496D-B1D0-5A9A9B8B1ED3}" destId="{746FA1C3-0FE8-4FE2-817D-56A0B2C35C01}" srcOrd="4" destOrd="0" parTransId="{27AD3083-F8D0-4DA6-941D-53BD85232D9D}" sibTransId="{80DCBA3C-4DBD-44B3-A56F-059CA86B5CAD}"/>
    <dgm:cxn modelId="{4A7921E9-300F-5E46-9229-EE2C08BF5ED1}" type="presOf" srcId="{746FA1C3-0FE8-4FE2-817D-56A0B2C35C01}" destId="{CF1E3B4D-CE72-834B-A7A3-E315639FF5EF}" srcOrd="0" destOrd="0" presId="urn:microsoft.com/office/officeart/2008/layout/SquareAccentList"/>
    <dgm:cxn modelId="{7C6529F2-AF88-A14C-B027-3AD2AE0EE596}" type="presOf" srcId="{92271FCB-A73D-46BE-8465-E18BC7F4EAE5}" destId="{C0F81A30-ABD2-D842-959E-EEDF1A2C1135}" srcOrd="0" destOrd="0" presId="urn:microsoft.com/office/officeart/2008/layout/SquareAccentList"/>
    <dgm:cxn modelId="{013C9399-BA65-024D-86B4-961881890969}" type="presParOf" srcId="{A33A415E-21B0-D145-B473-D8EC0A164F03}" destId="{57725F01-5D1F-604E-AD8E-EF4336363AD2}" srcOrd="0" destOrd="0" presId="urn:microsoft.com/office/officeart/2008/layout/SquareAccentList"/>
    <dgm:cxn modelId="{99A7DA79-3992-354F-BBAB-4085E928637F}" type="presParOf" srcId="{57725F01-5D1F-604E-AD8E-EF4336363AD2}" destId="{DE3EF4EA-1438-3341-B993-7943D107AE9B}" srcOrd="0" destOrd="0" presId="urn:microsoft.com/office/officeart/2008/layout/SquareAccentList"/>
    <dgm:cxn modelId="{BADA0A30-CE16-6F41-AAD7-043835C03C1B}" type="presParOf" srcId="{DE3EF4EA-1438-3341-B993-7943D107AE9B}" destId="{7D6605FF-3CE2-4647-B953-04B49DF1519A}" srcOrd="0" destOrd="0" presId="urn:microsoft.com/office/officeart/2008/layout/SquareAccentList"/>
    <dgm:cxn modelId="{9060E829-5622-F047-9AEA-F956F934E5A4}" type="presParOf" srcId="{DE3EF4EA-1438-3341-B993-7943D107AE9B}" destId="{5BEF9DDA-6B23-104C-913F-DCCA15C48115}" srcOrd="1" destOrd="0" presId="urn:microsoft.com/office/officeart/2008/layout/SquareAccentList"/>
    <dgm:cxn modelId="{4EE1915F-7B46-D24A-9E2E-350FE0E4DE00}" type="presParOf" srcId="{DE3EF4EA-1438-3341-B993-7943D107AE9B}" destId="{45958DBB-95C1-B547-8DD2-E2E854D59CAD}" srcOrd="2" destOrd="0" presId="urn:microsoft.com/office/officeart/2008/layout/SquareAccentList"/>
    <dgm:cxn modelId="{46C52B60-1D11-A74B-8832-D569358D3646}" type="presParOf" srcId="{57725F01-5D1F-604E-AD8E-EF4336363AD2}" destId="{ECAB0AF6-BB8D-DD4E-9E2B-3815023B607F}" srcOrd="1" destOrd="0" presId="urn:microsoft.com/office/officeart/2008/layout/SquareAccentList"/>
    <dgm:cxn modelId="{B5D864F1-9FE6-8C44-B345-D998C7A548E3}" type="presParOf" srcId="{A33A415E-21B0-D145-B473-D8EC0A164F03}" destId="{0B1E79E5-C744-7149-A3C2-17F9A97D842E}" srcOrd="1" destOrd="0" presId="urn:microsoft.com/office/officeart/2008/layout/SquareAccentList"/>
    <dgm:cxn modelId="{C8AFC66B-9C2F-D647-B05B-ECE235EFFCAE}" type="presParOf" srcId="{0B1E79E5-C744-7149-A3C2-17F9A97D842E}" destId="{97EB6B05-5D41-9A42-910F-F997B669A2AD}" srcOrd="0" destOrd="0" presId="urn:microsoft.com/office/officeart/2008/layout/SquareAccentList"/>
    <dgm:cxn modelId="{B1E48BE9-12BB-4F46-994E-57B7095EC8DA}" type="presParOf" srcId="{97EB6B05-5D41-9A42-910F-F997B669A2AD}" destId="{E135D319-922E-0B4E-8803-F99D7AF63F43}" srcOrd="0" destOrd="0" presId="urn:microsoft.com/office/officeart/2008/layout/SquareAccentList"/>
    <dgm:cxn modelId="{127C0BF7-16E7-8648-B133-3B0FE205F789}" type="presParOf" srcId="{97EB6B05-5D41-9A42-910F-F997B669A2AD}" destId="{D9D1A009-D70C-9643-A8B6-488E77AD7AB4}" srcOrd="1" destOrd="0" presId="urn:microsoft.com/office/officeart/2008/layout/SquareAccentList"/>
    <dgm:cxn modelId="{E41B0EE3-6128-A143-91C5-9018B815C5AA}" type="presParOf" srcId="{97EB6B05-5D41-9A42-910F-F997B669A2AD}" destId="{C0F81A30-ABD2-D842-959E-EEDF1A2C1135}" srcOrd="2" destOrd="0" presId="urn:microsoft.com/office/officeart/2008/layout/SquareAccentList"/>
    <dgm:cxn modelId="{1ABF68BD-A0CD-C243-9ED6-BFBF857D1A92}" type="presParOf" srcId="{0B1E79E5-C744-7149-A3C2-17F9A97D842E}" destId="{83981EE1-7F8C-944C-BF41-1233DB6F0E93}" srcOrd="1" destOrd="0" presId="urn:microsoft.com/office/officeart/2008/layout/SquareAccentList"/>
    <dgm:cxn modelId="{8DB45DE0-55A5-3448-9E81-DF8057AFAC4F}" type="presParOf" srcId="{A33A415E-21B0-D145-B473-D8EC0A164F03}" destId="{6F39A9DB-A59C-4641-978F-60FF709144DF}" srcOrd="2" destOrd="0" presId="urn:microsoft.com/office/officeart/2008/layout/SquareAccentList"/>
    <dgm:cxn modelId="{B55D7AE6-E4C7-0644-962C-5488F3E8A32A}" type="presParOf" srcId="{6F39A9DB-A59C-4641-978F-60FF709144DF}" destId="{5C0E9A03-4702-5248-9166-46EBAD3924D1}" srcOrd="0" destOrd="0" presId="urn:microsoft.com/office/officeart/2008/layout/SquareAccentList"/>
    <dgm:cxn modelId="{C8058053-6E3A-F148-B810-D142BF3318E6}" type="presParOf" srcId="{5C0E9A03-4702-5248-9166-46EBAD3924D1}" destId="{8A787B6C-2836-1C43-9D85-21325460441D}" srcOrd="0" destOrd="0" presId="urn:microsoft.com/office/officeart/2008/layout/SquareAccentList"/>
    <dgm:cxn modelId="{61262D92-C259-DE46-968E-3FFD5C064D84}" type="presParOf" srcId="{5C0E9A03-4702-5248-9166-46EBAD3924D1}" destId="{BD9C6429-7D40-FA47-B68C-8CD3C2278DBE}" srcOrd="1" destOrd="0" presId="urn:microsoft.com/office/officeart/2008/layout/SquareAccentList"/>
    <dgm:cxn modelId="{2DF3D4F9-7F8B-8942-A03B-CBAD693B2ABC}" type="presParOf" srcId="{5C0E9A03-4702-5248-9166-46EBAD3924D1}" destId="{6B2298DE-6882-AE43-A554-4F907C1FB767}" srcOrd="2" destOrd="0" presId="urn:microsoft.com/office/officeart/2008/layout/SquareAccentList"/>
    <dgm:cxn modelId="{35EA62BF-4434-F945-9797-7A0C0A384FFB}" type="presParOf" srcId="{6F39A9DB-A59C-4641-978F-60FF709144DF}" destId="{F752411A-2DB8-F04C-9F6D-79984C43C68E}" srcOrd="1" destOrd="0" presId="urn:microsoft.com/office/officeart/2008/layout/SquareAccentList"/>
    <dgm:cxn modelId="{285E5273-FDDD-034D-B92E-BF9C56E74A31}" type="presParOf" srcId="{A33A415E-21B0-D145-B473-D8EC0A164F03}" destId="{2DE1C1EA-1AE5-C44E-ADF0-42E18FB319B7}" srcOrd="3" destOrd="0" presId="urn:microsoft.com/office/officeart/2008/layout/SquareAccentList"/>
    <dgm:cxn modelId="{693C4D2E-B411-E549-B311-C46A6AC8E2D4}" type="presParOf" srcId="{2DE1C1EA-1AE5-C44E-ADF0-42E18FB319B7}" destId="{A8109FCB-B3A0-EB4B-A3A7-78BE33DD110A}" srcOrd="0" destOrd="0" presId="urn:microsoft.com/office/officeart/2008/layout/SquareAccentList"/>
    <dgm:cxn modelId="{494A743B-29E0-9049-B8EA-9447CC0B78A6}" type="presParOf" srcId="{A8109FCB-B3A0-EB4B-A3A7-78BE33DD110A}" destId="{8FB45830-E47E-BD44-B162-FC5B01B44F3C}" srcOrd="0" destOrd="0" presId="urn:microsoft.com/office/officeart/2008/layout/SquareAccentList"/>
    <dgm:cxn modelId="{818CBBC9-E31E-D449-A032-0C5B0EFEECD4}" type="presParOf" srcId="{A8109FCB-B3A0-EB4B-A3A7-78BE33DD110A}" destId="{A6901BCB-CFE6-F74C-9284-521AAE848B66}" srcOrd="1" destOrd="0" presId="urn:microsoft.com/office/officeart/2008/layout/SquareAccentList"/>
    <dgm:cxn modelId="{2CF23E31-F8C0-344E-A1C0-37DF20746C5D}" type="presParOf" srcId="{A8109FCB-B3A0-EB4B-A3A7-78BE33DD110A}" destId="{849815EF-C6A3-D247-9C80-74F52B702195}" srcOrd="2" destOrd="0" presId="urn:microsoft.com/office/officeart/2008/layout/SquareAccentList"/>
    <dgm:cxn modelId="{635B8A86-643F-E941-984B-096F857EF8F6}" type="presParOf" srcId="{2DE1C1EA-1AE5-C44E-ADF0-42E18FB319B7}" destId="{8853CDBD-E9AB-CA4B-8FF1-304412522ADA}" srcOrd="1" destOrd="0" presId="urn:microsoft.com/office/officeart/2008/layout/SquareAccentList"/>
    <dgm:cxn modelId="{2E2DB9AE-6E7A-904C-AD9C-D6C0CC72E04F}" type="presParOf" srcId="{A33A415E-21B0-D145-B473-D8EC0A164F03}" destId="{7469D5EE-EB39-4545-AFBD-CF36A04B6C0E}" srcOrd="4" destOrd="0" presId="urn:microsoft.com/office/officeart/2008/layout/SquareAccentList"/>
    <dgm:cxn modelId="{0B59839F-D98E-0245-A502-DABE41835BCC}" type="presParOf" srcId="{7469D5EE-EB39-4545-AFBD-CF36A04B6C0E}" destId="{F0CA1089-9579-544A-890B-2EEFE028D1E6}" srcOrd="0" destOrd="0" presId="urn:microsoft.com/office/officeart/2008/layout/SquareAccentList"/>
    <dgm:cxn modelId="{71AE6A81-1C2B-964D-9F83-B4076CD66131}" type="presParOf" srcId="{F0CA1089-9579-544A-890B-2EEFE028D1E6}" destId="{BAECE424-499D-DD42-A70D-B3DBAE62F8FF}" srcOrd="0" destOrd="0" presId="urn:microsoft.com/office/officeart/2008/layout/SquareAccentList"/>
    <dgm:cxn modelId="{0E4CE0C3-A66B-3346-842B-F0887510C346}" type="presParOf" srcId="{F0CA1089-9579-544A-890B-2EEFE028D1E6}" destId="{A801271E-6339-944B-AF27-DCB419ADD582}" srcOrd="1" destOrd="0" presId="urn:microsoft.com/office/officeart/2008/layout/SquareAccentList"/>
    <dgm:cxn modelId="{791FC642-76B6-CA4A-A003-C8B3E67A164F}" type="presParOf" srcId="{F0CA1089-9579-544A-890B-2EEFE028D1E6}" destId="{CF1E3B4D-CE72-834B-A7A3-E315639FF5EF}" srcOrd="2" destOrd="0" presId="urn:microsoft.com/office/officeart/2008/layout/SquareAccentList"/>
    <dgm:cxn modelId="{47E45F0E-5F47-E342-A960-66FC36AAE20F}" type="presParOf" srcId="{7469D5EE-EB39-4545-AFBD-CF36A04B6C0E}" destId="{5FE72546-23A3-E442-98CC-E2A46C75C83C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3D1FC9F-10CA-4E7C-82BE-9F1AD0A17633}" type="doc">
      <dgm:prSet loTypeId="urn:microsoft.com/office/officeart/2005/8/layout/hList2" qsTypeId="urn:microsoft.com/office/officeart/2005/8/quickstyle/simple2" csTypeId="urn:microsoft.com/office/officeart/2005/8/colors/accent1_2"/>
      <dgm:spPr/>
    </dgm:pt>
    <dgm:pt modelId="{AA2F86EF-7490-4341-A626-2088D9DE37AB}">
      <dgm:prSet/>
      <dgm:spPr/>
      <dgm:t>
        <a:bodyPr/>
        <a:lstStyle/>
        <a:p>
          <a:r>
            <a:t>Customer insight</a:t>
          </a:r>
        </a:p>
      </dgm:t>
    </dgm:pt>
    <dgm:pt modelId="{D25B6E64-3544-4AF4-9115-02A7425AAE04}" type="parTrans" cxnId="{A370A15E-832A-4730-8906-2A49844720C3}">
      <dgm:prSet/>
      <dgm:spPr/>
      <dgm:t>
        <a:bodyPr/>
        <a:lstStyle/>
        <a:p>
          <a:endParaRPr/>
        </a:p>
      </dgm:t>
    </dgm:pt>
    <dgm:pt modelId="{84512A18-DA92-46FA-A264-E50BABA6187C}" type="sibTrans" cxnId="{A370A15E-832A-4730-8906-2A49844720C3}">
      <dgm:prSet/>
      <dgm:spPr/>
      <dgm:t>
        <a:bodyPr/>
        <a:lstStyle/>
        <a:p>
          <a:endParaRPr/>
        </a:p>
      </dgm:t>
    </dgm:pt>
    <dgm:pt modelId="{4D9BB0D3-650F-4E20-9EFB-75A9ED774232}">
      <dgm:prSet/>
      <dgm:spPr/>
      <dgm:t>
        <a:bodyPr/>
        <a:lstStyle/>
        <a:p>
          <a:r>
            <a:t>Product concept</a:t>
          </a:r>
        </a:p>
      </dgm:t>
    </dgm:pt>
    <dgm:pt modelId="{0BCF5309-64A5-4751-B325-7C44DD295B75}" type="parTrans" cxnId="{E4C240D8-642F-45BF-AD4B-0C6E63AFF98D}">
      <dgm:prSet/>
      <dgm:spPr/>
      <dgm:t>
        <a:bodyPr/>
        <a:lstStyle/>
        <a:p>
          <a:endParaRPr/>
        </a:p>
      </dgm:t>
    </dgm:pt>
    <dgm:pt modelId="{4ECAC30E-533B-42DA-BAB8-C4DE8CC36CD4}" type="sibTrans" cxnId="{E4C240D8-642F-45BF-AD4B-0C6E63AFF98D}">
      <dgm:prSet/>
      <dgm:spPr/>
      <dgm:t>
        <a:bodyPr/>
        <a:lstStyle/>
        <a:p>
          <a:endParaRPr/>
        </a:p>
      </dgm:t>
    </dgm:pt>
    <dgm:pt modelId="{D22D1F86-4788-489B-B278-C222C60137A4}">
      <dgm:prSet/>
      <dgm:spPr/>
      <dgm:t>
        <a:bodyPr/>
        <a:lstStyle/>
        <a:p>
          <a:r>
            <a:t>Prototype</a:t>
          </a:r>
        </a:p>
      </dgm:t>
    </dgm:pt>
    <dgm:pt modelId="{023C8511-E462-4A14-AB6B-40098869A803}" type="parTrans" cxnId="{C6AD59D0-8F93-4620-B00F-55878FCC35DA}">
      <dgm:prSet/>
      <dgm:spPr/>
      <dgm:t>
        <a:bodyPr/>
        <a:lstStyle/>
        <a:p>
          <a:endParaRPr/>
        </a:p>
      </dgm:t>
    </dgm:pt>
    <dgm:pt modelId="{9D03F8A2-1D3F-4CAA-96DB-DFBB2C6B51E6}" type="sibTrans" cxnId="{C6AD59D0-8F93-4620-B00F-55878FCC35DA}">
      <dgm:prSet/>
      <dgm:spPr/>
      <dgm:t>
        <a:bodyPr/>
        <a:lstStyle/>
        <a:p>
          <a:endParaRPr/>
        </a:p>
      </dgm:t>
    </dgm:pt>
    <dgm:pt modelId="{5A4436BA-7D05-4520-A114-E3D6ABB5FBEE}">
      <dgm:prSet/>
      <dgm:spPr/>
      <dgm:t>
        <a:bodyPr/>
        <a:lstStyle/>
        <a:p>
          <a:r>
            <a:t>Feedback</a:t>
          </a:r>
        </a:p>
      </dgm:t>
    </dgm:pt>
    <dgm:pt modelId="{6EFFC3CF-0FF4-40CC-AF2F-45949D6D06B1}" type="parTrans" cxnId="{A7592741-4747-4252-9133-E5FE97CADF00}">
      <dgm:prSet/>
      <dgm:spPr/>
      <dgm:t>
        <a:bodyPr/>
        <a:lstStyle/>
        <a:p>
          <a:endParaRPr/>
        </a:p>
      </dgm:t>
    </dgm:pt>
    <dgm:pt modelId="{D3C55304-3326-4392-82F4-70D1FB742A42}" type="sibTrans" cxnId="{A7592741-4747-4252-9133-E5FE97CADF00}">
      <dgm:prSet/>
      <dgm:spPr/>
      <dgm:t>
        <a:bodyPr/>
        <a:lstStyle/>
        <a:p>
          <a:endParaRPr/>
        </a:p>
      </dgm:t>
    </dgm:pt>
    <dgm:pt modelId="{C5DF8888-846C-4EB6-990B-E96DC448952D}">
      <dgm:prSet/>
      <dgm:spPr/>
      <dgm:t>
        <a:bodyPr/>
        <a:lstStyle/>
        <a:p>
          <a:r>
            <a:t>Next step</a:t>
          </a:r>
        </a:p>
      </dgm:t>
    </dgm:pt>
    <dgm:pt modelId="{67FA9806-8265-4432-AAF9-ED4CC8E31667}" type="parTrans" cxnId="{89586E2E-5200-45B7-846D-20530C84274C}">
      <dgm:prSet/>
      <dgm:spPr/>
      <dgm:t>
        <a:bodyPr/>
        <a:lstStyle/>
        <a:p>
          <a:endParaRPr/>
        </a:p>
      </dgm:t>
    </dgm:pt>
    <dgm:pt modelId="{46E93829-76CC-4060-BC3F-1848EE10295E}" type="sibTrans" cxnId="{89586E2E-5200-45B7-846D-20530C84274C}">
      <dgm:prSet/>
      <dgm:spPr/>
      <dgm:t>
        <a:bodyPr/>
        <a:lstStyle/>
        <a:p>
          <a:endParaRPr/>
        </a:p>
      </dgm:t>
    </dgm:pt>
    <dgm:pt modelId="{9B4F76F3-7B34-49B7-8033-8F5DB5B78B4F}" type="pres">
      <dgm:prSet presAssocID="{73D1FC9F-10CA-4E7C-82BE-9F1AD0A17633}" presName="linearFlow" presStyleCnt="0">
        <dgm:presLayoutVars>
          <dgm:dir/>
          <dgm:animLvl val="lvl"/>
          <dgm:resizeHandles/>
        </dgm:presLayoutVars>
      </dgm:prSet>
      <dgm:spPr/>
    </dgm:pt>
    <dgm:pt modelId="{1673EA85-C5F0-43C3-9280-E80C7CCF5B15}" type="pres">
      <dgm:prSet presAssocID="{AA2F86EF-7490-4341-A626-2088D9DE37AB}" presName="compositeNode" presStyleCnt="0">
        <dgm:presLayoutVars>
          <dgm:bulletEnabled val="1"/>
        </dgm:presLayoutVars>
      </dgm:prSet>
      <dgm:spPr/>
    </dgm:pt>
    <dgm:pt modelId="{FFCAFEA1-F375-4898-B6A4-4452EE6ED3AF}" type="pres">
      <dgm:prSet presAssocID="{AA2F86EF-7490-4341-A626-2088D9DE37AB}" presName="image" presStyleLbl="fgImgPlace1" presStyleIdx="0" presStyleCnt="5"/>
      <dgm:spPr/>
    </dgm:pt>
    <dgm:pt modelId="{F449106A-A053-47C7-956B-975DA5A9DCD6}" type="pres">
      <dgm:prSet presAssocID="{AA2F86EF-7490-4341-A626-2088D9DE37AB}" presName="childNode" presStyleLbl="node1" presStyleIdx="0" presStyleCnt="5">
        <dgm:presLayoutVars>
          <dgm:bulletEnabled val="1"/>
        </dgm:presLayoutVars>
      </dgm:prSet>
      <dgm:spPr/>
    </dgm:pt>
    <dgm:pt modelId="{EADDB569-D3A9-4923-A370-AC6D653D0CD2}" type="pres">
      <dgm:prSet presAssocID="{AA2F86EF-7490-4341-A626-2088D9DE37AB}" presName="parentNode" presStyleLbl="revTx" presStyleIdx="0" presStyleCnt="5">
        <dgm:presLayoutVars>
          <dgm:chMax val="0"/>
          <dgm:bulletEnabled val="1"/>
        </dgm:presLayoutVars>
      </dgm:prSet>
      <dgm:spPr/>
    </dgm:pt>
    <dgm:pt modelId="{071F9E4A-2B73-4D24-BE3B-D10FA9A8A914}" type="pres">
      <dgm:prSet presAssocID="{84512A18-DA92-46FA-A264-E50BABA6187C}" presName="sibTrans" presStyleCnt="0"/>
      <dgm:spPr/>
    </dgm:pt>
    <dgm:pt modelId="{8249E446-752F-4DCF-955F-09AE543B9F72}" type="pres">
      <dgm:prSet presAssocID="{4D9BB0D3-650F-4E20-9EFB-75A9ED774232}" presName="compositeNode" presStyleCnt="0">
        <dgm:presLayoutVars>
          <dgm:bulletEnabled val="1"/>
        </dgm:presLayoutVars>
      </dgm:prSet>
      <dgm:spPr/>
    </dgm:pt>
    <dgm:pt modelId="{327DF0E5-5E22-4DB4-A42C-C7EACED5EA0A}" type="pres">
      <dgm:prSet presAssocID="{4D9BB0D3-650F-4E20-9EFB-75A9ED774232}" presName="image" presStyleLbl="fgImgPlace1" presStyleIdx="1" presStyleCnt="5"/>
      <dgm:spPr/>
    </dgm:pt>
    <dgm:pt modelId="{C4E73AEC-AC16-49A5-87DB-84349114A003}" type="pres">
      <dgm:prSet presAssocID="{4D9BB0D3-650F-4E20-9EFB-75A9ED774232}" presName="childNode" presStyleLbl="node1" presStyleIdx="1" presStyleCnt="5">
        <dgm:presLayoutVars>
          <dgm:bulletEnabled val="1"/>
        </dgm:presLayoutVars>
      </dgm:prSet>
      <dgm:spPr/>
    </dgm:pt>
    <dgm:pt modelId="{D6D80911-8910-499B-BCA8-62C77DA1EA90}" type="pres">
      <dgm:prSet presAssocID="{4D9BB0D3-650F-4E20-9EFB-75A9ED774232}" presName="parentNode" presStyleLbl="revTx" presStyleIdx="1" presStyleCnt="5">
        <dgm:presLayoutVars>
          <dgm:chMax val="0"/>
          <dgm:bulletEnabled val="1"/>
        </dgm:presLayoutVars>
      </dgm:prSet>
      <dgm:spPr/>
    </dgm:pt>
    <dgm:pt modelId="{18111C1C-FD35-4D3E-9132-3BF0B6DD55A5}" type="pres">
      <dgm:prSet presAssocID="{4ECAC30E-533B-42DA-BAB8-C4DE8CC36CD4}" presName="sibTrans" presStyleCnt="0"/>
      <dgm:spPr/>
    </dgm:pt>
    <dgm:pt modelId="{B2CA5767-F56F-464E-878B-FFC68A406930}" type="pres">
      <dgm:prSet presAssocID="{D22D1F86-4788-489B-B278-C222C60137A4}" presName="compositeNode" presStyleCnt="0">
        <dgm:presLayoutVars>
          <dgm:bulletEnabled val="1"/>
        </dgm:presLayoutVars>
      </dgm:prSet>
      <dgm:spPr/>
    </dgm:pt>
    <dgm:pt modelId="{000C977E-8226-4318-9F4C-A8FFE3864F00}" type="pres">
      <dgm:prSet presAssocID="{D22D1F86-4788-489B-B278-C222C60137A4}" presName="image" presStyleLbl="fgImgPlace1" presStyleIdx="2" presStyleCnt="5"/>
      <dgm:spPr/>
    </dgm:pt>
    <dgm:pt modelId="{5D9B209D-0E52-4D8D-94C4-FECB89BEDCA9}" type="pres">
      <dgm:prSet presAssocID="{D22D1F86-4788-489B-B278-C222C60137A4}" presName="childNode" presStyleLbl="node1" presStyleIdx="2" presStyleCnt="5">
        <dgm:presLayoutVars>
          <dgm:bulletEnabled val="1"/>
        </dgm:presLayoutVars>
      </dgm:prSet>
      <dgm:spPr/>
    </dgm:pt>
    <dgm:pt modelId="{622BF909-099C-4EF6-9D8C-FAFE0AC46A48}" type="pres">
      <dgm:prSet presAssocID="{D22D1F86-4788-489B-B278-C222C60137A4}" presName="parentNode" presStyleLbl="revTx" presStyleIdx="2" presStyleCnt="5">
        <dgm:presLayoutVars>
          <dgm:chMax val="0"/>
          <dgm:bulletEnabled val="1"/>
        </dgm:presLayoutVars>
      </dgm:prSet>
      <dgm:spPr/>
    </dgm:pt>
    <dgm:pt modelId="{0C8E8E7B-44E4-4E36-8B0A-A2B0804E1893}" type="pres">
      <dgm:prSet presAssocID="{9D03F8A2-1D3F-4CAA-96DB-DFBB2C6B51E6}" presName="sibTrans" presStyleCnt="0"/>
      <dgm:spPr/>
    </dgm:pt>
    <dgm:pt modelId="{CC0E6180-FB78-42F6-ABA6-3E8710707F09}" type="pres">
      <dgm:prSet presAssocID="{5A4436BA-7D05-4520-A114-E3D6ABB5FBEE}" presName="compositeNode" presStyleCnt="0">
        <dgm:presLayoutVars>
          <dgm:bulletEnabled val="1"/>
        </dgm:presLayoutVars>
      </dgm:prSet>
      <dgm:spPr/>
    </dgm:pt>
    <dgm:pt modelId="{A5A2A01A-B016-4993-A894-313D5FC6D0D7}" type="pres">
      <dgm:prSet presAssocID="{5A4436BA-7D05-4520-A114-E3D6ABB5FBEE}" presName="image" presStyleLbl="fgImgPlace1" presStyleIdx="3" presStyleCnt="5"/>
      <dgm:spPr/>
    </dgm:pt>
    <dgm:pt modelId="{5276E8B5-2BA2-4F28-9496-0B152480E8A3}" type="pres">
      <dgm:prSet presAssocID="{5A4436BA-7D05-4520-A114-E3D6ABB5FBEE}" presName="childNode" presStyleLbl="node1" presStyleIdx="3" presStyleCnt="5">
        <dgm:presLayoutVars>
          <dgm:bulletEnabled val="1"/>
        </dgm:presLayoutVars>
      </dgm:prSet>
      <dgm:spPr/>
    </dgm:pt>
    <dgm:pt modelId="{853A7AA7-3F59-488B-A090-C840D55A0479}" type="pres">
      <dgm:prSet presAssocID="{5A4436BA-7D05-4520-A114-E3D6ABB5FBEE}" presName="parentNode" presStyleLbl="revTx" presStyleIdx="3" presStyleCnt="5">
        <dgm:presLayoutVars>
          <dgm:chMax val="0"/>
          <dgm:bulletEnabled val="1"/>
        </dgm:presLayoutVars>
      </dgm:prSet>
      <dgm:spPr/>
    </dgm:pt>
    <dgm:pt modelId="{CC331139-281C-4C85-98E0-C160059892D0}" type="pres">
      <dgm:prSet presAssocID="{D3C55304-3326-4392-82F4-70D1FB742A42}" presName="sibTrans" presStyleCnt="0"/>
      <dgm:spPr/>
    </dgm:pt>
    <dgm:pt modelId="{1EC4F537-93B0-47F7-BA80-DDB2AB90F2F0}" type="pres">
      <dgm:prSet presAssocID="{C5DF8888-846C-4EB6-990B-E96DC448952D}" presName="compositeNode" presStyleCnt="0">
        <dgm:presLayoutVars>
          <dgm:bulletEnabled val="1"/>
        </dgm:presLayoutVars>
      </dgm:prSet>
      <dgm:spPr/>
    </dgm:pt>
    <dgm:pt modelId="{E78266D3-3872-458F-AB03-D8A1656062C9}" type="pres">
      <dgm:prSet presAssocID="{C5DF8888-846C-4EB6-990B-E96DC448952D}" presName="image" presStyleLbl="fgImgPlace1" presStyleIdx="4" presStyleCnt="5"/>
      <dgm:spPr/>
    </dgm:pt>
    <dgm:pt modelId="{3FCAC340-9220-46BD-BF24-9E2603E24A55}" type="pres">
      <dgm:prSet presAssocID="{C5DF8888-846C-4EB6-990B-E96DC448952D}" presName="childNode" presStyleLbl="node1" presStyleIdx="4" presStyleCnt="5">
        <dgm:presLayoutVars>
          <dgm:bulletEnabled val="1"/>
        </dgm:presLayoutVars>
      </dgm:prSet>
      <dgm:spPr/>
    </dgm:pt>
    <dgm:pt modelId="{4206CED1-1707-4D09-85E7-6EA3EDAB20BB}" type="pres">
      <dgm:prSet presAssocID="{C5DF8888-846C-4EB6-990B-E96DC448952D}" presName="parentNode" presStyleLbl="revTx" presStyleIdx="4" presStyleCnt="5">
        <dgm:presLayoutVars>
          <dgm:chMax val="0"/>
          <dgm:bulletEnabled val="1"/>
        </dgm:presLayoutVars>
      </dgm:prSet>
      <dgm:spPr/>
    </dgm:pt>
  </dgm:ptLst>
  <dgm:cxnLst>
    <dgm:cxn modelId="{6F801A0E-5C3C-498E-A955-BB11643CB2CB}" type="presOf" srcId="{C5DF8888-846C-4EB6-990B-E96DC448952D}" destId="{4206CED1-1707-4D09-85E7-6EA3EDAB20BB}" srcOrd="0" destOrd="0" presId="urn:microsoft.com/office/officeart/2005/8/layout/hList2"/>
    <dgm:cxn modelId="{89586E2E-5200-45B7-846D-20530C84274C}" srcId="{73D1FC9F-10CA-4E7C-82BE-9F1AD0A17633}" destId="{C5DF8888-846C-4EB6-990B-E96DC448952D}" srcOrd="4" destOrd="0" parTransId="{67FA9806-8265-4432-AAF9-ED4CC8E31667}" sibTransId="{46E93829-76CC-4060-BC3F-1848EE10295E}"/>
    <dgm:cxn modelId="{A7592741-4747-4252-9133-E5FE97CADF00}" srcId="{73D1FC9F-10CA-4E7C-82BE-9F1AD0A17633}" destId="{5A4436BA-7D05-4520-A114-E3D6ABB5FBEE}" srcOrd="3" destOrd="0" parTransId="{6EFFC3CF-0FF4-40CC-AF2F-45949D6D06B1}" sibTransId="{D3C55304-3326-4392-82F4-70D1FB742A42}"/>
    <dgm:cxn modelId="{A370A15E-832A-4730-8906-2A49844720C3}" srcId="{73D1FC9F-10CA-4E7C-82BE-9F1AD0A17633}" destId="{AA2F86EF-7490-4341-A626-2088D9DE37AB}" srcOrd="0" destOrd="0" parTransId="{D25B6E64-3544-4AF4-9115-02A7425AAE04}" sibTransId="{84512A18-DA92-46FA-A264-E50BABA6187C}"/>
    <dgm:cxn modelId="{275F9471-5E2B-462C-85B9-B481E5AA6F0F}" type="presOf" srcId="{73D1FC9F-10CA-4E7C-82BE-9F1AD0A17633}" destId="{9B4F76F3-7B34-49B7-8033-8F5DB5B78B4F}" srcOrd="0" destOrd="0" presId="urn:microsoft.com/office/officeart/2005/8/layout/hList2"/>
    <dgm:cxn modelId="{AAB13F90-7330-4E4F-AAF1-C56F1B72C406}" type="presOf" srcId="{4D9BB0D3-650F-4E20-9EFB-75A9ED774232}" destId="{D6D80911-8910-499B-BCA8-62C77DA1EA90}" srcOrd="0" destOrd="0" presId="urn:microsoft.com/office/officeart/2005/8/layout/hList2"/>
    <dgm:cxn modelId="{886467A9-6546-4BBA-9B00-26F440E7F55A}" type="presOf" srcId="{5A4436BA-7D05-4520-A114-E3D6ABB5FBEE}" destId="{853A7AA7-3F59-488B-A090-C840D55A0479}" srcOrd="0" destOrd="0" presId="urn:microsoft.com/office/officeart/2005/8/layout/hList2"/>
    <dgm:cxn modelId="{C6AD59D0-8F93-4620-B00F-55878FCC35DA}" srcId="{73D1FC9F-10CA-4E7C-82BE-9F1AD0A17633}" destId="{D22D1F86-4788-489B-B278-C222C60137A4}" srcOrd="2" destOrd="0" parTransId="{023C8511-E462-4A14-AB6B-40098869A803}" sibTransId="{9D03F8A2-1D3F-4CAA-96DB-DFBB2C6B51E6}"/>
    <dgm:cxn modelId="{E4C240D8-642F-45BF-AD4B-0C6E63AFF98D}" srcId="{73D1FC9F-10CA-4E7C-82BE-9F1AD0A17633}" destId="{4D9BB0D3-650F-4E20-9EFB-75A9ED774232}" srcOrd="1" destOrd="0" parTransId="{0BCF5309-64A5-4751-B325-7C44DD295B75}" sibTransId="{4ECAC30E-533B-42DA-BAB8-C4DE8CC36CD4}"/>
    <dgm:cxn modelId="{4A0D0EDA-78DA-4531-A160-028A2418E0A7}" type="presOf" srcId="{AA2F86EF-7490-4341-A626-2088D9DE37AB}" destId="{EADDB569-D3A9-4923-A370-AC6D653D0CD2}" srcOrd="0" destOrd="0" presId="urn:microsoft.com/office/officeart/2005/8/layout/hList2"/>
    <dgm:cxn modelId="{D689D7FF-0EBE-4E32-AB2B-4C1A7A891053}" type="presOf" srcId="{D22D1F86-4788-489B-B278-C222C60137A4}" destId="{622BF909-099C-4EF6-9D8C-FAFE0AC46A48}" srcOrd="0" destOrd="0" presId="urn:microsoft.com/office/officeart/2005/8/layout/hList2"/>
    <dgm:cxn modelId="{4150987C-8358-4952-9CDF-0AB47AF76C6B}" type="presParOf" srcId="{9B4F76F3-7B34-49B7-8033-8F5DB5B78B4F}" destId="{1673EA85-C5F0-43C3-9280-E80C7CCF5B15}" srcOrd="0" destOrd="0" presId="urn:microsoft.com/office/officeart/2005/8/layout/hList2"/>
    <dgm:cxn modelId="{427CDCFA-2F6A-43B7-8A25-E6091CB1B1E9}" type="presParOf" srcId="{1673EA85-C5F0-43C3-9280-E80C7CCF5B15}" destId="{FFCAFEA1-F375-4898-B6A4-4452EE6ED3AF}" srcOrd="0" destOrd="0" presId="urn:microsoft.com/office/officeart/2005/8/layout/hList2"/>
    <dgm:cxn modelId="{2896BC19-ACB9-4ACD-8FF8-74C7B0C9936C}" type="presParOf" srcId="{1673EA85-C5F0-43C3-9280-E80C7CCF5B15}" destId="{F449106A-A053-47C7-956B-975DA5A9DCD6}" srcOrd="1" destOrd="0" presId="urn:microsoft.com/office/officeart/2005/8/layout/hList2"/>
    <dgm:cxn modelId="{5B29F6D6-2E37-4A9E-8B30-21F104ECD1EB}" type="presParOf" srcId="{1673EA85-C5F0-43C3-9280-E80C7CCF5B15}" destId="{EADDB569-D3A9-4923-A370-AC6D653D0CD2}" srcOrd="2" destOrd="0" presId="urn:microsoft.com/office/officeart/2005/8/layout/hList2"/>
    <dgm:cxn modelId="{098F3687-ECB9-40DE-A7F6-417D4E4D75F0}" type="presParOf" srcId="{9B4F76F3-7B34-49B7-8033-8F5DB5B78B4F}" destId="{071F9E4A-2B73-4D24-BE3B-D10FA9A8A914}" srcOrd="1" destOrd="0" presId="urn:microsoft.com/office/officeart/2005/8/layout/hList2"/>
    <dgm:cxn modelId="{ADBD747B-EED0-4412-85AF-53679CDC9E95}" type="presParOf" srcId="{9B4F76F3-7B34-49B7-8033-8F5DB5B78B4F}" destId="{8249E446-752F-4DCF-955F-09AE543B9F72}" srcOrd="2" destOrd="0" presId="urn:microsoft.com/office/officeart/2005/8/layout/hList2"/>
    <dgm:cxn modelId="{1A238464-C8CD-46C0-8BF4-00AE7C513963}" type="presParOf" srcId="{8249E446-752F-4DCF-955F-09AE543B9F72}" destId="{327DF0E5-5E22-4DB4-A42C-C7EACED5EA0A}" srcOrd="0" destOrd="0" presId="urn:microsoft.com/office/officeart/2005/8/layout/hList2"/>
    <dgm:cxn modelId="{7B310F07-5999-43B9-9E96-72D37C0E5C8E}" type="presParOf" srcId="{8249E446-752F-4DCF-955F-09AE543B9F72}" destId="{C4E73AEC-AC16-49A5-87DB-84349114A003}" srcOrd="1" destOrd="0" presId="urn:microsoft.com/office/officeart/2005/8/layout/hList2"/>
    <dgm:cxn modelId="{FC80818B-3A32-45CB-8AF9-4D695E8033FC}" type="presParOf" srcId="{8249E446-752F-4DCF-955F-09AE543B9F72}" destId="{D6D80911-8910-499B-BCA8-62C77DA1EA90}" srcOrd="2" destOrd="0" presId="urn:microsoft.com/office/officeart/2005/8/layout/hList2"/>
    <dgm:cxn modelId="{56C50922-BC66-40C1-A91D-CC911A1E976D}" type="presParOf" srcId="{9B4F76F3-7B34-49B7-8033-8F5DB5B78B4F}" destId="{18111C1C-FD35-4D3E-9132-3BF0B6DD55A5}" srcOrd="3" destOrd="0" presId="urn:microsoft.com/office/officeart/2005/8/layout/hList2"/>
    <dgm:cxn modelId="{2D21075C-5355-4380-8530-30C4ADFBD1BF}" type="presParOf" srcId="{9B4F76F3-7B34-49B7-8033-8F5DB5B78B4F}" destId="{B2CA5767-F56F-464E-878B-FFC68A406930}" srcOrd="4" destOrd="0" presId="urn:microsoft.com/office/officeart/2005/8/layout/hList2"/>
    <dgm:cxn modelId="{70BC89DF-3A6E-462F-8886-DF935A35B338}" type="presParOf" srcId="{B2CA5767-F56F-464E-878B-FFC68A406930}" destId="{000C977E-8226-4318-9F4C-A8FFE3864F00}" srcOrd="0" destOrd="0" presId="urn:microsoft.com/office/officeart/2005/8/layout/hList2"/>
    <dgm:cxn modelId="{78AA324D-0DE2-44BA-B5E0-4F2A74513B1B}" type="presParOf" srcId="{B2CA5767-F56F-464E-878B-FFC68A406930}" destId="{5D9B209D-0E52-4D8D-94C4-FECB89BEDCA9}" srcOrd="1" destOrd="0" presId="urn:microsoft.com/office/officeart/2005/8/layout/hList2"/>
    <dgm:cxn modelId="{B4DD3169-F7D0-444E-9C48-3E7797697914}" type="presParOf" srcId="{B2CA5767-F56F-464E-878B-FFC68A406930}" destId="{622BF909-099C-4EF6-9D8C-FAFE0AC46A48}" srcOrd="2" destOrd="0" presId="urn:microsoft.com/office/officeart/2005/8/layout/hList2"/>
    <dgm:cxn modelId="{C21C8642-BCEC-4766-B36C-2E211F0C03CA}" type="presParOf" srcId="{9B4F76F3-7B34-49B7-8033-8F5DB5B78B4F}" destId="{0C8E8E7B-44E4-4E36-8B0A-A2B0804E1893}" srcOrd="5" destOrd="0" presId="urn:microsoft.com/office/officeart/2005/8/layout/hList2"/>
    <dgm:cxn modelId="{537FBA9B-2454-4211-95FC-D92952C95FDF}" type="presParOf" srcId="{9B4F76F3-7B34-49B7-8033-8F5DB5B78B4F}" destId="{CC0E6180-FB78-42F6-ABA6-3E8710707F09}" srcOrd="6" destOrd="0" presId="urn:microsoft.com/office/officeart/2005/8/layout/hList2"/>
    <dgm:cxn modelId="{E69CEB94-3D16-4E11-8D41-136774B3550E}" type="presParOf" srcId="{CC0E6180-FB78-42F6-ABA6-3E8710707F09}" destId="{A5A2A01A-B016-4993-A894-313D5FC6D0D7}" srcOrd="0" destOrd="0" presId="urn:microsoft.com/office/officeart/2005/8/layout/hList2"/>
    <dgm:cxn modelId="{619DEA66-E6DB-42C0-8D20-44107CE00A77}" type="presParOf" srcId="{CC0E6180-FB78-42F6-ABA6-3E8710707F09}" destId="{5276E8B5-2BA2-4F28-9496-0B152480E8A3}" srcOrd="1" destOrd="0" presId="urn:microsoft.com/office/officeart/2005/8/layout/hList2"/>
    <dgm:cxn modelId="{F200C10D-1FD3-455B-97D7-5186C84787D7}" type="presParOf" srcId="{CC0E6180-FB78-42F6-ABA6-3E8710707F09}" destId="{853A7AA7-3F59-488B-A090-C840D55A0479}" srcOrd="2" destOrd="0" presId="urn:microsoft.com/office/officeart/2005/8/layout/hList2"/>
    <dgm:cxn modelId="{0F582601-FCA5-41AA-9922-52EE38414EB5}" type="presParOf" srcId="{9B4F76F3-7B34-49B7-8033-8F5DB5B78B4F}" destId="{CC331139-281C-4C85-98E0-C160059892D0}" srcOrd="7" destOrd="0" presId="urn:microsoft.com/office/officeart/2005/8/layout/hList2"/>
    <dgm:cxn modelId="{F50CF64D-1B16-4D8C-947B-EBEED46A719A}" type="presParOf" srcId="{9B4F76F3-7B34-49B7-8033-8F5DB5B78B4F}" destId="{1EC4F537-93B0-47F7-BA80-DDB2AB90F2F0}" srcOrd="8" destOrd="0" presId="urn:microsoft.com/office/officeart/2005/8/layout/hList2"/>
    <dgm:cxn modelId="{59B4CE29-0C0C-43A8-86E8-B20C421E3DF0}" type="presParOf" srcId="{1EC4F537-93B0-47F7-BA80-DDB2AB90F2F0}" destId="{E78266D3-3872-458F-AB03-D8A1656062C9}" srcOrd="0" destOrd="0" presId="urn:microsoft.com/office/officeart/2005/8/layout/hList2"/>
    <dgm:cxn modelId="{611789A8-DE10-4F8C-8502-58AF03E6D1E2}" type="presParOf" srcId="{1EC4F537-93B0-47F7-BA80-DDB2AB90F2F0}" destId="{3FCAC340-9220-46BD-BF24-9E2603E24A55}" srcOrd="1" destOrd="0" presId="urn:microsoft.com/office/officeart/2005/8/layout/hList2"/>
    <dgm:cxn modelId="{98CAD445-B829-4B45-9C6C-D25CDE00E5B0}" type="presParOf" srcId="{1EC4F537-93B0-47F7-BA80-DDB2AB90F2F0}" destId="{4206CED1-1707-4D09-85E7-6EA3EDAB20BB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1D66BC2-4112-494F-B372-D605188DEA29}" type="doc">
      <dgm:prSet loTypeId="urn:microsoft.com/office/officeart/2005/8/layout/bList2" qsTypeId="urn:microsoft.com/office/officeart/2005/8/quickstyle/simple2" csTypeId="urn:microsoft.com/office/officeart/2005/8/colors/accent1_2"/>
      <dgm:spPr/>
    </dgm:pt>
    <dgm:pt modelId="{D3C5C5E4-D5DC-47CD-8250-FBB0E13964A0}">
      <dgm:prSet/>
      <dgm:spPr/>
      <dgm:t>
        <a:bodyPr/>
        <a:lstStyle/>
        <a:p>
          <a:r>
            <a:t>Customer insight</a:t>
          </a:r>
        </a:p>
      </dgm:t>
    </dgm:pt>
    <dgm:pt modelId="{A96DBF6D-9C9E-4617-BD42-7148B2266117}" type="parTrans" cxnId="{223C707F-E93C-4178-BB9D-1361D30A343D}">
      <dgm:prSet/>
      <dgm:spPr/>
      <dgm:t>
        <a:bodyPr/>
        <a:lstStyle/>
        <a:p>
          <a:endParaRPr/>
        </a:p>
      </dgm:t>
    </dgm:pt>
    <dgm:pt modelId="{BCE2FFC3-0B89-446C-8FDE-296AB97B218A}" type="sibTrans" cxnId="{223C707F-E93C-4178-BB9D-1361D30A343D}">
      <dgm:prSet/>
      <dgm:spPr/>
      <dgm:t>
        <a:bodyPr/>
        <a:lstStyle/>
        <a:p>
          <a:endParaRPr/>
        </a:p>
      </dgm:t>
    </dgm:pt>
    <dgm:pt modelId="{D2078161-2B29-4F61-9EF8-36B3601DB7FC}">
      <dgm:prSet/>
      <dgm:spPr/>
      <dgm:t>
        <a:bodyPr/>
        <a:lstStyle/>
        <a:p>
          <a:r>
            <a:t>Product concept</a:t>
          </a:r>
        </a:p>
      </dgm:t>
    </dgm:pt>
    <dgm:pt modelId="{E97285CC-0467-430A-AD17-2A3BA120684F}" type="parTrans" cxnId="{7070A656-EAB6-4356-B306-680AB604D615}">
      <dgm:prSet/>
      <dgm:spPr/>
      <dgm:t>
        <a:bodyPr/>
        <a:lstStyle/>
        <a:p>
          <a:endParaRPr/>
        </a:p>
      </dgm:t>
    </dgm:pt>
    <dgm:pt modelId="{34BE7CA7-8B9A-4D21-9EF8-FC937487E99D}" type="sibTrans" cxnId="{7070A656-EAB6-4356-B306-680AB604D615}">
      <dgm:prSet/>
      <dgm:spPr/>
      <dgm:t>
        <a:bodyPr/>
        <a:lstStyle/>
        <a:p>
          <a:endParaRPr/>
        </a:p>
      </dgm:t>
    </dgm:pt>
    <dgm:pt modelId="{BE2455ED-6710-4B51-9079-1025637FB6B1}">
      <dgm:prSet/>
      <dgm:spPr/>
      <dgm:t>
        <a:bodyPr/>
        <a:lstStyle/>
        <a:p>
          <a:r>
            <a:t>Prototype</a:t>
          </a:r>
        </a:p>
      </dgm:t>
    </dgm:pt>
    <dgm:pt modelId="{BA9D9E1B-4CC3-4DE3-8991-4B67637CA85B}" type="parTrans" cxnId="{A974D9E5-B068-463C-8AC2-6102241A6C14}">
      <dgm:prSet/>
      <dgm:spPr/>
      <dgm:t>
        <a:bodyPr/>
        <a:lstStyle/>
        <a:p>
          <a:endParaRPr/>
        </a:p>
      </dgm:t>
    </dgm:pt>
    <dgm:pt modelId="{E6CFF23E-FA02-4631-957E-FF0A56E06F48}" type="sibTrans" cxnId="{A974D9E5-B068-463C-8AC2-6102241A6C14}">
      <dgm:prSet/>
      <dgm:spPr/>
      <dgm:t>
        <a:bodyPr/>
        <a:lstStyle/>
        <a:p>
          <a:endParaRPr/>
        </a:p>
      </dgm:t>
    </dgm:pt>
    <dgm:pt modelId="{460B9352-3304-4E5A-9546-6A4A1E4CD776}">
      <dgm:prSet/>
      <dgm:spPr/>
      <dgm:t>
        <a:bodyPr/>
        <a:lstStyle/>
        <a:p>
          <a:r>
            <a:t>Feedback</a:t>
          </a:r>
        </a:p>
      </dgm:t>
    </dgm:pt>
    <dgm:pt modelId="{54DA474C-AA0B-4291-94E2-9190038A2DFE}" type="parTrans" cxnId="{5495AE6D-38E5-4ED9-B0A2-B54ED2AAA481}">
      <dgm:prSet/>
      <dgm:spPr/>
      <dgm:t>
        <a:bodyPr/>
        <a:lstStyle/>
        <a:p>
          <a:endParaRPr/>
        </a:p>
      </dgm:t>
    </dgm:pt>
    <dgm:pt modelId="{0E5C8416-F00A-413C-9417-0A72F8B19269}" type="sibTrans" cxnId="{5495AE6D-38E5-4ED9-B0A2-B54ED2AAA481}">
      <dgm:prSet/>
      <dgm:spPr/>
      <dgm:t>
        <a:bodyPr/>
        <a:lstStyle/>
        <a:p>
          <a:endParaRPr/>
        </a:p>
      </dgm:t>
    </dgm:pt>
    <dgm:pt modelId="{4395ABC1-0019-49B8-BAB2-56841E31EDCE}">
      <dgm:prSet/>
      <dgm:spPr/>
      <dgm:t>
        <a:bodyPr/>
        <a:lstStyle/>
        <a:p>
          <a:r>
            <a:t>Next step</a:t>
          </a:r>
        </a:p>
      </dgm:t>
    </dgm:pt>
    <dgm:pt modelId="{688EE467-385F-4C2F-8717-D3270662863E}" type="parTrans" cxnId="{AA81A1AB-4EFE-4957-BE43-7DF358675E9A}">
      <dgm:prSet/>
      <dgm:spPr/>
      <dgm:t>
        <a:bodyPr/>
        <a:lstStyle/>
        <a:p>
          <a:endParaRPr/>
        </a:p>
      </dgm:t>
    </dgm:pt>
    <dgm:pt modelId="{0B615BA9-2BA4-4647-AE06-FF9757DA358E}" type="sibTrans" cxnId="{AA81A1AB-4EFE-4957-BE43-7DF358675E9A}">
      <dgm:prSet/>
      <dgm:spPr/>
      <dgm:t>
        <a:bodyPr/>
        <a:lstStyle/>
        <a:p>
          <a:endParaRPr/>
        </a:p>
      </dgm:t>
    </dgm:pt>
    <dgm:pt modelId="{84D35684-F523-A24A-B8E8-5365D48C9A76}" type="pres">
      <dgm:prSet presAssocID="{61D66BC2-4112-494F-B372-D605188DEA29}" presName="diagram" presStyleCnt="0">
        <dgm:presLayoutVars>
          <dgm:dir/>
          <dgm:animLvl val="lvl"/>
          <dgm:resizeHandles val="exact"/>
        </dgm:presLayoutVars>
      </dgm:prSet>
      <dgm:spPr/>
    </dgm:pt>
    <dgm:pt modelId="{99901DD7-5D2E-034B-BB37-B8A6960C19F6}" type="pres">
      <dgm:prSet presAssocID="{D3C5C5E4-D5DC-47CD-8250-FBB0E13964A0}" presName="compNode" presStyleCnt="0"/>
      <dgm:spPr/>
    </dgm:pt>
    <dgm:pt modelId="{9CACA768-A510-664C-9AE0-BD64AFEBCE24}" type="pres">
      <dgm:prSet presAssocID="{D3C5C5E4-D5DC-47CD-8250-FBB0E13964A0}" presName="childRect" presStyleLbl="bgAcc1" presStyleIdx="0" presStyleCnt="5">
        <dgm:presLayoutVars>
          <dgm:bulletEnabled val="1"/>
        </dgm:presLayoutVars>
      </dgm:prSet>
      <dgm:spPr/>
    </dgm:pt>
    <dgm:pt modelId="{D4B56BCE-AFB6-9C4A-B1D9-EA300F287FAE}" type="pres">
      <dgm:prSet presAssocID="{D3C5C5E4-D5DC-47CD-8250-FBB0E13964A0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88A161E9-F9C9-8641-906D-D8ED28DA150D}" type="pres">
      <dgm:prSet presAssocID="{D3C5C5E4-D5DC-47CD-8250-FBB0E13964A0}" presName="parentRect" presStyleLbl="alignNode1" presStyleIdx="0" presStyleCnt="5"/>
      <dgm:spPr/>
    </dgm:pt>
    <dgm:pt modelId="{068C8928-959D-C94D-826B-EB5C68835621}" type="pres">
      <dgm:prSet presAssocID="{D3C5C5E4-D5DC-47CD-8250-FBB0E13964A0}" presName="adorn" presStyleLbl="fgAccFollowNode1" presStyleIdx="0" presStyleCnt="5"/>
      <dgm:spPr/>
    </dgm:pt>
    <dgm:pt modelId="{B844E4B5-89B4-3144-A88E-7FE3DFB9B86A}" type="pres">
      <dgm:prSet presAssocID="{BCE2FFC3-0B89-446C-8FDE-296AB97B218A}" presName="sibTrans" presStyleLbl="sibTrans2D1" presStyleIdx="0" presStyleCnt="0"/>
      <dgm:spPr/>
    </dgm:pt>
    <dgm:pt modelId="{CD0B74B8-01C1-4546-A597-63AD8701BCB3}" type="pres">
      <dgm:prSet presAssocID="{D2078161-2B29-4F61-9EF8-36B3601DB7FC}" presName="compNode" presStyleCnt="0"/>
      <dgm:spPr/>
    </dgm:pt>
    <dgm:pt modelId="{77CE84A6-8CA3-094F-8DB8-8F19FCD1D0EC}" type="pres">
      <dgm:prSet presAssocID="{D2078161-2B29-4F61-9EF8-36B3601DB7FC}" presName="childRect" presStyleLbl="bgAcc1" presStyleIdx="1" presStyleCnt="5">
        <dgm:presLayoutVars>
          <dgm:bulletEnabled val="1"/>
        </dgm:presLayoutVars>
      </dgm:prSet>
      <dgm:spPr/>
    </dgm:pt>
    <dgm:pt modelId="{EF186F51-B822-3543-9CCA-DDB9D3C43C19}" type="pres">
      <dgm:prSet presAssocID="{D2078161-2B29-4F61-9EF8-36B3601DB7FC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84F88593-9DE0-F64E-88EC-7394581A1E59}" type="pres">
      <dgm:prSet presAssocID="{D2078161-2B29-4F61-9EF8-36B3601DB7FC}" presName="parentRect" presStyleLbl="alignNode1" presStyleIdx="1" presStyleCnt="5"/>
      <dgm:spPr/>
    </dgm:pt>
    <dgm:pt modelId="{9CA9C1B9-CAFA-7E4A-9BB2-7A7D8EB333A3}" type="pres">
      <dgm:prSet presAssocID="{D2078161-2B29-4F61-9EF8-36B3601DB7FC}" presName="adorn" presStyleLbl="fgAccFollowNode1" presStyleIdx="1" presStyleCnt="5"/>
      <dgm:spPr/>
    </dgm:pt>
    <dgm:pt modelId="{6DBEADBD-81A2-BE46-97D0-B93C4B82A997}" type="pres">
      <dgm:prSet presAssocID="{34BE7CA7-8B9A-4D21-9EF8-FC937487E99D}" presName="sibTrans" presStyleLbl="sibTrans2D1" presStyleIdx="0" presStyleCnt="0"/>
      <dgm:spPr/>
    </dgm:pt>
    <dgm:pt modelId="{9CE25052-B845-4D45-9759-C360AED6D778}" type="pres">
      <dgm:prSet presAssocID="{BE2455ED-6710-4B51-9079-1025637FB6B1}" presName="compNode" presStyleCnt="0"/>
      <dgm:spPr/>
    </dgm:pt>
    <dgm:pt modelId="{811A2C4B-CB65-7442-B13A-39FA339D7F3C}" type="pres">
      <dgm:prSet presAssocID="{BE2455ED-6710-4B51-9079-1025637FB6B1}" presName="childRect" presStyleLbl="bgAcc1" presStyleIdx="2" presStyleCnt="5">
        <dgm:presLayoutVars>
          <dgm:bulletEnabled val="1"/>
        </dgm:presLayoutVars>
      </dgm:prSet>
      <dgm:spPr/>
    </dgm:pt>
    <dgm:pt modelId="{A927DDA0-0FAC-8542-8A4D-C83692F85863}" type="pres">
      <dgm:prSet presAssocID="{BE2455ED-6710-4B51-9079-1025637FB6B1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984138F3-557A-0240-AB18-D10FBB28B05F}" type="pres">
      <dgm:prSet presAssocID="{BE2455ED-6710-4B51-9079-1025637FB6B1}" presName="parentRect" presStyleLbl="alignNode1" presStyleIdx="2" presStyleCnt="5"/>
      <dgm:spPr/>
    </dgm:pt>
    <dgm:pt modelId="{6F387594-4B89-FC40-BC34-EC4A9827CCAE}" type="pres">
      <dgm:prSet presAssocID="{BE2455ED-6710-4B51-9079-1025637FB6B1}" presName="adorn" presStyleLbl="fgAccFollowNode1" presStyleIdx="2" presStyleCnt="5"/>
      <dgm:spPr/>
    </dgm:pt>
    <dgm:pt modelId="{0F204B24-0790-F749-A527-F8D065C326C6}" type="pres">
      <dgm:prSet presAssocID="{E6CFF23E-FA02-4631-957E-FF0A56E06F48}" presName="sibTrans" presStyleLbl="sibTrans2D1" presStyleIdx="0" presStyleCnt="0"/>
      <dgm:spPr/>
    </dgm:pt>
    <dgm:pt modelId="{E9DDD1BB-6A93-0349-9166-7D463DFC62EB}" type="pres">
      <dgm:prSet presAssocID="{460B9352-3304-4E5A-9546-6A4A1E4CD776}" presName="compNode" presStyleCnt="0"/>
      <dgm:spPr/>
    </dgm:pt>
    <dgm:pt modelId="{87B2BE32-F179-5D4C-8A44-3EB8F701D4DA}" type="pres">
      <dgm:prSet presAssocID="{460B9352-3304-4E5A-9546-6A4A1E4CD776}" presName="childRect" presStyleLbl="bgAcc1" presStyleIdx="3" presStyleCnt="5">
        <dgm:presLayoutVars>
          <dgm:bulletEnabled val="1"/>
        </dgm:presLayoutVars>
      </dgm:prSet>
      <dgm:spPr/>
    </dgm:pt>
    <dgm:pt modelId="{8E7836F7-CC0E-9F4D-845F-4ABD1AF40466}" type="pres">
      <dgm:prSet presAssocID="{460B9352-3304-4E5A-9546-6A4A1E4CD776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9742357A-EB4E-F340-B6B8-CE30986FB3D2}" type="pres">
      <dgm:prSet presAssocID="{460B9352-3304-4E5A-9546-6A4A1E4CD776}" presName="parentRect" presStyleLbl="alignNode1" presStyleIdx="3" presStyleCnt="5"/>
      <dgm:spPr/>
    </dgm:pt>
    <dgm:pt modelId="{14F5A279-2FE9-004F-830C-1E8A564B05DD}" type="pres">
      <dgm:prSet presAssocID="{460B9352-3304-4E5A-9546-6A4A1E4CD776}" presName="adorn" presStyleLbl="fgAccFollowNode1" presStyleIdx="3" presStyleCnt="5"/>
      <dgm:spPr/>
    </dgm:pt>
    <dgm:pt modelId="{147E4F9E-CD85-314A-BC3E-CCC19855738F}" type="pres">
      <dgm:prSet presAssocID="{0E5C8416-F00A-413C-9417-0A72F8B19269}" presName="sibTrans" presStyleLbl="sibTrans2D1" presStyleIdx="0" presStyleCnt="0"/>
      <dgm:spPr/>
    </dgm:pt>
    <dgm:pt modelId="{D11A85D8-093A-E24C-8989-9A1B5395030C}" type="pres">
      <dgm:prSet presAssocID="{4395ABC1-0019-49B8-BAB2-56841E31EDCE}" presName="compNode" presStyleCnt="0"/>
      <dgm:spPr/>
    </dgm:pt>
    <dgm:pt modelId="{2BFB81C7-D3C1-A64B-A5E3-9968C456B8B9}" type="pres">
      <dgm:prSet presAssocID="{4395ABC1-0019-49B8-BAB2-56841E31EDCE}" presName="childRect" presStyleLbl="bgAcc1" presStyleIdx="4" presStyleCnt="5">
        <dgm:presLayoutVars>
          <dgm:bulletEnabled val="1"/>
        </dgm:presLayoutVars>
      </dgm:prSet>
      <dgm:spPr/>
    </dgm:pt>
    <dgm:pt modelId="{B722552E-9689-1A4B-A83F-65C5876F2299}" type="pres">
      <dgm:prSet presAssocID="{4395ABC1-0019-49B8-BAB2-56841E31EDCE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179034A5-D8CD-5B48-872C-A8B17BC73BBC}" type="pres">
      <dgm:prSet presAssocID="{4395ABC1-0019-49B8-BAB2-56841E31EDCE}" presName="parentRect" presStyleLbl="alignNode1" presStyleIdx="4" presStyleCnt="5"/>
      <dgm:spPr/>
    </dgm:pt>
    <dgm:pt modelId="{FAF82581-F789-F149-90CB-82F5662323F2}" type="pres">
      <dgm:prSet presAssocID="{4395ABC1-0019-49B8-BAB2-56841E31EDCE}" presName="adorn" presStyleLbl="fgAccFollowNode1" presStyleIdx="4" presStyleCnt="5"/>
      <dgm:spPr/>
    </dgm:pt>
  </dgm:ptLst>
  <dgm:cxnLst>
    <dgm:cxn modelId="{562D1E04-77FA-8A4D-9D0A-4F0F9377951D}" type="presOf" srcId="{4395ABC1-0019-49B8-BAB2-56841E31EDCE}" destId="{179034A5-D8CD-5B48-872C-A8B17BC73BBC}" srcOrd="1" destOrd="0" presId="urn:microsoft.com/office/officeart/2005/8/layout/bList2"/>
    <dgm:cxn modelId="{09AD4004-D408-554B-A4C1-A8D7556FA4B6}" type="presOf" srcId="{BE2455ED-6710-4B51-9079-1025637FB6B1}" destId="{A927DDA0-0FAC-8542-8A4D-C83692F85863}" srcOrd="0" destOrd="0" presId="urn:microsoft.com/office/officeart/2005/8/layout/bList2"/>
    <dgm:cxn modelId="{5640000A-FBC8-6546-85F9-35ECFE066AC9}" type="presOf" srcId="{E6CFF23E-FA02-4631-957E-FF0A56E06F48}" destId="{0F204B24-0790-F749-A527-F8D065C326C6}" srcOrd="0" destOrd="0" presId="urn:microsoft.com/office/officeart/2005/8/layout/bList2"/>
    <dgm:cxn modelId="{8D161C1A-468F-C646-A311-068D7980F8FB}" type="presOf" srcId="{0E5C8416-F00A-413C-9417-0A72F8B19269}" destId="{147E4F9E-CD85-314A-BC3E-CCC19855738F}" srcOrd="0" destOrd="0" presId="urn:microsoft.com/office/officeart/2005/8/layout/bList2"/>
    <dgm:cxn modelId="{9531CE27-836A-1342-B49D-434410931ECE}" type="presOf" srcId="{BCE2FFC3-0B89-446C-8FDE-296AB97B218A}" destId="{B844E4B5-89B4-3144-A88E-7FE3DFB9B86A}" srcOrd="0" destOrd="0" presId="urn:microsoft.com/office/officeart/2005/8/layout/bList2"/>
    <dgm:cxn modelId="{AACD7D39-ECF6-914E-912B-1CC315B58465}" type="presOf" srcId="{D2078161-2B29-4F61-9EF8-36B3601DB7FC}" destId="{84F88593-9DE0-F64E-88EC-7394581A1E59}" srcOrd="1" destOrd="0" presId="urn:microsoft.com/office/officeart/2005/8/layout/bList2"/>
    <dgm:cxn modelId="{7070A656-EAB6-4356-B306-680AB604D615}" srcId="{61D66BC2-4112-494F-B372-D605188DEA29}" destId="{D2078161-2B29-4F61-9EF8-36B3601DB7FC}" srcOrd="1" destOrd="0" parTransId="{E97285CC-0467-430A-AD17-2A3BA120684F}" sibTransId="{34BE7CA7-8B9A-4D21-9EF8-FC937487E99D}"/>
    <dgm:cxn modelId="{5495AE6D-38E5-4ED9-B0A2-B54ED2AAA481}" srcId="{61D66BC2-4112-494F-B372-D605188DEA29}" destId="{460B9352-3304-4E5A-9546-6A4A1E4CD776}" srcOrd="3" destOrd="0" parTransId="{54DA474C-AA0B-4291-94E2-9190038A2DFE}" sibTransId="{0E5C8416-F00A-413C-9417-0A72F8B19269}"/>
    <dgm:cxn modelId="{1F4B4B77-69E3-C640-8507-F31B146818B2}" type="presOf" srcId="{460B9352-3304-4E5A-9546-6A4A1E4CD776}" destId="{8E7836F7-CC0E-9F4D-845F-4ABD1AF40466}" srcOrd="0" destOrd="0" presId="urn:microsoft.com/office/officeart/2005/8/layout/bList2"/>
    <dgm:cxn modelId="{223C707F-E93C-4178-BB9D-1361D30A343D}" srcId="{61D66BC2-4112-494F-B372-D605188DEA29}" destId="{D3C5C5E4-D5DC-47CD-8250-FBB0E13964A0}" srcOrd="0" destOrd="0" parTransId="{A96DBF6D-9C9E-4617-BD42-7148B2266117}" sibTransId="{BCE2FFC3-0B89-446C-8FDE-296AB97B218A}"/>
    <dgm:cxn modelId="{59098F92-8B12-D04A-9B49-A52B8006E70A}" type="presOf" srcId="{460B9352-3304-4E5A-9546-6A4A1E4CD776}" destId="{9742357A-EB4E-F340-B6B8-CE30986FB3D2}" srcOrd="1" destOrd="0" presId="urn:microsoft.com/office/officeart/2005/8/layout/bList2"/>
    <dgm:cxn modelId="{CF851C95-1B07-7F4F-B69C-EC395010326F}" type="presOf" srcId="{BE2455ED-6710-4B51-9079-1025637FB6B1}" destId="{984138F3-557A-0240-AB18-D10FBB28B05F}" srcOrd="1" destOrd="0" presId="urn:microsoft.com/office/officeart/2005/8/layout/bList2"/>
    <dgm:cxn modelId="{B38BD899-9FEB-ED42-ACBD-EC447DA5777F}" type="presOf" srcId="{34BE7CA7-8B9A-4D21-9EF8-FC937487E99D}" destId="{6DBEADBD-81A2-BE46-97D0-B93C4B82A997}" srcOrd="0" destOrd="0" presId="urn:microsoft.com/office/officeart/2005/8/layout/bList2"/>
    <dgm:cxn modelId="{A59259AA-63B7-704D-9D19-5BE5AEB5E561}" type="presOf" srcId="{D3C5C5E4-D5DC-47CD-8250-FBB0E13964A0}" destId="{88A161E9-F9C9-8641-906D-D8ED28DA150D}" srcOrd="1" destOrd="0" presId="urn:microsoft.com/office/officeart/2005/8/layout/bList2"/>
    <dgm:cxn modelId="{AAF74BAB-FE41-0D44-848D-29B2D7480DCB}" type="presOf" srcId="{61D66BC2-4112-494F-B372-D605188DEA29}" destId="{84D35684-F523-A24A-B8E8-5365D48C9A76}" srcOrd="0" destOrd="0" presId="urn:microsoft.com/office/officeart/2005/8/layout/bList2"/>
    <dgm:cxn modelId="{AA81A1AB-4EFE-4957-BE43-7DF358675E9A}" srcId="{61D66BC2-4112-494F-B372-D605188DEA29}" destId="{4395ABC1-0019-49B8-BAB2-56841E31EDCE}" srcOrd="4" destOrd="0" parTransId="{688EE467-385F-4C2F-8717-D3270662863E}" sibTransId="{0B615BA9-2BA4-4647-AE06-FF9757DA358E}"/>
    <dgm:cxn modelId="{1DCDB2C8-F507-D94C-972B-E7A23E775B04}" type="presOf" srcId="{4395ABC1-0019-49B8-BAB2-56841E31EDCE}" destId="{B722552E-9689-1A4B-A83F-65C5876F2299}" srcOrd="0" destOrd="0" presId="urn:microsoft.com/office/officeart/2005/8/layout/bList2"/>
    <dgm:cxn modelId="{F0A451CB-29EF-5947-95EE-D8F701A1EF14}" type="presOf" srcId="{D3C5C5E4-D5DC-47CD-8250-FBB0E13964A0}" destId="{D4B56BCE-AFB6-9C4A-B1D9-EA300F287FAE}" srcOrd="0" destOrd="0" presId="urn:microsoft.com/office/officeart/2005/8/layout/bList2"/>
    <dgm:cxn modelId="{A974D9E5-B068-463C-8AC2-6102241A6C14}" srcId="{61D66BC2-4112-494F-B372-D605188DEA29}" destId="{BE2455ED-6710-4B51-9079-1025637FB6B1}" srcOrd="2" destOrd="0" parTransId="{BA9D9E1B-4CC3-4DE3-8991-4B67637CA85B}" sibTransId="{E6CFF23E-FA02-4631-957E-FF0A56E06F48}"/>
    <dgm:cxn modelId="{46DE30FB-222C-D24C-A04C-71DAF1EE9EC6}" type="presOf" srcId="{D2078161-2B29-4F61-9EF8-36B3601DB7FC}" destId="{EF186F51-B822-3543-9CCA-DDB9D3C43C19}" srcOrd="0" destOrd="0" presId="urn:microsoft.com/office/officeart/2005/8/layout/bList2"/>
    <dgm:cxn modelId="{A27F6AE5-0D52-9B44-A351-55C6C0CE8E97}" type="presParOf" srcId="{84D35684-F523-A24A-B8E8-5365D48C9A76}" destId="{99901DD7-5D2E-034B-BB37-B8A6960C19F6}" srcOrd="0" destOrd="0" presId="urn:microsoft.com/office/officeart/2005/8/layout/bList2"/>
    <dgm:cxn modelId="{14570992-D3D6-FF4D-9377-62372FD82903}" type="presParOf" srcId="{99901DD7-5D2E-034B-BB37-B8A6960C19F6}" destId="{9CACA768-A510-664C-9AE0-BD64AFEBCE24}" srcOrd="0" destOrd="0" presId="urn:microsoft.com/office/officeart/2005/8/layout/bList2"/>
    <dgm:cxn modelId="{41698F6C-CE72-0741-9C48-074E685256B5}" type="presParOf" srcId="{99901DD7-5D2E-034B-BB37-B8A6960C19F6}" destId="{D4B56BCE-AFB6-9C4A-B1D9-EA300F287FAE}" srcOrd="1" destOrd="0" presId="urn:microsoft.com/office/officeart/2005/8/layout/bList2"/>
    <dgm:cxn modelId="{9542730E-AE15-7041-AA77-DFBDC2A64880}" type="presParOf" srcId="{99901DD7-5D2E-034B-BB37-B8A6960C19F6}" destId="{88A161E9-F9C9-8641-906D-D8ED28DA150D}" srcOrd="2" destOrd="0" presId="urn:microsoft.com/office/officeart/2005/8/layout/bList2"/>
    <dgm:cxn modelId="{06269233-5B1D-3246-8357-ADA94ED88CE5}" type="presParOf" srcId="{99901DD7-5D2E-034B-BB37-B8A6960C19F6}" destId="{068C8928-959D-C94D-826B-EB5C68835621}" srcOrd="3" destOrd="0" presId="urn:microsoft.com/office/officeart/2005/8/layout/bList2"/>
    <dgm:cxn modelId="{43BC5CD3-625F-C948-B99A-1E4A98D9C652}" type="presParOf" srcId="{84D35684-F523-A24A-B8E8-5365D48C9A76}" destId="{B844E4B5-89B4-3144-A88E-7FE3DFB9B86A}" srcOrd="1" destOrd="0" presId="urn:microsoft.com/office/officeart/2005/8/layout/bList2"/>
    <dgm:cxn modelId="{E39C7129-CBF1-F240-AB82-DB9362622422}" type="presParOf" srcId="{84D35684-F523-A24A-B8E8-5365D48C9A76}" destId="{CD0B74B8-01C1-4546-A597-63AD8701BCB3}" srcOrd="2" destOrd="0" presId="urn:microsoft.com/office/officeart/2005/8/layout/bList2"/>
    <dgm:cxn modelId="{9576AF16-91A7-2D4A-B62D-42E9668F1A6C}" type="presParOf" srcId="{CD0B74B8-01C1-4546-A597-63AD8701BCB3}" destId="{77CE84A6-8CA3-094F-8DB8-8F19FCD1D0EC}" srcOrd="0" destOrd="0" presId="urn:microsoft.com/office/officeart/2005/8/layout/bList2"/>
    <dgm:cxn modelId="{513ABD5A-4D2C-CA46-A9F5-FFA6A7F33B79}" type="presParOf" srcId="{CD0B74B8-01C1-4546-A597-63AD8701BCB3}" destId="{EF186F51-B822-3543-9CCA-DDB9D3C43C19}" srcOrd="1" destOrd="0" presId="urn:microsoft.com/office/officeart/2005/8/layout/bList2"/>
    <dgm:cxn modelId="{BEFC7A94-1491-3A4A-9DA1-04E5DF1557F0}" type="presParOf" srcId="{CD0B74B8-01C1-4546-A597-63AD8701BCB3}" destId="{84F88593-9DE0-F64E-88EC-7394581A1E59}" srcOrd="2" destOrd="0" presId="urn:microsoft.com/office/officeart/2005/8/layout/bList2"/>
    <dgm:cxn modelId="{527781E2-3689-5E46-8AAE-352C92BF2EE8}" type="presParOf" srcId="{CD0B74B8-01C1-4546-A597-63AD8701BCB3}" destId="{9CA9C1B9-CAFA-7E4A-9BB2-7A7D8EB333A3}" srcOrd="3" destOrd="0" presId="urn:microsoft.com/office/officeart/2005/8/layout/bList2"/>
    <dgm:cxn modelId="{7F749076-9049-FF42-9B9A-72200361A89B}" type="presParOf" srcId="{84D35684-F523-A24A-B8E8-5365D48C9A76}" destId="{6DBEADBD-81A2-BE46-97D0-B93C4B82A997}" srcOrd="3" destOrd="0" presId="urn:microsoft.com/office/officeart/2005/8/layout/bList2"/>
    <dgm:cxn modelId="{9917D0A4-E294-AA4B-81F9-4F5A563A4184}" type="presParOf" srcId="{84D35684-F523-A24A-B8E8-5365D48C9A76}" destId="{9CE25052-B845-4D45-9759-C360AED6D778}" srcOrd="4" destOrd="0" presId="urn:microsoft.com/office/officeart/2005/8/layout/bList2"/>
    <dgm:cxn modelId="{725911EF-C3F8-E642-8256-6F331E775B5E}" type="presParOf" srcId="{9CE25052-B845-4D45-9759-C360AED6D778}" destId="{811A2C4B-CB65-7442-B13A-39FA339D7F3C}" srcOrd="0" destOrd="0" presId="urn:microsoft.com/office/officeart/2005/8/layout/bList2"/>
    <dgm:cxn modelId="{70919C07-B40B-3348-81E6-9C3221936EF9}" type="presParOf" srcId="{9CE25052-B845-4D45-9759-C360AED6D778}" destId="{A927DDA0-0FAC-8542-8A4D-C83692F85863}" srcOrd="1" destOrd="0" presId="urn:microsoft.com/office/officeart/2005/8/layout/bList2"/>
    <dgm:cxn modelId="{426266EE-B67C-1645-BD86-ADC1DC8DF99A}" type="presParOf" srcId="{9CE25052-B845-4D45-9759-C360AED6D778}" destId="{984138F3-557A-0240-AB18-D10FBB28B05F}" srcOrd="2" destOrd="0" presId="urn:microsoft.com/office/officeart/2005/8/layout/bList2"/>
    <dgm:cxn modelId="{059BE921-1BF4-E24C-A954-C82686A7EA06}" type="presParOf" srcId="{9CE25052-B845-4D45-9759-C360AED6D778}" destId="{6F387594-4B89-FC40-BC34-EC4A9827CCAE}" srcOrd="3" destOrd="0" presId="urn:microsoft.com/office/officeart/2005/8/layout/bList2"/>
    <dgm:cxn modelId="{139D9F87-D0A6-164C-9584-6AA0BCF75801}" type="presParOf" srcId="{84D35684-F523-A24A-B8E8-5365D48C9A76}" destId="{0F204B24-0790-F749-A527-F8D065C326C6}" srcOrd="5" destOrd="0" presId="urn:microsoft.com/office/officeart/2005/8/layout/bList2"/>
    <dgm:cxn modelId="{8169B29E-23EC-C147-8774-2AEE2294E36B}" type="presParOf" srcId="{84D35684-F523-A24A-B8E8-5365D48C9A76}" destId="{E9DDD1BB-6A93-0349-9166-7D463DFC62EB}" srcOrd="6" destOrd="0" presId="urn:microsoft.com/office/officeart/2005/8/layout/bList2"/>
    <dgm:cxn modelId="{E67A1180-C807-3942-A918-C22257012BB9}" type="presParOf" srcId="{E9DDD1BB-6A93-0349-9166-7D463DFC62EB}" destId="{87B2BE32-F179-5D4C-8A44-3EB8F701D4DA}" srcOrd="0" destOrd="0" presId="urn:microsoft.com/office/officeart/2005/8/layout/bList2"/>
    <dgm:cxn modelId="{7C384245-5168-0547-9536-283B105C4FB2}" type="presParOf" srcId="{E9DDD1BB-6A93-0349-9166-7D463DFC62EB}" destId="{8E7836F7-CC0E-9F4D-845F-4ABD1AF40466}" srcOrd="1" destOrd="0" presId="urn:microsoft.com/office/officeart/2005/8/layout/bList2"/>
    <dgm:cxn modelId="{05A922A6-49DA-104F-86DD-A7DCB48C8560}" type="presParOf" srcId="{E9DDD1BB-6A93-0349-9166-7D463DFC62EB}" destId="{9742357A-EB4E-F340-B6B8-CE30986FB3D2}" srcOrd="2" destOrd="0" presId="urn:microsoft.com/office/officeart/2005/8/layout/bList2"/>
    <dgm:cxn modelId="{651750CB-D880-0D4B-BCB1-5405A2552EED}" type="presParOf" srcId="{E9DDD1BB-6A93-0349-9166-7D463DFC62EB}" destId="{14F5A279-2FE9-004F-830C-1E8A564B05DD}" srcOrd="3" destOrd="0" presId="urn:microsoft.com/office/officeart/2005/8/layout/bList2"/>
    <dgm:cxn modelId="{B64462E1-DB0C-614A-B6D1-B079ADFC5863}" type="presParOf" srcId="{84D35684-F523-A24A-B8E8-5365D48C9A76}" destId="{147E4F9E-CD85-314A-BC3E-CCC19855738F}" srcOrd="7" destOrd="0" presId="urn:microsoft.com/office/officeart/2005/8/layout/bList2"/>
    <dgm:cxn modelId="{B754061A-43F9-1044-9944-BA9F94D09728}" type="presParOf" srcId="{84D35684-F523-A24A-B8E8-5365D48C9A76}" destId="{D11A85D8-093A-E24C-8989-9A1B5395030C}" srcOrd="8" destOrd="0" presId="urn:microsoft.com/office/officeart/2005/8/layout/bList2"/>
    <dgm:cxn modelId="{F6AA5E64-871D-C44F-B994-BF80556F9CB9}" type="presParOf" srcId="{D11A85D8-093A-E24C-8989-9A1B5395030C}" destId="{2BFB81C7-D3C1-A64B-A5E3-9968C456B8B9}" srcOrd="0" destOrd="0" presId="urn:microsoft.com/office/officeart/2005/8/layout/bList2"/>
    <dgm:cxn modelId="{C46F03E3-B76D-3741-A10C-EDC246D78F84}" type="presParOf" srcId="{D11A85D8-093A-E24C-8989-9A1B5395030C}" destId="{B722552E-9689-1A4B-A83F-65C5876F2299}" srcOrd="1" destOrd="0" presId="urn:microsoft.com/office/officeart/2005/8/layout/bList2"/>
    <dgm:cxn modelId="{148CF4EB-C62C-334A-9819-0B47494014CD}" type="presParOf" srcId="{D11A85D8-093A-E24C-8989-9A1B5395030C}" destId="{179034A5-D8CD-5B48-872C-A8B17BC73BBC}" srcOrd="2" destOrd="0" presId="urn:microsoft.com/office/officeart/2005/8/layout/bList2"/>
    <dgm:cxn modelId="{8C86B9A5-9604-5D4F-B8BD-28E903C20DB1}" type="presParOf" srcId="{D11A85D8-093A-E24C-8989-9A1B5395030C}" destId="{FAF82581-F789-F149-90CB-82F5662323F2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C7E3128-1707-4444-8CEE-615F9F1D2570}" type="doc">
      <dgm:prSet loTypeId="urn:microsoft.com/office/officeart/2005/8/layout/hList9" qsTypeId="urn:microsoft.com/office/officeart/2005/8/quickstyle/simple2" csTypeId="urn:microsoft.com/office/officeart/2005/8/colors/accent1_2"/>
      <dgm:spPr/>
    </dgm:pt>
    <dgm:pt modelId="{912024CC-4974-4251-BF48-B8D970D1753C}">
      <dgm:prSet/>
      <dgm:spPr/>
      <dgm:t>
        <a:bodyPr/>
        <a:lstStyle/>
        <a:p>
          <a:r>
            <a:t>Customer insight</a:t>
          </a:r>
        </a:p>
      </dgm:t>
    </dgm:pt>
    <dgm:pt modelId="{5E672E90-8944-48CA-B944-07125FDDD93B}" type="parTrans" cxnId="{6A970519-FFDE-4D0D-9B31-15DEAE91AD6B}">
      <dgm:prSet/>
      <dgm:spPr/>
      <dgm:t>
        <a:bodyPr/>
        <a:lstStyle/>
        <a:p>
          <a:endParaRPr/>
        </a:p>
      </dgm:t>
    </dgm:pt>
    <dgm:pt modelId="{BAA4A01C-29F0-461E-9DDF-C4765A588A3A}" type="sibTrans" cxnId="{6A970519-FFDE-4D0D-9B31-15DEAE91AD6B}">
      <dgm:prSet/>
      <dgm:spPr/>
      <dgm:t>
        <a:bodyPr/>
        <a:lstStyle/>
        <a:p>
          <a:endParaRPr/>
        </a:p>
      </dgm:t>
    </dgm:pt>
    <dgm:pt modelId="{CF16A520-852C-4065-8828-0244A2867F85}">
      <dgm:prSet/>
      <dgm:spPr/>
      <dgm:t>
        <a:bodyPr/>
        <a:lstStyle/>
        <a:p>
          <a:r>
            <a:t>Product concept</a:t>
          </a:r>
        </a:p>
      </dgm:t>
    </dgm:pt>
    <dgm:pt modelId="{379CBCCF-CD2C-4F8A-B4CA-EEBDC37CA7A3}" type="parTrans" cxnId="{943812FE-1A3A-452F-B2DC-33BBC9EFA245}">
      <dgm:prSet/>
      <dgm:spPr/>
      <dgm:t>
        <a:bodyPr/>
        <a:lstStyle/>
        <a:p>
          <a:endParaRPr/>
        </a:p>
      </dgm:t>
    </dgm:pt>
    <dgm:pt modelId="{747D22D5-0E5E-4673-BDF4-049FE7E7C3EC}" type="sibTrans" cxnId="{943812FE-1A3A-452F-B2DC-33BBC9EFA245}">
      <dgm:prSet/>
      <dgm:spPr/>
      <dgm:t>
        <a:bodyPr/>
        <a:lstStyle/>
        <a:p>
          <a:endParaRPr/>
        </a:p>
      </dgm:t>
    </dgm:pt>
    <dgm:pt modelId="{C05D7CC8-5ED3-4F72-9AC4-F2B9A21C912E}">
      <dgm:prSet/>
      <dgm:spPr/>
      <dgm:t>
        <a:bodyPr/>
        <a:lstStyle/>
        <a:p>
          <a:r>
            <a:t>Prototype</a:t>
          </a:r>
        </a:p>
      </dgm:t>
    </dgm:pt>
    <dgm:pt modelId="{1C73E1F3-94CB-44EB-8243-2ADBAE8F75A7}" type="parTrans" cxnId="{ABC8F7A2-2B75-4759-A263-6458FC4AFA90}">
      <dgm:prSet/>
      <dgm:spPr/>
      <dgm:t>
        <a:bodyPr/>
        <a:lstStyle/>
        <a:p>
          <a:endParaRPr/>
        </a:p>
      </dgm:t>
    </dgm:pt>
    <dgm:pt modelId="{180F9BD2-87BC-42F5-AEA9-38A1BF9E5871}" type="sibTrans" cxnId="{ABC8F7A2-2B75-4759-A263-6458FC4AFA90}">
      <dgm:prSet/>
      <dgm:spPr/>
      <dgm:t>
        <a:bodyPr/>
        <a:lstStyle/>
        <a:p>
          <a:endParaRPr/>
        </a:p>
      </dgm:t>
    </dgm:pt>
    <dgm:pt modelId="{B0B1A6BA-CA2B-4C17-BD43-E88C39AA01F3}">
      <dgm:prSet/>
      <dgm:spPr/>
      <dgm:t>
        <a:bodyPr/>
        <a:lstStyle/>
        <a:p>
          <a:r>
            <a:t>Feedback</a:t>
          </a:r>
        </a:p>
      </dgm:t>
    </dgm:pt>
    <dgm:pt modelId="{F11BFAB0-8458-404A-8FF9-674AB6CB3E58}" type="parTrans" cxnId="{3F41B41C-5173-41B0-A3CA-BF130FA618D4}">
      <dgm:prSet/>
      <dgm:spPr/>
      <dgm:t>
        <a:bodyPr/>
        <a:lstStyle/>
        <a:p>
          <a:endParaRPr/>
        </a:p>
      </dgm:t>
    </dgm:pt>
    <dgm:pt modelId="{0FD4394A-6F4F-4A28-BE6E-A31892ECF743}" type="sibTrans" cxnId="{3F41B41C-5173-41B0-A3CA-BF130FA618D4}">
      <dgm:prSet/>
      <dgm:spPr/>
      <dgm:t>
        <a:bodyPr/>
        <a:lstStyle/>
        <a:p>
          <a:endParaRPr/>
        </a:p>
      </dgm:t>
    </dgm:pt>
    <dgm:pt modelId="{2EFECCF2-0AD8-4314-8C9C-62548E7450CC}">
      <dgm:prSet/>
      <dgm:spPr/>
      <dgm:t>
        <a:bodyPr/>
        <a:lstStyle/>
        <a:p>
          <a:r>
            <a:t>Next step</a:t>
          </a:r>
        </a:p>
      </dgm:t>
    </dgm:pt>
    <dgm:pt modelId="{FED05D1E-52A2-458D-8942-1DF6879946D1}" type="parTrans" cxnId="{7D9FA555-B76D-4F60-AAF7-FB39865A5948}">
      <dgm:prSet/>
      <dgm:spPr/>
      <dgm:t>
        <a:bodyPr/>
        <a:lstStyle/>
        <a:p>
          <a:endParaRPr/>
        </a:p>
      </dgm:t>
    </dgm:pt>
    <dgm:pt modelId="{6695AC30-79FB-4457-8633-D06CE86D7F3F}" type="sibTrans" cxnId="{7D9FA555-B76D-4F60-AAF7-FB39865A5948}">
      <dgm:prSet/>
      <dgm:spPr/>
      <dgm:t>
        <a:bodyPr/>
        <a:lstStyle/>
        <a:p>
          <a:endParaRPr/>
        </a:p>
      </dgm:t>
    </dgm:pt>
    <dgm:pt modelId="{16E77608-9EE9-9E44-9A58-7993947A5A8C}" type="pres">
      <dgm:prSet presAssocID="{EC7E3128-1707-4444-8CEE-615F9F1D2570}" presName="list" presStyleCnt="0">
        <dgm:presLayoutVars>
          <dgm:dir/>
          <dgm:animLvl val="lvl"/>
        </dgm:presLayoutVars>
      </dgm:prSet>
      <dgm:spPr/>
    </dgm:pt>
    <dgm:pt modelId="{8C4C96B8-0B41-B242-8B37-4B02ABBBEF15}" type="pres">
      <dgm:prSet presAssocID="{912024CC-4974-4251-BF48-B8D970D1753C}" presName="posSpace" presStyleCnt="0"/>
      <dgm:spPr/>
    </dgm:pt>
    <dgm:pt modelId="{79F15595-BD93-F24D-9AE6-30806CF0CDD9}" type="pres">
      <dgm:prSet presAssocID="{912024CC-4974-4251-BF48-B8D970D1753C}" presName="vertFlow" presStyleCnt="0"/>
      <dgm:spPr/>
    </dgm:pt>
    <dgm:pt modelId="{296DDC76-AAEB-4941-949A-E98F8F659400}" type="pres">
      <dgm:prSet presAssocID="{912024CC-4974-4251-BF48-B8D970D1753C}" presName="topSpace" presStyleCnt="0"/>
      <dgm:spPr/>
    </dgm:pt>
    <dgm:pt modelId="{ED9B3ECE-AABF-1E4C-A832-89A5AEB5D11D}" type="pres">
      <dgm:prSet presAssocID="{912024CC-4974-4251-BF48-B8D970D1753C}" presName="firstComp" presStyleCnt="0"/>
      <dgm:spPr/>
    </dgm:pt>
    <dgm:pt modelId="{0116E4A5-8154-6A47-99B0-B5CA23829F44}" type="pres">
      <dgm:prSet presAssocID="{912024CC-4974-4251-BF48-B8D970D1753C}" presName="firstChild" presStyleLbl="bgAccFollowNode1" presStyleIdx="0" presStyleCnt="5"/>
      <dgm:spPr/>
    </dgm:pt>
    <dgm:pt modelId="{1EBB1299-8C51-644E-929B-D3179AFB7C33}" type="pres">
      <dgm:prSet presAssocID="{912024CC-4974-4251-BF48-B8D970D1753C}" presName="firstChildTx" presStyleLbl="bgAccFollowNode1" presStyleIdx="0" presStyleCnt="5">
        <dgm:presLayoutVars>
          <dgm:bulletEnabled val="1"/>
        </dgm:presLayoutVars>
      </dgm:prSet>
      <dgm:spPr/>
    </dgm:pt>
    <dgm:pt modelId="{FD5AD6FD-1841-D343-960A-052951DB9D7A}" type="pres">
      <dgm:prSet presAssocID="{912024CC-4974-4251-BF48-B8D970D1753C}" presName="negSpace" presStyleCnt="0"/>
      <dgm:spPr/>
    </dgm:pt>
    <dgm:pt modelId="{86DADAA4-FB3C-6F46-8F15-FF04089B59F0}" type="pres">
      <dgm:prSet presAssocID="{912024CC-4974-4251-BF48-B8D970D1753C}" presName="circle" presStyleLbl="node1" presStyleIdx="0" presStyleCnt="5"/>
      <dgm:spPr/>
    </dgm:pt>
    <dgm:pt modelId="{DF2FE395-B75A-A64B-A28B-00E5C3BFFAFA}" type="pres">
      <dgm:prSet presAssocID="{BAA4A01C-29F0-461E-9DDF-C4765A588A3A}" presName="transSpace" presStyleCnt="0"/>
      <dgm:spPr/>
    </dgm:pt>
    <dgm:pt modelId="{3322CC53-893F-D748-9E8D-7B00798B3294}" type="pres">
      <dgm:prSet presAssocID="{CF16A520-852C-4065-8828-0244A2867F85}" presName="posSpace" presStyleCnt="0"/>
      <dgm:spPr/>
    </dgm:pt>
    <dgm:pt modelId="{406852DF-1C98-694D-AAD7-0E859A6D626E}" type="pres">
      <dgm:prSet presAssocID="{CF16A520-852C-4065-8828-0244A2867F85}" presName="vertFlow" presStyleCnt="0"/>
      <dgm:spPr/>
    </dgm:pt>
    <dgm:pt modelId="{7B1C3C3F-7FC5-024C-92ED-FA6585C9AE40}" type="pres">
      <dgm:prSet presAssocID="{CF16A520-852C-4065-8828-0244A2867F85}" presName="topSpace" presStyleCnt="0"/>
      <dgm:spPr/>
    </dgm:pt>
    <dgm:pt modelId="{0677AD19-8D83-1D47-9794-F5F6F55AB168}" type="pres">
      <dgm:prSet presAssocID="{CF16A520-852C-4065-8828-0244A2867F85}" presName="firstComp" presStyleCnt="0"/>
      <dgm:spPr/>
    </dgm:pt>
    <dgm:pt modelId="{B431E724-616C-9F47-8D73-803DED4CBFC4}" type="pres">
      <dgm:prSet presAssocID="{CF16A520-852C-4065-8828-0244A2867F85}" presName="firstChild" presStyleLbl="bgAccFollowNode1" presStyleIdx="1" presStyleCnt="5"/>
      <dgm:spPr/>
    </dgm:pt>
    <dgm:pt modelId="{DEF2EFA8-961B-384D-996D-E5177C800536}" type="pres">
      <dgm:prSet presAssocID="{CF16A520-852C-4065-8828-0244A2867F85}" presName="firstChildTx" presStyleLbl="bgAccFollowNode1" presStyleIdx="1" presStyleCnt="5">
        <dgm:presLayoutVars>
          <dgm:bulletEnabled val="1"/>
        </dgm:presLayoutVars>
      </dgm:prSet>
      <dgm:spPr/>
    </dgm:pt>
    <dgm:pt modelId="{BE552048-4BD5-4F4F-9165-490C1357ADBB}" type="pres">
      <dgm:prSet presAssocID="{CF16A520-852C-4065-8828-0244A2867F85}" presName="negSpace" presStyleCnt="0"/>
      <dgm:spPr/>
    </dgm:pt>
    <dgm:pt modelId="{3CB8711E-938F-A245-A0E9-463DBD965E75}" type="pres">
      <dgm:prSet presAssocID="{CF16A520-852C-4065-8828-0244A2867F85}" presName="circle" presStyleLbl="node1" presStyleIdx="1" presStyleCnt="5"/>
      <dgm:spPr/>
    </dgm:pt>
    <dgm:pt modelId="{07994609-3C66-A64D-B29D-6A313D0D79AC}" type="pres">
      <dgm:prSet presAssocID="{747D22D5-0E5E-4673-BDF4-049FE7E7C3EC}" presName="transSpace" presStyleCnt="0"/>
      <dgm:spPr/>
    </dgm:pt>
    <dgm:pt modelId="{EE2411A9-999E-BA4D-9072-911F2858EEEA}" type="pres">
      <dgm:prSet presAssocID="{C05D7CC8-5ED3-4F72-9AC4-F2B9A21C912E}" presName="posSpace" presStyleCnt="0"/>
      <dgm:spPr/>
    </dgm:pt>
    <dgm:pt modelId="{48847420-3BBB-AC48-8258-84B416F05223}" type="pres">
      <dgm:prSet presAssocID="{C05D7CC8-5ED3-4F72-9AC4-F2B9A21C912E}" presName="vertFlow" presStyleCnt="0"/>
      <dgm:spPr/>
    </dgm:pt>
    <dgm:pt modelId="{CDC3CD8C-74E8-6346-9DE7-2623DA2BC465}" type="pres">
      <dgm:prSet presAssocID="{C05D7CC8-5ED3-4F72-9AC4-F2B9A21C912E}" presName="topSpace" presStyleCnt="0"/>
      <dgm:spPr/>
    </dgm:pt>
    <dgm:pt modelId="{70189ED4-5AAD-F248-95ED-2937F1347CBB}" type="pres">
      <dgm:prSet presAssocID="{C05D7CC8-5ED3-4F72-9AC4-F2B9A21C912E}" presName="firstComp" presStyleCnt="0"/>
      <dgm:spPr/>
    </dgm:pt>
    <dgm:pt modelId="{8C6274BD-46AF-7D4E-BE2F-3CCFFD08F4B6}" type="pres">
      <dgm:prSet presAssocID="{C05D7CC8-5ED3-4F72-9AC4-F2B9A21C912E}" presName="firstChild" presStyleLbl="bgAccFollowNode1" presStyleIdx="2" presStyleCnt="5"/>
      <dgm:spPr/>
    </dgm:pt>
    <dgm:pt modelId="{AFB3ABA6-4148-D840-95A5-FDE207DBCA6E}" type="pres">
      <dgm:prSet presAssocID="{C05D7CC8-5ED3-4F72-9AC4-F2B9A21C912E}" presName="firstChildTx" presStyleLbl="bgAccFollowNode1" presStyleIdx="2" presStyleCnt="5">
        <dgm:presLayoutVars>
          <dgm:bulletEnabled val="1"/>
        </dgm:presLayoutVars>
      </dgm:prSet>
      <dgm:spPr/>
    </dgm:pt>
    <dgm:pt modelId="{B6237152-B778-EC47-BFE5-1183AB99BC14}" type="pres">
      <dgm:prSet presAssocID="{C05D7CC8-5ED3-4F72-9AC4-F2B9A21C912E}" presName="negSpace" presStyleCnt="0"/>
      <dgm:spPr/>
    </dgm:pt>
    <dgm:pt modelId="{FADED7EE-6A0F-EF4C-BDEE-E3D60269DF5F}" type="pres">
      <dgm:prSet presAssocID="{C05D7CC8-5ED3-4F72-9AC4-F2B9A21C912E}" presName="circle" presStyleLbl="node1" presStyleIdx="2" presStyleCnt="5"/>
      <dgm:spPr/>
    </dgm:pt>
    <dgm:pt modelId="{637F7E4E-EBB8-3343-8549-4F3ED5611197}" type="pres">
      <dgm:prSet presAssocID="{180F9BD2-87BC-42F5-AEA9-38A1BF9E5871}" presName="transSpace" presStyleCnt="0"/>
      <dgm:spPr/>
    </dgm:pt>
    <dgm:pt modelId="{F1E473F4-14D6-EF41-9D6C-9B8527E1527B}" type="pres">
      <dgm:prSet presAssocID="{B0B1A6BA-CA2B-4C17-BD43-E88C39AA01F3}" presName="posSpace" presStyleCnt="0"/>
      <dgm:spPr/>
    </dgm:pt>
    <dgm:pt modelId="{FA1907F3-3F2D-BC4F-A4C3-497DD8CCB7B8}" type="pres">
      <dgm:prSet presAssocID="{B0B1A6BA-CA2B-4C17-BD43-E88C39AA01F3}" presName="vertFlow" presStyleCnt="0"/>
      <dgm:spPr/>
    </dgm:pt>
    <dgm:pt modelId="{2A1B7196-2AF3-9A43-A11B-869FA9C0C1D0}" type="pres">
      <dgm:prSet presAssocID="{B0B1A6BA-CA2B-4C17-BD43-E88C39AA01F3}" presName="topSpace" presStyleCnt="0"/>
      <dgm:spPr/>
    </dgm:pt>
    <dgm:pt modelId="{975F25CA-C08C-4C44-B9BD-8C9EA26087B8}" type="pres">
      <dgm:prSet presAssocID="{B0B1A6BA-CA2B-4C17-BD43-E88C39AA01F3}" presName="firstComp" presStyleCnt="0"/>
      <dgm:spPr/>
    </dgm:pt>
    <dgm:pt modelId="{61D2E237-4654-1C4D-BD8F-81517559B65D}" type="pres">
      <dgm:prSet presAssocID="{B0B1A6BA-CA2B-4C17-BD43-E88C39AA01F3}" presName="firstChild" presStyleLbl="bgAccFollowNode1" presStyleIdx="3" presStyleCnt="5"/>
      <dgm:spPr/>
    </dgm:pt>
    <dgm:pt modelId="{ECB3BE80-3E20-3B49-89B3-59A0B7B4B3BE}" type="pres">
      <dgm:prSet presAssocID="{B0B1A6BA-CA2B-4C17-BD43-E88C39AA01F3}" presName="firstChildTx" presStyleLbl="bgAccFollowNode1" presStyleIdx="3" presStyleCnt="5">
        <dgm:presLayoutVars>
          <dgm:bulletEnabled val="1"/>
        </dgm:presLayoutVars>
      </dgm:prSet>
      <dgm:spPr/>
    </dgm:pt>
    <dgm:pt modelId="{24D720A4-78A9-AF46-9300-FB0C722EF884}" type="pres">
      <dgm:prSet presAssocID="{B0B1A6BA-CA2B-4C17-BD43-E88C39AA01F3}" presName="negSpace" presStyleCnt="0"/>
      <dgm:spPr/>
    </dgm:pt>
    <dgm:pt modelId="{4ADBEB56-A46C-374D-B295-D53D263638F9}" type="pres">
      <dgm:prSet presAssocID="{B0B1A6BA-CA2B-4C17-BD43-E88C39AA01F3}" presName="circle" presStyleLbl="node1" presStyleIdx="3" presStyleCnt="5"/>
      <dgm:spPr/>
    </dgm:pt>
    <dgm:pt modelId="{4AB71CE9-8BDD-6D44-B1CB-2E07775FE80F}" type="pres">
      <dgm:prSet presAssocID="{0FD4394A-6F4F-4A28-BE6E-A31892ECF743}" presName="transSpace" presStyleCnt="0"/>
      <dgm:spPr/>
    </dgm:pt>
    <dgm:pt modelId="{D228A633-6315-3340-8E93-F46640A37642}" type="pres">
      <dgm:prSet presAssocID="{2EFECCF2-0AD8-4314-8C9C-62548E7450CC}" presName="posSpace" presStyleCnt="0"/>
      <dgm:spPr/>
    </dgm:pt>
    <dgm:pt modelId="{F6C6AF10-DD5F-6C40-9352-80F89D65DAF6}" type="pres">
      <dgm:prSet presAssocID="{2EFECCF2-0AD8-4314-8C9C-62548E7450CC}" presName="vertFlow" presStyleCnt="0"/>
      <dgm:spPr/>
    </dgm:pt>
    <dgm:pt modelId="{2F225C22-03AF-7F42-86D9-650CF2347BD7}" type="pres">
      <dgm:prSet presAssocID="{2EFECCF2-0AD8-4314-8C9C-62548E7450CC}" presName="topSpace" presStyleCnt="0"/>
      <dgm:spPr/>
    </dgm:pt>
    <dgm:pt modelId="{3FC413BF-FDCF-7246-90F6-1D141B81B56E}" type="pres">
      <dgm:prSet presAssocID="{2EFECCF2-0AD8-4314-8C9C-62548E7450CC}" presName="firstComp" presStyleCnt="0"/>
      <dgm:spPr/>
    </dgm:pt>
    <dgm:pt modelId="{FB28A23F-7C81-EB44-9FB2-08DB525B5D16}" type="pres">
      <dgm:prSet presAssocID="{2EFECCF2-0AD8-4314-8C9C-62548E7450CC}" presName="firstChild" presStyleLbl="bgAccFollowNode1" presStyleIdx="4" presStyleCnt="5"/>
      <dgm:spPr/>
    </dgm:pt>
    <dgm:pt modelId="{F6AA528C-AA4F-B44A-8F7D-D2A7EA3175A6}" type="pres">
      <dgm:prSet presAssocID="{2EFECCF2-0AD8-4314-8C9C-62548E7450CC}" presName="firstChildTx" presStyleLbl="bgAccFollowNode1" presStyleIdx="4" presStyleCnt="5">
        <dgm:presLayoutVars>
          <dgm:bulletEnabled val="1"/>
        </dgm:presLayoutVars>
      </dgm:prSet>
      <dgm:spPr/>
    </dgm:pt>
    <dgm:pt modelId="{CF03B07D-8185-E94A-B906-9ED8ED337C14}" type="pres">
      <dgm:prSet presAssocID="{2EFECCF2-0AD8-4314-8C9C-62548E7450CC}" presName="negSpace" presStyleCnt="0"/>
      <dgm:spPr/>
    </dgm:pt>
    <dgm:pt modelId="{814A89B4-D348-C147-9618-937FFC1E92FC}" type="pres">
      <dgm:prSet presAssocID="{2EFECCF2-0AD8-4314-8C9C-62548E7450CC}" presName="circle" presStyleLbl="node1" presStyleIdx="4" presStyleCnt="5"/>
      <dgm:spPr/>
    </dgm:pt>
  </dgm:ptLst>
  <dgm:cxnLst>
    <dgm:cxn modelId="{6A970519-FFDE-4D0D-9B31-15DEAE91AD6B}" srcId="{EC7E3128-1707-4444-8CEE-615F9F1D2570}" destId="{912024CC-4974-4251-BF48-B8D970D1753C}" srcOrd="0" destOrd="0" parTransId="{5E672E90-8944-48CA-B944-07125FDDD93B}" sibTransId="{BAA4A01C-29F0-461E-9DDF-C4765A588A3A}"/>
    <dgm:cxn modelId="{3F41B41C-5173-41B0-A3CA-BF130FA618D4}" srcId="{EC7E3128-1707-4444-8CEE-615F9F1D2570}" destId="{B0B1A6BA-CA2B-4C17-BD43-E88C39AA01F3}" srcOrd="3" destOrd="0" parTransId="{F11BFAB0-8458-404A-8FF9-674AB6CB3E58}" sibTransId="{0FD4394A-6F4F-4A28-BE6E-A31892ECF743}"/>
    <dgm:cxn modelId="{7D9FA555-B76D-4F60-AAF7-FB39865A5948}" srcId="{EC7E3128-1707-4444-8CEE-615F9F1D2570}" destId="{2EFECCF2-0AD8-4314-8C9C-62548E7450CC}" srcOrd="4" destOrd="0" parTransId="{FED05D1E-52A2-458D-8942-1DF6879946D1}" sibTransId="{6695AC30-79FB-4457-8633-D06CE86D7F3F}"/>
    <dgm:cxn modelId="{00AFC555-3B8D-8042-BA5A-AA0490B07530}" type="presOf" srcId="{912024CC-4974-4251-BF48-B8D970D1753C}" destId="{86DADAA4-FB3C-6F46-8F15-FF04089B59F0}" srcOrd="0" destOrd="0" presId="urn:microsoft.com/office/officeart/2005/8/layout/hList9"/>
    <dgm:cxn modelId="{8184A596-DB9D-994B-89E3-0D1DEAC8B977}" type="presOf" srcId="{C05D7CC8-5ED3-4F72-9AC4-F2B9A21C912E}" destId="{FADED7EE-6A0F-EF4C-BDEE-E3D60269DF5F}" srcOrd="0" destOrd="0" presId="urn:microsoft.com/office/officeart/2005/8/layout/hList9"/>
    <dgm:cxn modelId="{ABC8F7A2-2B75-4759-A263-6458FC4AFA90}" srcId="{EC7E3128-1707-4444-8CEE-615F9F1D2570}" destId="{C05D7CC8-5ED3-4F72-9AC4-F2B9A21C912E}" srcOrd="2" destOrd="0" parTransId="{1C73E1F3-94CB-44EB-8243-2ADBAE8F75A7}" sibTransId="{180F9BD2-87BC-42F5-AEA9-38A1BF9E5871}"/>
    <dgm:cxn modelId="{665CC3BA-F303-CC4F-9851-78FDD8B35109}" type="presOf" srcId="{2EFECCF2-0AD8-4314-8C9C-62548E7450CC}" destId="{814A89B4-D348-C147-9618-937FFC1E92FC}" srcOrd="0" destOrd="0" presId="urn:microsoft.com/office/officeart/2005/8/layout/hList9"/>
    <dgm:cxn modelId="{5D3BF1D5-1FA2-0C44-A75F-6DE73CF74615}" type="presOf" srcId="{EC7E3128-1707-4444-8CEE-615F9F1D2570}" destId="{16E77608-9EE9-9E44-9A58-7993947A5A8C}" srcOrd="0" destOrd="0" presId="urn:microsoft.com/office/officeart/2005/8/layout/hList9"/>
    <dgm:cxn modelId="{8C465CEF-B6DA-8240-AA81-02E9F1685A51}" type="presOf" srcId="{CF16A520-852C-4065-8828-0244A2867F85}" destId="{3CB8711E-938F-A245-A0E9-463DBD965E75}" srcOrd="0" destOrd="0" presId="urn:microsoft.com/office/officeart/2005/8/layout/hList9"/>
    <dgm:cxn modelId="{000E8BF4-1EA4-F642-9FDE-FE4F13549B2B}" type="presOf" srcId="{B0B1A6BA-CA2B-4C17-BD43-E88C39AA01F3}" destId="{4ADBEB56-A46C-374D-B295-D53D263638F9}" srcOrd="0" destOrd="0" presId="urn:microsoft.com/office/officeart/2005/8/layout/hList9"/>
    <dgm:cxn modelId="{943812FE-1A3A-452F-B2DC-33BBC9EFA245}" srcId="{EC7E3128-1707-4444-8CEE-615F9F1D2570}" destId="{CF16A520-852C-4065-8828-0244A2867F85}" srcOrd="1" destOrd="0" parTransId="{379CBCCF-CD2C-4F8A-B4CA-EEBDC37CA7A3}" sibTransId="{747D22D5-0E5E-4673-BDF4-049FE7E7C3EC}"/>
    <dgm:cxn modelId="{06AA83F1-63A8-474D-A151-08144DE34A26}" type="presParOf" srcId="{16E77608-9EE9-9E44-9A58-7993947A5A8C}" destId="{8C4C96B8-0B41-B242-8B37-4B02ABBBEF15}" srcOrd="0" destOrd="0" presId="urn:microsoft.com/office/officeart/2005/8/layout/hList9"/>
    <dgm:cxn modelId="{1D75D93A-6277-9E46-AA4E-1B24AB788150}" type="presParOf" srcId="{16E77608-9EE9-9E44-9A58-7993947A5A8C}" destId="{79F15595-BD93-F24D-9AE6-30806CF0CDD9}" srcOrd="1" destOrd="0" presId="urn:microsoft.com/office/officeart/2005/8/layout/hList9"/>
    <dgm:cxn modelId="{C7C50999-AA16-DC48-A021-FBDE1F18B091}" type="presParOf" srcId="{79F15595-BD93-F24D-9AE6-30806CF0CDD9}" destId="{296DDC76-AAEB-4941-949A-E98F8F659400}" srcOrd="0" destOrd="0" presId="urn:microsoft.com/office/officeart/2005/8/layout/hList9"/>
    <dgm:cxn modelId="{1252036F-7C0D-E545-A257-8F96EDF1A7DD}" type="presParOf" srcId="{79F15595-BD93-F24D-9AE6-30806CF0CDD9}" destId="{ED9B3ECE-AABF-1E4C-A832-89A5AEB5D11D}" srcOrd="1" destOrd="0" presId="urn:microsoft.com/office/officeart/2005/8/layout/hList9"/>
    <dgm:cxn modelId="{F0043AD0-48B3-8041-8BE6-16DEE254D91C}" type="presParOf" srcId="{ED9B3ECE-AABF-1E4C-A832-89A5AEB5D11D}" destId="{0116E4A5-8154-6A47-99B0-B5CA23829F44}" srcOrd="0" destOrd="0" presId="urn:microsoft.com/office/officeart/2005/8/layout/hList9"/>
    <dgm:cxn modelId="{B4A9D137-64CC-5443-BDC0-20707D12DD9B}" type="presParOf" srcId="{ED9B3ECE-AABF-1E4C-A832-89A5AEB5D11D}" destId="{1EBB1299-8C51-644E-929B-D3179AFB7C33}" srcOrd="1" destOrd="0" presId="urn:microsoft.com/office/officeart/2005/8/layout/hList9"/>
    <dgm:cxn modelId="{C95CF062-440D-B149-947F-4A9C1800104D}" type="presParOf" srcId="{16E77608-9EE9-9E44-9A58-7993947A5A8C}" destId="{FD5AD6FD-1841-D343-960A-052951DB9D7A}" srcOrd="2" destOrd="0" presId="urn:microsoft.com/office/officeart/2005/8/layout/hList9"/>
    <dgm:cxn modelId="{00003866-1B0B-A440-9E41-732D6423C037}" type="presParOf" srcId="{16E77608-9EE9-9E44-9A58-7993947A5A8C}" destId="{86DADAA4-FB3C-6F46-8F15-FF04089B59F0}" srcOrd="3" destOrd="0" presId="urn:microsoft.com/office/officeart/2005/8/layout/hList9"/>
    <dgm:cxn modelId="{36024EED-EF8D-E947-8987-4BBAA4732448}" type="presParOf" srcId="{16E77608-9EE9-9E44-9A58-7993947A5A8C}" destId="{DF2FE395-B75A-A64B-A28B-00E5C3BFFAFA}" srcOrd="4" destOrd="0" presId="urn:microsoft.com/office/officeart/2005/8/layout/hList9"/>
    <dgm:cxn modelId="{B356F980-190F-FA48-8661-E4103E73C5D5}" type="presParOf" srcId="{16E77608-9EE9-9E44-9A58-7993947A5A8C}" destId="{3322CC53-893F-D748-9E8D-7B00798B3294}" srcOrd="5" destOrd="0" presId="urn:microsoft.com/office/officeart/2005/8/layout/hList9"/>
    <dgm:cxn modelId="{D320E21E-10D4-7D48-8955-4928A7ACF867}" type="presParOf" srcId="{16E77608-9EE9-9E44-9A58-7993947A5A8C}" destId="{406852DF-1C98-694D-AAD7-0E859A6D626E}" srcOrd="6" destOrd="0" presId="urn:microsoft.com/office/officeart/2005/8/layout/hList9"/>
    <dgm:cxn modelId="{9BED0CD1-022B-2F47-AB4B-F67CFB886C99}" type="presParOf" srcId="{406852DF-1C98-694D-AAD7-0E859A6D626E}" destId="{7B1C3C3F-7FC5-024C-92ED-FA6585C9AE40}" srcOrd="0" destOrd="0" presId="urn:microsoft.com/office/officeart/2005/8/layout/hList9"/>
    <dgm:cxn modelId="{2B3001E1-A138-8846-98AC-505E68B24BE7}" type="presParOf" srcId="{406852DF-1C98-694D-AAD7-0E859A6D626E}" destId="{0677AD19-8D83-1D47-9794-F5F6F55AB168}" srcOrd="1" destOrd="0" presId="urn:microsoft.com/office/officeart/2005/8/layout/hList9"/>
    <dgm:cxn modelId="{BA8F91B1-68AA-0F41-B895-24663C96ABE4}" type="presParOf" srcId="{0677AD19-8D83-1D47-9794-F5F6F55AB168}" destId="{B431E724-616C-9F47-8D73-803DED4CBFC4}" srcOrd="0" destOrd="0" presId="urn:microsoft.com/office/officeart/2005/8/layout/hList9"/>
    <dgm:cxn modelId="{7E2143D6-6AF4-894A-B0A9-52B31263AD29}" type="presParOf" srcId="{0677AD19-8D83-1D47-9794-F5F6F55AB168}" destId="{DEF2EFA8-961B-384D-996D-E5177C800536}" srcOrd="1" destOrd="0" presId="urn:microsoft.com/office/officeart/2005/8/layout/hList9"/>
    <dgm:cxn modelId="{A5C7A26C-E427-F64B-8FA4-A56100FD4067}" type="presParOf" srcId="{16E77608-9EE9-9E44-9A58-7993947A5A8C}" destId="{BE552048-4BD5-4F4F-9165-490C1357ADBB}" srcOrd="7" destOrd="0" presId="urn:microsoft.com/office/officeart/2005/8/layout/hList9"/>
    <dgm:cxn modelId="{A9A6D90A-6EF3-024F-BA95-A6E1DB3B8A5E}" type="presParOf" srcId="{16E77608-9EE9-9E44-9A58-7993947A5A8C}" destId="{3CB8711E-938F-A245-A0E9-463DBD965E75}" srcOrd="8" destOrd="0" presId="urn:microsoft.com/office/officeart/2005/8/layout/hList9"/>
    <dgm:cxn modelId="{6FD9894F-DC3E-224A-B9B9-E0504E02D1C4}" type="presParOf" srcId="{16E77608-9EE9-9E44-9A58-7993947A5A8C}" destId="{07994609-3C66-A64D-B29D-6A313D0D79AC}" srcOrd="9" destOrd="0" presId="urn:microsoft.com/office/officeart/2005/8/layout/hList9"/>
    <dgm:cxn modelId="{2C9904AE-CD5C-BD47-8E61-CC7FAE760C81}" type="presParOf" srcId="{16E77608-9EE9-9E44-9A58-7993947A5A8C}" destId="{EE2411A9-999E-BA4D-9072-911F2858EEEA}" srcOrd="10" destOrd="0" presId="urn:microsoft.com/office/officeart/2005/8/layout/hList9"/>
    <dgm:cxn modelId="{12F518D4-5374-ED4C-9B7C-CB5601A58296}" type="presParOf" srcId="{16E77608-9EE9-9E44-9A58-7993947A5A8C}" destId="{48847420-3BBB-AC48-8258-84B416F05223}" srcOrd="11" destOrd="0" presId="urn:microsoft.com/office/officeart/2005/8/layout/hList9"/>
    <dgm:cxn modelId="{9316A81A-3613-5843-A2B2-CD001B388537}" type="presParOf" srcId="{48847420-3BBB-AC48-8258-84B416F05223}" destId="{CDC3CD8C-74E8-6346-9DE7-2623DA2BC465}" srcOrd="0" destOrd="0" presId="urn:microsoft.com/office/officeart/2005/8/layout/hList9"/>
    <dgm:cxn modelId="{812E90B5-8957-354B-98D1-D217B8D0E60D}" type="presParOf" srcId="{48847420-3BBB-AC48-8258-84B416F05223}" destId="{70189ED4-5AAD-F248-95ED-2937F1347CBB}" srcOrd="1" destOrd="0" presId="urn:microsoft.com/office/officeart/2005/8/layout/hList9"/>
    <dgm:cxn modelId="{E20F2E46-3399-1245-A304-796BB6BE8096}" type="presParOf" srcId="{70189ED4-5AAD-F248-95ED-2937F1347CBB}" destId="{8C6274BD-46AF-7D4E-BE2F-3CCFFD08F4B6}" srcOrd="0" destOrd="0" presId="urn:microsoft.com/office/officeart/2005/8/layout/hList9"/>
    <dgm:cxn modelId="{9516DF4C-8106-CF42-B289-E49DA2D7B0AD}" type="presParOf" srcId="{70189ED4-5AAD-F248-95ED-2937F1347CBB}" destId="{AFB3ABA6-4148-D840-95A5-FDE207DBCA6E}" srcOrd="1" destOrd="0" presId="urn:microsoft.com/office/officeart/2005/8/layout/hList9"/>
    <dgm:cxn modelId="{FE2471BA-1D4E-9447-91C5-EB9401D2ECEC}" type="presParOf" srcId="{16E77608-9EE9-9E44-9A58-7993947A5A8C}" destId="{B6237152-B778-EC47-BFE5-1183AB99BC14}" srcOrd="12" destOrd="0" presId="urn:microsoft.com/office/officeart/2005/8/layout/hList9"/>
    <dgm:cxn modelId="{2BB921F0-93B9-CF46-B7A3-6C2D526E852F}" type="presParOf" srcId="{16E77608-9EE9-9E44-9A58-7993947A5A8C}" destId="{FADED7EE-6A0F-EF4C-BDEE-E3D60269DF5F}" srcOrd="13" destOrd="0" presId="urn:microsoft.com/office/officeart/2005/8/layout/hList9"/>
    <dgm:cxn modelId="{AEE38E30-2B85-B044-BECB-DC1721D90584}" type="presParOf" srcId="{16E77608-9EE9-9E44-9A58-7993947A5A8C}" destId="{637F7E4E-EBB8-3343-8549-4F3ED5611197}" srcOrd="14" destOrd="0" presId="urn:microsoft.com/office/officeart/2005/8/layout/hList9"/>
    <dgm:cxn modelId="{9BD2E150-C632-5343-95FE-6DCCE6752F59}" type="presParOf" srcId="{16E77608-9EE9-9E44-9A58-7993947A5A8C}" destId="{F1E473F4-14D6-EF41-9D6C-9B8527E1527B}" srcOrd="15" destOrd="0" presId="urn:microsoft.com/office/officeart/2005/8/layout/hList9"/>
    <dgm:cxn modelId="{33DE7A69-FE1B-AF4A-9DE9-0BCA6DCC9BF0}" type="presParOf" srcId="{16E77608-9EE9-9E44-9A58-7993947A5A8C}" destId="{FA1907F3-3F2D-BC4F-A4C3-497DD8CCB7B8}" srcOrd="16" destOrd="0" presId="urn:microsoft.com/office/officeart/2005/8/layout/hList9"/>
    <dgm:cxn modelId="{9328007A-901E-D442-8806-64D680D4CD8E}" type="presParOf" srcId="{FA1907F3-3F2D-BC4F-A4C3-497DD8CCB7B8}" destId="{2A1B7196-2AF3-9A43-A11B-869FA9C0C1D0}" srcOrd="0" destOrd="0" presId="urn:microsoft.com/office/officeart/2005/8/layout/hList9"/>
    <dgm:cxn modelId="{F8FD6983-1532-5B4A-B252-01B490A4B196}" type="presParOf" srcId="{FA1907F3-3F2D-BC4F-A4C3-497DD8CCB7B8}" destId="{975F25CA-C08C-4C44-B9BD-8C9EA26087B8}" srcOrd="1" destOrd="0" presId="urn:microsoft.com/office/officeart/2005/8/layout/hList9"/>
    <dgm:cxn modelId="{1DDAAA87-B2EA-B741-90DD-073808CCEE8B}" type="presParOf" srcId="{975F25CA-C08C-4C44-B9BD-8C9EA26087B8}" destId="{61D2E237-4654-1C4D-BD8F-81517559B65D}" srcOrd="0" destOrd="0" presId="urn:microsoft.com/office/officeart/2005/8/layout/hList9"/>
    <dgm:cxn modelId="{25802F16-69F9-5A4F-A3B2-56B58ED15395}" type="presParOf" srcId="{975F25CA-C08C-4C44-B9BD-8C9EA26087B8}" destId="{ECB3BE80-3E20-3B49-89B3-59A0B7B4B3BE}" srcOrd="1" destOrd="0" presId="urn:microsoft.com/office/officeart/2005/8/layout/hList9"/>
    <dgm:cxn modelId="{949E4597-3C6A-9D40-9B70-E3BE7E58EDC4}" type="presParOf" srcId="{16E77608-9EE9-9E44-9A58-7993947A5A8C}" destId="{24D720A4-78A9-AF46-9300-FB0C722EF884}" srcOrd="17" destOrd="0" presId="urn:microsoft.com/office/officeart/2005/8/layout/hList9"/>
    <dgm:cxn modelId="{B37246E7-91ED-6A42-9774-80BCA71FAFBB}" type="presParOf" srcId="{16E77608-9EE9-9E44-9A58-7993947A5A8C}" destId="{4ADBEB56-A46C-374D-B295-D53D263638F9}" srcOrd="18" destOrd="0" presId="urn:microsoft.com/office/officeart/2005/8/layout/hList9"/>
    <dgm:cxn modelId="{AAAD9000-BFAA-A04C-BEC8-E97D3B833247}" type="presParOf" srcId="{16E77608-9EE9-9E44-9A58-7993947A5A8C}" destId="{4AB71CE9-8BDD-6D44-B1CB-2E07775FE80F}" srcOrd="19" destOrd="0" presId="urn:microsoft.com/office/officeart/2005/8/layout/hList9"/>
    <dgm:cxn modelId="{BE38CCBE-CCE1-6B4A-9A32-3834AB806C4A}" type="presParOf" srcId="{16E77608-9EE9-9E44-9A58-7993947A5A8C}" destId="{D228A633-6315-3340-8E93-F46640A37642}" srcOrd="20" destOrd="0" presId="urn:microsoft.com/office/officeart/2005/8/layout/hList9"/>
    <dgm:cxn modelId="{09FC3E8F-964B-1D4C-B646-BE361FC1D716}" type="presParOf" srcId="{16E77608-9EE9-9E44-9A58-7993947A5A8C}" destId="{F6C6AF10-DD5F-6C40-9352-80F89D65DAF6}" srcOrd="21" destOrd="0" presId="urn:microsoft.com/office/officeart/2005/8/layout/hList9"/>
    <dgm:cxn modelId="{EDAF08B0-BC70-454E-A8B8-716787D3AC0B}" type="presParOf" srcId="{F6C6AF10-DD5F-6C40-9352-80F89D65DAF6}" destId="{2F225C22-03AF-7F42-86D9-650CF2347BD7}" srcOrd="0" destOrd="0" presId="urn:microsoft.com/office/officeart/2005/8/layout/hList9"/>
    <dgm:cxn modelId="{C68F0F2E-90A0-6044-82C3-388700BC766C}" type="presParOf" srcId="{F6C6AF10-DD5F-6C40-9352-80F89D65DAF6}" destId="{3FC413BF-FDCF-7246-90F6-1D141B81B56E}" srcOrd="1" destOrd="0" presId="urn:microsoft.com/office/officeart/2005/8/layout/hList9"/>
    <dgm:cxn modelId="{87F8DF88-2D3B-794A-85E1-3983CDEB1B0B}" type="presParOf" srcId="{3FC413BF-FDCF-7246-90F6-1D141B81B56E}" destId="{FB28A23F-7C81-EB44-9FB2-08DB525B5D16}" srcOrd="0" destOrd="0" presId="urn:microsoft.com/office/officeart/2005/8/layout/hList9"/>
    <dgm:cxn modelId="{D10D2FB4-1686-594B-8958-A8ADBE50B027}" type="presParOf" srcId="{3FC413BF-FDCF-7246-90F6-1D141B81B56E}" destId="{F6AA528C-AA4F-B44A-8F7D-D2A7EA3175A6}" srcOrd="1" destOrd="0" presId="urn:microsoft.com/office/officeart/2005/8/layout/hList9"/>
    <dgm:cxn modelId="{9CDE1A1F-16D9-4F43-860D-EE79E2C3EE6A}" type="presParOf" srcId="{16E77608-9EE9-9E44-9A58-7993947A5A8C}" destId="{CF03B07D-8185-E94A-B906-9ED8ED337C14}" srcOrd="22" destOrd="0" presId="urn:microsoft.com/office/officeart/2005/8/layout/hList9"/>
    <dgm:cxn modelId="{F9E51806-7002-2648-96C3-D3E9868D6C91}" type="presParOf" srcId="{16E77608-9EE9-9E44-9A58-7993947A5A8C}" destId="{814A89B4-D348-C147-9618-937FFC1E92FC}" srcOrd="2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42377624-EA15-4C2F-BC6B-CA22E84F34DA}" type="doc">
      <dgm:prSet loTypeId="urn:microsoft.com/office/officeart/2008/layout/IncreasingCircleProcess" qsTypeId="urn:microsoft.com/office/officeart/2005/8/quickstyle/simple2" csTypeId="urn:microsoft.com/office/officeart/2005/8/colors/accent1_2"/>
      <dgm:spPr/>
    </dgm:pt>
    <dgm:pt modelId="{A63F951E-D089-4453-AE2C-8F73459E39B9}">
      <dgm:prSet/>
      <dgm:spPr/>
      <dgm:t>
        <a:bodyPr/>
        <a:lstStyle/>
        <a:p>
          <a:r>
            <a:t>Customer insight</a:t>
          </a:r>
        </a:p>
      </dgm:t>
    </dgm:pt>
    <dgm:pt modelId="{A627FBF5-78C0-48D4-BE22-FC0750FCB036}" type="parTrans" cxnId="{A7A9974D-5805-4C20-A69D-630E0E7503DE}">
      <dgm:prSet/>
      <dgm:spPr/>
      <dgm:t>
        <a:bodyPr/>
        <a:lstStyle/>
        <a:p>
          <a:endParaRPr/>
        </a:p>
      </dgm:t>
    </dgm:pt>
    <dgm:pt modelId="{D56C6E62-6601-4FF8-970C-0A232CF10048}" type="sibTrans" cxnId="{A7A9974D-5805-4C20-A69D-630E0E7503DE}">
      <dgm:prSet/>
      <dgm:spPr/>
      <dgm:t>
        <a:bodyPr/>
        <a:lstStyle/>
        <a:p>
          <a:endParaRPr/>
        </a:p>
      </dgm:t>
    </dgm:pt>
    <dgm:pt modelId="{46C00B78-CDC7-4B96-A21E-0235D26D199A}">
      <dgm:prSet/>
      <dgm:spPr/>
      <dgm:t>
        <a:bodyPr/>
        <a:lstStyle/>
        <a:p>
          <a:r>
            <a:t>Product concept</a:t>
          </a:r>
        </a:p>
      </dgm:t>
    </dgm:pt>
    <dgm:pt modelId="{D2DFFDB4-B6FC-4A91-AB97-4AD9DEA26090}" type="parTrans" cxnId="{9C903A51-1790-4136-B540-CAF31C55BC44}">
      <dgm:prSet/>
      <dgm:spPr/>
      <dgm:t>
        <a:bodyPr/>
        <a:lstStyle/>
        <a:p>
          <a:endParaRPr/>
        </a:p>
      </dgm:t>
    </dgm:pt>
    <dgm:pt modelId="{89C7C092-410D-4022-BED8-4E957D4E1046}" type="sibTrans" cxnId="{9C903A51-1790-4136-B540-CAF31C55BC44}">
      <dgm:prSet/>
      <dgm:spPr/>
      <dgm:t>
        <a:bodyPr/>
        <a:lstStyle/>
        <a:p>
          <a:endParaRPr/>
        </a:p>
      </dgm:t>
    </dgm:pt>
    <dgm:pt modelId="{A7DDE5C0-D9C4-42DE-B24B-7C0AE12A359B}">
      <dgm:prSet/>
      <dgm:spPr/>
      <dgm:t>
        <a:bodyPr/>
        <a:lstStyle/>
        <a:p>
          <a:r>
            <a:t>Prototype</a:t>
          </a:r>
        </a:p>
      </dgm:t>
    </dgm:pt>
    <dgm:pt modelId="{CBD5B735-1691-4BE4-877A-2E9609391176}" type="parTrans" cxnId="{D71EAD37-D5B6-48E9-8F51-D6D32EFF027A}">
      <dgm:prSet/>
      <dgm:spPr/>
      <dgm:t>
        <a:bodyPr/>
        <a:lstStyle/>
        <a:p>
          <a:endParaRPr/>
        </a:p>
      </dgm:t>
    </dgm:pt>
    <dgm:pt modelId="{F0CF2898-D26F-4A7C-B1F9-633D9C149A41}" type="sibTrans" cxnId="{D71EAD37-D5B6-48E9-8F51-D6D32EFF027A}">
      <dgm:prSet/>
      <dgm:spPr/>
      <dgm:t>
        <a:bodyPr/>
        <a:lstStyle/>
        <a:p>
          <a:endParaRPr/>
        </a:p>
      </dgm:t>
    </dgm:pt>
    <dgm:pt modelId="{F5F2ED05-A39D-4259-9797-AD32D8F514BC}">
      <dgm:prSet/>
      <dgm:spPr/>
      <dgm:t>
        <a:bodyPr/>
        <a:lstStyle/>
        <a:p>
          <a:r>
            <a:t>Feedback</a:t>
          </a:r>
        </a:p>
      </dgm:t>
    </dgm:pt>
    <dgm:pt modelId="{1A0AEF3C-26EA-44F8-8DA7-65AEA5D1D433}" type="parTrans" cxnId="{BF263F0B-7E5D-43A9-8DF2-D11C8D22A35D}">
      <dgm:prSet/>
      <dgm:spPr/>
      <dgm:t>
        <a:bodyPr/>
        <a:lstStyle/>
        <a:p>
          <a:endParaRPr/>
        </a:p>
      </dgm:t>
    </dgm:pt>
    <dgm:pt modelId="{E1BA6E0F-B7C7-406D-A591-2B2A36093548}" type="sibTrans" cxnId="{BF263F0B-7E5D-43A9-8DF2-D11C8D22A35D}">
      <dgm:prSet/>
      <dgm:spPr/>
      <dgm:t>
        <a:bodyPr/>
        <a:lstStyle/>
        <a:p>
          <a:endParaRPr/>
        </a:p>
      </dgm:t>
    </dgm:pt>
    <dgm:pt modelId="{7632539E-F166-4641-9D5F-7E83CAC690E0}">
      <dgm:prSet/>
      <dgm:spPr/>
      <dgm:t>
        <a:bodyPr/>
        <a:lstStyle/>
        <a:p>
          <a:r>
            <a:t>Next step</a:t>
          </a:r>
        </a:p>
      </dgm:t>
    </dgm:pt>
    <dgm:pt modelId="{E5ACEC95-1786-40E8-9A64-B0D79841A7FE}" type="parTrans" cxnId="{844AAA0D-BA65-4072-BF06-FDE4FC40DA45}">
      <dgm:prSet/>
      <dgm:spPr/>
      <dgm:t>
        <a:bodyPr/>
        <a:lstStyle/>
        <a:p>
          <a:endParaRPr/>
        </a:p>
      </dgm:t>
    </dgm:pt>
    <dgm:pt modelId="{8ECF3B28-1A1D-427D-94A8-535FC8D812DE}" type="sibTrans" cxnId="{844AAA0D-BA65-4072-BF06-FDE4FC40DA45}">
      <dgm:prSet/>
      <dgm:spPr/>
      <dgm:t>
        <a:bodyPr/>
        <a:lstStyle/>
        <a:p>
          <a:endParaRPr/>
        </a:p>
      </dgm:t>
    </dgm:pt>
    <dgm:pt modelId="{EEAE10CE-82E4-3443-943B-2FA2A7495716}" type="pres">
      <dgm:prSet presAssocID="{42377624-EA15-4C2F-BC6B-CA22E84F34DA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449D1721-0409-6F4C-A65A-2B22ED14071A}" type="pres">
      <dgm:prSet presAssocID="{A63F951E-D089-4453-AE2C-8F73459E39B9}" presName="composite" presStyleCnt="0"/>
      <dgm:spPr/>
    </dgm:pt>
    <dgm:pt modelId="{BDDAB050-1C59-CD4F-B023-6C9F19660403}" type="pres">
      <dgm:prSet presAssocID="{A63F951E-D089-4453-AE2C-8F73459E39B9}" presName="BackAccent" presStyleLbl="bgShp" presStyleIdx="0" presStyleCnt="5"/>
      <dgm:spPr/>
    </dgm:pt>
    <dgm:pt modelId="{3C9B042E-6A23-AC40-B193-9B3BF6627B49}" type="pres">
      <dgm:prSet presAssocID="{A63F951E-D089-4453-AE2C-8F73459E39B9}" presName="Accent" presStyleLbl="alignNode1" presStyleIdx="0" presStyleCnt="5"/>
      <dgm:spPr/>
    </dgm:pt>
    <dgm:pt modelId="{686FBE43-90F7-0849-946A-1AA97BAE120D}" type="pres">
      <dgm:prSet presAssocID="{A63F951E-D089-4453-AE2C-8F73459E39B9}" presName="Child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F2069326-A4E0-4D41-861D-E774082D3119}" type="pres">
      <dgm:prSet presAssocID="{A63F951E-D089-4453-AE2C-8F73459E39B9}" presName="Parent" presStyleLbl="revTx" presStyleIdx="0" presStyleCnt="5">
        <dgm:presLayoutVars>
          <dgm:chMax val="1"/>
          <dgm:chPref val="1"/>
          <dgm:bulletEnabled val="1"/>
        </dgm:presLayoutVars>
      </dgm:prSet>
      <dgm:spPr/>
    </dgm:pt>
    <dgm:pt modelId="{67F1ECB1-A654-C04D-A473-C144132D6D33}" type="pres">
      <dgm:prSet presAssocID="{D56C6E62-6601-4FF8-970C-0A232CF10048}" presName="sibTrans" presStyleCnt="0"/>
      <dgm:spPr/>
    </dgm:pt>
    <dgm:pt modelId="{358D3F91-B2F9-4744-BAD7-AFC42A57E06B}" type="pres">
      <dgm:prSet presAssocID="{46C00B78-CDC7-4B96-A21E-0235D26D199A}" presName="composite" presStyleCnt="0"/>
      <dgm:spPr/>
    </dgm:pt>
    <dgm:pt modelId="{90CBDFFC-B789-2149-80E5-220D3650946F}" type="pres">
      <dgm:prSet presAssocID="{46C00B78-CDC7-4B96-A21E-0235D26D199A}" presName="BackAccent" presStyleLbl="bgShp" presStyleIdx="1" presStyleCnt="5"/>
      <dgm:spPr/>
    </dgm:pt>
    <dgm:pt modelId="{4F035171-3214-0743-A584-0386B07C0066}" type="pres">
      <dgm:prSet presAssocID="{46C00B78-CDC7-4B96-A21E-0235D26D199A}" presName="Accent" presStyleLbl="alignNode1" presStyleIdx="1" presStyleCnt="5"/>
      <dgm:spPr/>
    </dgm:pt>
    <dgm:pt modelId="{980EB612-CE48-A64B-B97D-3F822A158050}" type="pres">
      <dgm:prSet presAssocID="{46C00B78-CDC7-4B96-A21E-0235D26D199A}" presName="Child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6918173B-45FE-9D4B-88D1-6A1DACED9088}" type="pres">
      <dgm:prSet presAssocID="{46C00B78-CDC7-4B96-A21E-0235D26D199A}" presName="Parent" presStyleLbl="revTx" presStyleIdx="1" presStyleCnt="5">
        <dgm:presLayoutVars>
          <dgm:chMax val="1"/>
          <dgm:chPref val="1"/>
          <dgm:bulletEnabled val="1"/>
        </dgm:presLayoutVars>
      </dgm:prSet>
      <dgm:spPr/>
    </dgm:pt>
    <dgm:pt modelId="{69CC077B-D9A3-E24F-91E5-41FACDAFDE50}" type="pres">
      <dgm:prSet presAssocID="{89C7C092-410D-4022-BED8-4E957D4E1046}" presName="sibTrans" presStyleCnt="0"/>
      <dgm:spPr/>
    </dgm:pt>
    <dgm:pt modelId="{96481B10-6153-9C44-81BE-56964AAD2DBE}" type="pres">
      <dgm:prSet presAssocID="{A7DDE5C0-D9C4-42DE-B24B-7C0AE12A359B}" presName="composite" presStyleCnt="0"/>
      <dgm:spPr/>
    </dgm:pt>
    <dgm:pt modelId="{04A18AC7-D834-494C-BEFF-8B3CBA303986}" type="pres">
      <dgm:prSet presAssocID="{A7DDE5C0-D9C4-42DE-B24B-7C0AE12A359B}" presName="BackAccent" presStyleLbl="bgShp" presStyleIdx="2" presStyleCnt="5"/>
      <dgm:spPr/>
    </dgm:pt>
    <dgm:pt modelId="{E0ED620D-DE43-E94A-AA58-A5446CA3ACE1}" type="pres">
      <dgm:prSet presAssocID="{A7DDE5C0-D9C4-42DE-B24B-7C0AE12A359B}" presName="Accent" presStyleLbl="alignNode1" presStyleIdx="2" presStyleCnt="5"/>
      <dgm:spPr/>
    </dgm:pt>
    <dgm:pt modelId="{BD2679F7-6F05-1246-85E2-1C9EA774E930}" type="pres">
      <dgm:prSet presAssocID="{A7DDE5C0-D9C4-42DE-B24B-7C0AE12A359B}" presName="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55E8F32F-35CE-D948-A4DA-BFB38A0B743E}" type="pres">
      <dgm:prSet presAssocID="{A7DDE5C0-D9C4-42DE-B24B-7C0AE12A359B}" presName="Parent" presStyleLbl="revTx" presStyleIdx="2" presStyleCnt="5">
        <dgm:presLayoutVars>
          <dgm:chMax val="1"/>
          <dgm:chPref val="1"/>
          <dgm:bulletEnabled val="1"/>
        </dgm:presLayoutVars>
      </dgm:prSet>
      <dgm:spPr/>
    </dgm:pt>
    <dgm:pt modelId="{740AF3D0-A575-D840-9C70-1F6A28405F5F}" type="pres">
      <dgm:prSet presAssocID="{F0CF2898-D26F-4A7C-B1F9-633D9C149A41}" presName="sibTrans" presStyleCnt="0"/>
      <dgm:spPr/>
    </dgm:pt>
    <dgm:pt modelId="{E56148DE-991A-5B48-9044-E09ECD574A7F}" type="pres">
      <dgm:prSet presAssocID="{F5F2ED05-A39D-4259-9797-AD32D8F514BC}" presName="composite" presStyleCnt="0"/>
      <dgm:spPr/>
    </dgm:pt>
    <dgm:pt modelId="{97642204-6B74-D044-96DC-5340E24BE81E}" type="pres">
      <dgm:prSet presAssocID="{F5F2ED05-A39D-4259-9797-AD32D8F514BC}" presName="BackAccent" presStyleLbl="bgShp" presStyleIdx="3" presStyleCnt="5"/>
      <dgm:spPr/>
    </dgm:pt>
    <dgm:pt modelId="{E1D41E1B-FD33-C943-A32C-CA3DD9A51A1C}" type="pres">
      <dgm:prSet presAssocID="{F5F2ED05-A39D-4259-9797-AD32D8F514BC}" presName="Accent" presStyleLbl="alignNode1" presStyleIdx="3" presStyleCnt="5"/>
      <dgm:spPr/>
    </dgm:pt>
    <dgm:pt modelId="{43C10C56-6FFD-AF49-A733-DA21F48B260F}" type="pres">
      <dgm:prSet presAssocID="{F5F2ED05-A39D-4259-9797-AD32D8F514BC}" presName="Child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8EF6134F-9180-4C4B-A92D-FCBB915C4551}" type="pres">
      <dgm:prSet presAssocID="{F5F2ED05-A39D-4259-9797-AD32D8F514BC}" presName="Parent" presStyleLbl="revTx" presStyleIdx="3" presStyleCnt="5">
        <dgm:presLayoutVars>
          <dgm:chMax val="1"/>
          <dgm:chPref val="1"/>
          <dgm:bulletEnabled val="1"/>
        </dgm:presLayoutVars>
      </dgm:prSet>
      <dgm:spPr/>
    </dgm:pt>
    <dgm:pt modelId="{B18A86CB-CD3C-3D4E-BA2F-64C397CDB8C7}" type="pres">
      <dgm:prSet presAssocID="{E1BA6E0F-B7C7-406D-A591-2B2A36093548}" presName="sibTrans" presStyleCnt="0"/>
      <dgm:spPr/>
    </dgm:pt>
    <dgm:pt modelId="{0ACC12EF-52B2-A74D-8F16-27072375131E}" type="pres">
      <dgm:prSet presAssocID="{7632539E-F166-4641-9D5F-7E83CAC690E0}" presName="composite" presStyleCnt="0"/>
      <dgm:spPr/>
    </dgm:pt>
    <dgm:pt modelId="{890DC7EE-3234-D14C-9535-B8A22DF97FFF}" type="pres">
      <dgm:prSet presAssocID="{7632539E-F166-4641-9D5F-7E83CAC690E0}" presName="BackAccent" presStyleLbl="bgShp" presStyleIdx="4" presStyleCnt="5"/>
      <dgm:spPr/>
    </dgm:pt>
    <dgm:pt modelId="{35576189-AF08-0949-959F-73F58BF9E279}" type="pres">
      <dgm:prSet presAssocID="{7632539E-F166-4641-9D5F-7E83CAC690E0}" presName="Accent" presStyleLbl="alignNode1" presStyleIdx="4" presStyleCnt="5"/>
      <dgm:spPr/>
    </dgm:pt>
    <dgm:pt modelId="{6B6F39A6-862F-FD49-AED1-A22C38FC7234}" type="pres">
      <dgm:prSet presAssocID="{7632539E-F166-4641-9D5F-7E83CAC690E0}" presName="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9809F9EE-7BDD-F945-BB48-E61AF7F67E2D}" type="pres">
      <dgm:prSet presAssocID="{7632539E-F166-4641-9D5F-7E83CAC690E0}" presName="Parent" presStyleLbl="revTx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BF263F0B-7E5D-43A9-8DF2-D11C8D22A35D}" srcId="{42377624-EA15-4C2F-BC6B-CA22E84F34DA}" destId="{F5F2ED05-A39D-4259-9797-AD32D8F514BC}" srcOrd="3" destOrd="0" parTransId="{1A0AEF3C-26EA-44F8-8DA7-65AEA5D1D433}" sibTransId="{E1BA6E0F-B7C7-406D-A591-2B2A36093548}"/>
    <dgm:cxn modelId="{844AAA0D-BA65-4072-BF06-FDE4FC40DA45}" srcId="{42377624-EA15-4C2F-BC6B-CA22E84F34DA}" destId="{7632539E-F166-4641-9D5F-7E83CAC690E0}" srcOrd="4" destOrd="0" parTransId="{E5ACEC95-1786-40E8-9A64-B0D79841A7FE}" sibTransId="{8ECF3B28-1A1D-427D-94A8-535FC8D812DE}"/>
    <dgm:cxn modelId="{E93A720F-95E3-1440-90CE-8FE5A7E28787}" type="presOf" srcId="{A63F951E-D089-4453-AE2C-8F73459E39B9}" destId="{F2069326-A4E0-4D41-861D-E774082D3119}" srcOrd="0" destOrd="0" presId="urn:microsoft.com/office/officeart/2008/layout/IncreasingCircleProcess"/>
    <dgm:cxn modelId="{D71EAD37-D5B6-48E9-8F51-D6D32EFF027A}" srcId="{42377624-EA15-4C2F-BC6B-CA22E84F34DA}" destId="{A7DDE5C0-D9C4-42DE-B24B-7C0AE12A359B}" srcOrd="2" destOrd="0" parTransId="{CBD5B735-1691-4BE4-877A-2E9609391176}" sibTransId="{F0CF2898-D26F-4A7C-B1F9-633D9C149A41}"/>
    <dgm:cxn modelId="{A7A9974D-5805-4C20-A69D-630E0E7503DE}" srcId="{42377624-EA15-4C2F-BC6B-CA22E84F34DA}" destId="{A63F951E-D089-4453-AE2C-8F73459E39B9}" srcOrd="0" destOrd="0" parTransId="{A627FBF5-78C0-48D4-BE22-FC0750FCB036}" sibTransId="{D56C6E62-6601-4FF8-970C-0A232CF10048}"/>
    <dgm:cxn modelId="{9C903A51-1790-4136-B540-CAF31C55BC44}" srcId="{42377624-EA15-4C2F-BC6B-CA22E84F34DA}" destId="{46C00B78-CDC7-4B96-A21E-0235D26D199A}" srcOrd="1" destOrd="0" parTransId="{D2DFFDB4-B6FC-4A91-AB97-4AD9DEA26090}" sibTransId="{89C7C092-410D-4022-BED8-4E957D4E1046}"/>
    <dgm:cxn modelId="{BEC7C655-99E3-054A-A758-F1EF1BC8762E}" type="presOf" srcId="{42377624-EA15-4C2F-BC6B-CA22E84F34DA}" destId="{EEAE10CE-82E4-3443-943B-2FA2A7495716}" srcOrd="0" destOrd="0" presId="urn:microsoft.com/office/officeart/2008/layout/IncreasingCircleProcess"/>
    <dgm:cxn modelId="{58F9329F-A69D-0246-A7B1-48D912660606}" type="presOf" srcId="{F5F2ED05-A39D-4259-9797-AD32D8F514BC}" destId="{8EF6134F-9180-4C4B-A92D-FCBB915C4551}" srcOrd="0" destOrd="0" presId="urn:microsoft.com/office/officeart/2008/layout/IncreasingCircleProcess"/>
    <dgm:cxn modelId="{4AE96FBD-C1EC-FF47-96C4-B6FD51A67319}" type="presOf" srcId="{7632539E-F166-4641-9D5F-7E83CAC690E0}" destId="{9809F9EE-7BDD-F945-BB48-E61AF7F67E2D}" srcOrd="0" destOrd="0" presId="urn:microsoft.com/office/officeart/2008/layout/IncreasingCircleProcess"/>
    <dgm:cxn modelId="{EF3CA4E3-A048-BA45-B5B7-C08BCF11308B}" type="presOf" srcId="{46C00B78-CDC7-4B96-A21E-0235D26D199A}" destId="{6918173B-45FE-9D4B-88D1-6A1DACED9088}" srcOrd="0" destOrd="0" presId="urn:microsoft.com/office/officeart/2008/layout/IncreasingCircleProcess"/>
    <dgm:cxn modelId="{F025E4F3-F4D7-F646-8EF2-7A674690EEAB}" type="presOf" srcId="{A7DDE5C0-D9C4-42DE-B24B-7C0AE12A359B}" destId="{55E8F32F-35CE-D948-A4DA-BFB38A0B743E}" srcOrd="0" destOrd="0" presId="urn:microsoft.com/office/officeart/2008/layout/IncreasingCircleProcess"/>
    <dgm:cxn modelId="{CAC55D5E-D932-2546-BEA3-28746B68984C}" type="presParOf" srcId="{EEAE10CE-82E4-3443-943B-2FA2A7495716}" destId="{449D1721-0409-6F4C-A65A-2B22ED14071A}" srcOrd="0" destOrd="0" presId="urn:microsoft.com/office/officeart/2008/layout/IncreasingCircleProcess"/>
    <dgm:cxn modelId="{80DF2E3C-D2B8-6149-AFB6-2B029C8D6AF5}" type="presParOf" srcId="{449D1721-0409-6F4C-A65A-2B22ED14071A}" destId="{BDDAB050-1C59-CD4F-B023-6C9F19660403}" srcOrd="0" destOrd="0" presId="urn:microsoft.com/office/officeart/2008/layout/IncreasingCircleProcess"/>
    <dgm:cxn modelId="{093683AA-770A-D246-B41A-14128AA4E810}" type="presParOf" srcId="{449D1721-0409-6F4C-A65A-2B22ED14071A}" destId="{3C9B042E-6A23-AC40-B193-9B3BF6627B49}" srcOrd="1" destOrd="0" presId="urn:microsoft.com/office/officeart/2008/layout/IncreasingCircleProcess"/>
    <dgm:cxn modelId="{7E0831C7-7D54-DD46-95F0-BF51EADC01D8}" type="presParOf" srcId="{449D1721-0409-6F4C-A65A-2B22ED14071A}" destId="{686FBE43-90F7-0849-946A-1AA97BAE120D}" srcOrd="2" destOrd="0" presId="urn:microsoft.com/office/officeart/2008/layout/IncreasingCircleProcess"/>
    <dgm:cxn modelId="{D6A50C4B-157E-B64A-9AAF-82E47A2FC2BB}" type="presParOf" srcId="{449D1721-0409-6F4C-A65A-2B22ED14071A}" destId="{F2069326-A4E0-4D41-861D-E774082D3119}" srcOrd="3" destOrd="0" presId="urn:microsoft.com/office/officeart/2008/layout/IncreasingCircleProcess"/>
    <dgm:cxn modelId="{B5D2A93B-A3B9-9A45-AEE6-E0917DE8B77C}" type="presParOf" srcId="{EEAE10CE-82E4-3443-943B-2FA2A7495716}" destId="{67F1ECB1-A654-C04D-A473-C144132D6D33}" srcOrd="1" destOrd="0" presId="urn:microsoft.com/office/officeart/2008/layout/IncreasingCircleProcess"/>
    <dgm:cxn modelId="{8F4EA96E-3E7C-AD49-A544-59538ECEE717}" type="presParOf" srcId="{EEAE10CE-82E4-3443-943B-2FA2A7495716}" destId="{358D3F91-B2F9-4744-BAD7-AFC42A57E06B}" srcOrd="2" destOrd="0" presId="urn:microsoft.com/office/officeart/2008/layout/IncreasingCircleProcess"/>
    <dgm:cxn modelId="{DD9F581D-E22C-3043-A06C-C363649D4535}" type="presParOf" srcId="{358D3F91-B2F9-4744-BAD7-AFC42A57E06B}" destId="{90CBDFFC-B789-2149-80E5-220D3650946F}" srcOrd="0" destOrd="0" presId="urn:microsoft.com/office/officeart/2008/layout/IncreasingCircleProcess"/>
    <dgm:cxn modelId="{29602C99-E6F6-F445-AE7B-1FE61FCD188B}" type="presParOf" srcId="{358D3F91-B2F9-4744-BAD7-AFC42A57E06B}" destId="{4F035171-3214-0743-A584-0386B07C0066}" srcOrd="1" destOrd="0" presId="urn:microsoft.com/office/officeart/2008/layout/IncreasingCircleProcess"/>
    <dgm:cxn modelId="{DB01D14D-C5B0-1C45-9E19-AF69B5A67449}" type="presParOf" srcId="{358D3F91-B2F9-4744-BAD7-AFC42A57E06B}" destId="{980EB612-CE48-A64B-B97D-3F822A158050}" srcOrd="2" destOrd="0" presId="urn:microsoft.com/office/officeart/2008/layout/IncreasingCircleProcess"/>
    <dgm:cxn modelId="{D1F0DF6C-13F3-9948-9AB2-F8E826FA6039}" type="presParOf" srcId="{358D3F91-B2F9-4744-BAD7-AFC42A57E06B}" destId="{6918173B-45FE-9D4B-88D1-6A1DACED9088}" srcOrd="3" destOrd="0" presId="urn:microsoft.com/office/officeart/2008/layout/IncreasingCircleProcess"/>
    <dgm:cxn modelId="{4B02E4EB-B8FD-234E-88E9-EC7DF00955C6}" type="presParOf" srcId="{EEAE10CE-82E4-3443-943B-2FA2A7495716}" destId="{69CC077B-D9A3-E24F-91E5-41FACDAFDE50}" srcOrd="3" destOrd="0" presId="urn:microsoft.com/office/officeart/2008/layout/IncreasingCircleProcess"/>
    <dgm:cxn modelId="{3E5D7A2E-47E9-604D-AA3D-30F2968E03F8}" type="presParOf" srcId="{EEAE10CE-82E4-3443-943B-2FA2A7495716}" destId="{96481B10-6153-9C44-81BE-56964AAD2DBE}" srcOrd="4" destOrd="0" presId="urn:microsoft.com/office/officeart/2008/layout/IncreasingCircleProcess"/>
    <dgm:cxn modelId="{527A3156-8404-534E-83B4-C987A9088E7B}" type="presParOf" srcId="{96481B10-6153-9C44-81BE-56964AAD2DBE}" destId="{04A18AC7-D834-494C-BEFF-8B3CBA303986}" srcOrd="0" destOrd="0" presId="urn:microsoft.com/office/officeart/2008/layout/IncreasingCircleProcess"/>
    <dgm:cxn modelId="{E8A1AEFA-9FC3-3043-9C2F-76EFC2A73C91}" type="presParOf" srcId="{96481B10-6153-9C44-81BE-56964AAD2DBE}" destId="{E0ED620D-DE43-E94A-AA58-A5446CA3ACE1}" srcOrd="1" destOrd="0" presId="urn:microsoft.com/office/officeart/2008/layout/IncreasingCircleProcess"/>
    <dgm:cxn modelId="{79987A7D-65B8-AE4A-8352-7AA35270AE97}" type="presParOf" srcId="{96481B10-6153-9C44-81BE-56964AAD2DBE}" destId="{BD2679F7-6F05-1246-85E2-1C9EA774E930}" srcOrd="2" destOrd="0" presId="urn:microsoft.com/office/officeart/2008/layout/IncreasingCircleProcess"/>
    <dgm:cxn modelId="{38CA9611-159F-8A46-B04E-7862FBE89423}" type="presParOf" srcId="{96481B10-6153-9C44-81BE-56964AAD2DBE}" destId="{55E8F32F-35CE-D948-A4DA-BFB38A0B743E}" srcOrd="3" destOrd="0" presId="urn:microsoft.com/office/officeart/2008/layout/IncreasingCircleProcess"/>
    <dgm:cxn modelId="{3BBEF945-E74F-B04D-B240-EBAA4ADDE5FB}" type="presParOf" srcId="{EEAE10CE-82E4-3443-943B-2FA2A7495716}" destId="{740AF3D0-A575-D840-9C70-1F6A28405F5F}" srcOrd="5" destOrd="0" presId="urn:microsoft.com/office/officeart/2008/layout/IncreasingCircleProcess"/>
    <dgm:cxn modelId="{ED481A7E-8BFB-0843-BE8F-24D064E5B460}" type="presParOf" srcId="{EEAE10CE-82E4-3443-943B-2FA2A7495716}" destId="{E56148DE-991A-5B48-9044-E09ECD574A7F}" srcOrd="6" destOrd="0" presId="urn:microsoft.com/office/officeart/2008/layout/IncreasingCircleProcess"/>
    <dgm:cxn modelId="{1639E0A1-BAEC-0444-9E2D-6B58179C262A}" type="presParOf" srcId="{E56148DE-991A-5B48-9044-E09ECD574A7F}" destId="{97642204-6B74-D044-96DC-5340E24BE81E}" srcOrd="0" destOrd="0" presId="urn:microsoft.com/office/officeart/2008/layout/IncreasingCircleProcess"/>
    <dgm:cxn modelId="{68A4E64E-34CF-F046-9BE1-9CC75C06C8CC}" type="presParOf" srcId="{E56148DE-991A-5B48-9044-E09ECD574A7F}" destId="{E1D41E1B-FD33-C943-A32C-CA3DD9A51A1C}" srcOrd="1" destOrd="0" presId="urn:microsoft.com/office/officeart/2008/layout/IncreasingCircleProcess"/>
    <dgm:cxn modelId="{BBA8A237-6039-CE46-8A84-F5CF383D79CE}" type="presParOf" srcId="{E56148DE-991A-5B48-9044-E09ECD574A7F}" destId="{43C10C56-6FFD-AF49-A733-DA21F48B260F}" srcOrd="2" destOrd="0" presId="urn:microsoft.com/office/officeart/2008/layout/IncreasingCircleProcess"/>
    <dgm:cxn modelId="{77807528-4902-CE46-8A7E-C75AA1C75213}" type="presParOf" srcId="{E56148DE-991A-5B48-9044-E09ECD574A7F}" destId="{8EF6134F-9180-4C4B-A92D-FCBB915C4551}" srcOrd="3" destOrd="0" presId="urn:microsoft.com/office/officeart/2008/layout/IncreasingCircleProcess"/>
    <dgm:cxn modelId="{79FB6AB2-57F2-C240-98F2-6B07AC44DC31}" type="presParOf" srcId="{EEAE10CE-82E4-3443-943B-2FA2A7495716}" destId="{B18A86CB-CD3C-3D4E-BA2F-64C397CDB8C7}" srcOrd="7" destOrd="0" presId="urn:microsoft.com/office/officeart/2008/layout/IncreasingCircleProcess"/>
    <dgm:cxn modelId="{181A4C38-1C8B-324D-931C-5D34A943748E}" type="presParOf" srcId="{EEAE10CE-82E4-3443-943B-2FA2A7495716}" destId="{0ACC12EF-52B2-A74D-8F16-27072375131E}" srcOrd="8" destOrd="0" presId="urn:microsoft.com/office/officeart/2008/layout/IncreasingCircleProcess"/>
    <dgm:cxn modelId="{F5196073-87FE-7A4D-B505-66C810446150}" type="presParOf" srcId="{0ACC12EF-52B2-A74D-8F16-27072375131E}" destId="{890DC7EE-3234-D14C-9535-B8A22DF97FFF}" srcOrd="0" destOrd="0" presId="urn:microsoft.com/office/officeart/2008/layout/IncreasingCircleProcess"/>
    <dgm:cxn modelId="{39635C89-99F2-6242-BA38-29B639AF1B14}" type="presParOf" srcId="{0ACC12EF-52B2-A74D-8F16-27072375131E}" destId="{35576189-AF08-0949-959F-73F58BF9E279}" srcOrd="1" destOrd="0" presId="urn:microsoft.com/office/officeart/2008/layout/IncreasingCircleProcess"/>
    <dgm:cxn modelId="{2FB38F77-72B4-7242-B860-5F8B4906DFA6}" type="presParOf" srcId="{0ACC12EF-52B2-A74D-8F16-27072375131E}" destId="{6B6F39A6-862F-FD49-AED1-A22C38FC7234}" srcOrd="2" destOrd="0" presId="urn:microsoft.com/office/officeart/2008/layout/IncreasingCircleProcess"/>
    <dgm:cxn modelId="{442E062E-ED5C-E749-8199-90F634B68D33}" type="presParOf" srcId="{0ACC12EF-52B2-A74D-8F16-27072375131E}" destId="{9809F9EE-7BDD-F945-BB48-E61AF7F67E2D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02ACA9E3-7AA4-4CDA-9A68-E766723CD193}" type="doc">
      <dgm:prSet loTypeId="urn:microsoft.com/office/officeart/2009/3/layout/PieProcess" qsTypeId="urn:microsoft.com/office/officeart/2005/8/quickstyle/simple2" csTypeId="urn:microsoft.com/office/officeart/2005/8/colors/accent1_2"/>
      <dgm:spPr/>
    </dgm:pt>
    <dgm:pt modelId="{F7F147AF-78A1-446C-A7BB-140BE9CBD1A7}">
      <dgm:prSet/>
      <dgm:spPr/>
      <dgm:t>
        <a:bodyPr/>
        <a:lstStyle/>
        <a:p>
          <a:r>
            <a:t>Customer insight</a:t>
          </a:r>
        </a:p>
      </dgm:t>
    </dgm:pt>
    <dgm:pt modelId="{7CC756E3-EA07-49E5-A97B-0ABB03B1EDCC}" type="parTrans" cxnId="{A07823A4-1667-4B07-B3F8-D8D9F33D63E6}">
      <dgm:prSet/>
      <dgm:spPr/>
      <dgm:t>
        <a:bodyPr/>
        <a:lstStyle/>
        <a:p>
          <a:endParaRPr/>
        </a:p>
      </dgm:t>
    </dgm:pt>
    <dgm:pt modelId="{8FDA13A3-8FF6-4438-87B6-63FA75888700}" type="sibTrans" cxnId="{A07823A4-1667-4B07-B3F8-D8D9F33D63E6}">
      <dgm:prSet/>
      <dgm:spPr/>
      <dgm:t>
        <a:bodyPr/>
        <a:lstStyle/>
        <a:p>
          <a:endParaRPr/>
        </a:p>
      </dgm:t>
    </dgm:pt>
    <dgm:pt modelId="{52C72BC4-CB89-4F59-A28A-26A571828E63}">
      <dgm:prSet/>
      <dgm:spPr/>
      <dgm:t>
        <a:bodyPr/>
        <a:lstStyle/>
        <a:p>
          <a:r>
            <a:t>Product concept</a:t>
          </a:r>
        </a:p>
      </dgm:t>
    </dgm:pt>
    <dgm:pt modelId="{1BB167D4-CF4D-41F3-BB17-78E4B5D032E8}" type="parTrans" cxnId="{9C5CCCD2-5D3C-4A34-8C5F-4DA293AD3242}">
      <dgm:prSet/>
      <dgm:spPr/>
      <dgm:t>
        <a:bodyPr/>
        <a:lstStyle/>
        <a:p>
          <a:endParaRPr/>
        </a:p>
      </dgm:t>
    </dgm:pt>
    <dgm:pt modelId="{A8734DA8-C68B-409B-8F08-1FBDEC43FA3A}" type="sibTrans" cxnId="{9C5CCCD2-5D3C-4A34-8C5F-4DA293AD3242}">
      <dgm:prSet/>
      <dgm:spPr/>
      <dgm:t>
        <a:bodyPr/>
        <a:lstStyle/>
        <a:p>
          <a:endParaRPr/>
        </a:p>
      </dgm:t>
    </dgm:pt>
    <dgm:pt modelId="{3182F829-C215-47DB-9758-479683A98879}">
      <dgm:prSet/>
      <dgm:spPr/>
      <dgm:t>
        <a:bodyPr/>
        <a:lstStyle/>
        <a:p>
          <a:r>
            <a:t>Prototype</a:t>
          </a:r>
        </a:p>
      </dgm:t>
    </dgm:pt>
    <dgm:pt modelId="{53106E4B-8E21-42B9-B1FA-B2888491C97C}" type="parTrans" cxnId="{DD0648F1-2DC7-4697-977A-38445FBF732C}">
      <dgm:prSet/>
      <dgm:spPr/>
      <dgm:t>
        <a:bodyPr/>
        <a:lstStyle/>
        <a:p>
          <a:endParaRPr/>
        </a:p>
      </dgm:t>
    </dgm:pt>
    <dgm:pt modelId="{E4CA941E-75B2-4477-B3E2-C9DE78AE9C95}" type="sibTrans" cxnId="{DD0648F1-2DC7-4697-977A-38445FBF732C}">
      <dgm:prSet/>
      <dgm:spPr/>
      <dgm:t>
        <a:bodyPr/>
        <a:lstStyle/>
        <a:p>
          <a:endParaRPr/>
        </a:p>
      </dgm:t>
    </dgm:pt>
    <dgm:pt modelId="{BF36B86D-BCC6-4C6A-AF99-258AABB64CEC}">
      <dgm:prSet/>
      <dgm:spPr/>
      <dgm:t>
        <a:bodyPr/>
        <a:lstStyle/>
        <a:p>
          <a:r>
            <a:t>Feedback</a:t>
          </a:r>
        </a:p>
      </dgm:t>
    </dgm:pt>
    <dgm:pt modelId="{6408CAD2-09AA-49DF-B4C9-E7EAEFB6A4E1}" type="parTrans" cxnId="{1A2D9908-3793-40CF-B2F6-8D28D7120D3E}">
      <dgm:prSet/>
      <dgm:spPr/>
      <dgm:t>
        <a:bodyPr/>
        <a:lstStyle/>
        <a:p>
          <a:endParaRPr/>
        </a:p>
      </dgm:t>
    </dgm:pt>
    <dgm:pt modelId="{3212B868-42B4-4C0B-BB22-6481A946E868}" type="sibTrans" cxnId="{1A2D9908-3793-40CF-B2F6-8D28D7120D3E}">
      <dgm:prSet/>
      <dgm:spPr/>
      <dgm:t>
        <a:bodyPr/>
        <a:lstStyle/>
        <a:p>
          <a:endParaRPr/>
        </a:p>
      </dgm:t>
    </dgm:pt>
    <dgm:pt modelId="{8D3ADBF6-5F8B-4E47-847D-131694726796}">
      <dgm:prSet/>
      <dgm:spPr/>
      <dgm:t>
        <a:bodyPr/>
        <a:lstStyle/>
        <a:p>
          <a:r>
            <a:t>Next step</a:t>
          </a:r>
        </a:p>
      </dgm:t>
    </dgm:pt>
    <dgm:pt modelId="{E4FD7362-60A9-4DD5-8D2E-84A755367E9F}" type="parTrans" cxnId="{33B8EFA3-ABC7-49BF-B60F-91DBFE5596F4}">
      <dgm:prSet/>
      <dgm:spPr/>
      <dgm:t>
        <a:bodyPr/>
        <a:lstStyle/>
        <a:p>
          <a:endParaRPr/>
        </a:p>
      </dgm:t>
    </dgm:pt>
    <dgm:pt modelId="{1A0FCB57-AD83-48D1-83FD-DCE8D80E4535}" type="sibTrans" cxnId="{33B8EFA3-ABC7-49BF-B60F-91DBFE5596F4}">
      <dgm:prSet/>
      <dgm:spPr/>
      <dgm:t>
        <a:bodyPr/>
        <a:lstStyle/>
        <a:p>
          <a:endParaRPr/>
        </a:p>
      </dgm:t>
    </dgm:pt>
    <dgm:pt modelId="{84F3A1C6-143B-E94D-8DA1-EA8F3C0DA0AC}" type="pres">
      <dgm:prSet presAssocID="{02ACA9E3-7AA4-4CDA-9A68-E766723CD193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78C98633-60AF-A444-84EB-A6A30828B96D}" type="pres">
      <dgm:prSet presAssocID="{F7F147AF-78A1-446C-A7BB-140BE9CBD1A7}" presName="ParentComposite" presStyleCnt="0"/>
      <dgm:spPr/>
    </dgm:pt>
    <dgm:pt modelId="{89DECAAC-26CE-144B-8D4D-61F3E04E3410}" type="pres">
      <dgm:prSet presAssocID="{F7F147AF-78A1-446C-A7BB-140BE9CBD1A7}" presName="Chord" presStyleLbl="bgShp" presStyleIdx="0" presStyleCnt="5"/>
      <dgm:spPr/>
    </dgm:pt>
    <dgm:pt modelId="{40E705EF-8B54-0C47-9783-68A221A83105}" type="pres">
      <dgm:prSet presAssocID="{F7F147AF-78A1-446C-A7BB-140BE9CBD1A7}" presName="Pie" presStyleLbl="alignNode1" presStyleIdx="0" presStyleCnt="5"/>
      <dgm:spPr/>
    </dgm:pt>
    <dgm:pt modelId="{C92C4CB7-285B-504E-8ECC-9B3A0459BB5A}" type="pres">
      <dgm:prSet presAssocID="{F7F147AF-78A1-446C-A7BB-140BE9CBD1A7}" presName="Parent" presStyleLbl="revTx" presStyleIdx="0" presStyleCnt="5">
        <dgm:presLayoutVars>
          <dgm:chMax val="1"/>
          <dgm:chPref val="1"/>
          <dgm:bulletEnabled val="1"/>
        </dgm:presLayoutVars>
      </dgm:prSet>
      <dgm:spPr/>
    </dgm:pt>
    <dgm:pt modelId="{8BD728EB-3AE3-EE4A-B2C3-98324D80BD86}" type="pres">
      <dgm:prSet presAssocID="{52C72BC4-CB89-4F59-A28A-26A571828E63}" presName="ParentComposite" presStyleCnt="0"/>
      <dgm:spPr/>
    </dgm:pt>
    <dgm:pt modelId="{D484A020-24A8-4D41-8252-D86A53E42DA1}" type="pres">
      <dgm:prSet presAssocID="{52C72BC4-CB89-4F59-A28A-26A571828E63}" presName="Chord" presStyleLbl="bgShp" presStyleIdx="1" presStyleCnt="5"/>
      <dgm:spPr/>
    </dgm:pt>
    <dgm:pt modelId="{F2BC1D43-C20F-9F4B-B4D5-54B40F9EF752}" type="pres">
      <dgm:prSet presAssocID="{52C72BC4-CB89-4F59-A28A-26A571828E63}" presName="Pie" presStyleLbl="alignNode1" presStyleIdx="1" presStyleCnt="5"/>
      <dgm:spPr/>
    </dgm:pt>
    <dgm:pt modelId="{CC99BEE9-8A01-204D-8A4D-704E67D07C71}" type="pres">
      <dgm:prSet presAssocID="{52C72BC4-CB89-4F59-A28A-26A571828E63}" presName="Parent" presStyleLbl="revTx" presStyleIdx="1" presStyleCnt="5">
        <dgm:presLayoutVars>
          <dgm:chMax val="1"/>
          <dgm:chPref val="1"/>
          <dgm:bulletEnabled val="1"/>
        </dgm:presLayoutVars>
      </dgm:prSet>
      <dgm:spPr/>
    </dgm:pt>
    <dgm:pt modelId="{5F59ABD5-4362-9E4E-871C-E67C331F5373}" type="pres">
      <dgm:prSet presAssocID="{3182F829-C215-47DB-9758-479683A98879}" presName="ParentComposite" presStyleCnt="0"/>
      <dgm:spPr/>
    </dgm:pt>
    <dgm:pt modelId="{48EAE78A-6CBE-0249-A570-9CAE26A842FE}" type="pres">
      <dgm:prSet presAssocID="{3182F829-C215-47DB-9758-479683A98879}" presName="Chord" presStyleLbl="bgShp" presStyleIdx="2" presStyleCnt="5"/>
      <dgm:spPr/>
    </dgm:pt>
    <dgm:pt modelId="{6A305720-98A5-C04C-A262-B2E0D6061288}" type="pres">
      <dgm:prSet presAssocID="{3182F829-C215-47DB-9758-479683A98879}" presName="Pie" presStyleLbl="alignNode1" presStyleIdx="2" presStyleCnt="5"/>
      <dgm:spPr/>
    </dgm:pt>
    <dgm:pt modelId="{0CA00EB3-4B16-0F41-A111-CE18A546F49C}" type="pres">
      <dgm:prSet presAssocID="{3182F829-C215-47DB-9758-479683A98879}" presName="Parent" presStyleLbl="revTx" presStyleIdx="2" presStyleCnt="5">
        <dgm:presLayoutVars>
          <dgm:chMax val="1"/>
          <dgm:chPref val="1"/>
          <dgm:bulletEnabled val="1"/>
        </dgm:presLayoutVars>
      </dgm:prSet>
      <dgm:spPr/>
    </dgm:pt>
    <dgm:pt modelId="{BD49CCAB-055F-144E-B644-535785A8B2D3}" type="pres">
      <dgm:prSet presAssocID="{BF36B86D-BCC6-4C6A-AF99-258AABB64CEC}" presName="ParentComposite" presStyleCnt="0"/>
      <dgm:spPr/>
    </dgm:pt>
    <dgm:pt modelId="{A17263FC-CAC8-8240-B291-EFAD8D227DD0}" type="pres">
      <dgm:prSet presAssocID="{BF36B86D-BCC6-4C6A-AF99-258AABB64CEC}" presName="Chord" presStyleLbl="bgShp" presStyleIdx="3" presStyleCnt="5"/>
      <dgm:spPr/>
    </dgm:pt>
    <dgm:pt modelId="{0E415F0A-5E74-3243-A4FB-888109CE5A4C}" type="pres">
      <dgm:prSet presAssocID="{BF36B86D-BCC6-4C6A-AF99-258AABB64CEC}" presName="Pie" presStyleLbl="alignNode1" presStyleIdx="3" presStyleCnt="5"/>
      <dgm:spPr/>
    </dgm:pt>
    <dgm:pt modelId="{ECE8896D-7DAD-BB4E-8B31-6EA9B1C482E2}" type="pres">
      <dgm:prSet presAssocID="{BF36B86D-BCC6-4C6A-AF99-258AABB64CEC}" presName="Parent" presStyleLbl="revTx" presStyleIdx="3" presStyleCnt="5">
        <dgm:presLayoutVars>
          <dgm:chMax val="1"/>
          <dgm:chPref val="1"/>
          <dgm:bulletEnabled val="1"/>
        </dgm:presLayoutVars>
      </dgm:prSet>
      <dgm:spPr/>
    </dgm:pt>
    <dgm:pt modelId="{23CD6E5F-93D9-094F-B2D5-6CE2C3AB252B}" type="pres">
      <dgm:prSet presAssocID="{8D3ADBF6-5F8B-4E47-847D-131694726796}" presName="ParentComposite" presStyleCnt="0"/>
      <dgm:spPr/>
    </dgm:pt>
    <dgm:pt modelId="{284BF605-6F7E-D340-BEB4-1147D4308C50}" type="pres">
      <dgm:prSet presAssocID="{8D3ADBF6-5F8B-4E47-847D-131694726796}" presName="Chord" presStyleLbl="bgShp" presStyleIdx="4" presStyleCnt="5"/>
      <dgm:spPr/>
    </dgm:pt>
    <dgm:pt modelId="{221658BA-7A98-DB47-9772-48D5D1A88BE4}" type="pres">
      <dgm:prSet presAssocID="{8D3ADBF6-5F8B-4E47-847D-131694726796}" presName="Pie" presStyleLbl="alignNode1" presStyleIdx="4" presStyleCnt="5"/>
      <dgm:spPr/>
    </dgm:pt>
    <dgm:pt modelId="{14822B0F-E0A4-044B-995D-B5E222D7292D}" type="pres">
      <dgm:prSet presAssocID="{8D3ADBF6-5F8B-4E47-847D-131694726796}" presName="Parent" presStyleLbl="revTx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1A2D9908-3793-40CF-B2F6-8D28D7120D3E}" srcId="{02ACA9E3-7AA4-4CDA-9A68-E766723CD193}" destId="{BF36B86D-BCC6-4C6A-AF99-258AABB64CEC}" srcOrd="3" destOrd="0" parTransId="{6408CAD2-09AA-49DF-B4C9-E7EAEFB6A4E1}" sibTransId="{3212B868-42B4-4C0B-BB22-6481A946E868}"/>
    <dgm:cxn modelId="{2FA4A231-0B02-3642-BF3A-728F7D73F8FD}" type="presOf" srcId="{8D3ADBF6-5F8B-4E47-847D-131694726796}" destId="{14822B0F-E0A4-044B-995D-B5E222D7292D}" srcOrd="0" destOrd="0" presId="urn:microsoft.com/office/officeart/2009/3/layout/PieProcess"/>
    <dgm:cxn modelId="{05848048-404A-D74E-9BCE-C576051004EF}" type="presOf" srcId="{F7F147AF-78A1-446C-A7BB-140BE9CBD1A7}" destId="{C92C4CB7-285B-504E-8ECC-9B3A0459BB5A}" srcOrd="0" destOrd="0" presId="urn:microsoft.com/office/officeart/2009/3/layout/PieProcess"/>
    <dgm:cxn modelId="{33B8EFA3-ABC7-49BF-B60F-91DBFE5596F4}" srcId="{02ACA9E3-7AA4-4CDA-9A68-E766723CD193}" destId="{8D3ADBF6-5F8B-4E47-847D-131694726796}" srcOrd="4" destOrd="0" parTransId="{E4FD7362-60A9-4DD5-8D2E-84A755367E9F}" sibTransId="{1A0FCB57-AD83-48D1-83FD-DCE8D80E4535}"/>
    <dgm:cxn modelId="{A07823A4-1667-4B07-B3F8-D8D9F33D63E6}" srcId="{02ACA9E3-7AA4-4CDA-9A68-E766723CD193}" destId="{F7F147AF-78A1-446C-A7BB-140BE9CBD1A7}" srcOrd="0" destOrd="0" parTransId="{7CC756E3-EA07-49E5-A97B-0ABB03B1EDCC}" sibTransId="{8FDA13A3-8FF6-4438-87B6-63FA75888700}"/>
    <dgm:cxn modelId="{476245C3-FD26-F64E-9B39-149361445229}" type="presOf" srcId="{3182F829-C215-47DB-9758-479683A98879}" destId="{0CA00EB3-4B16-0F41-A111-CE18A546F49C}" srcOrd="0" destOrd="0" presId="urn:microsoft.com/office/officeart/2009/3/layout/PieProcess"/>
    <dgm:cxn modelId="{9C5CCCD2-5D3C-4A34-8C5F-4DA293AD3242}" srcId="{02ACA9E3-7AA4-4CDA-9A68-E766723CD193}" destId="{52C72BC4-CB89-4F59-A28A-26A571828E63}" srcOrd="1" destOrd="0" parTransId="{1BB167D4-CF4D-41F3-BB17-78E4B5D032E8}" sibTransId="{A8734DA8-C68B-409B-8F08-1FBDEC43FA3A}"/>
    <dgm:cxn modelId="{D7F806D7-B622-534A-ADA7-502FCE85A721}" type="presOf" srcId="{02ACA9E3-7AA4-4CDA-9A68-E766723CD193}" destId="{84F3A1C6-143B-E94D-8DA1-EA8F3C0DA0AC}" srcOrd="0" destOrd="0" presId="urn:microsoft.com/office/officeart/2009/3/layout/PieProcess"/>
    <dgm:cxn modelId="{CF0202E1-E12F-AE4D-AFBB-7704B3DB8979}" type="presOf" srcId="{52C72BC4-CB89-4F59-A28A-26A571828E63}" destId="{CC99BEE9-8A01-204D-8A4D-704E67D07C71}" srcOrd="0" destOrd="0" presId="urn:microsoft.com/office/officeart/2009/3/layout/PieProcess"/>
    <dgm:cxn modelId="{DD0648F1-2DC7-4697-977A-38445FBF732C}" srcId="{02ACA9E3-7AA4-4CDA-9A68-E766723CD193}" destId="{3182F829-C215-47DB-9758-479683A98879}" srcOrd="2" destOrd="0" parTransId="{53106E4B-8E21-42B9-B1FA-B2888491C97C}" sibTransId="{E4CA941E-75B2-4477-B3E2-C9DE78AE9C95}"/>
    <dgm:cxn modelId="{F03C80FE-C912-2D4C-B072-9C6D06F3CDE2}" type="presOf" srcId="{BF36B86D-BCC6-4C6A-AF99-258AABB64CEC}" destId="{ECE8896D-7DAD-BB4E-8B31-6EA9B1C482E2}" srcOrd="0" destOrd="0" presId="urn:microsoft.com/office/officeart/2009/3/layout/PieProcess"/>
    <dgm:cxn modelId="{AA86CFF2-D586-1C44-9C7F-3B6A6CEED804}" type="presParOf" srcId="{84F3A1C6-143B-E94D-8DA1-EA8F3C0DA0AC}" destId="{78C98633-60AF-A444-84EB-A6A30828B96D}" srcOrd="0" destOrd="0" presId="urn:microsoft.com/office/officeart/2009/3/layout/PieProcess"/>
    <dgm:cxn modelId="{474A774A-7B3E-6544-8F30-491B9C3B6706}" type="presParOf" srcId="{78C98633-60AF-A444-84EB-A6A30828B96D}" destId="{89DECAAC-26CE-144B-8D4D-61F3E04E3410}" srcOrd="0" destOrd="0" presId="urn:microsoft.com/office/officeart/2009/3/layout/PieProcess"/>
    <dgm:cxn modelId="{8CE0B213-B687-004C-BA5F-08368B54F098}" type="presParOf" srcId="{78C98633-60AF-A444-84EB-A6A30828B96D}" destId="{40E705EF-8B54-0C47-9783-68A221A83105}" srcOrd="1" destOrd="0" presId="urn:microsoft.com/office/officeart/2009/3/layout/PieProcess"/>
    <dgm:cxn modelId="{8768512D-D982-694E-86A5-3C05752F84CF}" type="presParOf" srcId="{78C98633-60AF-A444-84EB-A6A30828B96D}" destId="{C92C4CB7-285B-504E-8ECC-9B3A0459BB5A}" srcOrd="2" destOrd="0" presId="urn:microsoft.com/office/officeart/2009/3/layout/PieProcess"/>
    <dgm:cxn modelId="{BAA43EBF-8F29-2046-9FFA-F788AEF41EC7}" type="presParOf" srcId="{84F3A1C6-143B-E94D-8DA1-EA8F3C0DA0AC}" destId="{8BD728EB-3AE3-EE4A-B2C3-98324D80BD86}" srcOrd="1" destOrd="0" presId="urn:microsoft.com/office/officeart/2009/3/layout/PieProcess"/>
    <dgm:cxn modelId="{997D5EBE-992C-5442-AB96-A1FDE9800A45}" type="presParOf" srcId="{8BD728EB-3AE3-EE4A-B2C3-98324D80BD86}" destId="{D484A020-24A8-4D41-8252-D86A53E42DA1}" srcOrd="0" destOrd="0" presId="urn:microsoft.com/office/officeart/2009/3/layout/PieProcess"/>
    <dgm:cxn modelId="{A22FFA1F-EE39-004F-AA43-0CD712E231D6}" type="presParOf" srcId="{8BD728EB-3AE3-EE4A-B2C3-98324D80BD86}" destId="{F2BC1D43-C20F-9F4B-B4D5-54B40F9EF752}" srcOrd="1" destOrd="0" presId="urn:microsoft.com/office/officeart/2009/3/layout/PieProcess"/>
    <dgm:cxn modelId="{9B62606C-2C4D-7940-98A2-F8C6D11886A0}" type="presParOf" srcId="{8BD728EB-3AE3-EE4A-B2C3-98324D80BD86}" destId="{CC99BEE9-8A01-204D-8A4D-704E67D07C71}" srcOrd="2" destOrd="0" presId="urn:microsoft.com/office/officeart/2009/3/layout/PieProcess"/>
    <dgm:cxn modelId="{F0FECB58-2611-F245-AA39-9D798010B93D}" type="presParOf" srcId="{84F3A1C6-143B-E94D-8DA1-EA8F3C0DA0AC}" destId="{5F59ABD5-4362-9E4E-871C-E67C331F5373}" srcOrd="2" destOrd="0" presId="urn:microsoft.com/office/officeart/2009/3/layout/PieProcess"/>
    <dgm:cxn modelId="{D5585318-4A75-E64F-A002-548D0D98EFF1}" type="presParOf" srcId="{5F59ABD5-4362-9E4E-871C-E67C331F5373}" destId="{48EAE78A-6CBE-0249-A570-9CAE26A842FE}" srcOrd="0" destOrd="0" presId="urn:microsoft.com/office/officeart/2009/3/layout/PieProcess"/>
    <dgm:cxn modelId="{13B40E70-6B42-C74F-957A-B1303E3DC3EA}" type="presParOf" srcId="{5F59ABD5-4362-9E4E-871C-E67C331F5373}" destId="{6A305720-98A5-C04C-A262-B2E0D6061288}" srcOrd="1" destOrd="0" presId="urn:microsoft.com/office/officeart/2009/3/layout/PieProcess"/>
    <dgm:cxn modelId="{538E5D6E-31D9-2E48-9F43-8906EFBA5CD1}" type="presParOf" srcId="{5F59ABD5-4362-9E4E-871C-E67C331F5373}" destId="{0CA00EB3-4B16-0F41-A111-CE18A546F49C}" srcOrd="2" destOrd="0" presId="urn:microsoft.com/office/officeart/2009/3/layout/PieProcess"/>
    <dgm:cxn modelId="{990EC554-B26D-E340-BD7F-1ED7CABB1611}" type="presParOf" srcId="{84F3A1C6-143B-E94D-8DA1-EA8F3C0DA0AC}" destId="{BD49CCAB-055F-144E-B644-535785A8B2D3}" srcOrd="3" destOrd="0" presId="urn:microsoft.com/office/officeart/2009/3/layout/PieProcess"/>
    <dgm:cxn modelId="{9840FECB-F7FC-E947-88C2-7C89AF9D5713}" type="presParOf" srcId="{BD49CCAB-055F-144E-B644-535785A8B2D3}" destId="{A17263FC-CAC8-8240-B291-EFAD8D227DD0}" srcOrd="0" destOrd="0" presId="urn:microsoft.com/office/officeart/2009/3/layout/PieProcess"/>
    <dgm:cxn modelId="{83C3C155-03C7-D841-8230-81114CA0B11A}" type="presParOf" srcId="{BD49CCAB-055F-144E-B644-535785A8B2D3}" destId="{0E415F0A-5E74-3243-A4FB-888109CE5A4C}" srcOrd="1" destOrd="0" presId="urn:microsoft.com/office/officeart/2009/3/layout/PieProcess"/>
    <dgm:cxn modelId="{F0B13523-73AC-994C-B77A-64B034689729}" type="presParOf" srcId="{BD49CCAB-055F-144E-B644-535785A8B2D3}" destId="{ECE8896D-7DAD-BB4E-8B31-6EA9B1C482E2}" srcOrd="2" destOrd="0" presId="urn:microsoft.com/office/officeart/2009/3/layout/PieProcess"/>
    <dgm:cxn modelId="{17B53E13-AD3F-B449-B2C9-CFBF1BD44CCB}" type="presParOf" srcId="{84F3A1C6-143B-E94D-8DA1-EA8F3C0DA0AC}" destId="{23CD6E5F-93D9-094F-B2D5-6CE2C3AB252B}" srcOrd="4" destOrd="0" presId="urn:microsoft.com/office/officeart/2009/3/layout/PieProcess"/>
    <dgm:cxn modelId="{46C107CC-D3BA-2B4A-844D-006A22E27184}" type="presParOf" srcId="{23CD6E5F-93D9-094F-B2D5-6CE2C3AB252B}" destId="{284BF605-6F7E-D340-BEB4-1147D4308C50}" srcOrd="0" destOrd="0" presId="urn:microsoft.com/office/officeart/2009/3/layout/PieProcess"/>
    <dgm:cxn modelId="{A9EA48C1-4207-7947-B849-BC562ED0F958}" type="presParOf" srcId="{23CD6E5F-93D9-094F-B2D5-6CE2C3AB252B}" destId="{221658BA-7A98-DB47-9772-48D5D1A88BE4}" srcOrd="1" destOrd="0" presId="urn:microsoft.com/office/officeart/2009/3/layout/PieProcess"/>
    <dgm:cxn modelId="{2D8B0147-CC7F-264B-BA80-BF97676C5C69}" type="presParOf" srcId="{23CD6E5F-93D9-094F-B2D5-6CE2C3AB252B}" destId="{14822B0F-E0A4-044B-995D-B5E222D7292D}" srcOrd="2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6D6666E3-C0A0-469A-9B62-1BE3838A92B8}" type="doc">
      <dgm:prSet loTypeId="urn:microsoft.com/office/officeart/2005/8/layout/hProcess7" qsTypeId="urn:microsoft.com/office/officeart/2005/8/quickstyle/simple2" csTypeId="urn:microsoft.com/office/officeart/2005/8/colors/accent1_2"/>
      <dgm:spPr/>
    </dgm:pt>
    <dgm:pt modelId="{1F12A4E7-3A19-4DEF-9BED-3129C089F4AB}">
      <dgm:prSet/>
      <dgm:spPr/>
      <dgm:t>
        <a:bodyPr/>
        <a:lstStyle/>
        <a:p>
          <a:r>
            <a:t>Customer insight</a:t>
          </a:r>
        </a:p>
      </dgm:t>
    </dgm:pt>
    <dgm:pt modelId="{344340B8-B7A2-44C8-8504-FFA9E8507477}" type="parTrans" cxnId="{4A22E4A9-9D55-4ED8-9100-87870E2D9F81}">
      <dgm:prSet/>
      <dgm:spPr/>
      <dgm:t>
        <a:bodyPr/>
        <a:lstStyle/>
        <a:p>
          <a:endParaRPr/>
        </a:p>
      </dgm:t>
    </dgm:pt>
    <dgm:pt modelId="{41C96521-B025-4641-A840-77DFBC1253A2}" type="sibTrans" cxnId="{4A22E4A9-9D55-4ED8-9100-87870E2D9F81}">
      <dgm:prSet/>
      <dgm:spPr/>
      <dgm:t>
        <a:bodyPr/>
        <a:lstStyle/>
        <a:p>
          <a:endParaRPr/>
        </a:p>
      </dgm:t>
    </dgm:pt>
    <dgm:pt modelId="{E36DB986-1FE0-4205-B078-FF1EE1971838}">
      <dgm:prSet/>
      <dgm:spPr/>
      <dgm:t>
        <a:bodyPr/>
        <a:lstStyle/>
        <a:p>
          <a:r>
            <a:t>Product concept</a:t>
          </a:r>
        </a:p>
      </dgm:t>
    </dgm:pt>
    <dgm:pt modelId="{AAC201D5-BC2D-4776-A0BB-A0B08F9C7B24}" type="parTrans" cxnId="{F83060B4-6D14-4002-B490-AD289EEE7897}">
      <dgm:prSet/>
      <dgm:spPr/>
      <dgm:t>
        <a:bodyPr/>
        <a:lstStyle/>
        <a:p>
          <a:endParaRPr/>
        </a:p>
      </dgm:t>
    </dgm:pt>
    <dgm:pt modelId="{3DFB8516-A077-43C0-9171-AAAA96753E24}" type="sibTrans" cxnId="{F83060B4-6D14-4002-B490-AD289EEE7897}">
      <dgm:prSet/>
      <dgm:spPr/>
      <dgm:t>
        <a:bodyPr/>
        <a:lstStyle/>
        <a:p>
          <a:endParaRPr/>
        </a:p>
      </dgm:t>
    </dgm:pt>
    <dgm:pt modelId="{AD20C844-7E38-4FCF-BDBC-AF5865A8A080}">
      <dgm:prSet/>
      <dgm:spPr/>
      <dgm:t>
        <a:bodyPr/>
        <a:lstStyle/>
        <a:p>
          <a:r>
            <a:t>Prototype</a:t>
          </a:r>
        </a:p>
      </dgm:t>
    </dgm:pt>
    <dgm:pt modelId="{1D382AF7-33A9-4F12-BBC3-48A56D17D252}" type="parTrans" cxnId="{C038DC96-8544-4D54-BD0D-C30B3507BD6B}">
      <dgm:prSet/>
      <dgm:spPr/>
      <dgm:t>
        <a:bodyPr/>
        <a:lstStyle/>
        <a:p>
          <a:endParaRPr/>
        </a:p>
      </dgm:t>
    </dgm:pt>
    <dgm:pt modelId="{CBFE353D-64C1-49F3-9D9F-1025E03BA687}" type="sibTrans" cxnId="{C038DC96-8544-4D54-BD0D-C30B3507BD6B}">
      <dgm:prSet/>
      <dgm:spPr/>
      <dgm:t>
        <a:bodyPr/>
        <a:lstStyle/>
        <a:p>
          <a:endParaRPr/>
        </a:p>
      </dgm:t>
    </dgm:pt>
    <dgm:pt modelId="{7429C3C1-BB48-4A86-AED7-A04812893E07}">
      <dgm:prSet/>
      <dgm:spPr/>
      <dgm:t>
        <a:bodyPr/>
        <a:lstStyle/>
        <a:p>
          <a:r>
            <a:t>Feedback</a:t>
          </a:r>
        </a:p>
      </dgm:t>
    </dgm:pt>
    <dgm:pt modelId="{CF6F8F9C-90EE-4EAF-AD2B-E147009B6992}" type="parTrans" cxnId="{E421398B-9AFA-4192-AB27-89B2E5DB5CB4}">
      <dgm:prSet/>
      <dgm:spPr/>
      <dgm:t>
        <a:bodyPr/>
        <a:lstStyle/>
        <a:p>
          <a:endParaRPr/>
        </a:p>
      </dgm:t>
    </dgm:pt>
    <dgm:pt modelId="{DC291B68-CC93-4C38-9537-5DBD749D9D6E}" type="sibTrans" cxnId="{E421398B-9AFA-4192-AB27-89B2E5DB5CB4}">
      <dgm:prSet/>
      <dgm:spPr/>
      <dgm:t>
        <a:bodyPr/>
        <a:lstStyle/>
        <a:p>
          <a:endParaRPr/>
        </a:p>
      </dgm:t>
    </dgm:pt>
    <dgm:pt modelId="{F2E7C77F-050C-4168-B423-FB0E0871CADA}">
      <dgm:prSet/>
      <dgm:spPr/>
      <dgm:t>
        <a:bodyPr/>
        <a:lstStyle/>
        <a:p>
          <a:r>
            <a:t>Next step</a:t>
          </a:r>
        </a:p>
      </dgm:t>
    </dgm:pt>
    <dgm:pt modelId="{481E957B-CC74-403A-9D73-F14A4E581144}" type="parTrans" cxnId="{753F192B-DD04-47D1-BA33-FAA3DFDC4094}">
      <dgm:prSet/>
      <dgm:spPr/>
      <dgm:t>
        <a:bodyPr/>
        <a:lstStyle/>
        <a:p>
          <a:endParaRPr/>
        </a:p>
      </dgm:t>
    </dgm:pt>
    <dgm:pt modelId="{D5F3B090-E2C2-460E-831D-28B03B8E8F82}" type="sibTrans" cxnId="{753F192B-DD04-47D1-BA33-FAA3DFDC4094}">
      <dgm:prSet/>
      <dgm:spPr/>
      <dgm:t>
        <a:bodyPr/>
        <a:lstStyle/>
        <a:p>
          <a:endParaRPr/>
        </a:p>
      </dgm:t>
    </dgm:pt>
    <dgm:pt modelId="{D366AA3C-1FAD-6344-B68E-0FCD93D4AB44}" type="pres">
      <dgm:prSet presAssocID="{6D6666E3-C0A0-469A-9B62-1BE3838A92B8}" presName="Name0" presStyleCnt="0">
        <dgm:presLayoutVars>
          <dgm:dir/>
          <dgm:animLvl val="lvl"/>
          <dgm:resizeHandles val="exact"/>
        </dgm:presLayoutVars>
      </dgm:prSet>
      <dgm:spPr/>
    </dgm:pt>
    <dgm:pt modelId="{89DC273C-22AD-3043-B148-93E99E2D440B}" type="pres">
      <dgm:prSet presAssocID="{1F12A4E7-3A19-4DEF-9BED-3129C089F4AB}" presName="compositeNode" presStyleCnt="0">
        <dgm:presLayoutVars>
          <dgm:bulletEnabled val="1"/>
        </dgm:presLayoutVars>
      </dgm:prSet>
      <dgm:spPr/>
    </dgm:pt>
    <dgm:pt modelId="{05F81F94-43FC-D549-9519-666169F6FC23}" type="pres">
      <dgm:prSet presAssocID="{1F12A4E7-3A19-4DEF-9BED-3129C089F4AB}" presName="bgRect" presStyleLbl="node1" presStyleIdx="0" presStyleCnt="5"/>
      <dgm:spPr/>
    </dgm:pt>
    <dgm:pt modelId="{386E39A8-E8CC-164E-B685-54707A3DE771}" type="pres">
      <dgm:prSet presAssocID="{1F12A4E7-3A19-4DEF-9BED-3129C089F4AB}" presName="parentNode" presStyleLbl="node1" presStyleIdx="0" presStyleCnt="5">
        <dgm:presLayoutVars>
          <dgm:chMax val="0"/>
          <dgm:bulletEnabled val="1"/>
        </dgm:presLayoutVars>
      </dgm:prSet>
      <dgm:spPr/>
    </dgm:pt>
    <dgm:pt modelId="{B889C2F5-3B3B-334E-84D3-BB59E91E22FB}" type="pres">
      <dgm:prSet presAssocID="{41C96521-B025-4641-A840-77DFBC1253A2}" presName="hSp" presStyleCnt="0"/>
      <dgm:spPr/>
    </dgm:pt>
    <dgm:pt modelId="{CFFD6FF8-F9D0-5A4E-8274-C8FEA36E7688}" type="pres">
      <dgm:prSet presAssocID="{41C96521-B025-4641-A840-77DFBC1253A2}" presName="vProcSp" presStyleCnt="0"/>
      <dgm:spPr/>
    </dgm:pt>
    <dgm:pt modelId="{B06C6CFC-2867-5F49-B898-E9E6AD2B3CF6}" type="pres">
      <dgm:prSet presAssocID="{41C96521-B025-4641-A840-77DFBC1253A2}" presName="vSp1" presStyleCnt="0"/>
      <dgm:spPr/>
    </dgm:pt>
    <dgm:pt modelId="{34588540-3864-EC40-A7E0-690A821496B9}" type="pres">
      <dgm:prSet presAssocID="{41C96521-B025-4641-A840-77DFBC1253A2}" presName="simulatedConn" presStyleLbl="solidFgAcc1" presStyleIdx="0" presStyleCnt="4"/>
      <dgm:spPr/>
    </dgm:pt>
    <dgm:pt modelId="{8374AEB7-0AE6-1347-92F7-CD6B2A8F7EA9}" type="pres">
      <dgm:prSet presAssocID="{41C96521-B025-4641-A840-77DFBC1253A2}" presName="vSp2" presStyleCnt="0"/>
      <dgm:spPr/>
    </dgm:pt>
    <dgm:pt modelId="{B5D97257-DF72-6540-AD76-F1D3D2CABCCB}" type="pres">
      <dgm:prSet presAssocID="{41C96521-B025-4641-A840-77DFBC1253A2}" presName="sibTrans" presStyleCnt="0"/>
      <dgm:spPr/>
    </dgm:pt>
    <dgm:pt modelId="{59C8573B-B1A4-974E-AC71-8AEA212E55CA}" type="pres">
      <dgm:prSet presAssocID="{E36DB986-1FE0-4205-B078-FF1EE1971838}" presName="compositeNode" presStyleCnt="0">
        <dgm:presLayoutVars>
          <dgm:bulletEnabled val="1"/>
        </dgm:presLayoutVars>
      </dgm:prSet>
      <dgm:spPr/>
    </dgm:pt>
    <dgm:pt modelId="{717171C6-B251-AC43-A7F3-770058E548A6}" type="pres">
      <dgm:prSet presAssocID="{E36DB986-1FE0-4205-B078-FF1EE1971838}" presName="bgRect" presStyleLbl="node1" presStyleIdx="1" presStyleCnt="5"/>
      <dgm:spPr/>
    </dgm:pt>
    <dgm:pt modelId="{21EE20D2-FC86-5149-B8C9-A6A20E9E0A03}" type="pres">
      <dgm:prSet presAssocID="{E36DB986-1FE0-4205-B078-FF1EE1971838}" presName="parentNode" presStyleLbl="node1" presStyleIdx="1" presStyleCnt="5">
        <dgm:presLayoutVars>
          <dgm:chMax val="0"/>
          <dgm:bulletEnabled val="1"/>
        </dgm:presLayoutVars>
      </dgm:prSet>
      <dgm:spPr/>
    </dgm:pt>
    <dgm:pt modelId="{91BAC569-C25C-474A-B625-0DE7FC020488}" type="pres">
      <dgm:prSet presAssocID="{3DFB8516-A077-43C0-9171-AAAA96753E24}" presName="hSp" presStyleCnt="0"/>
      <dgm:spPr/>
    </dgm:pt>
    <dgm:pt modelId="{9C99370C-B05C-264B-ABE0-98C06F933FB3}" type="pres">
      <dgm:prSet presAssocID="{3DFB8516-A077-43C0-9171-AAAA96753E24}" presName="vProcSp" presStyleCnt="0"/>
      <dgm:spPr/>
    </dgm:pt>
    <dgm:pt modelId="{15850354-DEC7-4549-942B-F7976C3E0002}" type="pres">
      <dgm:prSet presAssocID="{3DFB8516-A077-43C0-9171-AAAA96753E24}" presName="vSp1" presStyleCnt="0"/>
      <dgm:spPr/>
    </dgm:pt>
    <dgm:pt modelId="{1043B9D1-2FB9-C74E-9848-C6B48294D207}" type="pres">
      <dgm:prSet presAssocID="{3DFB8516-A077-43C0-9171-AAAA96753E24}" presName="simulatedConn" presStyleLbl="solidFgAcc1" presStyleIdx="1" presStyleCnt="4"/>
      <dgm:spPr/>
    </dgm:pt>
    <dgm:pt modelId="{944778BC-DC09-6A4A-BCD9-714D727CDEE6}" type="pres">
      <dgm:prSet presAssocID="{3DFB8516-A077-43C0-9171-AAAA96753E24}" presName="vSp2" presStyleCnt="0"/>
      <dgm:spPr/>
    </dgm:pt>
    <dgm:pt modelId="{86B34F84-9EED-E144-92E5-EA4FE65C3EDE}" type="pres">
      <dgm:prSet presAssocID="{3DFB8516-A077-43C0-9171-AAAA96753E24}" presName="sibTrans" presStyleCnt="0"/>
      <dgm:spPr/>
    </dgm:pt>
    <dgm:pt modelId="{165BF3CF-FD02-8747-9E3A-362B37513C6E}" type="pres">
      <dgm:prSet presAssocID="{AD20C844-7E38-4FCF-BDBC-AF5865A8A080}" presName="compositeNode" presStyleCnt="0">
        <dgm:presLayoutVars>
          <dgm:bulletEnabled val="1"/>
        </dgm:presLayoutVars>
      </dgm:prSet>
      <dgm:spPr/>
    </dgm:pt>
    <dgm:pt modelId="{39EEE1D9-80E4-CF48-8BA7-EC5A48370C85}" type="pres">
      <dgm:prSet presAssocID="{AD20C844-7E38-4FCF-BDBC-AF5865A8A080}" presName="bgRect" presStyleLbl="node1" presStyleIdx="2" presStyleCnt="5"/>
      <dgm:spPr/>
    </dgm:pt>
    <dgm:pt modelId="{572B9B03-64CB-6148-852D-CB58B261272C}" type="pres">
      <dgm:prSet presAssocID="{AD20C844-7E38-4FCF-BDBC-AF5865A8A080}" presName="parentNode" presStyleLbl="node1" presStyleIdx="2" presStyleCnt="5">
        <dgm:presLayoutVars>
          <dgm:chMax val="0"/>
          <dgm:bulletEnabled val="1"/>
        </dgm:presLayoutVars>
      </dgm:prSet>
      <dgm:spPr/>
    </dgm:pt>
    <dgm:pt modelId="{DBF9C2C9-D0E6-AA45-8464-38C975E03EAB}" type="pres">
      <dgm:prSet presAssocID="{CBFE353D-64C1-49F3-9D9F-1025E03BA687}" presName="hSp" presStyleCnt="0"/>
      <dgm:spPr/>
    </dgm:pt>
    <dgm:pt modelId="{6E232CA4-8082-EF40-95E0-CF55E187BCDB}" type="pres">
      <dgm:prSet presAssocID="{CBFE353D-64C1-49F3-9D9F-1025E03BA687}" presName="vProcSp" presStyleCnt="0"/>
      <dgm:spPr/>
    </dgm:pt>
    <dgm:pt modelId="{39F64520-C1FD-A947-901B-F4FD39D04FB9}" type="pres">
      <dgm:prSet presAssocID="{CBFE353D-64C1-49F3-9D9F-1025E03BA687}" presName="vSp1" presStyleCnt="0"/>
      <dgm:spPr/>
    </dgm:pt>
    <dgm:pt modelId="{E4D7B4A3-A0FE-634F-A821-2298D9D8B32B}" type="pres">
      <dgm:prSet presAssocID="{CBFE353D-64C1-49F3-9D9F-1025E03BA687}" presName="simulatedConn" presStyleLbl="solidFgAcc1" presStyleIdx="2" presStyleCnt="4"/>
      <dgm:spPr/>
    </dgm:pt>
    <dgm:pt modelId="{D0505E27-1152-CF48-A562-979687B777E1}" type="pres">
      <dgm:prSet presAssocID="{CBFE353D-64C1-49F3-9D9F-1025E03BA687}" presName="vSp2" presStyleCnt="0"/>
      <dgm:spPr/>
    </dgm:pt>
    <dgm:pt modelId="{279F3173-80F6-494C-B3FA-EED4FB10F266}" type="pres">
      <dgm:prSet presAssocID="{CBFE353D-64C1-49F3-9D9F-1025E03BA687}" presName="sibTrans" presStyleCnt="0"/>
      <dgm:spPr/>
    </dgm:pt>
    <dgm:pt modelId="{C377670F-A7DA-694A-811B-0453236B05F0}" type="pres">
      <dgm:prSet presAssocID="{7429C3C1-BB48-4A86-AED7-A04812893E07}" presName="compositeNode" presStyleCnt="0">
        <dgm:presLayoutVars>
          <dgm:bulletEnabled val="1"/>
        </dgm:presLayoutVars>
      </dgm:prSet>
      <dgm:spPr/>
    </dgm:pt>
    <dgm:pt modelId="{8B260257-6DF4-7D44-9300-E4CE7D2834A5}" type="pres">
      <dgm:prSet presAssocID="{7429C3C1-BB48-4A86-AED7-A04812893E07}" presName="bgRect" presStyleLbl="node1" presStyleIdx="3" presStyleCnt="5"/>
      <dgm:spPr/>
    </dgm:pt>
    <dgm:pt modelId="{B2C3FE83-EE5B-7747-856B-59D3C20D9D29}" type="pres">
      <dgm:prSet presAssocID="{7429C3C1-BB48-4A86-AED7-A04812893E07}" presName="parentNode" presStyleLbl="node1" presStyleIdx="3" presStyleCnt="5">
        <dgm:presLayoutVars>
          <dgm:chMax val="0"/>
          <dgm:bulletEnabled val="1"/>
        </dgm:presLayoutVars>
      </dgm:prSet>
      <dgm:spPr/>
    </dgm:pt>
    <dgm:pt modelId="{94E93F67-4F6A-E345-AE87-3FA51416AA22}" type="pres">
      <dgm:prSet presAssocID="{DC291B68-CC93-4C38-9537-5DBD749D9D6E}" presName="hSp" presStyleCnt="0"/>
      <dgm:spPr/>
    </dgm:pt>
    <dgm:pt modelId="{9D3EA9E7-862D-5147-9625-485E95584F35}" type="pres">
      <dgm:prSet presAssocID="{DC291B68-CC93-4C38-9537-5DBD749D9D6E}" presName="vProcSp" presStyleCnt="0"/>
      <dgm:spPr/>
    </dgm:pt>
    <dgm:pt modelId="{EEEFC21F-0ADA-A848-A70D-51FFF215ACC8}" type="pres">
      <dgm:prSet presAssocID="{DC291B68-CC93-4C38-9537-5DBD749D9D6E}" presName="vSp1" presStyleCnt="0"/>
      <dgm:spPr/>
    </dgm:pt>
    <dgm:pt modelId="{1EE0B043-FA64-1C47-B9FE-77AF73CB1862}" type="pres">
      <dgm:prSet presAssocID="{DC291B68-CC93-4C38-9537-5DBD749D9D6E}" presName="simulatedConn" presStyleLbl="solidFgAcc1" presStyleIdx="3" presStyleCnt="4"/>
      <dgm:spPr/>
    </dgm:pt>
    <dgm:pt modelId="{33EB4C9C-62E2-8242-AE30-30204E17FAC1}" type="pres">
      <dgm:prSet presAssocID="{DC291B68-CC93-4C38-9537-5DBD749D9D6E}" presName="vSp2" presStyleCnt="0"/>
      <dgm:spPr/>
    </dgm:pt>
    <dgm:pt modelId="{05FD107F-E305-DC41-B5C8-69A83D5516AA}" type="pres">
      <dgm:prSet presAssocID="{DC291B68-CC93-4C38-9537-5DBD749D9D6E}" presName="sibTrans" presStyleCnt="0"/>
      <dgm:spPr/>
    </dgm:pt>
    <dgm:pt modelId="{44474088-8CE7-DC45-9AAA-23CF02750A05}" type="pres">
      <dgm:prSet presAssocID="{F2E7C77F-050C-4168-B423-FB0E0871CADA}" presName="compositeNode" presStyleCnt="0">
        <dgm:presLayoutVars>
          <dgm:bulletEnabled val="1"/>
        </dgm:presLayoutVars>
      </dgm:prSet>
      <dgm:spPr/>
    </dgm:pt>
    <dgm:pt modelId="{899783E0-582A-B84D-9146-AEA330105E5D}" type="pres">
      <dgm:prSet presAssocID="{F2E7C77F-050C-4168-B423-FB0E0871CADA}" presName="bgRect" presStyleLbl="node1" presStyleIdx="4" presStyleCnt="5"/>
      <dgm:spPr/>
    </dgm:pt>
    <dgm:pt modelId="{0B149D1A-814C-6B4C-8521-A4198CF0C7A7}" type="pres">
      <dgm:prSet presAssocID="{F2E7C77F-050C-4168-B423-FB0E0871CADA}" presName="parentNode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5911305-EF8F-784E-829D-A02AC231ED7F}" type="presOf" srcId="{6D6666E3-C0A0-469A-9B62-1BE3838A92B8}" destId="{D366AA3C-1FAD-6344-B68E-0FCD93D4AB44}" srcOrd="0" destOrd="0" presId="urn:microsoft.com/office/officeart/2005/8/layout/hProcess7"/>
    <dgm:cxn modelId="{DD66D814-43B6-2B48-8F78-009EBE63138B}" type="presOf" srcId="{F2E7C77F-050C-4168-B423-FB0E0871CADA}" destId="{899783E0-582A-B84D-9146-AEA330105E5D}" srcOrd="0" destOrd="0" presId="urn:microsoft.com/office/officeart/2005/8/layout/hProcess7"/>
    <dgm:cxn modelId="{0DD7672A-6002-444B-8E47-D99C7D313D46}" type="presOf" srcId="{F2E7C77F-050C-4168-B423-FB0E0871CADA}" destId="{0B149D1A-814C-6B4C-8521-A4198CF0C7A7}" srcOrd="1" destOrd="0" presId="urn:microsoft.com/office/officeart/2005/8/layout/hProcess7"/>
    <dgm:cxn modelId="{753F192B-DD04-47D1-BA33-FAA3DFDC4094}" srcId="{6D6666E3-C0A0-469A-9B62-1BE3838A92B8}" destId="{F2E7C77F-050C-4168-B423-FB0E0871CADA}" srcOrd="4" destOrd="0" parTransId="{481E957B-CC74-403A-9D73-F14A4E581144}" sibTransId="{D5F3B090-E2C2-460E-831D-28B03B8E8F82}"/>
    <dgm:cxn modelId="{731B4B3D-9B63-234E-83F2-0082A0FE92AF}" type="presOf" srcId="{AD20C844-7E38-4FCF-BDBC-AF5865A8A080}" destId="{572B9B03-64CB-6148-852D-CB58B261272C}" srcOrd="1" destOrd="0" presId="urn:microsoft.com/office/officeart/2005/8/layout/hProcess7"/>
    <dgm:cxn modelId="{C48CD93F-F6C9-574C-811A-B499D573F1AE}" type="presOf" srcId="{1F12A4E7-3A19-4DEF-9BED-3129C089F4AB}" destId="{386E39A8-E8CC-164E-B685-54707A3DE771}" srcOrd="1" destOrd="0" presId="urn:microsoft.com/office/officeart/2005/8/layout/hProcess7"/>
    <dgm:cxn modelId="{0DF10462-037B-AE45-ACBB-981D7C353D57}" type="presOf" srcId="{1F12A4E7-3A19-4DEF-9BED-3129C089F4AB}" destId="{05F81F94-43FC-D549-9519-666169F6FC23}" srcOrd="0" destOrd="0" presId="urn:microsoft.com/office/officeart/2005/8/layout/hProcess7"/>
    <dgm:cxn modelId="{FD918965-5D34-4040-9ABB-8929C5430FEE}" type="presOf" srcId="{7429C3C1-BB48-4A86-AED7-A04812893E07}" destId="{B2C3FE83-EE5B-7747-856B-59D3C20D9D29}" srcOrd="1" destOrd="0" presId="urn:microsoft.com/office/officeart/2005/8/layout/hProcess7"/>
    <dgm:cxn modelId="{E421398B-9AFA-4192-AB27-89B2E5DB5CB4}" srcId="{6D6666E3-C0A0-469A-9B62-1BE3838A92B8}" destId="{7429C3C1-BB48-4A86-AED7-A04812893E07}" srcOrd="3" destOrd="0" parTransId="{CF6F8F9C-90EE-4EAF-AD2B-E147009B6992}" sibTransId="{DC291B68-CC93-4C38-9537-5DBD749D9D6E}"/>
    <dgm:cxn modelId="{C038DC96-8544-4D54-BD0D-C30B3507BD6B}" srcId="{6D6666E3-C0A0-469A-9B62-1BE3838A92B8}" destId="{AD20C844-7E38-4FCF-BDBC-AF5865A8A080}" srcOrd="2" destOrd="0" parTransId="{1D382AF7-33A9-4F12-BBC3-48A56D17D252}" sibTransId="{CBFE353D-64C1-49F3-9D9F-1025E03BA687}"/>
    <dgm:cxn modelId="{803BFAA3-2BC3-1342-9F16-A0FCDDC6AB9F}" type="presOf" srcId="{AD20C844-7E38-4FCF-BDBC-AF5865A8A080}" destId="{39EEE1D9-80E4-CF48-8BA7-EC5A48370C85}" srcOrd="0" destOrd="0" presId="urn:microsoft.com/office/officeart/2005/8/layout/hProcess7"/>
    <dgm:cxn modelId="{4A22E4A9-9D55-4ED8-9100-87870E2D9F81}" srcId="{6D6666E3-C0A0-469A-9B62-1BE3838A92B8}" destId="{1F12A4E7-3A19-4DEF-9BED-3129C089F4AB}" srcOrd="0" destOrd="0" parTransId="{344340B8-B7A2-44C8-8504-FFA9E8507477}" sibTransId="{41C96521-B025-4641-A840-77DFBC1253A2}"/>
    <dgm:cxn modelId="{F83060B4-6D14-4002-B490-AD289EEE7897}" srcId="{6D6666E3-C0A0-469A-9B62-1BE3838A92B8}" destId="{E36DB986-1FE0-4205-B078-FF1EE1971838}" srcOrd="1" destOrd="0" parTransId="{AAC201D5-BC2D-4776-A0BB-A0B08F9C7B24}" sibTransId="{3DFB8516-A077-43C0-9171-AAAA96753E24}"/>
    <dgm:cxn modelId="{A11175DF-F2FF-7D4B-9AD6-EED4CC042214}" type="presOf" srcId="{E36DB986-1FE0-4205-B078-FF1EE1971838}" destId="{21EE20D2-FC86-5149-B8C9-A6A20E9E0A03}" srcOrd="1" destOrd="0" presId="urn:microsoft.com/office/officeart/2005/8/layout/hProcess7"/>
    <dgm:cxn modelId="{A32E0DEF-449D-CB4A-BE1E-BF3D5996F944}" type="presOf" srcId="{7429C3C1-BB48-4A86-AED7-A04812893E07}" destId="{8B260257-6DF4-7D44-9300-E4CE7D2834A5}" srcOrd="0" destOrd="0" presId="urn:microsoft.com/office/officeart/2005/8/layout/hProcess7"/>
    <dgm:cxn modelId="{EC444EFB-4F5A-A14A-A321-0EE84440564E}" type="presOf" srcId="{E36DB986-1FE0-4205-B078-FF1EE1971838}" destId="{717171C6-B251-AC43-A7F3-770058E548A6}" srcOrd="0" destOrd="0" presId="urn:microsoft.com/office/officeart/2005/8/layout/hProcess7"/>
    <dgm:cxn modelId="{D07786D0-24AC-2340-BB3F-39930B1FDD24}" type="presParOf" srcId="{D366AA3C-1FAD-6344-B68E-0FCD93D4AB44}" destId="{89DC273C-22AD-3043-B148-93E99E2D440B}" srcOrd="0" destOrd="0" presId="urn:microsoft.com/office/officeart/2005/8/layout/hProcess7"/>
    <dgm:cxn modelId="{1D490A6F-DD6B-E14E-80BB-17D628D8A912}" type="presParOf" srcId="{89DC273C-22AD-3043-B148-93E99E2D440B}" destId="{05F81F94-43FC-D549-9519-666169F6FC23}" srcOrd="0" destOrd="0" presId="urn:microsoft.com/office/officeart/2005/8/layout/hProcess7"/>
    <dgm:cxn modelId="{1890C7EE-6C04-6A45-91CD-61354604E608}" type="presParOf" srcId="{89DC273C-22AD-3043-B148-93E99E2D440B}" destId="{386E39A8-E8CC-164E-B685-54707A3DE771}" srcOrd="1" destOrd="0" presId="urn:microsoft.com/office/officeart/2005/8/layout/hProcess7"/>
    <dgm:cxn modelId="{8E144D16-153B-AA4B-AA7F-C0A9B11E878A}" type="presParOf" srcId="{D366AA3C-1FAD-6344-B68E-0FCD93D4AB44}" destId="{B889C2F5-3B3B-334E-84D3-BB59E91E22FB}" srcOrd="1" destOrd="0" presId="urn:microsoft.com/office/officeart/2005/8/layout/hProcess7"/>
    <dgm:cxn modelId="{2EE8C979-7C26-E74D-8961-C2FB4595E045}" type="presParOf" srcId="{D366AA3C-1FAD-6344-B68E-0FCD93D4AB44}" destId="{CFFD6FF8-F9D0-5A4E-8274-C8FEA36E7688}" srcOrd="2" destOrd="0" presId="urn:microsoft.com/office/officeart/2005/8/layout/hProcess7"/>
    <dgm:cxn modelId="{04566ECB-15B1-0F4B-88F1-4F9AEDE0C981}" type="presParOf" srcId="{CFFD6FF8-F9D0-5A4E-8274-C8FEA36E7688}" destId="{B06C6CFC-2867-5F49-B898-E9E6AD2B3CF6}" srcOrd="0" destOrd="0" presId="urn:microsoft.com/office/officeart/2005/8/layout/hProcess7"/>
    <dgm:cxn modelId="{41E6E565-ACA6-3442-8C64-9AA6703E3FAE}" type="presParOf" srcId="{CFFD6FF8-F9D0-5A4E-8274-C8FEA36E7688}" destId="{34588540-3864-EC40-A7E0-690A821496B9}" srcOrd="1" destOrd="0" presId="urn:microsoft.com/office/officeart/2005/8/layout/hProcess7"/>
    <dgm:cxn modelId="{F755A105-5210-4547-A622-0A63A34ACE32}" type="presParOf" srcId="{CFFD6FF8-F9D0-5A4E-8274-C8FEA36E7688}" destId="{8374AEB7-0AE6-1347-92F7-CD6B2A8F7EA9}" srcOrd="2" destOrd="0" presId="urn:microsoft.com/office/officeart/2005/8/layout/hProcess7"/>
    <dgm:cxn modelId="{5957AA87-DEB7-E74B-819F-8B476E759ADA}" type="presParOf" srcId="{D366AA3C-1FAD-6344-B68E-0FCD93D4AB44}" destId="{B5D97257-DF72-6540-AD76-F1D3D2CABCCB}" srcOrd="3" destOrd="0" presId="urn:microsoft.com/office/officeart/2005/8/layout/hProcess7"/>
    <dgm:cxn modelId="{53A514E2-C31F-2B42-9C0F-5F92B4DE89F7}" type="presParOf" srcId="{D366AA3C-1FAD-6344-B68E-0FCD93D4AB44}" destId="{59C8573B-B1A4-974E-AC71-8AEA212E55CA}" srcOrd="4" destOrd="0" presId="urn:microsoft.com/office/officeart/2005/8/layout/hProcess7"/>
    <dgm:cxn modelId="{41BF7922-6B43-B34A-835D-0725B5A44548}" type="presParOf" srcId="{59C8573B-B1A4-974E-AC71-8AEA212E55CA}" destId="{717171C6-B251-AC43-A7F3-770058E548A6}" srcOrd="0" destOrd="0" presId="urn:microsoft.com/office/officeart/2005/8/layout/hProcess7"/>
    <dgm:cxn modelId="{2E3331E3-B503-8345-8488-61C77D63C721}" type="presParOf" srcId="{59C8573B-B1A4-974E-AC71-8AEA212E55CA}" destId="{21EE20D2-FC86-5149-B8C9-A6A20E9E0A03}" srcOrd="1" destOrd="0" presId="urn:microsoft.com/office/officeart/2005/8/layout/hProcess7"/>
    <dgm:cxn modelId="{15EB7CDD-A61D-794F-8578-3A783E3CCDB6}" type="presParOf" srcId="{D366AA3C-1FAD-6344-B68E-0FCD93D4AB44}" destId="{91BAC569-C25C-474A-B625-0DE7FC020488}" srcOrd="5" destOrd="0" presId="urn:microsoft.com/office/officeart/2005/8/layout/hProcess7"/>
    <dgm:cxn modelId="{82AE4712-D4DF-FE40-BBE8-04431D8866DD}" type="presParOf" srcId="{D366AA3C-1FAD-6344-B68E-0FCD93D4AB44}" destId="{9C99370C-B05C-264B-ABE0-98C06F933FB3}" srcOrd="6" destOrd="0" presId="urn:microsoft.com/office/officeart/2005/8/layout/hProcess7"/>
    <dgm:cxn modelId="{24B99784-02D5-9749-979F-68369E00D380}" type="presParOf" srcId="{9C99370C-B05C-264B-ABE0-98C06F933FB3}" destId="{15850354-DEC7-4549-942B-F7976C3E0002}" srcOrd="0" destOrd="0" presId="urn:microsoft.com/office/officeart/2005/8/layout/hProcess7"/>
    <dgm:cxn modelId="{73BBD496-0990-8E4F-8CD9-606012B51D7B}" type="presParOf" srcId="{9C99370C-B05C-264B-ABE0-98C06F933FB3}" destId="{1043B9D1-2FB9-C74E-9848-C6B48294D207}" srcOrd="1" destOrd="0" presId="urn:microsoft.com/office/officeart/2005/8/layout/hProcess7"/>
    <dgm:cxn modelId="{EE25E1B6-CD8F-F848-83CE-17F909E027DB}" type="presParOf" srcId="{9C99370C-B05C-264B-ABE0-98C06F933FB3}" destId="{944778BC-DC09-6A4A-BCD9-714D727CDEE6}" srcOrd="2" destOrd="0" presId="urn:microsoft.com/office/officeart/2005/8/layout/hProcess7"/>
    <dgm:cxn modelId="{543CEC4C-4564-BE44-9B3F-0C038119E48C}" type="presParOf" srcId="{D366AA3C-1FAD-6344-B68E-0FCD93D4AB44}" destId="{86B34F84-9EED-E144-92E5-EA4FE65C3EDE}" srcOrd="7" destOrd="0" presId="urn:microsoft.com/office/officeart/2005/8/layout/hProcess7"/>
    <dgm:cxn modelId="{4721E1FC-BBD4-854B-8087-B39100F68A2A}" type="presParOf" srcId="{D366AA3C-1FAD-6344-B68E-0FCD93D4AB44}" destId="{165BF3CF-FD02-8747-9E3A-362B37513C6E}" srcOrd="8" destOrd="0" presId="urn:microsoft.com/office/officeart/2005/8/layout/hProcess7"/>
    <dgm:cxn modelId="{90B32A3E-2A84-9C45-B85F-1FED332A9383}" type="presParOf" srcId="{165BF3CF-FD02-8747-9E3A-362B37513C6E}" destId="{39EEE1D9-80E4-CF48-8BA7-EC5A48370C85}" srcOrd="0" destOrd="0" presId="urn:microsoft.com/office/officeart/2005/8/layout/hProcess7"/>
    <dgm:cxn modelId="{EC56E718-BD10-3B45-9672-4035843B7703}" type="presParOf" srcId="{165BF3CF-FD02-8747-9E3A-362B37513C6E}" destId="{572B9B03-64CB-6148-852D-CB58B261272C}" srcOrd="1" destOrd="0" presId="urn:microsoft.com/office/officeart/2005/8/layout/hProcess7"/>
    <dgm:cxn modelId="{DF4F2687-2C4D-4646-8403-DC7A7ACF4AD2}" type="presParOf" srcId="{D366AA3C-1FAD-6344-B68E-0FCD93D4AB44}" destId="{DBF9C2C9-D0E6-AA45-8464-38C975E03EAB}" srcOrd="9" destOrd="0" presId="urn:microsoft.com/office/officeart/2005/8/layout/hProcess7"/>
    <dgm:cxn modelId="{9CB8F7B6-C8F4-6E46-BC44-3E961490C9E3}" type="presParOf" srcId="{D366AA3C-1FAD-6344-B68E-0FCD93D4AB44}" destId="{6E232CA4-8082-EF40-95E0-CF55E187BCDB}" srcOrd="10" destOrd="0" presId="urn:microsoft.com/office/officeart/2005/8/layout/hProcess7"/>
    <dgm:cxn modelId="{87D7C84E-60B5-B641-AB37-0719B59D6AD0}" type="presParOf" srcId="{6E232CA4-8082-EF40-95E0-CF55E187BCDB}" destId="{39F64520-C1FD-A947-901B-F4FD39D04FB9}" srcOrd="0" destOrd="0" presId="urn:microsoft.com/office/officeart/2005/8/layout/hProcess7"/>
    <dgm:cxn modelId="{09085408-050A-0347-AEFF-98982DF301D7}" type="presParOf" srcId="{6E232CA4-8082-EF40-95E0-CF55E187BCDB}" destId="{E4D7B4A3-A0FE-634F-A821-2298D9D8B32B}" srcOrd="1" destOrd="0" presId="urn:microsoft.com/office/officeart/2005/8/layout/hProcess7"/>
    <dgm:cxn modelId="{94402D84-5AF5-5D40-AE92-81141C001750}" type="presParOf" srcId="{6E232CA4-8082-EF40-95E0-CF55E187BCDB}" destId="{D0505E27-1152-CF48-A562-979687B777E1}" srcOrd="2" destOrd="0" presId="urn:microsoft.com/office/officeart/2005/8/layout/hProcess7"/>
    <dgm:cxn modelId="{C588E171-BB1C-B149-B1C1-56C0F6AC683B}" type="presParOf" srcId="{D366AA3C-1FAD-6344-B68E-0FCD93D4AB44}" destId="{279F3173-80F6-494C-B3FA-EED4FB10F266}" srcOrd="11" destOrd="0" presId="urn:microsoft.com/office/officeart/2005/8/layout/hProcess7"/>
    <dgm:cxn modelId="{8DC523DD-F079-F34A-97AC-9AA8002778A7}" type="presParOf" srcId="{D366AA3C-1FAD-6344-B68E-0FCD93D4AB44}" destId="{C377670F-A7DA-694A-811B-0453236B05F0}" srcOrd="12" destOrd="0" presId="urn:microsoft.com/office/officeart/2005/8/layout/hProcess7"/>
    <dgm:cxn modelId="{9D5EF85F-9210-F648-8EA0-2405041AF339}" type="presParOf" srcId="{C377670F-A7DA-694A-811B-0453236B05F0}" destId="{8B260257-6DF4-7D44-9300-E4CE7D2834A5}" srcOrd="0" destOrd="0" presId="urn:microsoft.com/office/officeart/2005/8/layout/hProcess7"/>
    <dgm:cxn modelId="{D75FE3C6-8117-7740-AA96-7AF79CF13228}" type="presParOf" srcId="{C377670F-A7DA-694A-811B-0453236B05F0}" destId="{B2C3FE83-EE5B-7747-856B-59D3C20D9D29}" srcOrd="1" destOrd="0" presId="urn:microsoft.com/office/officeart/2005/8/layout/hProcess7"/>
    <dgm:cxn modelId="{7A0CB30B-FFF8-B049-96E0-497B7337C2A7}" type="presParOf" srcId="{D366AA3C-1FAD-6344-B68E-0FCD93D4AB44}" destId="{94E93F67-4F6A-E345-AE87-3FA51416AA22}" srcOrd="13" destOrd="0" presId="urn:microsoft.com/office/officeart/2005/8/layout/hProcess7"/>
    <dgm:cxn modelId="{84DEA275-30AB-E741-A972-AB11D315DB5D}" type="presParOf" srcId="{D366AA3C-1FAD-6344-B68E-0FCD93D4AB44}" destId="{9D3EA9E7-862D-5147-9625-485E95584F35}" srcOrd="14" destOrd="0" presId="urn:microsoft.com/office/officeart/2005/8/layout/hProcess7"/>
    <dgm:cxn modelId="{3D7256E1-936C-D942-B043-D654ED077AC7}" type="presParOf" srcId="{9D3EA9E7-862D-5147-9625-485E95584F35}" destId="{EEEFC21F-0ADA-A848-A70D-51FFF215ACC8}" srcOrd="0" destOrd="0" presId="urn:microsoft.com/office/officeart/2005/8/layout/hProcess7"/>
    <dgm:cxn modelId="{E8D381C3-937E-934C-9623-B863E0004919}" type="presParOf" srcId="{9D3EA9E7-862D-5147-9625-485E95584F35}" destId="{1EE0B043-FA64-1C47-B9FE-77AF73CB1862}" srcOrd="1" destOrd="0" presId="urn:microsoft.com/office/officeart/2005/8/layout/hProcess7"/>
    <dgm:cxn modelId="{6DA4454D-014B-4248-A4BE-A5CD906641AC}" type="presParOf" srcId="{9D3EA9E7-862D-5147-9625-485E95584F35}" destId="{33EB4C9C-62E2-8242-AE30-30204E17FAC1}" srcOrd="2" destOrd="0" presId="urn:microsoft.com/office/officeart/2005/8/layout/hProcess7"/>
    <dgm:cxn modelId="{CF52D123-EF4C-6F4A-A25B-D0C034D3D5FF}" type="presParOf" srcId="{D366AA3C-1FAD-6344-B68E-0FCD93D4AB44}" destId="{05FD107F-E305-DC41-B5C8-69A83D5516AA}" srcOrd="15" destOrd="0" presId="urn:microsoft.com/office/officeart/2005/8/layout/hProcess7"/>
    <dgm:cxn modelId="{5EA0F6DE-7AA0-C94D-8564-E078ABF5B73D}" type="presParOf" srcId="{D366AA3C-1FAD-6344-B68E-0FCD93D4AB44}" destId="{44474088-8CE7-DC45-9AAA-23CF02750A05}" srcOrd="16" destOrd="0" presId="urn:microsoft.com/office/officeart/2005/8/layout/hProcess7"/>
    <dgm:cxn modelId="{88EE39CB-68BD-6842-95C4-E51ADCF305A3}" type="presParOf" srcId="{44474088-8CE7-DC45-9AAA-23CF02750A05}" destId="{899783E0-582A-B84D-9146-AEA330105E5D}" srcOrd="0" destOrd="0" presId="urn:microsoft.com/office/officeart/2005/8/layout/hProcess7"/>
    <dgm:cxn modelId="{59161474-CD85-564F-B752-94504363DDE7}" type="presParOf" srcId="{44474088-8CE7-DC45-9AAA-23CF02750A05}" destId="{0B149D1A-814C-6B4C-8521-A4198CF0C7A7}" srcOrd="1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B8E90DB-CD09-4DD2-8233-7A9AFB91836D}" type="doc">
      <dgm:prSet loTypeId="urn:microsoft.com/office/officeart/2005/8/layout/lProcess2" qsTypeId="urn:microsoft.com/office/officeart/2005/8/quickstyle/simple2" csTypeId="urn:microsoft.com/office/officeart/2005/8/colors/accent1_2"/>
      <dgm:spPr/>
    </dgm:pt>
    <dgm:pt modelId="{4BF2E763-0392-48EC-8216-AD161611DD75}">
      <dgm:prSet/>
      <dgm:spPr/>
      <dgm:t>
        <a:bodyPr/>
        <a:lstStyle/>
        <a:p>
          <a:r>
            <a:t>Customer insight</a:t>
          </a:r>
        </a:p>
      </dgm:t>
    </dgm:pt>
    <dgm:pt modelId="{F3B35C5E-5FEF-4647-93DA-13BF5B835DF4}" type="parTrans" cxnId="{91B95E30-D1A2-4840-88E1-128836700FDA}">
      <dgm:prSet/>
      <dgm:spPr/>
      <dgm:t>
        <a:bodyPr/>
        <a:lstStyle/>
        <a:p>
          <a:endParaRPr/>
        </a:p>
      </dgm:t>
    </dgm:pt>
    <dgm:pt modelId="{E6B80471-4E31-436F-A7C3-82DCCA5BCABA}" type="sibTrans" cxnId="{91B95E30-D1A2-4840-88E1-128836700FDA}">
      <dgm:prSet/>
      <dgm:spPr/>
      <dgm:t>
        <a:bodyPr/>
        <a:lstStyle/>
        <a:p>
          <a:endParaRPr/>
        </a:p>
      </dgm:t>
    </dgm:pt>
    <dgm:pt modelId="{AF404409-2EA5-45B2-A82F-02A946225A14}">
      <dgm:prSet/>
      <dgm:spPr/>
      <dgm:t>
        <a:bodyPr/>
        <a:lstStyle/>
        <a:p>
          <a:r>
            <a:t>Product concept</a:t>
          </a:r>
        </a:p>
      </dgm:t>
    </dgm:pt>
    <dgm:pt modelId="{D2DC623F-4E00-44AE-B14C-AA26649DE273}" type="parTrans" cxnId="{862B6DE4-1919-441A-B8C7-B2BCEA07389F}">
      <dgm:prSet/>
      <dgm:spPr/>
      <dgm:t>
        <a:bodyPr/>
        <a:lstStyle/>
        <a:p>
          <a:endParaRPr/>
        </a:p>
      </dgm:t>
    </dgm:pt>
    <dgm:pt modelId="{BC838D61-5AAB-40A7-B292-20D0AF854E41}" type="sibTrans" cxnId="{862B6DE4-1919-441A-B8C7-B2BCEA07389F}">
      <dgm:prSet/>
      <dgm:spPr/>
      <dgm:t>
        <a:bodyPr/>
        <a:lstStyle/>
        <a:p>
          <a:endParaRPr/>
        </a:p>
      </dgm:t>
    </dgm:pt>
    <dgm:pt modelId="{7F8CBEB6-5B98-4DC9-94D9-B120821FD6D4}">
      <dgm:prSet/>
      <dgm:spPr/>
      <dgm:t>
        <a:bodyPr/>
        <a:lstStyle/>
        <a:p>
          <a:r>
            <a:t>Prototype</a:t>
          </a:r>
        </a:p>
      </dgm:t>
    </dgm:pt>
    <dgm:pt modelId="{ECA552A8-FC41-4662-97A7-7FA535CA519D}" type="parTrans" cxnId="{A6F072DF-0022-4FD3-B1AB-DE642EFB7A9B}">
      <dgm:prSet/>
      <dgm:spPr/>
      <dgm:t>
        <a:bodyPr/>
        <a:lstStyle/>
        <a:p>
          <a:endParaRPr/>
        </a:p>
      </dgm:t>
    </dgm:pt>
    <dgm:pt modelId="{773A7A39-B5DE-48A2-B933-5BF3B13C32DB}" type="sibTrans" cxnId="{A6F072DF-0022-4FD3-B1AB-DE642EFB7A9B}">
      <dgm:prSet/>
      <dgm:spPr/>
      <dgm:t>
        <a:bodyPr/>
        <a:lstStyle/>
        <a:p>
          <a:endParaRPr/>
        </a:p>
      </dgm:t>
    </dgm:pt>
    <dgm:pt modelId="{7A68E0E7-CFD0-4B32-BE46-7211D44461F2}">
      <dgm:prSet/>
      <dgm:spPr/>
      <dgm:t>
        <a:bodyPr/>
        <a:lstStyle/>
        <a:p>
          <a:r>
            <a:t>Feedback</a:t>
          </a:r>
        </a:p>
      </dgm:t>
    </dgm:pt>
    <dgm:pt modelId="{8446D8BC-CFAE-42ED-9762-059A3E0C206A}" type="parTrans" cxnId="{15E102C7-76E2-4BE6-9EDF-42EC2C4D6D30}">
      <dgm:prSet/>
      <dgm:spPr/>
      <dgm:t>
        <a:bodyPr/>
        <a:lstStyle/>
        <a:p>
          <a:endParaRPr/>
        </a:p>
      </dgm:t>
    </dgm:pt>
    <dgm:pt modelId="{67BE7BCD-1DC0-4B73-8F11-31E49D74801A}" type="sibTrans" cxnId="{15E102C7-76E2-4BE6-9EDF-42EC2C4D6D30}">
      <dgm:prSet/>
      <dgm:spPr/>
      <dgm:t>
        <a:bodyPr/>
        <a:lstStyle/>
        <a:p>
          <a:endParaRPr/>
        </a:p>
      </dgm:t>
    </dgm:pt>
    <dgm:pt modelId="{5B26D9DA-AB20-4F45-B0BF-557E5517C6B0}">
      <dgm:prSet/>
      <dgm:spPr/>
      <dgm:t>
        <a:bodyPr/>
        <a:lstStyle/>
        <a:p>
          <a:r>
            <a:t>Next step</a:t>
          </a:r>
        </a:p>
      </dgm:t>
    </dgm:pt>
    <dgm:pt modelId="{D751334C-E352-4B45-814C-7FE22F8DC920}" type="parTrans" cxnId="{E95D0569-4870-4CB3-A4C7-803D740677AC}">
      <dgm:prSet/>
      <dgm:spPr/>
      <dgm:t>
        <a:bodyPr/>
        <a:lstStyle/>
        <a:p>
          <a:endParaRPr/>
        </a:p>
      </dgm:t>
    </dgm:pt>
    <dgm:pt modelId="{D00F3AC4-36EB-4898-A339-0301D6AD355B}" type="sibTrans" cxnId="{E95D0569-4870-4CB3-A4C7-803D740677AC}">
      <dgm:prSet/>
      <dgm:spPr/>
      <dgm:t>
        <a:bodyPr/>
        <a:lstStyle/>
        <a:p>
          <a:endParaRPr/>
        </a:p>
      </dgm:t>
    </dgm:pt>
    <dgm:pt modelId="{678974F1-2833-6F41-B5B9-556B443A0C3F}" type="pres">
      <dgm:prSet presAssocID="{DB8E90DB-CD09-4DD2-8233-7A9AFB91836D}" presName="theList" presStyleCnt="0">
        <dgm:presLayoutVars>
          <dgm:dir/>
          <dgm:animLvl val="lvl"/>
          <dgm:resizeHandles val="exact"/>
        </dgm:presLayoutVars>
      </dgm:prSet>
      <dgm:spPr/>
    </dgm:pt>
    <dgm:pt modelId="{56AC7302-AD62-914F-A464-1327654410D7}" type="pres">
      <dgm:prSet presAssocID="{4BF2E763-0392-48EC-8216-AD161611DD75}" presName="compNode" presStyleCnt="0"/>
      <dgm:spPr/>
    </dgm:pt>
    <dgm:pt modelId="{14725EEE-49E5-7C47-B599-EB947B51F7E9}" type="pres">
      <dgm:prSet presAssocID="{4BF2E763-0392-48EC-8216-AD161611DD75}" presName="aNode" presStyleLbl="bgShp" presStyleIdx="0" presStyleCnt="5"/>
      <dgm:spPr/>
    </dgm:pt>
    <dgm:pt modelId="{BF74A5C6-3B0D-F74D-A045-8C4C7C081C04}" type="pres">
      <dgm:prSet presAssocID="{4BF2E763-0392-48EC-8216-AD161611DD75}" presName="textNode" presStyleLbl="bgShp" presStyleIdx="0" presStyleCnt="5"/>
      <dgm:spPr/>
    </dgm:pt>
    <dgm:pt modelId="{63C868DE-F97B-F64B-8805-F656DD902AC0}" type="pres">
      <dgm:prSet presAssocID="{4BF2E763-0392-48EC-8216-AD161611DD75}" presName="compChildNode" presStyleCnt="0"/>
      <dgm:spPr/>
    </dgm:pt>
    <dgm:pt modelId="{7195A2F4-FF17-D64F-AB17-00E8F4A34B93}" type="pres">
      <dgm:prSet presAssocID="{4BF2E763-0392-48EC-8216-AD161611DD75}" presName="theInnerList" presStyleCnt="0"/>
      <dgm:spPr/>
    </dgm:pt>
    <dgm:pt modelId="{F3791538-1BC1-9F47-A553-50D5EA1BAA6D}" type="pres">
      <dgm:prSet presAssocID="{4BF2E763-0392-48EC-8216-AD161611DD75}" presName="aSpace" presStyleCnt="0"/>
      <dgm:spPr/>
    </dgm:pt>
    <dgm:pt modelId="{A0E1BB64-BE70-F44F-AE2D-0F2948BFF38C}" type="pres">
      <dgm:prSet presAssocID="{AF404409-2EA5-45B2-A82F-02A946225A14}" presName="compNode" presStyleCnt="0"/>
      <dgm:spPr/>
    </dgm:pt>
    <dgm:pt modelId="{639C9228-C4E6-FD42-A73A-943B5330FED3}" type="pres">
      <dgm:prSet presAssocID="{AF404409-2EA5-45B2-A82F-02A946225A14}" presName="aNode" presStyleLbl="bgShp" presStyleIdx="1" presStyleCnt="5"/>
      <dgm:spPr/>
    </dgm:pt>
    <dgm:pt modelId="{66EDF6DC-959E-4B47-BCEE-87A47F04F888}" type="pres">
      <dgm:prSet presAssocID="{AF404409-2EA5-45B2-A82F-02A946225A14}" presName="textNode" presStyleLbl="bgShp" presStyleIdx="1" presStyleCnt="5"/>
      <dgm:spPr/>
    </dgm:pt>
    <dgm:pt modelId="{E54F3D17-4353-8143-9BC8-6C6F5D50484B}" type="pres">
      <dgm:prSet presAssocID="{AF404409-2EA5-45B2-A82F-02A946225A14}" presName="compChildNode" presStyleCnt="0"/>
      <dgm:spPr/>
    </dgm:pt>
    <dgm:pt modelId="{5A09D71B-9AF8-914E-980A-C7B38B826B1F}" type="pres">
      <dgm:prSet presAssocID="{AF404409-2EA5-45B2-A82F-02A946225A14}" presName="theInnerList" presStyleCnt="0"/>
      <dgm:spPr/>
    </dgm:pt>
    <dgm:pt modelId="{58808699-C66B-9B4E-8F1C-DCBAEFA32922}" type="pres">
      <dgm:prSet presAssocID="{AF404409-2EA5-45B2-A82F-02A946225A14}" presName="aSpace" presStyleCnt="0"/>
      <dgm:spPr/>
    </dgm:pt>
    <dgm:pt modelId="{E5219428-71D0-4F48-9633-F76327639DC4}" type="pres">
      <dgm:prSet presAssocID="{7F8CBEB6-5B98-4DC9-94D9-B120821FD6D4}" presName="compNode" presStyleCnt="0"/>
      <dgm:spPr/>
    </dgm:pt>
    <dgm:pt modelId="{C62CADF8-F45A-4741-A704-677E1BFABA66}" type="pres">
      <dgm:prSet presAssocID="{7F8CBEB6-5B98-4DC9-94D9-B120821FD6D4}" presName="aNode" presStyleLbl="bgShp" presStyleIdx="2" presStyleCnt="5"/>
      <dgm:spPr/>
    </dgm:pt>
    <dgm:pt modelId="{C20C4D0B-3BBC-604D-A7F3-14F33F2D435B}" type="pres">
      <dgm:prSet presAssocID="{7F8CBEB6-5B98-4DC9-94D9-B120821FD6D4}" presName="textNode" presStyleLbl="bgShp" presStyleIdx="2" presStyleCnt="5"/>
      <dgm:spPr/>
    </dgm:pt>
    <dgm:pt modelId="{DE1F748F-1D67-464F-803A-E012F77C67B8}" type="pres">
      <dgm:prSet presAssocID="{7F8CBEB6-5B98-4DC9-94D9-B120821FD6D4}" presName="compChildNode" presStyleCnt="0"/>
      <dgm:spPr/>
    </dgm:pt>
    <dgm:pt modelId="{F91D869E-8EB3-6C4D-A2D3-2A6BA465FB43}" type="pres">
      <dgm:prSet presAssocID="{7F8CBEB6-5B98-4DC9-94D9-B120821FD6D4}" presName="theInnerList" presStyleCnt="0"/>
      <dgm:spPr/>
    </dgm:pt>
    <dgm:pt modelId="{00DD74C1-D771-E04F-9DE9-EF1D1BC44DFC}" type="pres">
      <dgm:prSet presAssocID="{7F8CBEB6-5B98-4DC9-94D9-B120821FD6D4}" presName="aSpace" presStyleCnt="0"/>
      <dgm:spPr/>
    </dgm:pt>
    <dgm:pt modelId="{326167A8-15DB-8B48-9E51-80988355D346}" type="pres">
      <dgm:prSet presAssocID="{7A68E0E7-CFD0-4B32-BE46-7211D44461F2}" presName="compNode" presStyleCnt="0"/>
      <dgm:spPr/>
    </dgm:pt>
    <dgm:pt modelId="{B40D5252-14B1-DE45-91E1-7F7AD3362917}" type="pres">
      <dgm:prSet presAssocID="{7A68E0E7-CFD0-4B32-BE46-7211D44461F2}" presName="aNode" presStyleLbl="bgShp" presStyleIdx="3" presStyleCnt="5"/>
      <dgm:spPr/>
    </dgm:pt>
    <dgm:pt modelId="{7614B8BC-58AA-F94B-8B5C-FE9DE7009D91}" type="pres">
      <dgm:prSet presAssocID="{7A68E0E7-CFD0-4B32-BE46-7211D44461F2}" presName="textNode" presStyleLbl="bgShp" presStyleIdx="3" presStyleCnt="5"/>
      <dgm:spPr/>
    </dgm:pt>
    <dgm:pt modelId="{7D8DEB7E-E7F2-8149-BA5F-4E9977D6E155}" type="pres">
      <dgm:prSet presAssocID="{7A68E0E7-CFD0-4B32-BE46-7211D44461F2}" presName="compChildNode" presStyleCnt="0"/>
      <dgm:spPr/>
    </dgm:pt>
    <dgm:pt modelId="{38162E4D-B56F-C64A-8D0C-2A1C82C8C191}" type="pres">
      <dgm:prSet presAssocID="{7A68E0E7-CFD0-4B32-BE46-7211D44461F2}" presName="theInnerList" presStyleCnt="0"/>
      <dgm:spPr/>
    </dgm:pt>
    <dgm:pt modelId="{678D3184-27AA-4643-812C-882939B26FBE}" type="pres">
      <dgm:prSet presAssocID="{7A68E0E7-CFD0-4B32-BE46-7211D44461F2}" presName="aSpace" presStyleCnt="0"/>
      <dgm:spPr/>
    </dgm:pt>
    <dgm:pt modelId="{6123E914-2CAE-7E45-9EB7-AADBD8F81214}" type="pres">
      <dgm:prSet presAssocID="{5B26D9DA-AB20-4F45-B0BF-557E5517C6B0}" presName="compNode" presStyleCnt="0"/>
      <dgm:spPr/>
    </dgm:pt>
    <dgm:pt modelId="{0E7A5918-722E-2E4E-8AD3-62827EEF8F5D}" type="pres">
      <dgm:prSet presAssocID="{5B26D9DA-AB20-4F45-B0BF-557E5517C6B0}" presName="aNode" presStyleLbl="bgShp" presStyleIdx="4" presStyleCnt="5"/>
      <dgm:spPr/>
    </dgm:pt>
    <dgm:pt modelId="{9ECF00B0-9551-5940-A4EB-2728373F3E15}" type="pres">
      <dgm:prSet presAssocID="{5B26D9DA-AB20-4F45-B0BF-557E5517C6B0}" presName="textNode" presStyleLbl="bgShp" presStyleIdx="4" presStyleCnt="5"/>
      <dgm:spPr/>
    </dgm:pt>
    <dgm:pt modelId="{8092583C-B3B0-EC4C-8ACA-C80DCFD42381}" type="pres">
      <dgm:prSet presAssocID="{5B26D9DA-AB20-4F45-B0BF-557E5517C6B0}" presName="compChildNode" presStyleCnt="0"/>
      <dgm:spPr/>
    </dgm:pt>
    <dgm:pt modelId="{0A94527F-BE60-424F-BF31-D0EE321024C4}" type="pres">
      <dgm:prSet presAssocID="{5B26D9DA-AB20-4F45-B0BF-557E5517C6B0}" presName="theInnerList" presStyleCnt="0"/>
      <dgm:spPr/>
    </dgm:pt>
  </dgm:ptLst>
  <dgm:cxnLst>
    <dgm:cxn modelId="{A4610208-8C01-9544-921B-1FF7B39311D5}" type="presOf" srcId="{7F8CBEB6-5B98-4DC9-94D9-B120821FD6D4}" destId="{C20C4D0B-3BBC-604D-A7F3-14F33F2D435B}" srcOrd="1" destOrd="0" presId="urn:microsoft.com/office/officeart/2005/8/layout/lProcess2"/>
    <dgm:cxn modelId="{C4C97D1F-E2E0-284F-AA6C-A12E8BA6B83A}" type="presOf" srcId="{5B26D9DA-AB20-4F45-B0BF-557E5517C6B0}" destId="{9ECF00B0-9551-5940-A4EB-2728373F3E15}" srcOrd="1" destOrd="0" presId="urn:microsoft.com/office/officeart/2005/8/layout/lProcess2"/>
    <dgm:cxn modelId="{91B95E30-D1A2-4840-88E1-128836700FDA}" srcId="{DB8E90DB-CD09-4DD2-8233-7A9AFB91836D}" destId="{4BF2E763-0392-48EC-8216-AD161611DD75}" srcOrd="0" destOrd="0" parTransId="{F3B35C5E-5FEF-4647-93DA-13BF5B835DF4}" sibTransId="{E6B80471-4E31-436F-A7C3-82DCCA5BCABA}"/>
    <dgm:cxn modelId="{27153A41-F52A-C44A-B185-4A0A7A3CA1D3}" type="presOf" srcId="{4BF2E763-0392-48EC-8216-AD161611DD75}" destId="{14725EEE-49E5-7C47-B599-EB947B51F7E9}" srcOrd="0" destOrd="0" presId="urn:microsoft.com/office/officeart/2005/8/layout/lProcess2"/>
    <dgm:cxn modelId="{4FB2594F-56A2-4641-9AE4-715AB793123D}" type="presOf" srcId="{5B26D9DA-AB20-4F45-B0BF-557E5517C6B0}" destId="{0E7A5918-722E-2E4E-8AD3-62827EEF8F5D}" srcOrd="0" destOrd="0" presId="urn:microsoft.com/office/officeart/2005/8/layout/lProcess2"/>
    <dgm:cxn modelId="{BBF01151-228F-9B48-AC31-48862F833E51}" type="presOf" srcId="{7F8CBEB6-5B98-4DC9-94D9-B120821FD6D4}" destId="{C62CADF8-F45A-4741-A704-677E1BFABA66}" srcOrd="0" destOrd="0" presId="urn:microsoft.com/office/officeart/2005/8/layout/lProcess2"/>
    <dgm:cxn modelId="{7DDDA459-3404-A342-B443-30726717A54F}" type="presOf" srcId="{4BF2E763-0392-48EC-8216-AD161611DD75}" destId="{BF74A5C6-3B0D-F74D-A045-8C4C7C081C04}" srcOrd="1" destOrd="0" presId="urn:microsoft.com/office/officeart/2005/8/layout/lProcess2"/>
    <dgm:cxn modelId="{E95D0569-4870-4CB3-A4C7-803D740677AC}" srcId="{DB8E90DB-CD09-4DD2-8233-7A9AFB91836D}" destId="{5B26D9DA-AB20-4F45-B0BF-557E5517C6B0}" srcOrd="4" destOrd="0" parTransId="{D751334C-E352-4B45-814C-7FE22F8DC920}" sibTransId="{D00F3AC4-36EB-4898-A339-0301D6AD355B}"/>
    <dgm:cxn modelId="{746D207E-DE09-FD4E-B932-99A97EE5BD74}" type="presOf" srcId="{AF404409-2EA5-45B2-A82F-02A946225A14}" destId="{639C9228-C4E6-FD42-A73A-943B5330FED3}" srcOrd="0" destOrd="0" presId="urn:microsoft.com/office/officeart/2005/8/layout/lProcess2"/>
    <dgm:cxn modelId="{2CDC359D-734B-DB48-BD20-B77C505056C7}" type="presOf" srcId="{DB8E90DB-CD09-4DD2-8233-7A9AFB91836D}" destId="{678974F1-2833-6F41-B5B9-556B443A0C3F}" srcOrd="0" destOrd="0" presId="urn:microsoft.com/office/officeart/2005/8/layout/lProcess2"/>
    <dgm:cxn modelId="{C75B08AA-6CCA-424D-802C-1517A78BAF0E}" type="presOf" srcId="{7A68E0E7-CFD0-4B32-BE46-7211D44461F2}" destId="{B40D5252-14B1-DE45-91E1-7F7AD3362917}" srcOrd="0" destOrd="0" presId="urn:microsoft.com/office/officeart/2005/8/layout/lProcess2"/>
    <dgm:cxn modelId="{476C09B4-48E8-7244-A800-93EBF585A136}" type="presOf" srcId="{7A68E0E7-CFD0-4B32-BE46-7211D44461F2}" destId="{7614B8BC-58AA-F94B-8B5C-FE9DE7009D91}" srcOrd="1" destOrd="0" presId="urn:microsoft.com/office/officeart/2005/8/layout/lProcess2"/>
    <dgm:cxn modelId="{15E102C7-76E2-4BE6-9EDF-42EC2C4D6D30}" srcId="{DB8E90DB-CD09-4DD2-8233-7A9AFB91836D}" destId="{7A68E0E7-CFD0-4B32-BE46-7211D44461F2}" srcOrd="3" destOrd="0" parTransId="{8446D8BC-CFAE-42ED-9762-059A3E0C206A}" sibTransId="{67BE7BCD-1DC0-4B73-8F11-31E49D74801A}"/>
    <dgm:cxn modelId="{F2BCF6CF-219C-F64B-9502-D851E551ABDA}" type="presOf" srcId="{AF404409-2EA5-45B2-A82F-02A946225A14}" destId="{66EDF6DC-959E-4B47-BCEE-87A47F04F888}" srcOrd="1" destOrd="0" presId="urn:microsoft.com/office/officeart/2005/8/layout/lProcess2"/>
    <dgm:cxn modelId="{A6F072DF-0022-4FD3-B1AB-DE642EFB7A9B}" srcId="{DB8E90DB-CD09-4DD2-8233-7A9AFB91836D}" destId="{7F8CBEB6-5B98-4DC9-94D9-B120821FD6D4}" srcOrd="2" destOrd="0" parTransId="{ECA552A8-FC41-4662-97A7-7FA535CA519D}" sibTransId="{773A7A39-B5DE-48A2-B933-5BF3B13C32DB}"/>
    <dgm:cxn modelId="{862B6DE4-1919-441A-B8C7-B2BCEA07389F}" srcId="{DB8E90DB-CD09-4DD2-8233-7A9AFB91836D}" destId="{AF404409-2EA5-45B2-A82F-02A946225A14}" srcOrd="1" destOrd="0" parTransId="{D2DC623F-4E00-44AE-B14C-AA26649DE273}" sibTransId="{BC838D61-5AAB-40A7-B292-20D0AF854E41}"/>
    <dgm:cxn modelId="{961F3ABE-9B04-7E4A-9769-95D24841FA29}" type="presParOf" srcId="{678974F1-2833-6F41-B5B9-556B443A0C3F}" destId="{56AC7302-AD62-914F-A464-1327654410D7}" srcOrd="0" destOrd="0" presId="urn:microsoft.com/office/officeart/2005/8/layout/lProcess2"/>
    <dgm:cxn modelId="{B898839F-6B4A-8642-BFFA-59D405611294}" type="presParOf" srcId="{56AC7302-AD62-914F-A464-1327654410D7}" destId="{14725EEE-49E5-7C47-B599-EB947B51F7E9}" srcOrd="0" destOrd="0" presId="urn:microsoft.com/office/officeart/2005/8/layout/lProcess2"/>
    <dgm:cxn modelId="{2B928023-2050-5C44-8C69-2D7F79E2778B}" type="presParOf" srcId="{56AC7302-AD62-914F-A464-1327654410D7}" destId="{BF74A5C6-3B0D-F74D-A045-8C4C7C081C04}" srcOrd="1" destOrd="0" presId="urn:microsoft.com/office/officeart/2005/8/layout/lProcess2"/>
    <dgm:cxn modelId="{0D33C774-73D5-3540-A86A-6A701CABCA7B}" type="presParOf" srcId="{56AC7302-AD62-914F-A464-1327654410D7}" destId="{63C868DE-F97B-F64B-8805-F656DD902AC0}" srcOrd="2" destOrd="0" presId="urn:microsoft.com/office/officeart/2005/8/layout/lProcess2"/>
    <dgm:cxn modelId="{14A049F8-BB49-1841-9743-37AE178CDFE8}" type="presParOf" srcId="{63C868DE-F97B-F64B-8805-F656DD902AC0}" destId="{7195A2F4-FF17-D64F-AB17-00E8F4A34B93}" srcOrd="0" destOrd="0" presId="urn:microsoft.com/office/officeart/2005/8/layout/lProcess2"/>
    <dgm:cxn modelId="{C34581D7-D90E-1D4C-AC28-0DEEA5A9E04B}" type="presParOf" srcId="{678974F1-2833-6F41-B5B9-556B443A0C3F}" destId="{F3791538-1BC1-9F47-A553-50D5EA1BAA6D}" srcOrd="1" destOrd="0" presId="urn:microsoft.com/office/officeart/2005/8/layout/lProcess2"/>
    <dgm:cxn modelId="{A14F67F1-0D65-B147-9637-61AAE7AD18CC}" type="presParOf" srcId="{678974F1-2833-6F41-B5B9-556B443A0C3F}" destId="{A0E1BB64-BE70-F44F-AE2D-0F2948BFF38C}" srcOrd="2" destOrd="0" presId="urn:microsoft.com/office/officeart/2005/8/layout/lProcess2"/>
    <dgm:cxn modelId="{EC59F713-6693-5E46-A827-3BAC02B70B37}" type="presParOf" srcId="{A0E1BB64-BE70-F44F-AE2D-0F2948BFF38C}" destId="{639C9228-C4E6-FD42-A73A-943B5330FED3}" srcOrd="0" destOrd="0" presId="urn:microsoft.com/office/officeart/2005/8/layout/lProcess2"/>
    <dgm:cxn modelId="{C1E5F786-14AD-FE42-906A-FFB05F41651C}" type="presParOf" srcId="{A0E1BB64-BE70-F44F-AE2D-0F2948BFF38C}" destId="{66EDF6DC-959E-4B47-BCEE-87A47F04F888}" srcOrd="1" destOrd="0" presId="urn:microsoft.com/office/officeart/2005/8/layout/lProcess2"/>
    <dgm:cxn modelId="{C0978E92-9019-5C4F-A727-19E25F8FA389}" type="presParOf" srcId="{A0E1BB64-BE70-F44F-AE2D-0F2948BFF38C}" destId="{E54F3D17-4353-8143-9BC8-6C6F5D50484B}" srcOrd="2" destOrd="0" presId="urn:microsoft.com/office/officeart/2005/8/layout/lProcess2"/>
    <dgm:cxn modelId="{1DF5EC2A-04F2-1B45-B26A-C5F5CF71751B}" type="presParOf" srcId="{E54F3D17-4353-8143-9BC8-6C6F5D50484B}" destId="{5A09D71B-9AF8-914E-980A-C7B38B826B1F}" srcOrd="0" destOrd="0" presId="urn:microsoft.com/office/officeart/2005/8/layout/lProcess2"/>
    <dgm:cxn modelId="{C50CE0EF-1535-EE48-93B5-AC07FF68F27F}" type="presParOf" srcId="{678974F1-2833-6F41-B5B9-556B443A0C3F}" destId="{58808699-C66B-9B4E-8F1C-DCBAEFA32922}" srcOrd="3" destOrd="0" presId="urn:microsoft.com/office/officeart/2005/8/layout/lProcess2"/>
    <dgm:cxn modelId="{92DD1B09-C3A8-2B47-89A5-CA21EE478B21}" type="presParOf" srcId="{678974F1-2833-6F41-B5B9-556B443A0C3F}" destId="{E5219428-71D0-4F48-9633-F76327639DC4}" srcOrd="4" destOrd="0" presId="urn:microsoft.com/office/officeart/2005/8/layout/lProcess2"/>
    <dgm:cxn modelId="{A6E043F7-9A07-E143-95BB-A1A2BA3C5887}" type="presParOf" srcId="{E5219428-71D0-4F48-9633-F76327639DC4}" destId="{C62CADF8-F45A-4741-A704-677E1BFABA66}" srcOrd="0" destOrd="0" presId="urn:microsoft.com/office/officeart/2005/8/layout/lProcess2"/>
    <dgm:cxn modelId="{BF05BCF0-D1E0-0044-8946-11B6334DE678}" type="presParOf" srcId="{E5219428-71D0-4F48-9633-F76327639DC4}" destId="{C20C4D0B-3BBC-604D-A7F3-14F33F2D435B}" srcOrd="1" destOrd="0" presId="urn:microsoft.com/office/officeart/2005/8/layout/lProcess2"/>
    <dgm:cxn modelId="{7C24DA84-ED45-3F40-AC0F-738A774C38B7}" type="presParOf" srcId="{E5219428-71D0-4F48-9633-F76327639DC4}" destId="{DE1F748F-1D67-464F-803A-E012F77C67B8}" srcOrd="2" destOrd="0" presId="urn:microsoft.com/office/officeart/2005/8/layout/lProcess2"/>
    <dgm:cxn modelId="{CBB94C80-BDA9-C44E-9742-A42BCFCB246D}" type="presParOf" srcId="{DE1F748F-1D67-464F-803A-E012F77C67B8}" destId="{F91D869E-8EB3-6C4D-A2D3-2A6BA465FB43}" srcOrd="0" destOrd="0" presId="urn:microsoft.com/office/officeart/2005/8/layout/lProcess2"/>
    <dgm:cxn modelId="{E2D8CFE2-E39A-2749-8830-9EAE21E2B94C}" type="presParOf" srcId="{678974F1-2833-6F41-B5B9-556B443A0C3F}" destId="{00DD74C1-D771-E04F-9DE9-EF1D1BC44DFC}" srcOrd="5" destOrd="0" presId="urn:microsoft.com/office/officeart/2005/8/layout/lProcess2"/>
    <dgm:cxn modelId="{588E4641-5ABA-FA43-882E-7796932B7087}" type="presParOf" srcId="{678974F1-2833-6F41-B5B9-556B443A0C3F}" destId="{326167A8-15DB-8B48-9E51-80988355D346}" srcOrd="6" destOrd="0" presId="urn:microsoft.com/office/officeart/2005/8/layout/lProcess2"/>
    <dgm:cxn modelId="{6E49EF7C-932D-304A-BA37-1EF7F250CC48}" type="presParOf" srcId="{326167A8-15DB-8B48-9E51-80988355D346}" destId="{B40D5252-14B1-DE45-91E1-7F7AD3362917}" srcOrd="0" destOrd="0" presId="urn:microsoft.com/office/officeart/2005/8/layout/lProcess2"/>
    <dgm:cxn modelId="{913CB9C9-5774-8349-ACC8-66E7A515566F}" type="presParOf" srcId="{326167A8-15DB-8B48-9E51-80988355D346}" destId="{7614B8BC-58AA-F94B-8B5C-FE9DE7009D91}" srcOrd="1" destOrd="0" presId="urn:microsoft.com/office/officeart/2005/8/layout/lProcess2"/>
    <dgm:cxn modelId="{A739CBB2-CFD7-4C42-B279-908949417AD2}" type="presParOf" srcId="{326167A8-15DB-8B48-9E51-80988355D346}" destId="{7D8DEB7E-E7F2-8149-BA5F-4E9977D6E155}" srcOrd="2" destOrd="0" presId="urn:microsoft.com/office/officeart/2005/8/layout/lProcess2"/>
    <dgm:cxn modelId="{7A4B704B-2517-7A43-B833-E51526096178}" type="presParOf" srcId="{7D8DEB7E-E7F2-8149-BA5F-4E9977D6E155}" destId="{38162E4D-B56F-C64A-8D0C-2A1C82C8C191}" srcOrd="0" destOrd="0" presId="urn:microsoft.com/office/officeart/2005/8/layout/lProcess2"/>
    <dgm:cxn modelId="{2F592641-D11D-0843-90A5-8F15E23AF37A}" type="presParOf" srcId="{678974F1-2833-6F41-B5B9-556B443A0C3F}" destId="{678D3184-27AA-4643-812C-882939B26FBE}" srcOrd="7" destOrd="0" presId="urn:microsoft.com/office/officeart/2005/8/layout/lProcess2"/>
    <dgm:cxn modelId="{C05F738A-9DCE-FE4A-8CC1-36EBB40B30A5}" type="presParOf" srcId="{678974F1-2833-6F41-B5B9-556B443A0C3F}" destId="{6123E914-2CAE-7E45-9EB7-AADBD8F81214}" srcOrd="8" destOrd="0" presId="urn:microsoft.com/office/officeart/2005/8/layout/lProcess2"/>
    <dgm:cxn modelId="{97EDE8A4-88F2-3B45-9BF8-D7849D4E1234}" type="presParOf" srcId="{6123E914-2CAE-7E45-9EB7-AADBD8F81214}" destId="{0E7A5918-722E-2E4E-8AD3-62827EEF8F5D}" srcOrd="0" destOrd="0" presId="urn:microsoft.com/office/officeart/2005/8/layout/lProcess2"/>
    <dgm:cxn modelId="{ABFA8ABF-F974-E64C-A683-815AC163BCB3}" type="presParOf" srcId="{6123E914-2CAE-7E45-9EB7-AADBD8F81214}" destId="{9ECF00B0-9551-5940-A4EB-2728373F3E15}" srcOrd="1" destOrd="0" presId="urn:microsoft.com/office/officeart/2005/8/layout/lProcess2"/>
    <dgm:cxn modelId="{55DF911E-4325-4D4A-8BD2-0710DC0BB181}" type="presParOf" srcId="{6123E914-2CAE-7E45-9EB7-AADBD8F81214}" destId="{8092583C-B3B0-EC4C-8ACA-C80DCFD42381}" srcOrd="2" destOrd="0" presId="urn:microsoft.com/office/officeart/2005/8/layout/lProcess2"/>
    <dgm:cxn modelId="{54F8BBBD-B0A5-B044-8F31-42330F325DE1}" type="presParOf" srcId="{8092583C-B3B0-EC4C-8ACA-C80DCFD42381}" destId="{0A94527F-BE60-424F-BF31-D0EE321024C4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1CEA261-70A3-4FB2-932B-17317023AA3C}" type="doc">
      <dgm:prSet loTypeId="urn:microsoft.com/office/officeart/2005/8/layout/pList2" qsTypeId="urn:microsoft.com/office/officeart/2005/8/quickstyle/simple2" csTypeId="urn:microsoft.com/office/officeart/2005/8/colors/accent1_2"/>
      <dgm:spPr/>
    </dgm:pt>
    <dgm:pt modelId="{82528810-6748-4B5B-AC37-D4BCDCF58B6A}">
      <dgm:prSet/>
      <dgm:spPr/>
      <dgm:t>
        <a:bodyPr/>
        <a:lstStyle/>
        <a:p>
          <a:r>
            <a:t>Customer insight</a:t>
          </a:r>
        </a:p>
      </dgm:t>
    </dgm:pt>
    <dgm:pt modelId="{5E9651CB-84E4-4467-83A6-342A8A1FB254}" type="parTrans" cxnId="{DD61D6A1-8118-4189-919C-A2EA87282B22}">
      <dgm:prSet/>
      <dgm:spPr/>
      <dgm:t>
        <a:bodyPr/>
        <a:lstStyle/>
        <a:p>
          <a:endParaRPr/>
        </a:p>
      </dgm:t>
    </dgm:pt>
    <dgm:pt modelId="{2E305BE7-1E63-4F4A-9BF2-4750D4C20478}" type="sibTrans" cxnId="{DD61D6A1-8118-4189-919C-A2EA87282B22}">
      <dgm:prSet/>
      <dgm:spPr/>
      <dgm:t>
        <a:bodyPr/>
        <a:lstStyle/>
        <a:p>
          <a:endParaRPr/>
        </a:p>
      </dgm:t>
    </dgm:pt>
    <dgm:pt modelId="{037C23DB-E366-4FEE-9E08-0B853264313F}">
      <dgm:prSet/>
      <dgm:spPr/>
      <dgm:t>
        <a:bodyPr/>
        <a:lstStyle/>
        <a:p>
          <a:r>
            <a:t>Product concept</a:t>
          </a:r>
        </a:p>
      </dgm:t>
    </dgm:pt>
    <dgm:pt modelId="{6B641024-2AD2-4A90-9324-F41E6CD6773D}" type="parTrans" cxnId="{A3D46B2C-A946-4855-92C3-58CBDB6020DE}">
      <dgm:prSet/>
      <dgm:spPr/>
      <dgm:t>
        <a:bodyPr/>
        <a:lstStyle/>
        <a:p>
          <a:endParaRPr/>
        </a:p>
      </dgm:t>
    </dgm:pt>
    <dgm:pt modelId="{25AB6D49-98F1-40A1-B709-FDF3A622BF6B}" type="sibTrans" cxnId="{A3D46B2C-A946-4855-92C3-58CBDB6020DE}">
      <dgm:prSet/>
      <dgm:spPr/>
      <dgm:t>
        <a:bodyPr/>
        <a:lstStyle/>
        <a:p>
          <a:endParaRPr/>
        </a:p>
      </dgm:t>
    </dgm:pt>
    <dgm:pt modelId="{CD97897D-AF90-4574-9607-2618ECEBB687}">
      <dgm:prSet/>
      <dgm:spPr/>
      <dgm:t>
        <a:bodyPr/>
        <a:lstStyle/>
        <a:p>
          <a:r>
            <a:t>Prototype</a:t>
          </a:r>
        </a:p>
      </dgm:t>
    </dgm:pt>
    <dgm:pt modelId="{FF1FA766-4A15-4E15-952B-494D39F9105D}" type="parTrans" cxnId="{39DF208D-04CD-4852-8B4C-F4A9FFC1B77C}">
      <dgm:prSet/>
      <dgm:spPr/>
      <dgm:t>
        <a:bodyPr/>
        <a:lstStyle/>
        <a:p>
          <a:endParaRPr/>
        </a:p>
      </dgm:t>
    </dgm:pt>
    <dgm:pt modelId="{C6129EB0-20B1-42D3-8E0A-AC50FFB20F2E}" type="sibTrans" cxnId="{39DF208D-04CD-4852-8B4C-F4A9FFC1B77C}">
      <dgm:prSet/>
      <dgm:spPr/>
      <dgm:t>
        <a:bodyPr/>
        <a:lstStyle/>
        <a:p>
          <a:endParaRPr/>
        </a:p>
      </dgm:t>
    </dgm:pt>
    <dgm:pt modelId="{2763537A-EEA2-49ED-9F11-4518536027D5}">
      <dgm:prSet/>
      <dgm:spPr/>
      <dgm:t>
        <a:bodyPr/>
        <a:lstStyle/>
        <a:p>
          <a:r>
            <a:t>Feedback</a:t>
          </a:r>
        </a:p>
      </dgm:t>
    </dgm:pt>
    <dgm:pt modelId="{3AF2D12F-9308-4349-91E0-E3CADB9F769E}" type="parTrans" cxnId="{5B6984CD-59BC-4D44-852C-9B124435EA15}">
      <dgm:prSet/>
      <dgm:spPr/>
      <dgm:t>
        <a:bodyPr/>
        <a:lstStyle/>
        <a:p>
          <a:endParaRPr/>
        </a:p>
      </dgm:t>
    </dgm:pt>
    <dgm:pt modelId="{FDE951F6-A60E-4950-BFB7-14D5657492A3}" type="sibTrans" cxnId="{5B6984CD-59BC-4D44-852C-9B124435EA15}">
      <dgm:prSet/>
      <dgm:spPr/>
      <dgm:t>
        <a:bodyPr/>
        <a:lstStyle/>
        <a:p>
          <a:endParaRPr/>
        </a:p>
      </dgm:t>
    </dgm:pt>
    <dgm:pt modelId="{CA820411-B1A7-43EA-9BB9-0EFBB3EB8055}">
      <dgm:prSet/>
      <dgm:spPr/>
      <dgm:t>
        <a:bodyPr/>
        <a:lstStyle/>
        <a:p>
          <a:r>
            <a:t>Next step</a:t>
          </a:r>
        </a:p>
      </dgm:t>
    </dgm:pt>
    <dgm:pt modelId="{3984A937-39AB-4CC5-862E-D31AF8B5FAA7}" type="parTrans" cxnId="{56787260-F1F7-434A-961A-D994F45BCD73}">
      <dgm:prSet/>
      <dgm:spPr/>
      <dgm:t>
        <a:bodyPr/>
        <a:lstStyle/>
        <a:p>
          <a:endParaRPr/>
        </a:p>
      </dgm:t>
    </dgm:pt>
    <dgm:pt modelId="{A9442F40-D7E0-4B3A-8AA5-11A53B849EBA}" type="sibTrans" cxnId="{56787260-F1F7-434A-961A-D994F45BCD73}">
      <dgm:prSet/>
      <dgm:spPr/>
      <dgm:t>
        <a:bodyPr/>
        <a:lstStyle/>
        <a:p>
          <a:endParaRPr/>
        </a:p>
      </dgm:t>
    </dgm:pt>
    <dgm:pt modelId="{6EA759C2-CFD0-41F3-B4A4-2A66192D6D37}" type="pres">
      <dgm:prSet presAssocID="{01CEA261-70A3-4FB2-932B-17317023AA3C}" presName="Name0" presStyleCnt="0">
        <dgm:presLayoutVars>
          <dgm:dir/>
          <dgm:resizeHandles val="exact"/>
        </dgm:presLayoutVars>
      </dgm:prSet>
      <dgm:spPr/>
    </dgm:pt>
    <dgm:pt modelId="{ACA9BBA9-36C2-D74C-8710-6B04ED930FDB}" type="pres">
      <dgm:prSet presAssocID="{01CEA261-70A3-4FB2-932B-17317023AA3C}" presName="bkgdShp" presStyleLbl="alignAccFollowNode1" presStyleIdx="0" presStyleCnt="1"/>
      <dgm:spPr/>
    </dgm:pt>
    <dgm:pt modelId="{AD2C9996-5B4A-D24B-9A24-1007391DBC17}" type="pres">
      <dgm:prSet presAssocID="{01CEA261-70A3-4FB2-932B-17317023AA3C}" presName="linComp" presStyleCnt="0"/>
      <dgm:spPr/>
    </dgm:pt>
    <dgm:pt modelId="{35A4CF6A-97DC-4792-84DA-50962DE0539B}" type="pres">
      <dgm:prSet presAssocID="{82528810-6748-4B5B-AC37-D4BCDCF58B6A}" presName="compNode" presStyleCnt="0"/>
      <dgm:spPr/>
    </dgm:pt>
    <dgm:pt modelId="{BCF8249F-7BF7-46EE-9197-70A3912C2A7A}" type="pres">
      <dgm:prSet presAssocID="{82528810-6748-4B5B-AC37-D4BCDCF58B6A}" presName="node" presStyleLbl="node1" presStyleIdx="0" presStyleCnt="5">
        <dgm:presLayoutVars>
          <dgm:bulletEnabled val="1"/>
        </dgm:presLayoutVars>
      </dgm:prSet>
      <dgm:spPr/>
    </dgm:pt>
    <dgm:pt modelId="{656C38AC-8985-FD4D-B6C2-88006295AF9F}" type="pres">
      <dgm:prSet presAssocID="{82528810-6748-4B5B-AC37-D4BCDCF58B6A}" presName="invisiNode" presStyleLbl="node1" presStyleIdx="0" presStyleCnt="5"/>
      <dgm:spPr/>
    </dgm:pt>
    <dgm:pt modelId="{2AEBF154-0378-46B9-A3F2-5A2E63C2F460}" type="pres">
      <dgm:prSet presAssocID="{82528810-6748-4B5B-AC37-D4BCDCF58B6A}" presName="imagNode" presStyleLbl="fgImgPlace1" presStyleIdx="0" presStyleCnt="5"/>
      <dgm:spPr/>
    </dgm:pt>
    <dgm:pt modelId="{6070E5D5-9D88-41F2-9223-4312F1DC1AA1}" type="pres">
      <dgm:prSet presAssocID="{2E305BE7-1E63-4F4A-9BF2-4750D4C20478}" presName="sibTrans" presStyleLbl="sibTrans2D1" presStyleIdx="0" presStyleCnt="0"/>
      <dgm:spPr/>
    </dgm:pt>
    <dgm:pt modelId="{1B6D3EA7-1CB7-4AF2-814F-DF6275E69109}" type="pres">
      <dgm:prSet presAssocID="{037C23DB-E366-4FEE-9E08-0B853264313F}" presName="compNode" presStyleCnt="0"/>
      <dgm:spPr/>
    </dgm:pt>
    <dgm:pt modelId="{1AB372F5-4E03-4EEE-965F-579BB63E05B3}" type="pres">
      <dgm:prSet presAssocID="{037C23DB-E366-4FEE-9E08-0B853264313F}" presName="node" presStyleLbl="node1" presStyleIdx="1" presStyleCnt="5">
        <dgm:presLayoutVars>
          <dgm:bulletEnabled val="1"/>
        </dgm:presLayoutVars>
      </dgm:prSet>
      <dgm:spPr/>
    </dgm:pt>
    <dgm:pt modelId="{435FD231-2C3C-474B-9DAC-18D653D79651}" type="pres">
      <dgm:prSet presAssocID="{037C23DB-E366-4FEE-9E08-0B853264313F}" presName="invisiNode" presStyleLbl="node1" presStyleIdx="1" presStyleCnt="5"/>
      <dgm:spPr/>
    </dgm:pt>
    <dgm:pt modelId="{6D9D2883-7766-4C5C-8240-D5FBE32A4E6A}" type="pres">
      <dgm:prSet presAssocID="{037C23DB-E366-4FEE-9E08-0B853264313F}" presName="imagNode" presStyleLbl="fgImgPlace1" presStyleIdx="1" presStyleCnt="5"/>
      <dgm:spPr/>
    </dgm:pt>
    <dgm:pt modelId="{6A69A524-E117-42E3-AA9E-A41EA0EA1ECF}" type="pres">
      <dgm:prSet presAssocID="{25AB6D49-98F1-40A1-B709-FDF3A622BF6B}" presName="sibTrans" presStyleLbl="sibTrans2D1" presStyleIdx="0" presStyleCnt="0"/>
      <dgm:spPr/>
    </dgm:pt>
    <dgm:pt modelId="{5CD8FAF1-9CF9-4582-80B1-65E8C2D2A9A9}" type="pres">
      <dgm:prSet presAssocID="{CD97897D-AF90-4574-9607-2618ECEBB687}" presName="compNode" presStyleCnt="0"/>
      <dgm:spPr/>
    </dgm:pt>
    <dgm:pt modelId="{02576934-4B41-48F5-BFB3-10F7A93300C8}" type="pres">
      <dgm:prSet presAssocID="{CD97897D-AF90-4574-9607-2618ECEBB687}" presName="node" presStyleLbl="node1" presStyleIdx="2" presStyleCnt="5">
        <dgm:presLayoutVars>
          <dgm:bulletEnabled val="1"/>
        </dgm:presLayoutVars>
      </dgm:prSet>
      <dgm:spPr/>
    </dgm:pt>
    <dgm:pt modelId="{79984A2A-AD98-644C-BA99-91290F28AE67}" type="pres">
      <dgm:prSet presAssocID="{CD97897D-AF90-4574-9607-2618ECEBB687}" presName="invisiNode" presStyleLbl="node1" presStyleIdx="2" presStyleCnt="5"/>
      <dgm:spPr/>
    </dgm:pt>
    <dgm:pt modelId="{7A403867-F113-439B-98E8-C64D0210B009}" type="pres">
      <dgm:prSet presAssocID="{CD97897D-AF90-4574-9607-2618ECEBB687}" presName="imagNode" presStyleLbl="fgImgPlace1" presStyleIdx="2" presStyleCnt="5"/>
      <dgm:spPr/>
    </dgm:pt>
    <dgm:pt modelId="{B8E8D31F-BE20-4456-9BE2-5D834A18DFD3}" type="pres">
      <dgm:prSet presAssocID="{C6129EB0-20B1-42D3-8E0A-AC50FFB20F2E}" presName="sibTrans" presStyleLbl="sibTrans2D1" presStyleIdx="0" presStyleCnt="0"/>
      <dgm:spPr/>
    </dgm:pt>
    <dgm:pt modelId="{F15095D7-D9D2-4A5F-9571-0A602685EA3E}" type="pres">
      <dgm:prSet presAssocID="{2763537A-EEA2-49ED-9F11-4518536027D5}" presName="compNode" presStyleCnt="0"/>
      <dgm:spPr/>
    </dgm:pt>
    <dgm:pt modelId="{03776389-64A5-4BD2-B8DC-F7ABAEF39560}" type="pres">
      <dgm:prSet presAssocID="{2763537A-EEA2-49ED-9F11-4518536027D5}" presName="node" presStyleLbl="node1" presStyleIdx="3" presStyleCnt="5">
        <dgm:presLayoutVars>
          <dgm:bulletEnabled val="1"/>
        </dgm:presLayoutVars>
      </dgm:prSet>
      <dgm:spPr/>
    </dgm:pt>
    <dgm:pt modelId="{942432B2-0430-BA47-B7B8-11ED40FD4AA9}" type="pres">
      <dgm:prSet presAssocID="{2763537A-EEA2-49ED-9F11-4518536027D5}" presName="invisiNode" presStyleLbl="node1" presStyleIdx="3" presStyleCnt="5"/>
      <dgm:spPr/>
    </dgm:pt>
    <dgm:pt modelId="{68034E69-BEC2-49A2-A31E-71D53F1CF54C}" type="pres">
      <dgm:prSet presAssocID="{2763537A-EEA2-49ED-9F11-4518536027D5}" presName="imagNode" presStyleLbl="fgImgPlace1" presStyleIdx="3" presStyleCnt="5"/>
      <dgm:spPr/>
    </dgm:pt>
    <dgm:pt modelId="{8302F04A-A78F-4FC4-86F9-D0AC951021BD}" type="pres">
      <dgm:prSet presAssocID="{FDE951F6-A60E-4950-BFB7-14D5657492A3}" presName="sibTrans" presStyleLbl="sibTrans2D1" presStyleIdx="0" presStyleCnt="0"/>
      <dgm:spPr/>
    </dgm:pt>
    <dgm:pt modelId="{AD0B4928-6465-4CE0-AA39-B45FBA6B0EF8}" type="pres">
      <dgm:prSet presAssocID="{CA820411-B1A7-43EA-9BB9-0EFBB3EB8055}" presName="compNode" presStyleCnt="0"/>
      <dgm:spPr/>
    </dgm:pt>
    <dgm:pt modelId="{D860B383-7D92-4353-AFA9-2482C84E58A0}" type="pres">
      <dgm:prSet presAssocID="{CA820411-B1A7-43EA-9BB9-0EFBB3EB8055}" presName="node" presStyleLbl="node1" presStyleIdx="4" presStyleCnt="5">
        <dgm:presLayoutVars>
          <dgm:bulletEnabled val="1"/>
        </dgm:presLayoutVars>
      </dgm:prSet>
      <dgm:spPr/>
    </dgm:pt>
    <dgm:pt modelId="{F23F03CF-4169-7F42-98E2-2524F9156347}" type="pres">
      <dgm:prSet presAssocID="{CA820411-B1A7-43EA-9BB9-0EFBB3EB8055}" presName="invisiNode" presStyleLbl="node1" presStyleIdx="4" presStyleCnt="5"/>
      <dgm:spPr/>
    </dgm:pt>
    <dgm:pt modelId="{3495F3E9-CDA6-4CE4-A707-A813C9209CC7}" type="pres">
      <dgm:prSet presAssocID="{CA820411-B1A7-43EA-9BB9-0EFBB3EB8055}" presName="imagNode" presStyleLbl="fgImgPlace1" presStyleIdx="4" presStyleCnt="5"/>
      <dgm:spPr/>
    </dgm:pt>
  </dgm:ptLst>
  <dgm:cxnLst>
    <dgm:cxn modelId="{0037C91E-6DF5-1145-8FC1-0B6743A53BC9}" type="presOf" srcId="{82528810-6748-4B5B-AC37-D4BCDCF58B6A}" destId="{BCF8249F-7BF7-46EE-9197-70A3912C2A7A}" srcOrd="0" destOrd="0" presId="urn:microsoft.com/office/officeart/2005/8/layout/pList2"/>
    <dgm:cxn modelId="{A3D46B2C-A946-4855-92C3-58CBDB6020DE}" srcId="{01CEA261-70A3-4FB2-932B-17317023AA3C}" destId="{037C23DB-E366-4FEE-9E08-0B853264313F}" srcOrd="1" destOrd="0" parTransId="{6B641024-2AD2-4A90-9324-F41E6CD6773D}" sibTransId="{25AB6D49-98F1-40A1-B709-FDF3A622BF6B}"/>
    <dgm:cxn modelId="{A080D432-1625-7C4E-8173-B7DB8B5D0C53}" type="presOf" srcId="{2E305BE7-1E63-4F4A-9BF2-4750D4C20478}" destId="{6070E5D5-9D88-41F2-9223-4312F1DC1AA1}" srcOrd="0" destOrd="0" presId="urn:microsoft.com/office/officeart/2005/8/layout/pList2"/>
    <dgm:cxn modelId="{719CD73E-E1FD-CD4D-8EAC-C0100EDAA7A5}" type="presOf" srcId="{C6129EB0-20B1-42D3-8E0A-AC50FFB20F2E}" destId="{B8E8D31F-BE20-4456-9BE2-5D834A18DFD3}" srcOrd="0" destOrd="0" presId="urn:microsoft.com/office/officeart/2005/8/layout/pList2"/>
    <dgm:cxn modelId="{2E486C4B-00C0-B14E-A63E-849A65586848}" type="presOf" srcId="{FDE951F6-A60E-4950-BFB7-14D5657492A3}" destId="{8302F04A-A78F-4FC4-86F9-D0AC951021BD}" srcOrd="0" destOrd="0" presId="urn:microsoft.com/office/officeart/2005/8/layout/pList2"/>
    <dgm:cxn modelId="{56787260-F1F7-434A-961A-D994F45BCD73}" srcId="{01CEA261-70A3-4FB2-932B-17317023AA3C}" destId="{CA820411-B1A7-43EA-9BB9-0EFBB3EB8055}" srcOrd="4" destOrd="0" parTransId="{3984A937-39AB-4CC5-862E-D31AF8B5FAA7}" sibTransId="{A9442F40-D7E0-4B3A-8AA5-11A53B849EBA}"/>
    <dgm:cxn modelId="{743F7F7A-AE94-2A41-BB78-23CDE791C1FD}" type="presOf" srcId="{037C23DB-E366-4FEE-9E08-0B853264313F}" destId="{1AB372F5-4E03-4EEE-965F-579BB63E05B3}" srcOrd="0" destOrd="0" presId="urn:microsoft.com/office/officeart/2005/8/layout/pList2"/>
    <dgm:cxn modelId="{39DF208D-04CD-4852-8B4C-F4A9FFC1B77C}" srcId="{01CEA261-70A3-4FB2-932B-17317023AA3C}" destId="{CD97897D-AF90-4574-9607-2618ECEBB687}" srcOrd="2" destOrd="0" parTransId="{FF1FA766-4A15-4E15-952B-494D39F9105D}" sibTransId="{C6129EB0-20B1-42D3-8E0A-AC50FFB20F2E}"/>
    <dgm:cxn modelId="{DD61D6A1-8118-4189-919C-A2EA87282B22}" srcId="{01CEA261-70A3-4FB2-932B-17317023AA3C}" destId="{82528810-6748-4B5B-AC37-D4BCDCF58B6A}" srcOrd="0" destOrd="0" parTransId="{5E9651CB-84E4-4467-83A6-342A8A1FB254}" sibTransId="{2E305BE7-1E63-4F4A-9BF2-4750D4C20478}"/>
    <dgm:cxn modelId="{763BBBAA-A8E7-CB42-A1C6-D568AB321B50}" type="presOf" srcId="{CD97897D-AF90-4574-9607-2618ECEBB687}" destId="{02576934-4B41-48F5-BFB3-10F7A93300C8}" srcOrd="0" destOrd="0" presId="urn:microsoft.com/office/officeart/2005/8/layout/pList2"/>
    <dgm:cxn modelId="{36FF27C5-8125-794B-8F2B-A93912342A56}" type="presOf" srcId="{CA820411-B1A7-43EA-9BB9-0EFBB3EB8055}" destId="{D860B383-7D92-4353-AFA9-2482C84E58A0}" srcOrd="0" destOrd="0" presId="urn:microsoft.com/office/officeart/2005/8/layout/pList2"/>
    <dgm:cxn modelId="{5B6984CD-59BC-4D44-852C-9B124435EA15}" srcId="{01CEA261-70A3-4FB2-932B-17317023AA3C}" destId="{2763537A-EEA2-49ED-9F11-4518536027D5}" srcOrd="3" destOrd="0" parTransId="{3AF2D12F-9308-4349-91E0-E3CADB9F769E}" sibTransId="{FDE951F6-A60E-4950-BFB7-14D5657492A3}"/>
    <dgm:cxn modelId="{AAD42ED5-500A-DF41-AFE8-9718FBB5D7F5}" type="presOf" srcId="{25AB6D49-98F1-40A1-B709-FDF3A622BF6B}" destId="{6A69A524-E117-42E3-AA9E-A41EA0EA1ECF}" srcOrd="0" destOrd="0" presId="urn:microsoft.com/office/officeart/2005/8/layout/pList2"/>
    <dgm:cxn modelId="{0C6224E0-03E6-1D4F-84B5-113CB375526A}" type="presOf" srcId="{2763537A-EEA2-49ED-9F11-4518536027D5}" destId="{03776389-64A5-4BD2-B8DC-F7ABAEF39560}" srcOrd="0" destOrd="0" presId="urn:microsoft.com/office/officeart/2005/8/layout/pList2"/>
    <dgm:cxn modelId="{5A2453E1-5A8C-4E0A-A102-497B520CD40C}" type="presOf" srcId="{01CEA261-70A3-4FB2-932B-17317023AA3C}" destId="{6EA759C2-CFD0-41F3-B4A4-2A66192D6D37}" srcOrd="0" destOrd="0" presId="urn:microsoft.com/office/officeart/2005/8/layout/pList2"/>
    <dgm:cxn modelId="{0BDF9C59-D089-B640-A4E3-3F3D065B5E90}" type="presParOf" srcId="{6EA759C2-CFD0-41F3-B4A4-2A66192D6D37}" destId="{ACA9BBA9-36C2-D74C-8710-6B04ED930FDB}" srcOrd="0" destOrd="0" presId="urn:microsoft.com/office/officeart/2005/8/layout/pList2"/>
    <dgm:cxn modelId="{D17AB499-D5E4-064D-912B-6CAEF40CB90E}" type="presParOf" srcId="{6EA759C2-CFD0-41F3-B4A4-2A66192D6D37}" destId="{AD2C9996-5B4A-D24B-9A24-1007391DBC17}" srcOrd="1" destOrd="0" presId="urn:microsoft.com/office/officeart/2005/8/layout/pList2"/>
    <dgm:cxn modelId="{16B912B6-EA52-BF42-A03D-A9A8BB912D31}" type="presParOf" srcId="{AD2C9996-5B4A-D24B-9A24-1007391DBC17}" destId="{35A4CF6A-97DC-4792-84DA-50962DE0539B}" srcOrd="0" destOrd="0" presId="urn:microsoft.com/office/officeart/2005/8/layout/pList2"/>
    <dgm:cxn modelId="{4E021EF6-0D28-D74F-BB93-0F382F991F49}" type="presParOf" srcId="{35A4CF6A-97DC-4792-84DA-50962DE0539B}" destId="{BCF8249F-7BF7-46EE-9197-70A3912C2A7A}" srcOrd="0" destOrd="0" presId="urn:microsoft.com/office/officeart/2005/8/layout/pList2"/>
    <dgm:cxn modelId="{5254A15B-5D03-2A49-977A-262E953A6B0B}" type="presParOf" srcId="{35A4CF6A-97DC-4792-84DA-50962DE0539B}" destId="{656C38AC-8985-FD4D-B6C2-88006295AF9F}" srcOrd="1" destOrd="0" presId="urn:microsoft.com/office/officeart/2005/8/layout/pList2"/>
    <dgm:cxn modelId="{12252FE4-D260-A849-A6BF-B351E7E70A80}" type="presParOf" srcId="{35A4CF6A-97DC-4792-84DA-50962DE0539B}" destId="{2AEBF154-0378-46B9-A3F2-5A2E63C2F460}" srcOrd="2" destOrd="0" presId="urn:microsoft.com/office/officeart/2005/8/layout/pList2"/>
    <dgm:cxn modelId="{B82E0572-5340-3B4C-9FDB-F67009D04AEF}" type="presParOf" srcId="{AD2C9996-5B4A-D24B-9A24-1007391DBC17}" destId="{6070E5D5-9D88-41F2-9223-4312F1DC1AA1}" srcOrd="1" destOrd="0" presId="urn:microsoft.com/office/officeart/2005/8/layout/pList2"/>
    <dgm:cxn modelId="{B9E34E51-6484-F143-B7A1-D15423C89C95}" type="presParOf" srcId="{AD2C9996-5B4A-D24B-9A24-1007391DBC17}" destId="{1B6D3EA7-1CB7-4AF2-814F-DF6275E69109}" srcOrd="2" destOrd="0" presId="urn:microsoft.com/office/officeart/2005/8/layout/pList2"/>
    <dgm:cxn modelId="{DBD19C98-A3D9-4643-B802-FB9B00F69D47}" type="presParOf" srcId="{1B6D3EA7-1CB7-4AF2-814F-DF6275E69109}" destId="{1AB372F5-4E03-4EEE-965F-579BB63E05B3}" srcOrd="0" destOrd="0" presId="urn:microsoft.com/office/officeart/2005/8/layout/pList2"/>
    <dgm:cxn modelId="{DAF6B887-6307-434D-B290-5DA86C2D45EA}" type="presParOf" srcId="{1B6D3EA7-1CB7-4AF2-814F-DF6275E69109}" destId="{435FD231-2C3C-474B-9DAC-18D653D79651}" srcOrd="1" destOrd="0" presId="urn:microsoft.com/office/officeart/2005/8/layout/pList2"/>
    <dgm:cxn modelId="{BF7DAB4C-4F59-6F43-A5B4-5B624E6B267C}" type="presParOf" srcId="{1B6D3EA7-1CB7-4AF2-814F-DF6275E69109}" destId="{6D9D2883-7766-4C5C-8240-D5FBE32A4E6A}" srcOrd="2" destOrd="0" presId="urn:microsoft.com/office/officeart/2005/8/layout/pList2"/>
    <dgm:cxn modelId="{A2330A4E-2E5B-9C49-A4AA-9DA5D8BEF418}" type="presParOf" srcId="{AD2C9996-5B4A-D24B-9A24-1007391DBC17}" destId="{6A69A524-E117-42E3-AA9E-A41EA0EA1ECF}" srcOrd="3" destOrd="0" presId="urn:microsoft.com/office/officeart/2005/8/layout/pList2"/>
    <dgm:cxn modelId="{9E576157-5046-7B4E-9E16-8E92CDA2E48A}" type="presParOf" srcId="{AD2C9996-5B4A-D24B-9A24-1007391DBC17}" destId="{5CD8FAF1-9CF9-4582-80B1-65E8C2D2A9A9}" srcOrd="4" destOrd="0" presId="urn:microsoft.com/office/officeart/2005/8/layout/pList2"/>
    <dgm:cxn modelId="{F42AC8C1-2872-FF46-BBBD-0C0BE79EC0F0}" type="presParOf" srcId="{5CD8FAF1-9CF9-4582-80B1-65E8C2D2A9A9}" destId="{02576934-4B41-48F5-BFB3-10F7A93300C8}" srcOrd="0" destOrd="0" presId="urn:microsoft.com/office/officeart/2005/8/layout/pList2"/>
    <dgm:cxn modelId="{C2381A51-738C-C44C-972F-EB8D2ADF8456}" type="presParOf" srcId="{5CD8FAF1-9CF9-4582-80B1-65E8C2D2A9A9}" destId="{79984A2A-AD98-644C-BA99-91290F28AE67}" srcOrd="1" destOrd="0" presId="urn:microsoft.com/office/officeart/2005/8/layout/pList2"/>
    <dgm:cxn modelId="{98E90B4C-19F0-7544-8FD2-F5404975B9BE}" type="presParOf" srcId="{5CD8FAF1-9CF9-4582-80B1-65E8C2D2A9A9}" destId="{7A403867-F113-439B-98E8-C64D0210B009}" srcOrd="2" destOrd="0" presId="urn:microsoft.com/office/officeart/2005/8/layout/pList2"/>
    <dgm:cxn modelId="{4DE9A6DC-FFC1-6546-9A80-D9469E32607B}" type="presParOf" srcId="{AD2C9996-5B4A-D24B-9A24-1007391DBC17}" destId="{B8E8D31F-BE20-4456-9BE2-5D834A18DFD3}" srcOrd="5" destOrd="0" presId="urn:microsoft.com/office/officeart/2005/8/layout/pList2"/>
    <dgm:cxn modelId="{881BC20C-F5BB-4540-85FD-19F48D4A4EF9}" type="presParOf" srcId="{AD2C9996-5B4A-D24B-9A24-1007391DBC17}" destId="{F15095D7-D9D2-4A5F-9571-0A602685EA3E}" srcOrd="6" destOrd="0" presId="urn:microsoft.com/office/officeart/2005/8/layout/pList2"/>
    <dgm:cxn modelId="{54B7C81C-1C0B-9946-980F-E1D07A00C8B2}" type="presParOf" srcId="{F15095D7-D9D2-4A5F-9571-0A602685EA3E}" destId="{03776389-64A5-4BD2-B8DC-F7ABAEF39560}" srcOrd="0" destOrd="0" presId="urn:microsoft.com/office/officeart/2005/8/layout/pList2"/>
    <dgm:cxn modelId="{3D8B3FF9-B888-A640-A28B-C109F2127CED}" type="presParOf" srcId="{F15095D7-D9D2-4A5F-9571-0A602685EA3E}" destId="{942432B2-0430-BA47-B7B8-11ED40FD4AA9}" srcOrd="1" destOrd="0" presId="urn:microsoft.com/office/officeart/2005/8/layout/pList2"/>
    <dgm:cxn modelId="{284F81AC-A1FB-FB4E-8F44-A18C221A626B}" type="presParOf" srcId="{F15095D7-D9D2-4A5F-9571-0A602685EA3E}" destId="{68034E69-BEC2-49A2-A31E-71D53F1CF54C}" srcOrd="2" destOrd="0" presId="urn:microsoft.com/office/officeart/2005/8/layout/pList2"/>
    <dgm:cxn modelId="{8F04E727-528D-0D4B-B68D-07C1F81C5D85}" type="presParOf" srcId="{AD2C9996-5B4A-D24B-9A24-1007391DBC17}" destId="{8302F04A-A78F-4FC4-86F9-D0AC951021BD}" srcOrd="7" destOrd="0" presId="urn:microsoft.com/office/officeart/2005/8/layout/pList2"/>
    <dgm:cxn modelId="{ED7E6DD1-6F9E-BA44-91F9-DD97E916A66C}" type="presParOf" srcId="{AD2C9996-5B4A-D24B-9A24-1007391DBC17}" destId="{AD0B4928-6465-4CE0-AA39-B45FBA6B0EF8}" srcOrd="8" destOrd="0" presId="urn:microsoft.com/office/officeart/2005/8/layout/pList2"/>
    <dgm:cxn modelId="{190D0D31-A8DF-0F4C-A0C1-AA1818C283AA}" type="presParOf" srcId="{AD0B4928-6465-4CE0-AA39-B45FBA6B0EF8}" destId="{D860B383-7D92-4353-AFA9-2482C84E58A0}" srcOrd="0" destOrd="0" presId="urn:microsoft.com/office/officeart/2005/8/layout/pList2"/>
    <dgm:cxn modelId="{669DFE19-2A0E-7440-A0A6-C9E15081270A}" type="presParOf" srcId="{AD0B4928-6465-4CE0-AA39-B45FBA6B0EF8}" destId="{F23F03CF-4169-7F42-98E2-2524F9156347}" srcOrd="1" destOrd="0" presId="urn:microsoft.com/office/officeart/2005/8/layout/pList2"/>
    <dgm:cxn modelId="{EB5F91C0-203C-B84E-A63D-2A02FB576380}" type="presParOf" srcId="{AD0B4928-6465-4CE0-AA39-B45FBA6B0EF8}" destId="{3495F3E9-CDA6-4CE4-A707-A813C9209CC7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5475ACC5-AD20-41CC-A015-3F03D80E62E7}" type="doc">
      <dgm:prSet loTypeId="urn:microsoft.com/office/officeart/2005/8/layout/hList7" qsTypeId="urn:microsoft.com/office/officeart/2005/8/quickstyle/simple2" csTypeId="urn:microsoft.com/office/officeart/2005/8/colors/accent1_2"/>
      <dgm:spPr/>
    </dgm:pt>
    <dgm:pt modelId="{FA5F52C3-AE62-46C7-B42D-C4E0BE4FD9C7}">
      <dgm:prSet/>
      <dgm:spPr/>
      <dgm:t>
        <a:bodyPr/>
        <a:lstStyle/>
        <a:p>
          <a:r>
            <a:t>Customer insight</a:t>
          </a:r>
        </a:p>
      </dgm:t>
    </dgm:pt>
    <dgm:pt modelId="{9CBD7039-54BA-4DFE-8CCA-203030D717C6}" type="parTrans" cxnId="{F7B2CA7E-5659-4FE3-843F-392FA0349B2E}">
      <dgm:prSet/>
      <dgm:spPr/>
      <dgm:t>
        <a:bodyPr/>
        <a:lstStyle/>
        <a:p>
          <a:endParaRPr/>
        </a:p>
      </dgm:t>
    </dgm:pt>
    <dgm:pt modelId="{96C78ACD-A244-4CE2-B171-977EFD74E0D4}" type="sibTrans" cxnId="{F7B2CA7E-5659-4FE3-843F-392FA0349B2E}">
      <dgm:prSet/>
      <dgm:spPr/>
      <dgm:t>
        <a:bodyPr/>
        <a:lstStyle/>
        <a:p>
          <a:endParaRPr/>
        </a:p>
      </dgm:t>
    </dgm:pt>
    <dgm:pt modelId="{7E4D0E52-DE12-4A72-B0AA-FFA3E80F701D}">
      <dgm:prSet/>
      <dgm:spPr/>
      <dgm:t>
        <a:bodyPr/>
        <a:lstStyle/>
        <a:p>
          <a:r>
            <a:t>Product concept</a:t>
          </a:r>
        </a:p>
      </dgm:t>
    </dgm:pt>
    <dgm:pt modelId="{722A70F2-8579-4D69-8931-CF2AE87A1748}" type="parTrans" cxnId="{C9F32F5F-B4F0-47BB-92DF-9D364962D179}">
      <dgm:prSet/>
      <dgm:spPr/>
      <dgm:t>
        <a:bodyPr/>
        <a:lstStyle/>
        <a:p>
          <a:endParaRPr/>
        </a:p>
      </dgm:t>
    </dgm:pt>
    <dgm:pt modelId="{05443659-74A1-4A77-B055-805B1F58EB30}" type="sibTrans" cxnId="{C9F32F5F-B4F0-47BB-92DF-9D364962D179}">
      <dgm:prSet/>
      <dgm:spPr/>
      <dgm:t>
        <a:bodyPr/>
        <a:lstStyle/>
        <a:p>
          <a:endParaRPr/>
        </a:p>
      </dgm:t>
    </dgm:pt>
    <dgm:pt modelId="{24E651A6-69BB-4DEB-83D0-E81E4686F41C}">
      <dgm:prSet/>
      <dgm:spPr/>
      <dgm:t>
        <a:bodyPr/>
        <a:lstStyle/>
        <a:p>
          <a:r>
            <a:t>Prototype</a:t>
          </a:r>
        </a:p>
      </dgm:t>
    </dgm:pt>
    <dgm:pt modelId="{BAD2D1E7-F814-48EC-BFB0-867A7D8893BD}" type="parTrans" cxnId="{3439BA95-17B9-41EB-8A27-2AEFBCCCE4A8}">
      <dgm:prSet/>
      <dgm:spPr/>
      <dgm:t>
        <a:bodyPr/>
        <a:lstStyle/>
        <a:p>
          <a:endParaRPr/>
        </a:p>
      </dgm:t>
    </dgm:pt>
    <dgm:pt modelId="{2655AA83-3F01-4289-BC8D-5B873C60A19E}" type="sibTrans" cxnId="{3439BA95-17B9-41EB-8A27-2AEFBCCCE4A8}">
      <dgm:prSet/>
      <dgm:spPr/>
      <dgm:t>
        <a:bodyPr/>
        <a:lstStyle/>
        <a:p>
          <a:endParaRPr/>
        </a:p>
      </dgm:t>
    </dgm:pt>
    <dgm:pt modelId="{45B3CD34-CF2E-4DCF-ACDA-2137CFDE5121}">
      <dgm:prSet/>
      <dgm:spPr/>
      <dgm:t>
        <a:bodyPr/>
        <a:lstStyle/>
        <a:p>
          <a:r>
            <a:t>Feedback</a:t>
          </a:r>
        </a:p>
      </dgm:t>
    </dgm:pt>
    <dgm:pt modelId="{A65A21D0-FAB9-4351-85CE-B18D626A69E9}" type="parTrans" cxnId="{A189E3F7-5245-4B3A-83CF-052093CA2C6F}">
      <dgm:prSet/>
      <dgm:spPr/>
      <dgm:t>
        <a:bodyPr/>
        <a:lstStyle/>
        <a:p>
          <a:endParaRPr/>
        </a:p>
      </dgm:t>
    </dgm:pt>
    <dgm:pt modelId="{5CBC4F89-ECF3-4A52-9B87-11759665A20E}" type="sibTrans" cxnId="{A189E3F7-5245-4B3A-83CF-052093CA2C6F}">
      <dgm:prSet/>
      <dgm:spPr/>
      <dgm:t>
        <a:bodyPr/>
        <a:lstStyle/>
        <a:p>
          <a:endParaRPr/>
        </a:p>
      </dgm:t>
    </dgm:pt>
    <dgm:pt modelId="{0ED697EC-8EA2-46B6-904D-B6267959A319}">
      <dgm:prSet/>
      <dgm:spPr/>
      <dgm:t>
        <a:bodyPr/>
        <a:lstStyle/>
        <a:p>
          <a:r>
            <a:t>Next step</a:t>
          </a:r>
        </a:p>
      </dgm:t>
    </dgm:pt>
    <dgm:pt modelId="{DD6E94FE-9B3F-4988-91CC-F9386E8747AA}" type="parTrans" cxnId="{4C3DCEF5-A249-4279-B3FB-2CFC4EE7FBE6}">
      <dgm:prSet/>
      <dgm:spPr/>
      <dgm:t>
        <a:bodyPr/>
        <a:lstStyle/>
        <a:p>
          <a:endParaRPr/>
        </a:p>
      </dgm:t>
    </dgm:pt>
    <dgm:pt modelId="{1BD4BA1F-E5EC-4F1C-9318-F170602B85CC}" type="sibTrans" cxnId="{4C3DCEF5-A249-4279-B3FB-2CFC4EE7FBE6}">
      <dgm:prSet/>
      <dgm:spPr/>
      <dgm:t>
        <a:bodyPr/>
        <a:lstStyle/>
        <a:p>
          <a:endParaRPr/>
        </a:p>
      </dgm:t>
    </dgm:pt>
    <dgm:pt modelId="{55A95430-85F3-4A72-B446-0151E53A4EC4}" type="pres">
      <dgm:prSet presAssocID="{5475ACC5-AD20-41CC-A015-3F03D80E62E7}" presName="Name0" presStyleCnt="0">
        <dgm:presLayoutVars>
          <dgm:dir/>
          <dgm:resizeHandles val="exact"/>
        </dgm:presLayoutVars>
      </dgm:prSet>
      <dgm:spPr/>
    </dgm:pt>
    <dgm:pt modelId="{08CCDE0D-DBFB-C940-A368-BFFF0F4E3765}" type="pres">
      <dgm:prSet presAssocID="{5475ACC5-AD20-41CC-A015-3F03D80E62E7}" presName="fgShape" presStyleLbl="fgShp" presStyleIdx="0" presStyleCnt="1"/>
      <dgm:spPr/>
    </dgm:pt>
    <dgm:pt modelId="{A4DADF1B-6664-FD42-B6AD-4A3FEBDF6FD4}" type="pres">
      <dgm:prSet presAssocID="{5475ACC5-AD20-41CC-A015-3F03D80E62E7}" presName="linComp" presStyleCnt="0"/>
      <dgm:spPr/>
    </dgm:pt>
    <dgm:pt modelId="{41BD7FD9-9F8A-4AE9-BF2B-CB3AA3ADC7E2}" type="pres">
      <dgm:prSet presAssocID="{FA5F52C3-AE62-46C7-B42D-C4E0BE4FD9C7}" presName="compNode" presStyleCnt="0"/>
      <dgm:spPr/>
    </dgm:pt>
    <dgm:pt modelId="{CE2220C5-6D7A-5142-A8B9-12DC12253DA2}" type="pres">
      <dgm:prSet presAssocID="{FA5F52C3-AE62-46C7-B42D-C4E0BE4FD9C7}" presName="bkgdShape" presStyleLbl="node1" presStyleIdx="0" presStyleCnt="5"/>
      <dgm:spPr/>
    </dgm:pt>
    <dgm:pt modelId="{D843698B-54FC-4ED3-9143-EDFB4B72C92C}" type="pres">
      <dgm:prSet presAssocID="{FA5F52C3-AE62-46C7-B42D-C4E0BE4FD9C7}" presName="nodeTx" presStyleLbl="node1" presStyleIdx="0" presStyleCnt="5">
        <dgm:presLayoutVars>
          <dgm:bulletEnabled val="1"/>
        </dgm:presLayoutVars>
      </dgm:prSet>
      <dgm:spPr/>
    </dgm:pt>
    <dgm:pt modelId="{126C2CA4-C0E8-164F-9597-FD4CE0B41FFE}" type="pres">
      <dgm:prSet presAssocID="{FA5F52C3-AE62-46C7-B42D-C4E0BE4FD9C7}" presName="invisiNode" presStyleLbl="node1" presStyleIdx="0" presStyleCnt="5"/>
      <dgm:spPr/>
    </dgm:pt>
    <dgm:pt modelId="{2DE7A24E-51C9-4D29-834A-9631C6FECA7B}" type="pres">
      <dgm:prSet presAssocID="{FA5F52C3-AE62-46C7-B42D-C4E0BE4FD9C7}" presName="imagNode" presStyleLbl="fgImgPlace1" presStyleIdx="0" presStyleCnt="5"/>
      <dgm:spPr/>
    </dgm:pt>
    <dgm:pt modelId="{C124731E-EA63-4582-A940-26EAC2AB033A}" type="pres">
      <dgm:prSet presAssocID="{96C78ACD-A244-4CE2-B171-977EFD74E0D4}" presName="sibTrans" presStyleLbl="sibTrans2D1" presStyleIdx="0" presStyleCnt="0"/>
      <dgm:spPr/>
    </dgm:pt>
    <dgm:pt modelId="{603D0306-C00B-48E3-8468-48472F7C3F52}" type="pres">
      <dgm:prSet presAssocID="{7E4D0E52-DE12-4A72-B0AA-FFA3E80F701D}" presName="compNode" presStyleCnt="0"/>
      <dgm:spPr/>
    </dgm:pt>
    <dgm:pt modelId="{D8ACCE59-0EAF-1347-B191-E7711AFE2003}" type="pres">
      <dgm:prSet presAssocID="{7E4D0E52-DE12-4A72-B0AA-FFA3E80F701D}" presName="bkgdShape" presStyleLbl="node1" presStyleIdx="1" presStyleCnt="5"/>
      <dgm:spPr/>
    </dgm:pt>
    <dgm:pt modelId="{7940D7D7-E2D8-4975-A289-7CADADFB5D48}" type="pres">
      <dgm:prSet presAssocID="{7E4D0E52-DE12-4A72-B0AA-FFA3E80F701D}" presName="nodeTx" presStyleLbl="node1" presStyleIdx="1" presStyleCnt="5">
        <dgm:presLayoutVars>
          <dgm:bulletEnabled val="1"/>
        </dgm:presLayoutVars>
      </dgm:prSet>
      <dgm:spPr/>
    </dgm:pt>
    <dgm:pt modelId="{58CB17A6-55E1-A546-A2FB-5C6C94C8F71B}" type="pres">
      <dgm:prSet presAssocID="{7E4D0E52-DE12-4A72-B0AA-FFA3E80F701D}" presName="invisiNode" presStyleLbl="node1" presStyleIdx="1" presStyleCnt="5"/>
      <dgm:spPr/>
    </dgm:pt>
    <dgm:pt modelId="{F26A3103-99AF-4629-B8E1-0AE518F8DA59}" type="pres">
      <dgm:prSet presAssocID="{7E4D0E52-DE12-4A72-B0AA-FFA3E80F701D}" presName="imagNode" presStyleLbl="fgImgPlace1" presStyleIdx="1" presStyleCnt="5"/>
      <dgm:spPr/>
    </dgm:pt>
    <dgm:pt modelId="{B5AAA147-245D-42DB-9AFF-4B257ED65058}" type="pres">
      <dgm:prSet presAssocID="{05443659-74A1-4A77-B055-805B1F58EB30}" presName="sibTrans" presStyleLbl="sibTrans2D1" presStyleIdx="0" presStyleCnt="0"/>
      <dgm:spPr/>
    </dgm:pt>
    <dgm:pt modelId="{DEFF9BC9-769F-4CC0-87E6-8BF1C6B7A4AB}" type="pres">
      <dgm:prSet presAssocID="{24E651A6-69BB-4DEB-83D0-E81E4686F41C}" presName="compNode" presStyleCnt="0"/>
      <dgm:spPr/>
    </dgm:pt>
    <dgm:pt modelId="{87ACDC6F-5F17-6C49-8A57-3FB506330353}" type="pres">
      <dgm:prSet presAssocID="{24E651A6-69BB-4DEB-83D0-E81E4686F41C}" presName="bkgdShape" presStyleLbl="node1" presStyleIdx="2" presStyleCnt="5"/>
      <dgm:spPr/>
    </dgm:pt>
    <dgm:pt modelId="{D7AAB44F-3791-42E4-A146-EF96BDEC0EAF}" type="pres">
      <dgm:prSet presAssocID="{24E651A6-69BB-4DEB-83D0-E81E4686F41C}" presName="nodeTx" presStyleLbl="node1" presStyleIdx="2" presStyleCnt="5">
        <dgm:presLayoutVars>
          <dgm:bulletEnabled val="1"/>
        </dgm:presLayoutVars>
      </dgm:prSet>
      <dgm:spPr/>
    </dgm:pt>
    <dgm:pt modelId="{89A80B27-0098-1F4C-B53E-B75B4075047D}" type="pres">
      <dgm:prSet presAssocID="{24E651A6-69BB-4DEB-83D0-E81E4686F41C}" presName="invisiNode" presStyleLbl="node1" presStyleIdx="2" presStyleCnt="5"/>
      <dgm:spPr/>
    </dgm:pt>
    <dgm:pt modelId="{5366C5AA-6D97-4106-AAB1-C50EF0529AC9}" type="pres">
      <dgm:prSet presAssocID="{24E651A6-69BB-4DEB-83D0-E81E4686F41C}" presName="imagNode" presStyleLbl="fgImgPlace1" presStyleIdx="2" presStyleCnt="5"/>
      <dgm:spPr/>
    </dgm:pt>
    <dgm:pt modelId="{47AB6F0F-B615-4095-8D24-27BD6D848333}" type="pres">
      <dgm:prSet presAssocID="{2655AA83-3F01-4289-BC8D-5B873C60A19E}" presName="sibTrans" presStyleLbl="sibTrans2D1" presStyleIdx="0" presStyleCnt="0"/>
      <dgm:spPr/>
    </dgm:pt>
    <dgm:pt modelId="{84A82FC3-14D0-42E2-AD56-20216D0EB1DC}" type="pres">
      <dgm:prSet presAssocID="{45B3CD34-CF2E-4DCF-ACDA-2137CFDE5121}" presName="compNode" presStyleCnt="0"/>
      <dgm:spPr/>
    </dgm:pt>
    <dgm:pt modelId="{FBB0F6CD-88B6-E748-87C5-9ECF89C33624}" type="pres">
      <dgm:prSet presAssocID="{45B3CD34-CF2E-4DCF-ACDA-2137CFDE5121}" presName="bkgdShape" presStyleLbl="node1" presStyleIdx="3" presStyleCnt="5"/>
      <dgm:spPr/>
    </dgm:pt>
    <dgm:pt modelId="{C0DB05FE-0E49-480B-B1DB-103C1D957FB9}" type="pres">
      <dgm:prSet presAssocID="{45B3CD34-CF2E-4DCF-ACDA-2137CFDE5121}" presName="nodeTx" presStyleLbl="node1" presStyleIdx="3" presStyleCnt="5">
        <dgm:presLayoutVars>
          <dgm:bulletEnabled val="1"/>
        </dgm:presLayoutVars>
      </dgm:prSet>
      <dgm:spPr/>
    </dgm:pt>
    <dgm:pt modelId="{05B66EE4-758C-2B47-B388-9CFA826BD895}" type="pres">
      <dgm:prSet presAssocID="{45B3CD34-CF2E-4DCF-ACDA-2137CFDE5121}" presName="invisiNode" presStyleLbl="node1" presStyleIdx="3" presStyleCnt="5"/>
      <dgm:spPr/>
    </dgm:pt>
    <dgm:pt modelId="{93BBBCAC-40E3-46AF-937C-8D317A4E1E5E}" type="pres">
      <dgm:prSet presAssocID="{45B3CD34-CF2E-4DCF-ACDA-2137CFDE5121}" presName="imagNode" presStyleLbl="fgImgPlace1" presStyleIdx="3" presStyleCnt="5"/>
      <dgm:spPr/>
    </dgm:pt>
    <dgm:pt modelId="{89FF8645-CA2B-40A6-BAE0-95F3884279E3}" type="pres">
      <dgm:prSet presAssocID="{5CBC4F89-ECF3-4A52-9B87-11759665A20E}" presName="sibTrans" presStyleLbl="sibTrans2D1" presStyleIdx="0" presStyleCnt="0"/>
      <dgm:spPr/>
    </dgm:pt>
    <dgm:pt modelId="{29DB1EF9-106C-482E-BA4B-A189004DB594}" type="pres">
      <dgm:prSet presAssocID="{0ED697EC-8EA2-46B6-904D-B6267959A319}" presName="compNode" presStyleCnt="0"/>
      <dgm:spPr/>
    </dgm:pt>
    <dgm:pt modelId="{B6022439-EC44-9F45-8E93-ACE1B75E56F0}" type="pres">
      <dgm:prSet presAssocID="{0ED697EC-8EA2-46B6-904D-B6267959A319}" presName="bkgdShape" presStyleLbl="node1" presStyleIdx="4" presStyleCnt="5"/>
      <dgm:spPr/>
    </dgm:pt>
    <dgm:pt modelId="{294FBF13-17CF-4511-93AD-8ECDEB0EDD01}" type="pres">
      <dgm:prSet presAssocID="{0ED697EC-8EA2-46B6-904D-B6267959A319}" presName="nodeTx" presStyleLbl="node1" presStyleIdx="4" presStyleCnt="5">
        <dgm:presLayoutVars>
          <dgm:bulletEnabled val="1"/>
        </dgm:presLayoutVars>
      </dgm:prSet>
      <dgm:spPr/>
    </dgm:pt>
    <dgm:pt modelId="{EB292B54-588E-3348-BE04-E69C1616417A}" type="pres">
      <dgm:prSet presAssocID="{0ED697EC-8EA2-46B6-904D-B6267959A319}" presName="invisiNode" presStyleLbl="node1" presStyleIdx="4" presStyleCnt="5"/>
      <dgm:spPr/>
    </dgm:pt>
    <dgm:pt modelId="{B60FCDA4-C19F-4938-80A6-C5ECDD4B54F2}" type="pres">
      <dgm:prSet presAssocID="{0ED697EC-8EA2-46B6-904D-B6267959A319}" presName="imagNode" presStyleLbl="fgImgPlace1" presStyleIdx="4" presStyleCnt="5"/>
      <dgm:spPr/>
    </dgm:pt>
  </dgm:ptLst>
  <dgm:cxnLst>
    <dgm:cxn modelId="{304AEB14-AE96-FE40-8A4C-08C2F1AE3EA9}" type="presOf" srcId="{24E651A6-69BB-4DEB-83D0-E81E4686F41C}" destId="{87ACDC6F-5F17-6C49-8A57-3FB506330353}" srcOrd="0" destOrd="0" presId="urn:microsoft.com/office/officeart/2005/8/layout/hList7"/>
    <dgm:cxn modelId="{3F1B901E-B4CA-A348-B899-3058F5CC2D34}" type="presOf" srcId="{7E4D0E52-DE12-4A72-B0AA-FFA3E80F701D}" destId="{D8ACCE59-0EAF-1347-B191-E7711AFE2003}" srcOrd="0" destOrd="0" presId="urn:microsoft.com/office/officeart/2005/8/layout/hList7"/>
    <dgm:cxn modelId="{6E592846-7EA9-9B4A-97C5-E23D3FC1CC91}" type="presOf" srcId="{FA5F52C3-AE62-46C7-B42D-C4E0BE4FD9C7}" destId="{D843698B-54FC-4ED3-9143-EDFB4B72C92C}" srcOrd="1" destOrd="0" presId="urn:microsoft.com/office/officeart/2005/8/layout/hList7"/>
    <dgm:cxn modelId="{206C805C-43D1-4077-B679-8AE372C04896}" type="presOf" srcId="{5475ACC5-AD20-41CC-A015-3F03D80E62E7}" destId="{55A95430-85F3-4A72-B446-0151E53A4EC4}" srcOrd="0" destOrd="0" presId="urn:microsoft.com/office/officeart/2005/8/layout/hList7"/>
    <dgm:cxn modelId="{C9F32F5F-B4F0-47BB-92DF-9D364962D179}" srcId="{5475ACC5-AD20-41CC-A015-3F03D80E62E7}" destId="{7E4D0E52-DE12-4A72-B0AA-FFA3E80F701D}" srcOrd="1" destOrd="0" parTransId="{722A70F2-8579-4D69-8931-CF2AE87A1748}" sibTransId="{05443659-74A1-4A77-B055-805B1F58EB30}"/>
    <dgm:cxn modelId="{52769666-D8C2-8F48-9F66-EC524D5515AF}" type="presOf" srcId="{45B3CD34-CF2E-4DCF-ACDA-2137CFDE5121}" destId="{C0DB05FE-0E49-480B-B1DB-103C1D957FB9}" srcOrd="1" destOrd="0" presId="urn:microsoft.com/office/officeart/2005/8/layout/hList7"/>
    <dgm:cxn modelId="{F7B2CA7E-5659-4FE3-843F-392FA0349B2E}" srcId="{5475ACC5-AD20-41CC-A015-3F03D80E62E7}" destId="{FA5F52C3-AE62-46C7-B42D-C4E0BE4FD9C7}" srcOrd="0" destOrd="0" parTransId="{9CBD7039-54BA-4DFE-8CCA-203030D717C6}" sibTransId="{96C78ACD-A244-4CE2-B171-977EFD74E0D4}"/>
    <dgm:cxn modelId="{407EFF7E-B0CB-FD46-9400-68F0C02EBAAF}" type="presOf" srcId="{24E651A6-69BB-4DEB-83D0-E81E4686F41C}" destId="{D7AAB44F-3791-42E4-A146-EF96BDEC0EAF}" srcOrd="1" destOrd="0" presId="urn:microsoft.com/office/officeart/2005/8/layout/hList7"/>
    <dgm:cxn modelId="{3439BA95-17B9-41EB-8A27-2AEFBCCCE4A8}" srcId="{5475ACC5-AD20-41CC-A015-3F03D80E62E7}" destId="{24E651A6-69BB-4DEB-83D0-E81E4686F41C}" srcOrd="2" destOrd="0" parTransId="{BAD2D1E7-F814-48EC-BFB0-867A7D8893BD}" sibTransId="{2655AA83-3F01-4289-BC8D-5B873C60A19E}"/>
    <dgm:cxn modelId="{1EE2D79B-ED2F-3342-BD11-3F7313CB8536}" type="presOf" srcId="{0ED697EC-8EA2-46B6-904D-B6267959A319}" destId="{B6022439-EC44-9F45-8E93-ACE1B75E56F0}" srcOrd="0" destOrd="0" presId="urn:microsoft.com/office/officeart/2005/8/layout/hList7"/>
    <dgm:cxn modelId="{0AE4DDB9-9FE1-0D44-B8BD-F58F083F7ACB}" type="presOf" srcId="{96C78ACD-A244-4CE2-B171-977EFD74E0D4}" destId="{C124731E-EA63-4582-A940-26EAC2AB033A}" srcOrd="0" destOrd="0" presId="urn:microsoft.com/office/officeart/2005/8/layout/hList7"/>
    <dgm:cxn modelId="{3F5056BD-32B9-3543-BF2A-FAF826DB30C6}" type="presOf" srcId="{05443659-74A1-4A77-B055-805B1F58EB30}" destId="{B5AAA147-245D-42DB-9AFF-4B257ED65058}" srcOrd="0" destOrd="0" presId="urn:microsoft.com/office/officeart/2005/8/layout/hList7"/>
    <dgm:cxn modelId="{B87315C3-CF13-A544-9263-34AF4BB16C06}" type="presOf" srcId="{0ED697EC-8EA2-46B6-904D-B6267959A319}" destId="{294FBF13-17CF-4511-93AD-8ECDEB0EDD01}" srcOrd="1" destOrd="0" presId="urn:microsoft.com/office/officeart/2005/8/layout/hList7"/>
    <dgm:cxn modelId="{EF4E39C9-591D-FF4B-9A5D-E4CCF8A218E2}" type="presOf" srcId="{2655AA83-3F01-4289-BC8D-5B873C60A19E}" destId="{47AB6F0F-B615-4095-8D24-27BD6D848333}" srcOrd="0" destOrd="0" presId="urn:microsoft.com/office/officeart/2005/8/layout/hList7"/>
    <dgm:cxn modelId="{329617DA-0ABC-1545-99F3-80899CB2A024}" type="presOf" srcId="{FA5F52C3-AE62-46C7-B42D-C4E0BE4FD9C7}" destId="{CE2220C5-6D7A-5142-A8B9-12DC12253DA2}" srcOrd="0" destOrd="0" presId="urn:microsoft.com/office/officeart/2005/8/layout/hList7"/>
    <dgm:cxn modelId="{C4BB19DB-D12F-A64A-88EE-5947F23E1B9C}" type="presOf" srcId="{5CBC4F89-ECF3-4A52-9B87-11759665A20E}" destId="{89FF8645-CA2B-40A6-BAE0-95F3884279E3}" srcOrd="0" destOrd="0" presId="urn:microsoft.com/office/officeart/2005/8/layout/hList7"/>
    <dgm:cxn modelId="{417279DB-9329-7944-BD08-607303A976E8}" type="presOf" srcId="{7E4D0E52-DE12-4A72-B0AA-FFA3E80F701D}" destId="{7940D7D7-E2D8-4975-A289-7CADADFB5D48}" srcOrd="1" destOrd="0" presId="urn:microsoft.com/office/officeart/2005/8/layout/hList7"/>
    <dgm:cxn modelId="{A37AA4E2-C184-E34F-9D96-1CA4BF122BE1}" type="presOf" srcId="{45B3CD34-CF2E-4DCF-ACDA-2137CFDE5121}" destId="{FBB0F6CD-88B6-E748-87C5-9ECF89C33624}" srcOrd="0" destOrd="0" presId="urn:microsoft.com/office/officeart/2005/8/layout/hList7"/>
    <dgm:cxn modelId="{4C3DCEF5-A249-4279-B3FB-2CFC4EE7FBE6}" srcId="{5475ACC5-AD20-41CC-A015-3F03D80E62E7}" destId="{0ED697EC-8EA2-46B6-904D-B6267959A319}" srcOrd="4" destOrd="0" parTransId="{DD6E94FE-9B3F-4988-91CC-F9386E8747AA}" sibTransId="{1BD4BA1F-E5EC-4F1C-9318-F170602B85CC}"/>
    <dgm:cxn modelId="{A189E3F7-5245-4B3A-83CF-052093CA2C6F}" srcId="{5475ACC5-AD20-41CC-A015-3F03D80E62E7}" destId="{45B3CD34-CF2E-4DCF-ACDA-2137CFDE5121}" srcOrd="3" destOrd="0" parTransId="{A65A21D0-FAB9-4351-85CE-B18D626A69E9}" sibTransId="{5CBC4F89-ECF3-4A52-9B87-11759665A20E}"/>
    <dgm:cxn modelId="{18766989-CAC8-E543-AD42-9C41B695D31F}" type="presParOf" srcId="{55A95430-85F3-4A72-B446-0151E53A4EC4}" destId="{08CCDE0D-DBFB-C940-A368-BFFF0F4E3765}" srcOrd="0" destOrd="0" presId="urn:microsoft.com/office/officeart/2005/8/layout/hList7"/>
    <dgm:cxn modelId="{D1D86ED2-93BB-CA4E-A4E0-89059C1A5CFE}" type="presParOf" srcId="{55A95430-85F3-4A72-B446-0151E53A4EC4}" destId="{A4DADF1B-6664-FD42-B6AD-4A3FEBDF6FD4}" srcOrd="1" destOrd="0" presId="urn:microsoft.com/office/officeart/2005/8/layout/hList7"/>
    <dgm:cxn modelId="{DC7C8E72-864B-C74A-819E-343623B8A14F}" type="presParOf" srcId="{A4DADF1B-6664-FD42-B6AD-4A3FEBDF6FD4}" destId="{41BD7FD9-9F8A-4AE9-BF2B-CB3AA3ADC7E2}" srcOrd="0" destOrd="0" presId="urn:microsoft.com/office/officeart/2005/8/layout/hList7"/>
    <dgm:cxn modelId="{AEEB797F-AA26-7940-B7F5-867A060E80A4}" type="presParOf" srcId="{41BD7FD9-9F8A-4AE9-BF2B-CB3AA3ADC7E2}" destId="{CE2220C5-6D7A-5142-A8B9-12DC12253DA2}" srcOrd="0" destOrd="0" presId="urn:microsoft.com/office/officeart/2005/8/layout/hList7"/>
    <dgm:cxn modelId="{5AD6467C-8654-5F4D-9243-58FA41B4F94E}" type="presParOf" srcId="{41BD7FD9-9F8A-4AE9-BF2B-CB3AA3ADC7E2}" destId="{D843698B-54FC-4ED3-9143-EDFB4B72C92C}" srcOrd="1" destOrd="0" presId="urn:microsoft.com/office/officeart/2005/8/layout/hList7"/>
    <dgm:cxn modelId="{BB08E1C2-ED6B-034B-844E-145319C1475D}" type="presParOf" srcId="{41BD7FD9-9F8A-4AE9-BF2B-CB3AA3ADC7E2}" destId="{126C2CA4-C0E8-164F-9597-FD4CE0B41FFE}" srcOrd="2" destOrd="0" presId="urn:microsoft.com/office/officeart/2005/8/layout/hList7"/>
    <dgm:cxn modelId="{3377F86C-C61E-8B41-9004-5BA1FD7DA87F}" type="presParOf" srcId="{41BD7FD9-9F8A-4AE9-BF2B-CB3AA3ADC7E2}" destId="{2DE7A24E-51C9-4D29-834A-9631C6FECA7B}" srcOrd="3" destOrd="0" presId="urn:microsoft.com/office/officeart/2005/8/layout/hList7"/>
    <dgm:cxn modelId="{84D60948-DB43-2C46-B980-EA2A429BFD84}" type="presParOf" srcId="{A4DADF1B-6664-FD42-B6AD-4A3FEBDF6FD4}" destId="{C124731E-EA63-4582-A940-26EAC2AB033A}" srcOrd="1" destOrd="0" presId="urn:microsoft.com/office/officeart/2005/8/layout/hList7"/>
    <dgm:cxn modelId="{F207837E-51C2-2541-9823-9305D7021ECE}" type="presParOf" srcId="{A4DADF1B-6664-FD42-B6AD-4A3FEBDF6FD4}" destId="{603D0306-C00B-48E3-8468-48472F7C3F52}" srcOrd="2" destOrd="0" presId="urn:microsoft.com/office/officeart/2005/8/layout/hList7"/>
    <dgm:cxn modelId="{41B8B3EB-8F2E-1C48-ADC2-20C096FA0F9A}" type="presParOf" srcId="{603D0306-C00B-48E3-8468-48472F7C3F52}" destId="{D8ACCE59-0EAF-1347-B191-E7711AFE2003}" srcOrd="0" destOrd="0" presId="urn:microsoft.com/office/officeart/2005/8/layout/hList7"/>
    <dgm:cxn modelId="{D74FC5D4-8C19-2643-9B07-47E9BC9E4A5C}" type="presParOf" srcId="{603D0306-C00B-48E3-8468-48472F7C3F52}" destId="{7940D7D7-E2D8-4975-A289-7CADADFB5D48}" srcOrd="1" destOrd="0" presId="urn:microsoft.com/office/officeart/2005/8/layout/hList7"/>
    <dgm:cxn modelId="{BF753985-2825-6B4B-B953-B798EE571B48}" type="presParOf" srcId="{603D0306-C00B-48E3-8468-48472F7C3F52}" destId="{58CB17A6-55E1-A546-A2FB-5C6C94C8F71B}" srcOrd="2" destOrd="0" presId="urn:microsoft.com/office/officeart/2005/8/layout/hList7"/>
    <dgm:cxn modelId="{DA7618AB-157E-324E-8D89-3615165BF47B}" type="presParOf" srcId="{603D0306-C00B-48E3-8468-48472F7C3F52}" destId="{F26A3103-99AF-4629-B8E1-0AE518F8DA59}" srcOrd="3" destOrd="0" presId="urn:microsoft.com/office/officeart/2005/8/layout/hList7"/>
    <dgm:cxn modelId="{F7F4C19C-CA9A-704F-BE6B-9F82413953C8}" type="presParOf" srcId="{A4DADF1B-6664-FD42-B6AD-4A3FEBDF6FD4}" destId="{B5AAA147-245D-42DB-9AFF-4B257ED65058}" srcOrd="3" destOrd="0" presId="urn:microsoft.com/office/officeart/2005/8/layout/hList7"/>
    <dgm:cxn modelId="{088D8674-C9E1-0E4D-A010-4911967425F9}" type="presParOf" srcId="{A4DADF1B-6664-FD42-B6AD-4A3FEBDF6FD4}" destId="{DEFF9BC9-769F-4CC0-87E6-8BF1C6B7A4AB}" srcOrd="4" destOrd="0" presId="urn:microsoft.com/office/officeart/2005/8/layout/hList7"/>
    <dgm:cxn modelId="{D77EEF80-CA62-EE4E-ADF0-7008447E6AA9}" type="presParOf" srcId="{DEFF9BC9-769F-4CC0-87E6-8BF1C6B7A4AB}" destId="{87ACDC6F-5F17-6C49-8A57-3FB506330353}" srcOrd="0" destOrd="0" presId="urn:microsoft.com/office/officeart/2005/8/layout/hList7"/>
    <dgm:cxn modelId="{2A3D2C3C-1EBF-E54B-BFB1-563A4D9134EB}" type="presParOf" srcId="{DEFF9BC9-769F-4CC0-87E6-8BF1C6B7A4AB}" destId="{D7AAB44F-3791-42E4-A146-EF96BDEC0EAF}" srcOrd="1" destOrd="0" presId="urn:microsoft.com/office/officeart/2005/8/layout/hList7"/>
    <dgm:cxn modelId="{6F0D9324-7A0D-1D49-8493-BEF21E7BEAAC}" type="presParOf" srcId="{DEFF9BC9-769F-4CC0-87E6-8BF1C6B7A4AB}" destId="{89A80B27-0098-1F4C-B53E-B75B4075047D}" srcOrd="2" destOrd="0" presId="urn:microsoft.com/office/officeart/2005/8/layout/hList7"/>
    <dgm:cxn modelId="{C40E2C35-1346-8D4C-AF3A-673D8FADC40B}" type="presParOf" srcId="{DEFF9BC9-769F-4CC0-87E6-8BF1C6B7A4AB}" destId="{5366C5AA-6D97-4106-AAB1-C50EF0529AC9}" srcOrd="3" destOrd="0" presId="urn:microsoft.com/office/officeart/2005/8/layout/hList7"/>
    <dgm:cxn modelId="{805EEF0B-75AA-2740-94C9-85717DBFDE2C}" type="presParOf" srcId="{A4DADF1B-6664-FD42-B6AD-4A3FEBDF6FD4}" destId="{47AB6F0F-B615-4095-8D24-27BD6D848333}" srcOrd="5" destOrd="0" presId="urn:microsoft.com/office/officeart/2005/8/layout/hList7"/>
    <dgm:cxn modelId="{95962BED-8BC0-0444-B6E8-614115BBBFC1}" type="presParOf" srcId="{A4DADF1B-6664-FD42-B6AD-4A3FEBDF6FD4}" destId="{84A82FC3-14D0-42E2-AD56-20216D0EB1DC}" srcOrd="6" destOrd="0" presId="urn:microsoft.com/office/officeart/2005/8/layout/hList7"/>
    <dgm:cxn modelId="{AC41C0E5-5C04-2E40-A80C-3AE4E3D0E287}" type="presParOf" srcId="{84A82FC3-14D0-42E2-AD56-20216D0EB1DC}" destId="{FBB0F6CD-88B6-E748-87C5-9ECF89C33624}" srcOrd="0" destOrd="0" presId="urn:microsoft.com/office/officeart/2005/8/layout/hList7"/>
    <dgm:cxn modelId="{717BC055-7965-9149-A8AE-B1C99FD7707A}" type="presParOf" srcId="{84A82FC3-14D0-42E2-AD56-20216D0EB1DC}" destId="{C0DB05FE-0E49-480B-B1DB-103C1D957FB9}" srcOrd="1" destOrd="0" presId="urn:microsoft.com/office/officeart/2005/8/layout/hList7"/>
    <dgm:cxn modelId="{F544439F-1B65-E544-966C-7C5038A71D57}" type="presParOf" srcId="{84A82FC3-14D0-42E2-AD56-20216D0EB1DC}" destId="{05B66EE4-758C-2B47-B388-9CFA826BD895}" srcOrd="2" destOrd="0" presId="urn:microsoft.com/office/officeart/2005/8/layout/hList7"/>
    <dgm:cxn modelId="{DFED0CA4-A787-3741-8439-6700FE958D49}" type="presParOf" srcId="{84A82FC3-14D0-42E2-AD56-20216D0EB1DC}" destId="{93BBBCAC-40E3-46AF-937C-8D317A4E1E5E}" srcOrd="3" destOrd="0" presId="urn:microsoft.com/office/officeart/2005/8/layout/hList7"/>
    <dgm:cxn modelId="{FBE005A2-D2DC-EF44-BE82-4426D9FAD70D}" type="presParOf" srcId="{A4DADF1B-6664-FD42-B6AD-4A3FEBDF6FD4}" destId="{89FF8645-CA2B-40A6-BAE0-95F3884279E3}" srcOrd="7" destOrd="0" presId="urn:microsoft.com/office/officeart/2005/8/layout/hList7"/>
    <dgm:cxn modelId="{77DD4B01-9ECD-5B4D-BBA4-6ACA780AB369}" type="presParOf" srcId="{A4DADF1B-6664-FD42-B6AD-4A3FEBDF6FD4}" destId="{29DB1EF9-106C-482E-BA4B-A189004DB594}" srcOrd="8" destOrd="0" presId="urn:microsoft.com/office/officeart/2005/8/layout/hList7"/>
    <dgm:cxn modelId="{28CC0D22-D8FC-C245-9B47-9E30E737B89F}" type="presParOf" srcId="{29DB1EF9-106C-482E-BA4B-A189004DB594}" destId="{B6022439-EC44-9F45-8E93-ACE1B75E56F0}" srcOrd="0" destOrd="0" presId="urn:microsoft.com/office/officeart/2005/8/layout/hList7"/>
    <dgm:cxn modelId="{BD29A2EF-1B58-9745-986A-862DA4FDAAEB}" type="presParOf" srcId="{29DB1EF9-106C-482E-BA4B-A189004DB594}" destId="{294FBF13-17CF-4511-93AD-8ECDEB0EDD01}" srcOrd="1" destOrd="0" presId="urn:microsoft.com/office/officeart/2005/8/layout/hList7"/>
    <dgm:cxn modelId="{A737EEFD-ECCD-F143-8EC4-AD3157F42FE4}" type="presParOf" srcId="{29DB1EF9-106C-482E-BA4B-A189004DB594}" destId="{EB292B54-588E-3348-BE04-E69C1616417A}" srcOrd="2" destOrd="0" presId="urn:microsoft.com/office/officeart/2005/8/layout/hList7"/>
    <dgm:cxn modelId="{9A56A918-3CAB-6741-86BB-12ADDF2B5EC9}" type="presParOf" srcId="{29DB1EF9-106C-482E-BA4B-A189004DB594}" destId="{B60FCDA4-C19F-4938-80A6-C5ECDD4B54F2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97A202EC-5A8F-4F42-9465-5D1DC34EA678}" type="doc">
      <dgm:prSet loTypeId="urn:microsoft.com/office/officeart/2008/layout/PictureStrips" qsTypeId="urn:microsoft.com/office/officeart/2005/8/quickstyle/simple2" csTypeId="urn:microsoft.com/office/officeart/2005/8/colors/accent1_2"/>
      <dgm:spPr/>
    </dgm:pt>
    <dgm:pt modelId="{BB632DB5-8BB6-4245-9F5E-6146BA712E2F}">
      <dgm:prSet/>
      <dgm:spPr/>
      <dgm:t>
        <a:bodyPr/>
        <a:lstStyle/>
        <a:p>
          <a:r>
            <a:t>Customer insight</a:t>
          </a:r>
        </a:p>
      </dgm:t>
    </dgm:pt>
    <dgm:pt modelId="{D00E5AA3-1483-4D9B-B623-112693F6C679}" type="parTrans" cxnId="{773B9882-C4AB-402D-AC2A-D52B54C86F6C}">
      <dgm:prSet/>
      <dgm:spPr/>
      <dgm:t>
        <a:bodyPr/>
        <a:lstStyle/>
        <a:p>
          <a:endParaRPr/>
        </a:p>
      </dgm:t>
    </dgm:pt>
    <dgm:pt modelId="{F9F84A81-8AD4-4CCA-A272-460775DB3F52}" type="sibTrans" cxnId="{773B9882-C4AB-402D-AC2A-D52B54C86F6C}">
      <dgm:prSet/>
      <dgm:spPr/>
      <dgm:t>
        <a:bodyPr/>
        <a:lstStyle/>
        <a:p>
          <a:endParaRPr/>
        </a:p>
      </dgm:t>
    </dgm:pt>
    <dgm:pt modelId="{B69D539C-36FA-4F0C-A96E-3E32CA9882BD}">
      <dgm:prSet/>
      <dgm:spPr/>
      <dgm:t>
        <a:bodyPr/>
        <a:lstStyle/>
        <a:p>
          <a:r>
            <a:t>Product concept</a:t>
          </a:r>
        </a:p>
      </dgm:t>
    </dgm:pt>
    <dgm:pt modelId="{FEDBA185-9307-4256-BA21-071AE5B94C6C}" type="parTrans" cxnId="{B2A87132-4CAA-4F45-9B14-3C3C6DBE4FEE}">
      <dgm:prSet/>
      <dgm:spPr/>
      <dgm:t>
        <a:bodyPr/>
        <a:lstStyle/>
        <a:p>
          <a:endParaRPr/>
        </a:p>
      </dgm:t>
    </dgm:pt>
    <dgm:pt modelId="{BB690E6C-E077-4CA4-BCD0-306627971BED}" type="sibTrans" cxnId="{B2A87132-4CAA-4F45-9B14-3C3C6DBE4FEE}">
      <dgm:prSet/>
      <dgm:spPr/>
      <dgm:t>
        <a:bodyPr/>
        <a:lstStyle/>
        <a:p>
          <a:endParaRPr/>
        </a:p>
      </dgm:t>
    </dgm:pt>
    <dgm:pt modelId="{FCB51643-5335-4165-BD32-4810A3207893}">
      <dgm:prSet/>
      <dgm:spPr/>
      <dgm:t>
        <a:bodyPr/>
        <a:lstStyle/>
        <a:p>
          <a:r>
            <a:t>Prototype</a:t>
          </a:r>
        </a:p>
      </dgm:t>
    </dgm:pt>
    <dgm:pt modelId="{65CCDB4B-44BB-4B01-8249-DCA201BAADC7}" type="parTrans" cxnId="{82E80DB0-76FC-4E95-A2A3-3B466478E2CA}">
      <dgm:prSet/>
      <dgm:spPr/>
      <dgm:t>
        <a:bodyPr/>
        <a:lstStyle/>
        <a:p>
          <a:endParaRPr/>
        </a:p>
      </dgm:t>
    </dgm:pt>
    <dgm:pt modelId="{99BDFDD2-9CC7-44B8-9307-F2E211D67B1B}" type="sibTrans" cxnId="{82E80DB0-76FC-4E95-A2A3-3B466478E2CA}">
      <dgm:prSet/>
      <dgm:spPr/>
      <dgm:t>
        <a:bodyPr/>
        <a:lstStyle/>
        <a:p>
          <a:endParaRPr/>
        </a:p>
      </dgm:t>
    </dgm:pt>
    <dgm:pt modelId="{06271AA2-56B7-4F4B-961F-112A278B69D1}">
      <dgm:prSet/>
      <dgm:spPr/>
      <dgm:t>
        <a:bodyPr/>
        <a:lstStyle/>
        <a:p>
          <a:r>
            <a:t>Feedback</a:t>
          </a:r>
        </a:p>
      </dgm:t>
    </dgm:pt>
    <dgm:pt modelId="{3E4BC1A5-239C-46F2-8BB8-B1F294E6528F}" type="parTrans" cxnId="{ABC535E3-6640-40CA-B7E2-6B82CCD8EC3B}">
      <dgm:prSet/>
      <dgm:spPr/>
      <dgm:t>
        <a:bodyPr/>
        <a:lstStyle/>
        <a:p>
          <a:endParaRPr/>
        </a:p>
      </dgm:t>
    </dgm:pt>
    <dgm:pt modelId="{CBA0C7B9-A69F-4637-A11C-92139782839C}" type="sibTrans" cxnId="{ABC535E3-6640-40CA-B7E2-6B82CCD8EC3B}">
      <dgm:prSet/>
      <dgm:spPr/>
      <dgm:t>
        <a:bodyPr/>
        <a:lstStyle/>
        <a:p>
          <a:endParaRPr/>
        </a:p>
      </dgm:t>
    </dgm:pt>
    <dgm:pt modelId="{9942DA0F-9220-470C-B4FF-5A8F10825572}">
      <dgm:prSet/>
      <dgm:spPr/>
      <dgm:t>
        <a:bodyPr/>
        <a:lstStyle/>
        <a:p>
          <a:r>
            <a:t>Next step</a:t>
          </a:r>
        </a:p>
      </dgm:t>
    </dgm:pt>
    <dgm:pt modelId="{365CD2B4-9278-4700-B8FE-F85303ABA4E2}" type="parTrans" cxnId="{AB111E05-4BEB-4BCB-9227-7E9212126096}">
      <dgm:prSet/>
      <dgm:spPr/>
      <dgm:t>
        <a:bodyPr/>
        <a:lstStyle/>
        <a:p>
          <a:endParaRPr/>
        </a:p>
      </dgm:t>
    </dgm:pt>
    <dgm:pt modelId="{FD72F883-CD73-40DC-891F-039EECF06F7F}" type="sibTrans" cxnId="{AB111E05-4BEB-4BCB-9227-7E9212126096}">
      <dgm:prSet/>
      <dgm:spPr/>
      <dgm:t>
        <a:bodyPr/>
        <a:lstStyle/>
        <a:p>
          <a:endParaRPr/>
        </a:p>
      </dgm:t>
    </dgm:pt>
    <dgm:pt modelId="{1449917B-9BDD-4B42-ACFF-D5FBAE99A553}" type="pres">
      <dgm:prSet presAssocID="{97A202EC-5A8F-4F42-9465-5D1DC34EA678}" presName="Name0" presStyleCnt="0">
        <dgm:presLayoutVars>
          <dgm:dir/>
          <dgm:resizeHandles val="exact"/>
        </dgm:presLayoutVars>
      </dgm:prSet>
      <dgm:spPr/>
    </dgm:pt>
    <dgm:pt modelId="{39891E1B-3F82-46D1-BB2F-DA07EF8AEF30}" type="pres">
      <dgm:prSet presAssocID="{BB632DB5-8BB6-4245-9F5E-6146BA712E2F}" presName="composite" presStyleCnt="0"/>
      <dgm:spPr/>
    </dgm:pt>
    <dgm:pt modelId="{1344315E-BF29-4222-9DEB-394676608E67}" type="pres">
      <dgm:prSet presAssocID="{BB632DB5-8BB6-4245-9F5E-6146BA712E2F}" presName="rect2" presStyleLbl="fgImgPlace1" presStyleIdx="0" presStyleCnt="5"/>
      <dgm:spPr/>
    </dgm:pt>
    <dgm:pt modelId="{75A74B76-19D6-4E7B-AF49-2187566AE327}" type="pres">
      <dgm:prSet presAssocID="{BB632DB5-8BB6-4245-9F5E-6146BA712E2F}" presName="rect1" presStyleLbl="trAlignAcc1" presStyleIdx="0" presStyleCnt="5">
        <dgm:presLayoutVars>
          <dgm:bulletEnabled val="1"/>
        </dgm:presLayoutVars>
      </dgm:prSet>
      <dgm:spPr/>
    </dgm:pt>
    <dgm:pt modelId="{2B1CAD7A-33FF-4FA0-A345-C16D4F148C21}" type="pres">
      <dgm:prSet presAssocID="{F9F84A81-8AD4-4CCA-A272-460775DB3F52}" presName="sibTrans" presStyleCnt="0"/>
      <dgm:spPr/>
    </dgm:pt>
    <dgm:pt modelId="{422674F2-801A-4BFE-BACC-F52E04E3A0B3}" type="pres">
      <dgm:prSet presAssocID="{B69D539C-36FA-4F0C-A96E-3E32CA9882BD}" presName="composite" presStyleCnt="0"/>
      <dgm:spPr/>
    </dgm:pt>
    <dgm:pt modelId="{D853FDD6-7354-4322-89C8-B8A6F892F0E5}" type="pres">
      <dgm:prSet presAssocID="{B69D539C-36FA-4F0C-A96E-3E32CA9882BD}" presName="rect2" presStyleLbl="fgImgPlace1" presStyleIdx="1" presStyleCnt="5"/>
      <dgm:spPr/>
    </dgm:pt>
    <dgm:pt modelId="{63899288-9EEC-4961-8900-8390C64EBF23}" type="pres">
      <dgm:prSet presAssocID="{B69D539C-36FA-4F0C-A96E-3E32CA9882BD}" presName="rect1" presStyleLbl="trAlignAcc1" presStyleIdx="1" presStyleCnt="5">
        <dgm:presLayoutVars>
          <dgm:bulletEnabled val="1"/>
        </dgm:presLayoutVars>
      </dgm:prSet>
      <dgm:spPr/>
    </dgm:pt>
    <dgm:pt modelId="{0A802919-462C-43F5-8506-814AF2A46894}" type="pres">
      <dgm:prSet presAssocID="{BB690E6C-E077-4CA4-BCD0-306627971BED}" presName="sibTrans" presStyleCnt="0"/>
      <dgm:spPr/>
    </dgm:pt>
    <dgm:pt modelId="{CFD1F42A-F701-47A3-BA93-CC9C7BBB5FAF}" type="pres">
      <dgm:prSet presAssocID="{FCB51643-5335-4165-BD32-4810A3207893}" presName="composite" presStyleCnt="0"/>
      <dgm:spPr/>
    </dgm:pt>
    <dgm:pt modelId="{A27A1B69-1128-4B37-8848-E076091230CD}" type="pres">
      <dgm:prSet presAssocID="{FCB51643-5335-4165-BD32-4810A3207893}" presName="rect2" presStyleLbl="fgImgPlace1" presStyleIdx="2" presStyleCnt="5"/>
      <dgm:spPr/>
    </dgm:pt>
    <dgm:pt modelId="{FD4F2F85-6D99-4822-9654-6C5BADE06827}" type="pres">
      <dgm:prSet presAssocID="{FCB51643-5335-4165-BD32-4810A3207893}" presName="rect1" presStyleLbl="trAlignAcc1" presStyleIdx="2" presStyleCnt="5">
        <dgm:presLayoutVars>
          <dgm:bulletEnabled val="1"/>
        </dgm:presLayoutVars>
      </dgm:prSet>
      <dgm:spPr/>
    </dgm:pt>
    <dgm:pt modelId="{A1ECF6FF-9601-4615-9611-21476686110B}" type="pres">
      <dgm:prSet presAssocID="{99BDFDD2-9CC7-44B8-9307-F2E211D67B1B}" presName="sibTrans" presStyleCnt="0"/>
      <dgm:spPr/>
    </dgm:pt>
    <dgm:pt modelId="{FBFE9214-4BD9-41DA-AB35-E884EE968A82}" type="pres">
      <dgm:prSet presAssocID="{06271AA2-56B7-4F4B-961F-112A278B69D1}" presName="composite" presStyleCnt="0"/>
      <dgm:spPr/>
    </dgm:pt>
    <dgm:pt modelId="{CD1018CD-45B3-4E5D-A3DD-FE1B4D32D8D4}" type="pres">
      <dgm:prSet presAssocID="{06271AA2-56B7-4F4B-961F-112A278B69D1}" presName="rect2" presStyleLbl="fgImgPlace1" presStyleIdx="3" presStyleCnt="5"/>
      <dgm:spPr/>
    </dgm:pt>
    <dgm:pt modelId="{6FFD8BD1-F4E4-4FDB-9E1F-EAD957D7A7CF}" type="pres">
      <dgm:prSet presAssocID="{06271AA2-56B7-4F4B-961F-112A278B69D1}" presName="rect1" presStyleLbl="trAlignAcc1" presStyleIdx="3" presStyleCnt="5">
        <dgm:presLayoutVars>
          <dgm:bulletEnabled val="1"/>
        </dgm:presLayoutVars>
      </dgm:prSet>
      <dgm:spPr/>
    </dgm:pt>
    <dgm:pt modelId="{5A41BDE7-3FC5-4B15-B68C-3A28D3DF76FE}" type="pres">
      <dgm:prSet presAssocID="{CBA0C7B9-A69F-4637-A11C-92139782839C}" presName="sibTrans" presStyleCnt="0"/>
      <dgm:spPr/>
    </dgm:pt>
    <dgm:pt modelId="{F3C4C2CC-48EE-46CB-88C1-F41FF9539E95}" type="pres">
      <dgm:prSet presAssocID="{9942DA0F-9220-470C-B4FF-5A8F10825572}" presName="composite" presStyleCnt="0"/>
      <dgm:spPr/>
    </dgm:pt>
    <dgm:pt modelId="{FC01B6B8-896E-4AC2-A15B-84EA03C38641}" type="pres">
      <dgm:prSet presAssocID="{9942DA0F-9220-470C-B4FF-5A8F10825572}" presName="rect2" presStyleLbl="fgImgPlace1" presStyleIdx="4" presStyleCnt="5"/>
      <dgm:spPr/>
    </dgm:pt>
    <dgm:pt modelId="{2B89002E-39A1-40CA-BB8A-3526DC4177B9}" type="pres">
      <dgm:prSet presAssocID="{9942DA0F-9220-470C-B4FF-5A8F10825572}" presName="rect1" presStyleLbl="trAlignAcc1" presStyleIdx="4" presStyleCnt="5">
        <dgm:presLayoutVars>
          <dgm:bulletEnabled val="1"/>
        </dgm:presLayoutVars>
      </dgm:prSet>
      <dgm:spPr/>
    </dgm:pt>
  </dgm:ptLst>
  <dgm:cxnLst>
    <dgm:cxn modelId="{AB111E05-4BEB-4BCB-9227-7E9212126096}" srcId="{97A202EC-5A8F-4F42-9465-5D1DC34EA678}" destId="{9942DA0F-9220-470C-B4FF-5A8F10825572}" srcOrd="4" destOrd="0" parTransId="{365CD2B4-9278-4700-B8FE-F85303ABA4E2}" sibTransId="{FD72F883-CD73-40DC-891F-039EECF06F7F}"/>
    <dgm:cxn modelId="{C0869F17-5705-4587-AEAF-D5FB1105F61A}" type="presOf" srcId="{9942DA0F-9220-470C-B4FF-5A8F10825572}" destId="{2B89002E-39A1-40CA-BB8A-3526DC4177B9}" srcOrd="0" destOrd="0" presId="urn:microsoft.com/office/officeart/2008/layout/PictureStrips"/>
    <dgm:cxn modelId="{B2A87132-4CAA-4F45-9B14-3C3C6DBE4FEE}" srcId="{97A202EC-5A8F-4F42-9465-5D1DC34EA678}" destId="{B69D539C-36FA-4F0C-A96E-3E32CA9882BD}" srcOrd="1" destOrd="0" parTransId="{FEDBA185-9307-4256-BA21-071AE5B94C6C}" sibTransId="{BB690E6C-E077-4CA4-BCD0-306627971BED}"/>
    <dgm:cxn modelId="{773B9882-C4AB-402D-AC2A-D52B54C86F6C}" srcId="{97A202EC-5A8F-4F42-9465-5D1DC34EA678}" destId="{BB632DB5-8BB6-4245-9F5E-6146BA712E2F}" srcOrd="0" destOrd="0" parTransId="{D00E5AA3-1483-4D9B-B623-112693F6C679}" sibTransId="{F9F84A81-8AD4-4CCA-A272-460775DB3F52}"/>
    <dgm:cxn modelId="{70E33B98-3132-4ACD-A828-8C8F17B33177}" type="presOf" srcId="{FCB51643-5335-4165-BD32-4810A3207893}" destId="{FD4F2F85-6D99-4822-9654-6C5BADE06827}" srcOrd="0" destOrd="0" presId="urn:microsoft.com/office/officeart/2008/layout/PictureStrips"/>
    <dgm:cxn modelId="{9D466DA9-4F7A-457F-B212-51952E0E2F03}" type="presOf" srcId="{06271AA2-56B7-4F4B-961F-112A278B69D1}" destId="{6FFD8BD1-F4E4-4FDB-9E1F-EAD957D7A7CF}" srcOrd="0" destOrd="0" presId="urn:microsoft.com/office/officeart/2008/layout/PictureStrips"/>
    <dgm:cxn modelId="{82E80DB0-76FC-4E95-A2A3-3B466478E2CA}" srcId="{97A202EC-5A8F-4F42-9465-5D1DC34EA678}" destId="{FCB51643-5335-4165-BD32-4810A3207893}" srcOrd="2" destOrd="0" parTransId="{65CCDB4B-44BB-4B01-8249-DCA201BAADC7}" sibTransId="{99BDFDD2-9CC7-44B8-9307-F2E211D67B1B}"/>
    <dgm:cxn modelId="{97AEF2B9-8C3F-4730-B148-B38B0354255C}" type="presOf" srcId="{97A202EC-5A8F-4F42-9465-5D1DC34EA678}" destId="{1449917B-9BDD-4B42-ACFF-D5FBAE99A553}" srcOrd="0" destOrd="0" presId="urn:microsoft.com/office/officeart/2008/layout/PictureStrips"/>
    <dgm:cxn modelId="{4DAC3CCF-C0EC-4FDB-8B5F-78533CF5036B}" type="presOf" srcId="{B69D539C-36FA-4F0C-A96E-3E32CA9882BD}" destId="{63899288-9EEC-4961-8900-8390C64EBF23}" srcOrd="0" destOrd="0" presId="urn:microsoft.com/office/officeart/2008/layout/PictureStrips"/>
    <dgm:cxn modelId="{ABC535E3-6640-40CA-B7E2-6B82CCD8EC3B}" srcId="{97A202EC-5A8F-4F42-9465-5D1DC34EA678}" destId="{06271AA2-56B7-4F4B-961F-112A278B69D1}" srcOrd="3" destOrd="0" parTransId="{3E4BC1A5-239C-46F2-8BB8-B1F294E6528F}" sibTransId="{CBA0C7B9-A69F-4637-A11C-92139782839C}"/>
    <dgm:cxn modelId="{F54787FF-621D-4DFF-AD4D-1176EC238444}" type="presOf" srcId="{BB632DB5-8BB6-4245-9F5E-6146BA712E2F}" destId="{75A74B76-19D6-4E7B-AF49-2187566AE327}" srcOrd="0" destOrd="0" presId="urn:microsoft.com/office/officeart/2008/layout/PictureStrips"/>
    <dgm:cxn modelId="{09E6B836-0F8A-4547-8197-EC185272C9D6}" type="presParOf" srcId="{1449917B-9BDD-4B42-ACFF-D5FBAE99A553}" destId="{39891E1B-3F82-46D1-BB2F-DA07EF8AEF30}" srcOrd="0" destOrd="0" presId="urn:microsoft.com/office/officeart/2008/layout/PictureStrips"/>
    <dgm:cxn modelId="{4612EBF0-6860-43BF-913A-143A755BDCF3}" type="presParOf" srcId="{39891E1B-3F82-46D1-BB2F-DA07EF8AEF30}" destId="{1344315E-BF29-4222-9DEB-394676608E67}" srcOrd="0" destOrd="0" presId="urn:microsoft.com/office/officeart/2008/layout/PictureStrips"/>
    <dgm:cxn modelId="{FDE92C1E-A821-4B18-86B9-F2D4337E0C7B}" type="presParOf" srcId="{39891E1B-3F82-46D1-BB2F-DA07EF8AEF30}" destId="{75A74B76-19D6-4E7B-AF49-2187566AE327}" srcOrd="1" destOrd="0" presId="urn:microsoft.com/office/officeart/2008/layout/PictureStrips"/>
    <dgm:cxn modelId="{70D63B45-9E3F-4D80-9E76-39F835F94A5B}" type="presParOf" srcId="{1449917B-9BDD-4B42-ACFF-D5FBAE99A553}" destId="{2B1CAD7A-33FF-4FA0-A345-C16D4F148C21}" srcOrd="1" destOrd="0" presId="urn:microsoft.com/office/officeart/2008/layout/PictureStrips"/>
    <dgm:cxn modelId="{FE29B208-9887-4697-8534-BDDF1A37B3DB}" type="presParOf" srcId="{1449917B-9BDD-4B42-ACFF-D5FBAE99A553}" destId="{422674F2-801A-4BFE-BACC-F52E04E3A0B3}" srcOrd="2" destOrd="0" presId="urn:microsoft.com/office/officeart/2008/layout/PictureStrips"/>
    <dgm:cxn modelId="{2FFB8BDE-C232-4050-8249-DEE6FC20444D}" type="presParOf" srcId="{422674F2-801A-4BFE-BACC-F52E04E3A0B3}" destId="{D853FDD6-7354-4322-89C8-B8A6F892F0E5}" srcOrd="0" destOrd="0" presId="urn:microsoft.com/office/officeart/2008/layout/PictureStrips"/>
    <dgm:cxn modelId="{86D7FF13-FED5-4A34-B4DC-38764A1EBFFB}" type="presParOf" srcId="{422674F2-801A-4BFE-BACC-F52E04E3A0B3}" destId="{63899288-9EEC-4961-8900-8390C64EBF23}" srcOrd="1" destOrd="0" presId="urn:microsoft.com/office/officeart/2008/layout/PictureStrips"/>
    <dgm:cxn modelId="{AAF12178-D91E-4DAD-B821-718DD103F579}" type="presParOf" srcId="{1449917B-9BDD-4B42-ACFF-D5FBAE99A553}" destId="{0A802919-462C-43F5-8506-814AF2A46894}" srcOrd="3" destOrd="0" presId="urn:microsoft.com/office/officeart/2008/layout/PictureStrips"/>
    <dgm:cxn modelId="{A808F840-4B91-4FF2-8335-CCC9A2A21FB7}" type="presParOf" srcId="{1449917B-9BDD-4B42-ACFF-D5FBAE99A553}" destId="{CFD1F42A-F701-47A3-BA93-CC9C7BBB5FAF}" srcOrd="4" destOrd="0" presId="urn:microsoft.com/office/officeart/2008/layout/PictureStrips"/>
    <dgm:cxn modelId="{2363D08F-7F19-4701-9F65-D327B7FDC520}" type="presParOf" srcId="{CFD1F42A-F701-47A3-BA93-CC9C7BBB5FAF}" destId="{A27A1B69-1128-4B37-8848-E076091230CD}" srcOrd="0" destOrd="0" presId="urn:microsoft.com/office/officeart/2008/layout/PictureStrips"/>
    <dgm:cxn modelId="{4D87DA74-1F4D-40A9-8153-920DA375B962}" type="presParOf" srcId="{CFD1F42A-F701-47A3-BA93-CC9C7BBB5FAF}" destId="{FD4F2F85-6D99-4822-9654-6C5BADE06827}" srcOrd="1" destOrd="0" presId="urn:microsoft.com/office/officeart/2008/layout/PictureStrips"/>
    <dgm:cxn modelId="{3AC68565-9077-498B-8193-50084F424D6F}" type="presParOf" srcId="{1449917B-9BDD-4B42-ACFF-D5FBAE99A553}" destId="{A1ECF6FF-9601-4615-9611-21476686110B}" srcOrd="5" destOrd="0" presId="urn:microsoft.com/office/officeart/2008/layout/PictureStrips"/>
    <dgm:cxn modelId="{537AF4BA-E08D-4FCF-B7BC-DA50703E4FFD}" type="presParOf" srcId="{1449917B-9BDD-4B42-ACFF-D5FBAE99A553}" destId="{FBFE9214-4BD9-41DA-AB35-E884EE968A82}" srcOrd="6" destOrd="0" presId="urn:microsoft.com/office/officeart/2008/layout/PictureStrips"/>
    <dgm:cxn modelId="{ED03DF9B-33F7-4D30-9184-F1DC99D50856}" type="presParOf" srcId="{FBFE9214-4BD9-41DA-AB35-E884EE968A82}" destId="{CD1018CD-45B3-4E5D-A3DD-FE1B4D32D8D4}" srcOrd="0" destOrd="0" presId="urn:microsoft.com/office/officeart/2008/layout/PictureStrips"/>
    <dgm:cxn modelId="{E9BA5847-A1B6-434A-A369-80AEA315B0E3}" type="presParOf" srcId="{FBFE9214-4BD9-41DA-AB35-E884EE968A82}" destId="{6FFD8BD1-F4E4-4FDB-9E1F-EAD957D7A7CF}" srcOrd="1" destOrd="0" presId="urn:microsoft.com/office/officeart/2008/layout/PictureStrips"/>
    <dgm:cxn modelId="{DEE44EBC-EB69-4168-98F7-DE0F01E27DE1}" type="presParOf" srcId="{1449917B-9BDD-4B42-ACFF-D5FBAE99A553}" destId="{5A41BDE7-3FC5-4B15-B68C-3A28D3DF76FE}" srcOrd="7" destOrd="0" presId="urn:microsoft.com/office/officeart/2008/layout/PictureStrips"/>
    <dgm:cxn modelId="{F8351803-6DCA-4079-825E-7370B9B3DF1B}" type="presParOf" srcId="{1449917B-9BDD-4B42-ACFF-D5FBAE99A553}" destId="{F3C4C2CC-48EE-46CB-88C1-F41FF9539E95}" srcOrd="8" destOrd="0" presId="urn:microsoft.com/office/officeart/2008/layout/PictureStrips"/>
    <dgm:cxn modelId="{EF2555A8-3584-463E-9620-45E357212977}" type="presParOf" srcId="{F3C4C2CC-48EE-46CB-88C1-F41FF9539E95}" destId="{FC01B6B8-896E-4AC2-A15B-84EA03C38641}" srcOrd="0" destOrd="0" presId="urn:microsoft.com/office/officeart/2008/layout/PictureStrips"/>
    <dgm:cxn modelId="{CD481779-1AE8-40BF-8C6C-F69306C3066E}" type="presParOf" srcId="{F3C4C2CC-48EE-46CB-88C1-F41FF9539E95}" destId="{2B89002E-39A1-40CA-BB8A-3526DC4177B9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32237855-749C-4231-AC0B-F700FC2D0857}" type="doc">
      <dgm:prSet loTypeId="urn:microsoft.com/office/officeart/2005/8/layout/vList4" qsTypeId="urn:microsoft.com/office/officeart/2005/8/quickstyle/simple2" csTypeId="urn:microsoft.com/office/officeart/2005/8/colors/accent1_2"/>
      <dgm:spPr/>
    </dgm:pt>
    <dgm:pt modelId="{F55BF07D-774D-410B-A462-5D79532FDC19}">
      <dgm:prSet/>
      <dgm:spPr/>
      <dgm:t>
        <a:bodyPr/>
        <a:lstStyle/>
        <a:p>
          <a:r>
            <a:t>Customer insight</a:t>
          </a:r>
        </a:p>
      </dgm:t>
    </dgm:pt>
    <dgm:pt modelId="{B7D66591-554B-4297-AA3E-B35C0A9C4A8F}" type="parTrans" cxnId="{5A14863A-00E0-41C4-976E-7F996EF073F2}">
      <dgm:prSet/>
      <dgm:spPr/>
      <dgm:t>
        <a:bodyPr/>
        <a:lstStyle/>
        <a:p>
          <a:endParaRPr/>
        </a:p>
      </dgm:t>
    </dgm:pt>
    <dgm:pt modelId="{4E958309-2EBA-440A-995B-DDAB87CD29DF}" type="sibTrans" cxnId="{5A14863A-00E0-41C4-976E-7F996EF073F2}">
      <dgm:prSet/>
      <dgm:spPr/>
      <dgm:t>
        <a:bodyPr/>
        <a:lstStyle/>
        <a:p>
          <a:endParaRPr/>
        </a:p>
      </dgm:t>
    </dgm:pt>
    <dgm:pt modelId="{283A98A8-B807-4BBF-A639-7B4D289D5CF6}">
      <dgm:prSet/>
      <dgm:spPr/>
      <dgm:t>
        <a:bodyPr/>
        <a:lstStyle/>
        <a:p>
          <a:r>
            <a:t>Product concept</a:t>
          </a:r>
        </a:p>
      </dgm:t>
    </dgm:pt>
    <dgm:pt modelId="{B3BA9489-2C77-4C11-BEC1-4E4B6B0321C3}" type="parTrans" cxnId="{F9136503-7688-4542-82BF-4F648FEAF5D1}">
      <dgm:prSet/>
      <dgm:spPr/>
      <dgm:t>
        <a:bodyPr/>
        <a:lstStyle/>
        <a:p>
          <a:endParaRPr/>
        </a:p>
      </dgm:t>
    </dgm:pt>
    <dgm:pt modelId="{63C6371C-4FE3-488E-970C-654D5D1219EC}" type="sibTrans" cxnId="{F9136503-7688-4542-82BF-4F648FEAF5D1}">
      <dgm:prSet/>
      <dgm:spPr/>
      <dgm:t>
        <a:bodyPr/>
        <a:lstStyle/>
        <a:p>
          <a:endParaRPr/>
        </a:p>
      </dgm:t>
    </dgm:pt>
    <dgm:pt modelId="{5251FEC1-0AC4-4F76-9362-898DFF02E1A1}">
      <dgm:prSet/>
      <dgm:spPr/>
      <dgm:t>
        <a:bodyPr/>
        <a:lstStyle/>
        <a:p>
          <a:r>
            <a:t>Prototype</a:t>
          </a:r>
        </a:p>
      </dgm:t>
    </dgm:pt>
    <dgm:pt modelId="{44BD7949-7EEF-4950-906E-C72EE8C99B3A}" type="parTrans" cxnId="{5BC5038C-2ABE-4BDE-8FFB-9F964E540058}">
      <dgm:prSet/>
      <dgm:spPr/>
      <dgm:t>
        <a:bodyPr/>
        <a:lstStyle/>
        <a:p>
          <a:endParaRPr/>
        </a:p>
      </dgm:t>
    </dgm:pt>
    <dgm:pt modelId="{2E3A69A1-72C6-4CCA-8A99-221BA1C513C5}" type="sibTrans" cxnId="{5BC5038C-2ABE-4BDE-8FFB-9F964E540058}">
      <dgm:prSet/>
      <dgm:spPr/>
      <dgm:t>
        <a:bodyPr/>
        <a:lstStyle/>
        <a:p>
          <a:endParaRPr/>
        </a:p>
      </dgm:t>
    </dgm:pt>
    <dgm:pt modelId="{BF3B3012-CBAC-4793-9C07-6FA529D7BBF3}">
      <dgm:prSet/>
      <dgm:spPr/>
      <dgm:t>
        <a:bodyPr/>
        <a:lstStyle/>
        <a:p>
          <a:r>
            <a:t>Feedback</a:t>
          </a:r>
        </a:p>
      </dgm:t>
    </dgm:pt>
    <dgm:pt modelId="{F5EBCA7E-1865-4736-B1B8-40545E8E7CCC}" type="parTrans" cxnId="{CE3B2277-755A-4B0E-9C6E-EDB1F4EE8984}">
      <dgm:prSet/>
      <dgm:spPr/>
      <dgm:t>
        <a:bodyPr/>
        <a:lstStyle/>
        <a:p>
          <a:endParaRPr/>
        </a:p>
      </dgm:t>
    </dgm:pt>
    <dgm:pt modelId="{D1408411-965E-422E-8005-CD923FBF1A2F}" type="sibTrans" cxnId="{CE3B2277-755A-4B0E-9C6E-EDB1F4EE8984}">
      <dgm:prSet/>
      <dgm:spPr/>
      <dgm:t>
        <a:bodyPr/>
        <a:lstStyle/>
        <a:p>
          <a:endParaRPr/>
        </a:p>
      </dgm:t>
    </dgm:pt>
    <dgm:pt modelId="{487191C5-031E-4154-A477-F0C81A94DE1D}">
      <dgm:prSet/>
      <dgm:spPr/>
      <dgm:t>
        <a:bodyPr/>
        <a:lstStyle/>
        <a:p>
          <a:r>
            <a:t>Next step</a:t>
          </a:r>
        </a:p>
      </dgm:t>
    </dgm:pt>
    <dgm:pt modelId="{9A90C08C-3E59-4E7B-8432-14B5238E78D2}" type="parTrans" cxnId="{64DE64D2-8B4E-4597-87A6-6AA170E40D06}">
      <dgm:prSet/>
      <dgm:spPr/>
      <dgm:t>
        <a:bodyPr/>
        <a:lstStyle/>
        <a:p>
          <a:endParaRPr/>
        </a:p>
      </dgm:t>
    </dgm:pt>
    <dgm:pt modelId="{FC527402-030B-4D35-97E8-692BD968AE34}" type="sibTrans" cxnId="{64DE64D2-8B4E-4597-87A6-6AA170E40D06}">
      <dgm:prSet/>
      <dgm:spPr/>
      <dgm:t>
        <a:bodyPr/>
        <a:lstStyle/>
        <a:p>
          <a:endParaRPr/>
        </a:p>
      </dgm:t>
    </dgm:pt>
    <dgm:pt modelId="{15A145F5-EF24-4AEA-8429-0B3ED02F2869}" type="pres">
      <dgm:prSet presAssocID="{32237855-749C-4231-AC0B-F700FC2D0857}" presName="linear" presStyleCnt="0">
        <dgm:presLayoutVars>
          <dgm:dir/>
          <dgm:resizeHandles val="exact"/>
        </dgm:presLayoutVars>
      </dgm:prSet>
      <dgm:spPr/>
    </dgm:pt>
    <dgm:pt modelId="{14532F31-EA21-4F13-B23E-9EB5729161B8}" type="pres">
      <dgm:prSet presAssocID="{F55BF07D-774D-410B-A462-5D79532FDC19}" presName="comp" presStyleCnt="0"/>
      <dgm:spPr/>
    </dgm:pt>
    <dgm:pt modelId="{069BC4D8-3AA2-469C-8A32-C42F4726C466}" type="pres">
      <dgm:prSet presAssocID="{F55BF07D-774D-410B-A462-5D79532FDC19}" presName="img" presStyleLbl="fgImgPlace1" presStyleIdx="0" presStyleCnt="5"/>
      <dgm:spPr/>
    </dgm:pt>
    <dgm:pt modelId="{A9A14601-2797-4A0C-B3DC-26A45452DF36}" type="pres">
      <dgm:prSet presAssocID="{F55BF07D-774D-410B-A462-5D79532FDC19}" presName="box" presStyleLbl="node1" presStyleIdx="0" presStyleCnt="5"/>
      <dgm:spPr/>
    </dgm:pt>
    <dgm:pt modelId="{047FDFEE-B99A-B648-8DBF-91AB50183131}" type="pres">
      <dgm:prSet presAssocID="{F55BF07D-774D-410B-A462-5D79532FDC19}" presName="text" presStyleLbl="node1" presStyleIdx="0" presStyleCnt="5">
        <dgm:presLayoutVars>
          <dgm:bulletEnabled val="1"/>
        </dgm:presLayoutVars>
      </dgm:prSet>
      <dgm:spPr/>
    </dgm:pt>
    <dgm:pt modelId="{5189CF41-990D-6640-BDBF-90E903AC7CC0}" type="pres">
      <dgm:prSet presAssocID="{4E958309-2EBA-440A-995B-DDAB87CD29DF}" presName="spacer" presStyleCnt="0"/>
      <dgm:spPr/>
    </dgm:pt>
    <dgm:pt modelId="{68FD95E1-E48A-4E7C-9A5E-11A2F52FFA63}" type="pres">
      <dgm:prSet presAssocID="{283A98A8-B807-4BBF-A639-7B4D289D5CF6}" presName="comp" presStyleCnt="0"/>
      <dgm:spPr/>
    </dgm:pt>
    <dgm:pt modelId="{7BA2B784-9413-426A-9F5D-06B5915428AB}" type="pres">
      <dgm:prSet presAssocID="{283A98A8-B807-4BBF-A639-7B4D289D5CF6}" presName="img" presStyleLbl="fgImgPlace1" presStyleIdx="1" presStyleCnt="5"/>
      <dgm:spPr/>
    </dgm:pt>
    <dgm:pt modelId="{DD140E2A-71B2-436B-BEF9-5AF91052ABD0}" type="pres">
      <dgm:prSet presAssocID="{283A98A8-B807-4BBF-A639-7B4D289D5CF6}" presName="box" presStyleLbl="node1" presStyleIdx="1" presStyleCnt="5"/>
      <dgm:spPr/>
    </dgm:pt>
    <dgm:pt modelId="{31073BDB-3084-6B48-9353-FDFBB6B9D958}" type="pres">
      <dgm:prSet presAssocID="{283A98A8-B807-4BBF-A639-7B4D289D5CF6}" presName="text" presStyleLbl="node1" presStyleIdx="1" presStyleCnt="5">
        <dgm:presLayoutVars>
          <dgm:bulletEnabled val="1"/>
        </dgm:presLayoutVars>
      </dgm:prSet>
      <dgm:spPr/>
    </dgm:pt>
    <dgm:pt modelId="{74FDEB85-090A-B64D-8F4E-4D9CD05B592E}" type="pres">
      <dgm:prSet presAssocID="{63C6371C-4FE3-488E-970C-654D5D1219EC}" presName="spacer" presStyleCnt="0"/>
      <dgm:spPr/>
    </dgm:pt>
    <dgm:pt modelId="{CD236520-629B-47CA-943D-E2A4822D9042}" type="pres">
      <dgm:prSet presAssocID="{5251FEC1-0AC4-4F76-9362-898DFF02E1A1}" presName="comp" presStyleCnt="0"/>
      <dgm:spPr/>
    </dgm:pt>
    <dgm:pt modelId="{73A64D3B-CAE0-4A7C-9987-E0FD30A8FCF1}" type="pres">
      <dgm:prSet presAssocID="{5251FEC1-0AC4-4F76-9362-898DFF02E1A1}" presName="img" presStyleLbl="fgImgPlace1" presStyleIdx="2" presStyleCnt="5"/>
      <dgm:spPr/>
    </dgm:pt>
    <dgm:pt modelId="{A2EF706D-44B8-4C67-8073-CD6F84E09A62}" type="pres">
      <dgm:prSet presAssocID="{5251FEC1-0AC4-4F76-9362-898DFF02E1A1}" presName="box" presStyleLbl="node1" presStyleIdx="2" presStyleCnt="5"/>
      <dgm:spPr/>
    </dgm:pt>
    <dgm:pt modelId="{ADE9109B-1595-C449-9796-41DC7EE4EA67}" type="pres">
      <dgm:prSet presAssocID="{5251FEC1-0AC4-4F76-9362-898DFF02E1A1}" presName="text" presStyleLbl="node1" presStyleIdx="2" presStyleCnt="5">
        <dgm:presLayoutVars>
          <dgm:bulletEnabled val="1"/>
        </dgm:presLayoutVars>
      </dgm:prSet>
      <dgm:spPr/>
    </dgm:pt>
    <dgm:pt modelId="{BEFDFCED-6786-EF42-87E0-8962E143D3D1}" type="pres">
      <dgm:prSet presAssocID="{2E3A69A1-72C6-4CCA-8A99-221BA1C513C5}" presName="spacer" presStyleCnt="0"/>
      <dgm:spPr/>
    </dgm:pt>
    <dgm:pt modelId="{02CD6A8D-12EA-4225-B23B-2C26DA8A6D5B}" type="pres">
      <dgm:prSet presAssocID="{BF3B3012-CBAC-4793-9C07-6FA529D7BBF3}" presName="comp" presStyleCnt="0"/>
      <dgm:spPr/>
    </dgm:pt>
    <dgm:pt modelId="{3A718CDB-E14D-4925-A84B-4A6919AD25FB}" type="pres">
      <dgm:prSet presAssocID="{BF3B3012-CBAC-4793-9C07-6FA529D7BBF3}" presName="img" presStyleLbl="fgImgPlace1" presStyleIdx="3" presStyleCnt="5"/>
      <dgm:spPr/>
    </dgm:pt>
    <dgm:pt modelId="{98A5B554-56BD-46FB-A70F-007893D66B9E}" type="pres">
      <dgm:prSet presAssocID="{BF3B3012-CBAC-4793-9C07-6FA529D7BBF3}" presName="box" presStyleLbl="node1" presStyleIdx="3" presStyleCnt="5"/>
      <dgm:spPr/>
    </dgm:pt>
    <dgm:pt modelId="{73BDD5DE-5B12-DD4F-A474-866D2D80B768}" type="pres">
      <dgm:prSet presAssocID="{BF3B3012-CBAC-4793-9C07-6FA529D7BBF3}" presName="text" presStyleLbl="node1" presStyleIdx="3" presStyleCnt="5">
        <dgm:presLayoutVars>
          <dgm:bulletEnabled val="1"/>
        </dgm:presLayoutVars>
      </dgm:prSet>
      <dgm:spPr/>
    </dgm:pt>
    <dgm:pt modelId="{A1AD7278-CFDB-7441-BE36-BF4B59469872}" type="pres">
      <dgm:prSet presAssocID="{D1408411-965E-422E-8005-CD923FBF1A2F}" presName="spacer" presStyleCnt="0"/>
      <dgm:spPr/>
    </dgm:pt>
    <dgm:pt modelId="{228228A0-E6FA-4195-A21F-01294EDE9CBA}" type="pres">
      <dgm:prSet presAssocID="{487191C5-031E-4154-A477-F0C81A94DE1D}" presName="comp" presStyleCnt="0"/>
      <dgm:spPr/>
    </dgm:pt>
    <dgm:pt modelId="{F91CF7D6-B853-4AE3-9528-58D56758C363}" type="pres">
      <dgm:prSet presAssocID="{487191C5-031E-4154-A477-F0C81A94DE1D}" presName="img" presStyleLbl="fgImgPlace1" presStyleIdx="4" presStyleCnt="5"/>
      <dgm:spPr/>
    </dgm:pt>
    <dgm:pt modelId="{6C539F8A-AA8D-4B23-8E88-B53A76693B02}" type="pres">
      <dgm:prSet presAssocID="{487191C5-031E-4154-A477-F0C81A94DE1D}" presName="box" presStyleLbl="node1" presStyleIdx="4" presStyleCnt="5"/>
      <dgm:spPr/>
    </dgm:pt>
    <dgm:pt modelId="{ED21F4F6-0699-D648-87F9-5950B2A6F4DB}" type="pres">
      <dgm:prSet presAssocID="{487191C5-031E-4154-A477-F0C81A94DE1D}" presName="text" presStyleLbl="node1" presStyleIdx="4" presStyleCnt="5">
        <dgm:presLayoutVars>
          <dgm:bulletEnabled val="1"/>
        </dgm:presLayoutVars>
      </dgm:prSet>
      <dgm:spPr/>
    </dgm:pt>
  </dgm:ptLst>
  <dgm:cxnLst>
    <dgm:cxn modelId="{F9136503-7688-4542-82BF-4F648FEAF5D1}" srcId="{32237855-749C-4231-AC0B-F700FC2D0857}" destId="{283A98A8-B807-4BBF-A639-7B4D289D5CF6}" srcOrd="1" destOrd="0" parTransId="{B3BA9489-2C77-4C11-BEC1-4E4B6B0321C3}" sibTransId="{63C6371C-4FE3-488E-970C-654D5D1219EC}"/>
    <dgm:cxn modelId="{CC2BAE04-2143-43A1-9C12-E202694DDFB6}" type="presOf" srcId="{BF3B3012-CBAC-4793-9C07-6FA529D7BBF3}" destId="{98A5B554-56BD-46FB-A70F-007893D66B9E}" srcOrd="0" destOrd="0" presId="urn:microsoft.com/office/officeart/2005/8/layout/vList4"/>
    <dgm:cxn modelId="{58D89F09-B6D4-4A4C-BFA5-1B1221BAA3FA}" type="presOf" srcId="{32237855-749C-4231-AC0B-F700FC2D0857}" destId="{15A145F5-EF24-4AEA-8429-0B3ED02F2869}" srcOrd="0" destOrd="0" presId="urn:microsoft.com/office/officeart/2005/8/layout/vList4"/>
    <dgm:cxn modelId="{302E4D37-F682-B042-8053-CB4BE19372F7}" type="presOf" srcId="{BF3B3012-CBAC-4793-9C07-6FA529D7BBF3}" destId="{73BDD5DE-5B12-DD4F-A474-866D2D80B768}" srcOrd="1" destOrd="0" presId="urn:microsoft.com/office/officeart/2005/8/layout/vList4"/>
    <dgm:cxn modelId="{5A14863A-00E0-41C4-976E-7F996EF073F2}" srcId="{32237855-749C-4231-AC0B-F700FC2D0857}" destId="{F55BF07D-774D-410B-A462-5D79532FDC19}" srcOrd="0" destOrd="0" parTransId="{B7D66591-554B-4297-AA3E-B35C0A9C4A8F}" sibTransId="{4E958309-2EBA-440A-995B-DDAB87CD29DF}"/>
    <dgm:cxn modelId="{7D1C8E56-D427-3B43-9AAF-3E9ABFC8B2C9}" type="presOf" srcId="{F55BF07D-774D-410B-A462-5D79532FDC19}" destId="{047FDFEE-B99A-B648-8DBF-91AB50183131}" srcOrd="1" destOrd="0" presId="urn:microsoft.com/office/officeart/2005/8/layout/vList4"/>
    <dgm:cxn modelId="{B7511157-201D-4C20-AB8F-43B443DD02AC}" type="presOf" srcId="{5251FEC1-0AC4-4F76-9362-898DFF02E1A1}" destId="{A2EF706D-44B8-4C67-8073-CD6F84E09A62}" srcOrd="0" destOrd="0" presId="urn:microsoft.com/office/officeart/2005/8/layout/vList4"/>
    <dgm:cxn modelId="{EA5A465F-07AA-9846-BE5B-255F7C971DBE}" type="presOf" srcId="{5251FEC1-0AC4-4F76-9362-898DFF02E1A1}" destId="{ADE9109B-1595-C449-9796-41DC7EE4EA67}" srcOrd="1" destOrd="0" presId="urn:microsoft.com/office/officeart/2005/8/layout/vList4"/>
    <dgm:cxn modelId="{B8333D62-264D-448E-8B8A-F7ADBCB10B7E}" type="presOf" srcId="{283A98A8-B807-4BBF-A639-7B4D289D5CF6}" destId="{DD140E2A-71B2-436B-BEF9-5AF91052ABD0}" srcOrd="0" destOrd="0" presId="urn:microsoft.com/office/officeart/2005/8/layout/vList4"/>
    <dgm:cxn modelId="{7B26E870-FA74-4FC5-BD93-0ED4951083D8}" type="presOf" srcId="{487191C5-031E-4154-A477-F0C81A94DE1D}" destId="{6C539F8A-AA8D-4B23-8E88-B53A76693B02}" srcOrd="0" destOrd="0" presId="urn:microsoft.com/office/officeart/2005/8/layout/vList4"/>
    <dgm:cxn modelId="{CE3B2277-755A-4B0E-9C6E-EDB1F4EE8984}" srcId="{32237855-749C-4231-AC0B-F700FC2D0857}" destId="{BF3B3012-CBAC-4793-9C07-6FA529D7BBF3}" srcOrd="3" destOrd="0" parTransId="{F5EBCA7E-1865-4736-B1B8-40545E8E7CCC}" sibTransId="{D1408411-965E-422E-8005-CD923FBF1A2F}"/>
    <dgm:cxn modelId="{5BC5038C-2ABE-4BDE-8FFB-9F964E540058}" srcId="{32237855-749C-4231-AC0B-F700FC2D0857}" destId="{5251FEC1-0AC4-4F76-9362-898DFF02E1A1}" srcOrd="2" destOrd="0" parTransId="{44BD7949-7EEF-4950-906E-C72EE8C99B3A}" sibTransId="{2E3A69A1-72C6-4CCA-8A99-221BA1C513C5}"/>
    <dgm:cxn modelId="{7B99A6B6-5C14-564D-A617-A6E97C4EC62C}" type="presOf" srcId="{487191C5-031E-4154-A477-F0C81A94DE1D}" destId="{ED21F4F6-0699-D648-87F9-5950B2A6F4DB}" srcOrd="1" destOrd="0" presId="urn:microsoft.com/office/officeart/2005/8/layout/vList4"/>
    <dgm:cxn modelId="{CE82CAC6-9A8B-4D39-8DB9-3F0699324BE8}" type="presOf" srcId="{F55BF07D-774D-410B-A462-5D79532FDC19}" destId="{A9A14601-2797-4A0C-B3DC-26A45452DF36}" srcOrd="0" destOrd="0" presId="urn:microsoft.com/office/officeart/2005/8/layout/vList4"/>
    <dgm:cxn modelId="{64DE64D2-8B4E-4597-87A6-6AA170E40D06}" srcId="{32237855-749C-4231-AC0B-F700FC2D0857}" destId="{487191C5-031E-4154-A477-F0C81A94DE1D}" srcOrd="4" destOrd="0" parTransId="{9A90C08C-3E59-4E7B-8432-14B5238E78D2}" sibTransId="{FC527402-030B-4D35-97E8-692BD968AE34}"/>
    <dgm:cxn modelId="{5D9955DE-85A7-C842-B317-AB64EB67E909}" type="presOf" srcId="{283A98A8-B807-4BBF-A639-7B4D289D5CF6}" destId="{31073BDB-3084-6B48-9353-FDFBB6B9D958}" srcOrd="1" destOrd="0" presId="urn:microsoft.com/office/officeart/2005/8/layout/vList4"/>
    <dgm:cxn modelId="{35AAF377-1D13-428D-A6D8-8535C8C5D9BD}" type="presParOf" srcId="{15A145F5-EF24-4AEA-8429-0B3ED02F2869}" destId="{14532F31-EA21-4F13-B23E-9EB5729161B8}" srcOrd="0" destOrd="0" presId="urn:microsoft.com/office/officeart/2005/8/layout/vList4"/>
    <dgm:cxn modelId="{8E0A875A-E64E-4302-8C23-83A3BEFCA4F8}" type="presParOf" srcId="{14532F31-EA21-4F13-B23E-9EB5729161B8}" destId="{069BC4D8-3AA2-469C-8A32-C42F4726C466}" srcOrd="0" destOrd="0" presId="urn:microsoft.com/office/officeart/2005/8/layout/vList4"/>
    <dgm:cxn modelId="{BEB5F892-0609-4649-8E1E-0841EB9D7D82}" type="presParOf" srcId="{14532F31-EA21-4F13-B23E-9EB5729161B8}" destId="{A9A14601-2797-4A0C-B3DC-26A45452DF36}" srcOrd="1" destOrd="0" presId="urn:microsoft.com/office/officeart/2005/8/layout/vList4"/>
    <dgm:cxn modelId="{863F80A2-A31A-E949-896C-6C895A02FD04}" type="presParOf" srcId="{14532F31-EA21-4F13-B23E-9EB5729161B8}" destId="{047FDFEE-B99A-B648-8DBF-91AB50183131}" srcOrd="2" destOrd="0" presId="urn:microsoft.com/office/officeart/2005/8/layout/vList4"/>
    <dgm:cxn modelId="{18EEAA9E-2950-DC4F-A2F8-05E61E5E031A}" type="presParOf" srcId="{15A145F5-EF24-4AEA-8429-0B3ED02F2869}" destId="{5189CF41-990D-6640-BDBF-90E903AC7CC0}" srcOrd="1" destOrd="0" presId="urn:microsoft.com/office/officeart/2005/8/layout/vList4"/>
    <dgm:cxn modelId="{6C389678-BBFD-4711-8EE9-A164B6EFAEEB}" type="presParOf" srcId="{15A145F5-EF24-4AEA-8429-0B3ED02F2869}" destId="{68FD95E1-E48A-4E7C-9A5E-11A2F52FFA63}" srcOrd="2" destOrd="0" presId="urn:microsoft.com/office/officeart/2005/8/layout/vList4"/>
    <dgm:cxn modelId="{06EBC6C4-1695-4291-9D73-A04E16E4B893}" type="presParOf" srcId="{68FD95E1-E48A-4E7C-9A5E-11A2F52FFA63}" destId="{7BA2B784-9413-426A-9F5D-06B5915428AB}" srcOrd="0" destOrd="0" presId="urn:microsoft.com/office/officeart/2005/8/layout/vList4"/>
    <dgm:cxn modelId="{F460D024-1929-4986-AB58-01390B6DD966}" type="presParOf" srcId="{68FD95E1-E48A-4E7C-9A5E-11A2F52FFA63}" destId="{DD140E2A-71B2-436B-BEF9-5AF91052ABD0}" srcOrd="1" destOrd="0" presId="urn:microsoft.com/office/officeart/2005/8/layout/vList4"/>
    <dgm:cxn modelId="{1A66AC61-A709-DA4A-9034-375BC670C155}" type="presParOf" srcId="{68FD95E1-E48A-4E7C-9A5E-11A2F52FFA63}" destId="{31073BDB-3084-6B48-9353-FDFBB6B9D958}" srcOrd="2" destOrd="0" presId="urn:microsoft.com/office/officeart/2005/8/layout/vList4"/>
    <dgm:cxn modelId="{24BB2040-3CEF-EE43-8826-ACD1D0356A73}" type="presParOf" srcId="{15A145F5-EF24-4AEA-8429-0B3ED02F2869}" destId="{74FDEB85-090A-B64D-8F4E-4D9CD05B592E}" srcOrd="3" destOrd="0" presId="urn:microsoft.com/office/officeart/2005/8/layout/vList4"/>
    <dgm:cxn modelId="{4810E549-173C-4660-8F6F-01BC7D86276D}" type="presParOf" srcId="{15A145F5-EF24-4AEA-8429-0B3ED02F2869}" destId="{CD236520-629B-47CA-943D-E2A4822D9042}" srcOrd="4" destOrd="0" presId="urn:microsoft.com/office/officeart/2005/8/layout/vList4"/>
    <dgm:cxn modelId="{13EBA6E6-6FE3-4269-8DF2-51C94DE0732A}" type="presParOf" srcId="{CD236520-629B-47CA-943D-E2A4822D9042}" destId="{73A64D3B-CAE0-4A7C-9987-E0FD30A8FCF1}" srcOrd="0" destOrd="0" presId="urn:microsoft.com/office/officeart/2005/8/layout/vList4"/>
    <dgm:cxn modelId="{1476E506-83D8-4F67-88A1-987ABD8079C2}" type="presParOf" srcId="{CD236520-629B-47CA-943D-E2A4822D9042}" destId="{A2EF706D-44B8-4C67-8073-CD6F84E09A62}" srcOrd="1" destOrd="0" presId="urn:microsoft.com/office/officeart/2005/8/layout/vList4"/>
    <dgm:cxn modelId="{11EF780B-90BA-E24B-A238-29B4B1AF33FB}" type="presParOf" srcId="{CD236520-629B-47CA-943D-E2A4822D9042}" destId="{ADE9109B-1595-C449-9796-41DC7EE4EA67}" srcOrd="2" destOrd="0" presId="urn:microsoft.com/office/officeart/2005/8/layout/vList4"/>
    <dgm:cxn modelId="{2CCECE16-F8DF-7048-83B8-312131DCE922}" type="presParOf" srcId="{15A145F5-EF24-4AEA-8429-0B3ED02F2869}" destId="{BEFDFCED-6786-EF42-87E0-8962E143D3D1}" srcOrd="5" destOrd="0" presId="urn:microsoft.com/office/officeart/2005/8/layout/vList4"/>
    <dgm:cxn modelId="{95151880-0BA2-4A7E-8DDB-DFBD7FD23E7D}" type="presParOf" srcId="{15A145F5-EF24-4AEA-8429-0B3ED02F2869}" destId="{02CD6A8D-12EA-4225-B23B-2C26DA8A6D5B}" srcOrd="6" destOrd="0" presId="urn:microsoft.com/office/officeart/2005/8/layout/vList4"/>
    <dgm:cxn modelId="{75134F5B-EA4E-4F87-8585-3E0E8751CFEA}" type="presParOf" srcId="{02CD6A8D-12EA-4225-B23B-2C26DA8A6D5B}" destId="{3A718CDB-E14D-4925-A84B-4A6919AD25FB}" srcOrd="0" destOrd="0" presId="urn:microsoft.com/office/officeart/2005/8/layout/vList4"/>
    <dgm:cxn modelId="{17A1C6A3-F092-4A8C-95D5-47FBCC6C1606}" type="presParOf" srcId="{02CD6A8D-12EA-4225-B23B-2C26DA8A6D5B}" destId="{98A5B554-56BD-46FB-A70F-007893D66B9E}" srcOrd="1" destOrd="0" presId="urn:microsoft.com/office/officeart/2005/8/layout/vList4"/>
    <dgm:cxn modelId="{25B08180-9E45-4A4C-9074-3E258EA0D795}" type="presParOf" srcId="{02CD6A8D-12EA-4225-B23B-2C26DA8A6D5B}" destId="{73BDD5DE-5B12-DD4F-A474-866D2D80B768}" srcOrd="2" destOrd="0" presId="urn:microsoft.com/office/officeart/2005/8/layout/vList4"/>
    <dgm:cxn modelId="{85D3FF7B-AE73-AC4E-AECF-534BD18EDC8C}" type="presParOf" srcId="{15A145F5-EF24-4AEA-8429-0B3ED02F2869}" destId="{A1AD7278-CFDB-7441-BE36-BF4B59469872}" srcOrd="7" destOrd="0" presId="urn:microsoft.com/office/officeart/2005/8/layout/vList4"/>
    <dgm:cxn modelId="{D0B55D21-CF2B-47D0-80BE-8369052586AC}" type="presParOf" srcId="{15A145F5-EF24-4AEA-8429-0B3ED02F2869}" destId="{228228A0-E6FA-4195-A21F-01294EDE9CBA}" srcOrd="8" destOrd="0" presId="urn:microsoft.com/office/officeart/2005/8/layout/vList4"/>
    <dgm:cxn modelId="{DF5AF04E-1DAC-4945-A9DE-0E2AAF6E658E}" type="presParOf" srcId="{228228A0-E6FA-4195-A21F-01294EDE9CBA}" destId="{F91CF7D6-B853-4AE3-9528-58D56758C363}" srcOrd="0" destOrd="0" presId="urn:microsoft.com/office/officeart/2005/8/layout/vList4"/>
    <dgm:cxn modelId="{C7F5B094-E550-4BBF-86BD-A96CDF706274}" type="presParOf" srcId="{228228A0-E6FA-4195-A21F-01294EDE9CBA}" destId="{6C539F8A-AA8D-4B23-8E88-B53A76693B02}" srcOrd="1" destOrd="0" presId="urn:microsoft.com/office/officeart/2005/8/layout/vList4"/>
    <dgm:cxn modelId="{E75DEF39-6431-5D4E-B966-4ADA74043A94}" type="presParOf" srcId="{228228A0-E6FA-4195-A21F-01294EDE9CBA}" destId="{ED21F4F6-0699-D648-87F9-5950B2A6F4DB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79F1E452-8CE9-44EA-AE17-43ED8530D8C7}" type="doc">
      <dgm:prSet loTypeId="urn:microsoft.com/office/officeart/2008/layout/AlternatingPictureBlocks" qsTypeId="urn:microsoft.com/office/officeart/2005/8/quickstyle/simple2" csTypeId="urn:microsoft.com/office/officeart/2005/8/colors/accent1_2"/>
      <dgm:spPr/>
    </dgm:pt>
    <dgm:pt modelId="{5C2B5A82-F03B-4F0B-B24E-6ED6902A3C89}">
      <dgm:prSet/>
      <dgm:spPr/>
      <dgm:t>
        <a:bodyPr/>
        <a:lstStyle/>
        <a:p>
          <a:r>
            <a:t>Customer insight</a:t>
          </a:r>
        </a:p>
      </dgm:t>
    </dgm:pt>
    <dgm:pt modelId="{0365E870-7DD6-4B50-B87A-B46432B67FEE}" type="parTrans" cxnId="{D85FE23E-0B0A-4153-A7E4-2417DC5B23D0}">
      <dgm:prSet/>
      <dgm:spPr/>
      <dgm:t>
        <a:bodyPr/>
        <a:lstStyle/>
        <a:p>
          <a:endParaRPr/>
        </a:p>
      </dgm:t>
    </dgm:pt>
    <dgm:pt modelId="{ED2927F8-E449-4343-B390-E19064D0FB9B}" type="sibTrans" cxnId="{D85FE23E-0B0A-4153-A7E4-2417DC5B23D0}">
      <dgm:prSet/>
      <dgm:spPr/>
      <dgm:t>
        <a:bodyPr/>
        <a:lstStyle/>
        <a:p>
          <a:endParaRPr/>
        </a:p>
      </dgm:t>
    </dgm:pt>
    <dgm:pt modelId="{39C9FE61-290F-4893-834F-C77095A3E822}">
      <dgm:prSet/>
      <dgm:spPr/>
      <dgm:t>
        <a:bodyPr/>
        <a:lstStyle/>
        <a:p>
          <a:r>
            <a:t>Product concept</a:t>
          </a:r>
        </a:p>
      </dgm:t>
    </dgm:pt>
    <dgm:pt modelId="{01B2FB9E-8967-4335-94CE-5690C78FD624}" type="parTrans" cxnId="{E71B9BB5-F61A-469E-9BA3-B2E6D53B386E}">
      <dgm:prSet/>
      <dgm:spPr/>
      <dgm:t>
        <a:bodyPr/>
        <a:lstStyle/>
        <a:p>
          <a:endParaRPr/>
        </a:p>
      </dgm:t>
    </dgm:pt>
    <dgm:pt modelId="{FAF67B6E-5724-4DA8-94C2-9658B128EDBD}" type="sibTrans" cxnId="{E71B9BB5-F61A-469E-9BA3-B2E6D53B386E}">
      <dgm:prSet/>
      <dgm:spPr/>
      <dgm:t>
        <a:bodyPr/>
        <a:lstStyle/>
        <a:p>
          <a:endParaRPr/>
        </a:p>
      </dgm:t>
    </dgm:pt>
    <dgm:pt modelId="{AE4E70AB-C208-43A4-8D50-C9AE5C80E3A4}">
      <dgm:prSet/>
      <dgm:spPr/>
      <dgm:t>
        <a:bodyPr/>
        <a:lstStyle/>
        <a:p>
          <a:r>
            <a:t>Prototype</a:t>
          </a:r>
        </a:p>
      </dgm:t>
    </dgm:pt>
    <dgm:pt modelId="{5E3A99AF-8788-4629-ADE1-07A39F96C8AC}" type="parTrans" cxnId="{6FBEB71A-F27E-4280-9F67-C0F51C61D181}">
      <dgm:prSet/>
      <dgm:spPr/>
      <dgm:t>
        <a:bodyPr/>
        <a:lstStyle/>
        <a:p>
          <a:endParaRPr/>
        </a:p>
      </dgm:t>
    </dgm:pt>
    <dgm:pt modelId="{1D18809F-B47E-4B73-AC84-70B74C449B40}" type="sibTrans" cxnId="{6FBEB71A-F27E-4280-9F67-C0F51C61D181}">
      <dgm:prSet/>
      <dgm:spPr/>
      <dgm:t>
        <a:bodyPr/>
        <a:lstStyle/>
        <a:p>
          <a:endParaRPr/>
        </a:p>
      </dgm:t>
    </dgm:pt>
    <dgm:pt modelId="{5C5288BB-5ACD-4187-AF9C-FF7A7F8067E9}">
      <dgm:prSet/>
      <dgm:spPr/>
      <dgm:t>
        <a:bodyPr/>
        <a:lstStyle/>
        <a:p>
          <a:r>
            <a:t>Feedback</a:t>
          </a:r>
        </a:p>
      </dgm:t>
    </dgm:pt>
    <dgm:pt modelId="{C69379C2-5D1B-4E1D-8840-B458DA1417B4}" type="parTrans" cxnId="{ADDA48C7-C5A0-40FD-870E-B2407C0F59C6}">
      <dgm:prSet/>
      <dgm:spPr/>
      <dgm:t>
        <a:bodyPr/>
        <a:lstStyle/>
        <a:p>
          <a:endParaRPr/>
        </a:p>
      </dgm:t>
    </dgm:pt>
    <dgm:pt modelId="{36C41784-666F-4FD2-9474-DB5D2A4C44C9}" type="sibTrans" cxnId="{ADDA48C7-C5A0-40FD-870E-B2407C0F59C6}">
      <dgm:prSet/>
      <dgm:spPr/>
      <dgm:t>
        <a:bodyPr/>
        <a:lstStyle/>
        <a:p>
          <a:endParaRPr/>
        </a:p>
      </dgm:t>
    </dgm:pt>
    <dgm:pt modelId="{6674504B-B40D-49FA-8E09-3876A982CEC6}">
      <dgm:prSet/>
      <dgm:spPr/>
      <dgm:t>
        <a:bodyPr/>
        <a:lstStyle/>
        <a:p>
          <a:r>
            <a:t>Next step</a:t>
          </a:r>
        </a:p>
      </dgm:t>
    </dgm:pt>
    <dgm:pt modelId="{88951084-42B9-45BA-89A4-D806CFEFED01}" type="parTrans" cxnId="{52D26B90-49E2-42E2-8876-42C7EE6DC8C9}">
      <dgm:prSet/>
      <dgm:spPr/>
      <dgm:t>
        <a:bodyPr/>
        <a:lstStyle/>
        <a:p>
          <a:endParaRPr/>
        </a:p>
      </dgm:t>
    </dgm:pt>
    <dgm:pt modelId="{BE460210-5C4E-40BF-8963-E4E9960A720D}" type="sibTrans" cxnId="{52D26B90-49E2-42E2-8876-42C7EE6DC8C9}">
      <dgm:prSet/>
      <dgm:spPr/>
      <dgm:t>
        <a:bodyPr/>
        <a:lstStyle/>
        <a:p>
          <a:endParaRPr/>
        </a:p>
      </dgm:t>
    </dgm:pt>
    <dgm:pt modelId="{4361BE51-86D6-0548-8211-4AC37F950543}" type="pres">
      <dgm:prSet presAssocID="{79F1E452-8CE9-44EA-AE17-43ED8530D8C7}" presName="linearFlow" presStyleCnt="0">
        <dgm:presLayoutVars>
          <dgm:dir/>
          <dgm:resizeHandles val="exact"/>
        </dgm:presLayoutVars>
      </dgm:prSet>
      <dgm:spPr/>
    </dgm:pt>
    <dgm:pt modelId="{D638FCF0-7D49-4F4D-A2A8-C8573B5ED9A7}" type="pres">
      <dgm:prSet presAssocID="{5C2B5A82-F03B-4F0B-B24E-6ED6902A3C89}" presName="comp" presStyleCnt="0"/>
      <dgm:spPr/>
    </dgm:pt>
    <dgm:pt modelId="{043C59FE-B2FD-1A44-A919-AFE9EEB886D2}" type="pres">
      <dgm:prSet presAssocID="{5C2B5A82-F03B-4F0B-B24E-6ED6902A3C89}" presName="rect2" presStyleLbl="node1" presStyleIdx="0" presStyleCnt="5">
        <dgm:presLayoutVars>
          <dgm:bulletEnabled val="1"/>
        </dgm:presLayoutVars>
      </dgm:prSet>
      <dgm:spPr/>
    </dgm:pt>
    <dgm:pt modelId="{9BA05759-BE93-6248-B1A9-3B14B83F9C94}" type="pres">
      <dgm:prSet presAssocID="{5C2B5A82-F03B-4F0B-B24E-6ED6902A3C89}" presName="rect1" presStyleLbl="lnNode1" presStyleIdx="0" presStyleCnt="5"/>
      <dgm:spPr/>
    </dgm:pt>
    <dgm:pt modelId="{0C957602-8A96-D440-BC7E-9D247D72F788}" type="pres">
      <dgm:prSet presAssocID="{ED2927F8-E449-4343-B390-E19064D0FB9B}" presName="sibTrans" presStyleCnt="0"/>
      <dgm:spPr/>
    </dgm:pt>
    <dgm:pt modelId="{8D804365-5C8B-EE4C-98DB-D87ACBAACDC9}" type="pres">
      <dgm:prSet presAssocID="{39C9FE61-290F-4893-834F-C77095A3E822}" presName="comp" presStyleCnt="0"/>
      <dgm:spPr/>
    </dgm:pt>
    <dgm:pt modelId="{38B88DDE-8E8C-C940-9DA1-841C8C3566AF}" type="pres">
      <dgm:prSet presAssocID="{39C9FE61-290F-4893-834F-C77095A3E822}" presName="rect2" presStyleLbl="node1" presStyleIdx="1" presStyleCnt="5">
        <dgm:presLayoutVars>
          <dgm:bulletEnabled val="1"/>
        </dgm:presLayoutVars>
      </dgm:prSet>
      <dgm:spPr/>
    </dgm:pt>
    <dgm:pt modelId="{F62BCDE4-E16D-CA48-B2E5-868045D1FB67}" type="pres">
      <dgm:prSet presAssocID="{39C9FE61-290F-4893-834F-C77095A3E822}" presName="rect1" presStyleLbl="lnNode1" presStyleIdx="1" presStyleCnt="5"/>
      <dgm:spPr/>
    </dgm:pt>
    <dgm:pt modelId="{0D9A10D1-8000-384F-B6CA-DF0AE6502DCF}" type="pres">
      <dgm:prSet presAssocID="{FAF67B6E-5724-4DA8-94C2-9658B128EDBD}" presName="sibTrans" presStyleCnt="0"/>
      <dgm:spPr/>
    </dgm:pt>
    <dgm:pt modelId="{C8580FEC-DE6C-E945-A3AB-12E03650C67D}" type="pres">
      <dgm:prSet presAssocID="{AE4E70AB-C208-43A4-8D50-C9AE5C80E3A4}" presName="comp" presStyleCnt="0"/>
      <dgm:spPr/>
    </dgm:pt>
    <dgm:pt modelId="{EBD7629E-B3AB-1A4F-ABB0-46FAC97B63DB}" type="pres">
      <dgm:prSet presAssocID="{AE4E70AB-C208-43A4-8D50-C9AE5C80E3A4}" presName="rect2" presStyleLbl="node1" presStyleIdx="2" presStyleCnt="5">
        <dgm:presLayoutVars>
          <dgm:bulletEnabled val="1"/>
        </dgm:presLayoutVars>
      </dgm:prSet>
      <dgm:spPr/>
    </dgm:pt>
    <dgm:pt modelId="{59AD628F-070C-F043-8A79-7E7C175F47B4}" type="pres">
      <dgm:prSet presAssocID="{AE4E70AB-C208-43A4-8D50-C9AE5C80E3A4}" presName="rect1" presStyleLbl="lnNode1" presStyleIdx="2" presStyleCnt="5"/>
      <dgm:spPr/>
    </dgm:pt>
    <dgm:pt modelId="{0F07AF30-A8B2-714D-8823-8706BA5591C2}" type="pres">
      <dgm:prSet presAssocID="{1D18809F-B47E-4B73-AC84-70B74C449B40}" presName="sibTrans" presStyleCnt="0"/>
      <dgm:spPr/>
    </dgm:pt>
    <dgm:pt modelId="{DFF2C749-0AB1-4E4E-A98A-BB2F27469549}" type="pres">
      <dgm:prSet presAssocID="{5C5288BB-5ACD-4187-AF9C-FF7A7F8067E9}" presName="comp" presStyleCnt="0"/>
      <dgm:spPr/>
    </dgm:pt>
    <dgm:pt modelId="{3CC46059-0BD1-D74B-9118-7E5EE5246BC2}" type="pres">
      <dgm:prSet presAssocID="{5C5288BB-5ACD-4187-AF9C-FF7A7F8067E9}" presName="rect2" presStyleLbl="node1" presStyleIdx="3" presStyleCnt="5">
        <dgm:presLayoutVars>
          <dgm:bulletEnabled val="1"/>
        </dgm:presLayoutVars>
      </dgm:prSet>
      <dgm:spPr/>
    </dgm:pt>
    <dgm:pt modelId="{97CEBA74-8066-E640-9C0D-DC5933F46592}" type="pres">
      <dgm:prSet presAssocID="{5C5288BB-5ACD-4187-AF9C-FF7A7F8067E9}" presName="rect1" presStyleLbl="lnNode1" presStyleIdx="3" presStyleCnt="5"/>
      <dgm:spPr/>
    </dgm:pt>
    <dgm:pt modelId="{95C8B8BE-10E6-6F4A-8CA1-196563AF5C67}" type="pres">
      <dgm:prSet presAssocID="{36C41784-666F-4FD2-9474-DB5D2A4C44C9}" presName="sibTrans" presStyleCnt="0"/>
      <dgm:spPr/>
    </dgm:pt>
    <dgm:pt modelId="{71AC5540-AC80-4E47-A2CF-4FCBE935FB22}" type="pres">
      <dgm:prSet presAssocID="{6674504B-B40D-49FA-8E09-3876A982CEC6}" presName="comp" presStyleCnt="0"/>
      <dgm:spPr/>
    </dgm:pt>
    <dgm:pt modelId="{14E3BA74-97DA-8E44-BA5E-3C9CB29F2EC0}" type="pres">
      <dgm:prSet presAssocID="{6674504B-B40D-49FA-8E09-3876A982CEC6}" presName="rect2" presStyleLbl="node1" presStyleIdx="4" presStyleCnt="5">
        <dgm:presLayoutVars>
          <dgm:bulletEnabled val="1"/>
        </dgm:presLayoutVars>
      </dgm:prSet>
      <dgm:spPr/>
    </dgm:pt>
    <dgm:pt modelId="{3E68F242-CC00-EA40-A1C6-A0DDCE428EAA}" type="pres">
      <dgm:prSet presAssocID="{6674504B-B40D-49FA-8E09-3876A982CEC6}" presName="rect1" presStyleLbl="lnNode1" presStyleIdx="4" presStyleCnt="5"/>
      <dgm:spPr/>
    </dgm:pt>
  </dgm:ptLst>
  <dgm:cxnLst>
    <dgm:cxn modelId="{6FBEB71A-F27E-4280-9F67-C0F51C61D181}" srcId="{79F1E452-8CE9-44EA-AE17-43ED8530D8C7}" destId="{AE4E70AB-C208-43A4-8D50-C9AE5C80E3A4}" srcOrd="2" destOrd="0" parTransId="{5E3A99AF-8788-4629-ADE1-07A39F96C8AC}" sibTransId="{1D18809F-B47E-4B73-AC84-70B74C449B40}"/>
    <dgm:cxn modelId="{D85FE23E-0B0A-4153-A7E4-2417DC5B23D0}" srcId="{79F1E452-8CE9-44EA-AE17-43ED8530D8C7}" destId="{5C2B5A82-F03B-4F0B-B24E-6ED6902A3C89}" srcOrd="0" destOrd="0" parTransId="{0365E870-7DD6-4B50-B87A-B46432B67FEE}" sibTransId="{ED2927F8-E449-4343-B390-E19064D0FB9B}"/>
    <dgm:cxn modelId="{A959A883-480B-464B-AA70-D7222277FFA7}" type="presOf" srcId="{5C5288BB-5ACD-4187-AF9C-FF7A7F8067E9}" destId="{3CC46059-0BD1-D74B-9118-7E5EE5246BC2}" srcOrd="0" destOrd="0" presId="urn:microsoft.com/office/officeart/2008/layout/AlternatingPictureBlocks"/>
    <dgm:cxn modelId="{D7A8C78D-513A-8542-9FA9-9DC59CE0EAEC}" type="presOf" srcId="{6674504B-B40D-49FA-8E09-3876A982CEC6}" destId="{14E3BA74-97DA-8E44-BA5E-3C9CB29F2EC0}" srcOrd="0" destOrd="0" presId="urn:microsoft.com/office/officeart/2008/layout/AlternatingPictureBlocks"/>
    <dgm:cxn modelId="{52D26B90-49E2-42E2-8876-42C7EE6DC8C9}" srcId="{79F1E452-8CE9-44EA-AE17-43ED8530D8C7}" destId="{6674504B-B40D-49FA-8E09-3876A982CEC6}" srcOrd="4" destOrd="0" parTransId="{88951084-42B9-45BA-89A4-D806CFEFED01}" sibTransId="{BE460210-5C4E-40BF-8963-E4E9960A720D}"/>
    <dgm:cxn modelId="{E71B9BB5-F61A-469E-9BA3-B2E6D53B386E}" srcId="{79F1E452-8CE9-44EA-AE17-43ED8530D8C7}" destId="{39C9FE61-290F-4893-834F-C77095A3E822}" srcOrd="1" destOrd="0" parTransId="{01B2FB9E-8967-4335-94CE-5690C78FD624}" sibTransId="{FAF67B6E-5724-4DA8-94C2-9658B128EDBD}"/>
    <dgm:cxn modelId="{ADDA48C7-C5A0-40FD-870E-B2407C0F59C6}" srcId="{79F1E452-8CE9-44EA-AE17-43ED8530D8C7}" destId="{5C5288BB-5ACD-4187-AF9C-FF7A7F8067E9}" srcOrd="3" destOrd="0" parTransId="{C69379C2-5D1B-4E1D-8840-B458DA1417B4}" sibTransId="{36C41784-666F-4FD2-9474-DB5D2A4C44C9}"/>
    <dgm:cxn modelId="{D527AFCA-CEA8-6B4D-8CDC-12CB062F3EB0}" type="presOf" srcId="{AE4E70AB-C208-43A4-8D50-C9AE5C80E3A4}" destId="{EBD7629E-B3AB-1A4F-ABB0-46FAC97B63DB}" srcOrd="0" destOrd="0" presId="urn:microsoft.com/office/officeart/2008/layout/AlternatingPictureBlocks"/>
    <dgm:cxn modelId="{1C1E6FD7-FD4A-7843-A169-A3506BD99F4F}" type="presOf" srcId="{5C2B5A82-F03B-4F0B-B24E-6ED6902A3C89}" destId="{043C59FE-B2FD-1A44-A919-AFE9EEB886D2}" srcOrd="0" destOrd="0" presId="urn:microsoft.com/office/officeart/2008/layout/AlternatingPictureBlocks"/>
    <dgm:cxn modelId="{B513CDDF-FD95-8247-9649-A5B17729618A}" type="presOf" srcId="{39C9FE61-290F-4893-834F-C77095A3E822}" destId="{38B88DDE-8E8C-C940-9DA1-841C8C3566AF}" srcOrd="0" destOrd="0" presId="urn:microsoft.com/office/officeart/2008/layout/AlternatingPictureBlocks"/>
    <dgm:cxn modelId="{3E9E6AEE-807B-C849-B926-71D78EBDC0B3}" type="presOf" srcId="{79F1E452-8CE9-44EA-AE17-43ED8530D8C7}" destId="{4361BE51-86D6-0548-8211-4AC37F950543}" srcOrd="0" destOrd="0" presId="urn:microsoft.com/office/officeart/2008/layout/AlternatingPictureBlocks"/>
    <dgm:cxn modelId="{2788B07D-757A-7E41-89E1-310916288242}" type="presParOf" srcId="{4361BE51-86D6-0548-8211-4AC37F950543}" destId="{D638FCF0-7D49-4F4D-A2A8-C8573B5ED9A7}" srcOrd="0" destOrd="0" presId="urn:microsoft.com/office/officeart/2008/layout/AlternatingPictureBlocks"/>
    <dgm:cxn modelId="{0DBD4256-79DA-C045-9C76-C1DABD7B955F}" type="presParOf" srcId="{D638FCF0-7D49-4F4D-A2A8-C8573B5ED9A7}" destId="{043C59FE-B2FD-1A44-A919-AFE9EEB886D2}" srcOrd="0" destOrd="0" presId="urn:microsoft.com/office/officeart/2008/layout/AlternatingPictureBlocks"/>
    <dgm:cxn modelId="{AFD916AE-1EE9-A643-8D31-91CE28D053D2}" type="presParOf" srcId="{D638FCF0-7D49-4F4D-A2A8-C8573B5ED9A7}" destId="{9BA05759-BE93-6248-B1A9-3B14B83F9C94}" srcOrd="1" destOrd="0" presId="urn:microsoft.com/office/officeart/2008/layout/AlternatingPictureBlocks"/>
    <dgm:cxn modelId="{75C92E52-EB4C-6746-923A-4A5E723EB828}" type="presParOf" srcId="{4361BE51-86D6-0548-8211-4AC37F950543}" destId="{0C957602-8A96-D440-BC7E-9D247D72F788}" srcOrd="1" destOrd="0" presId="urn:microsoft.com/office/officeart/2008/layout/AlternatingPictureBlocks"/>
    <dgm:cxn modelId="{A58533D9-EBF7-B74C-86D9-6E06D45F4C4B}" type="presParOf" srcId="{4361BE51-86D6-0548-8211-4AC37F950543}" destId="{8D804365-5C8B-EE4C-98DB-D87ACBAACDC9}" srcOrd="2" destOrd="0" presId="urn:microsoft.com/office/officeart/2008/layout/AlternatingPictureBlocks"/>
    <dgm:cxn modelId="{1F1A000C-DCCE-1E4B-B8EE-4406FA2C4A19}" type="presParOf" srcId="{8D804365-5C8B-EE4C-98DB-D87ACBAACDC9}" destId="{38B88DDE-8E8C-C940-9DA1-841C8C3566AF}" srcOrd="0" destOrd="0" presId="urn:microsoft.com/office/officeart/2008/layout/AlternatingPictureBlocks"/>
    <dgm:cxn modelId="{0A86E034-609C-3241-9227-BB44DE4C9973}" type="presParOf" srcId="{8D804365-5C8B-EE4C-98DB-D87ACBAACDC9}" destId="{F62BCDE4-E16D-CA48-B2E5-868045D1FB67}" srcOrd="1" destOrd="0" presId="urn:microsoft.com/office/officeart/2008/layout/AlternatingPictureBlocks"/>
    <dgm:cxn modelId="{8B2859FB-8C96-034F-8A88-5B0B56E1E17B}" type="presParOf" srcId="{4361BE51-86D6-0548-8211-4AC37F950543}" destId="{0D9A10D1-8000-384F-B6CA-DF0AE6502DCF}" srcOrd="3" destOrd="0" presId="urn:microsoft.com/office/officeart/2008/layout/AlternatingPictureBlocks"/>
    <dgm:cxn modelId="{0CC790E3-727E-0E4F-82A9-A30C75E29230}" type="presParOf" srcId="{4361BE51-86D6-0548-8211-4AC37F950543}" destId="{C8580FEC-DE6C-E945-A3AB-12E03650C67D}" srcOrd="4" destOrd="0" presId="urn:microsoft.com/office/officeart/2008/layout/AlternatingPictureBlocks"/>
    <dgm:cxn modelId="{6BC7603B-8BFD-1947-A93B-5D8B3532F5C9}" type="presParOf" srcId="{C8580FEC-DE6C-E945-A3AB-12E03650C67D}" destId="{EBD7629E-B3AB-1A4F-ABB0-46FAC97B63DB}" srcOrd="0" destOrd="0" presId="urn:microsoft.com/office/officeart/2008/layout/AlternatingPictureBlocks"/>
    <dgm:cxn modelId="{89E4A2D8-A684-C247-83BB-E2BB2117EDAF}" type="presParOf" srcId="{C8580FEC-DE6C-E945-A3AB-12E03650C67D}" destId="{59AD628F-070C-F043-8A79-7E7C175F47B4}" srcOrd="1" destOrd="0" presId="urn:microsoft.com/office/officeart/2008/layout/AlternatingPictureBlocks"/>
    <dgm:cxn modelId="{4106DE34-D600-4444-8DB3-327BE92657F9}" type="presParOf" srcId="{4361BE51-86D6-0548-8211-4AC37F950543}" destId="{0F07AF30-A8B2-714D-8823-8706BA5591C2}" srcOrd="5" destOrd="0" presId="urn:microsoft.com/office/officeart/2008/layout/AlternatingPictureBlocks"/>
    <dgm:cxn modelId="{F624DA43-9273-2941-B7B8-E3ACDE616071}" type="presParOf" srcId="{4361BE51-86D6-0548-8211-4AC37F950543}" destId="{DFF2C749-0AB1-4E4E-A98A-BB2F27469549}" srcOrd="6" destOrd="0" presId="urn:microsoft.com/office/officeart/2008/layout/AlternatingPictureBlocks"/>
    <dgm:cxn modelId="{38B10E33-5C0B-0943-852C-C164F3056138}" type="presParOf" srcId="{DFF2C749-0AB1-4E4E-A98A-BB2F27469549}" destId="{3CC46059-0BD1-D74B-9118-7E5EE5246BC2}" srcOrd="0" destOrd="0" presId="urn:microsoft.com/office/officeart/2008/layout/AlternatingPictureBlocks"/>
    <dgm:cxn modelId="{A67A2FA6-7E45-A242-8305-D6B213C62602}" type="presParOf" srcId="{DFF2C749-0AB1-4E4E-A98A-BB2F27469549}" destId="{97CEBA74-8066-E640-9C0D-DC5933F46592}" srcOrd="1" destOrd="0" presId="urn:microsoft.com/office/officeart/2008/layout/AlternatingPictureBlocks"/>
    <dgm:cxn modelId="{20632B0B-54C5-834F-A3DC-6417D5B35ECF}" type="presParOf" srcId="{4361BE51-86D6-0548-8211-4AC37F950543}" destId="{95C8B8BE-10E6-6F4A-8CA1-196563AF5C67}" srcOrd="7" destOrd="0" presId="urn:microsoft.com/office/officeart/2008/layout/AlternatingPictureBlocks"/>
    <dgm:cxn modelId="{04BFDD27-1A1E-FD43-9F4C-E5E10E996571}" type="presParOf" srcId="{4361BE51-86D6-0548-8211-4AC37F950543}" destId="{71AC5540-AC80-4E47-A2CF-4FCBE935FB22}" srcOrd="8" destOrd="0" presId="urn:microsoft.com/office/officeart/2008/layout/AlternatingPictureBlocks"/>
    <dgm:cxn modelId="{9CBFE964-ECA9-BB44-A1F0-66700BBE3410}" type="presParOf" srcId="{71AC5540-AC80-4E47-A2CF-4FCBE935FB22}" destId="{14E3BA74-97DA-8E44-BA5E-3C9CB29F2EC0}" srcOrd="0" destOrd="0" presId="urn:microsoft.com/office/officeart/2008/layout/AlternatingPictureBlocks"/>
    <dgm:cxn modelId="{9B5AC127-62D2-7B4B-A21B-0407C0658B36}" type="presParOf" srcId="{71AC5540-AC80-4E47-A2CF-4FCBE935FB22}" destId="{3E68F242-CC00-EA40-A1C6-A0DDCE428EAA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34545326-CB40-4D9E-A2DE-73EB9809587B}" type="doc">
      <dgm:prSet loTypeId="urn:microsoft.com/office/officeart/2005/8/layout/vList3" qsTypeId="urn:microsoft.com/office/officeart/2005/8/quickstyle/simple2" csTypeId="urn:microsoft.com/office/officeart/2005/8/colors/accent1_2"/>
      <dgm:spPr/>
    </dgm:pt>
    <dgm:pt modelId="{5DA75449-8A51-476D-BBC4-8F57B79C12A5}">
      <dgm:prSet/>
      <dgm:spPr/>
      <dgm:t>
        <a:bodyPr/>
        <a:lstStyle/>
        <a:p>
          <a:r>
            <a:t>Customer insight</a:t>
          </a:r>
        </a:p>
      </dgm:t>
    </dgm:pt>
    <dgm:pt modelId="{0E17B18C-8F87-48EC-8CD6-E4D5F1314C3F}" type="parTrans" cxnId="{18B4CADB-6E08-4AE0-94D5-C371BDCF0BAF}">
      <dgm:prSet/>
      <dgm:spPr/>
      <dgm:t>
        <a:bodyPr/>
        <a:lstStyle/>
        <a:p>
          <a:endParaRPr/>
        </a:p>
      </dgm:t>
    </dgm:pt>
    <dgm:pt modelId="{5B781AAB-5859-46A1-8FC0-94F573F5245D}" type="sibTrans" cxnId="{18B4CADB-6E08-4AE0-94D5-C371BDCF0BAF}">
      <dgm:prSet/>
      <dgm:spPr/>
      <dgm:t>
        <a:bodyPr/>
        <a:lstStyle/>
        <a:p>
          <a:endParaRPr/>
        </a:p>
      </dgm:t>
    </dgm:pt>
    <dgm:pt modelId="{CCA719E6-4891-400E-AD73-202E0B8D9367}">
      <dgm:prSet/>
      <dgm:spPr/>
      <dgm:t>
        <a:bodyPr/>
        <a:lstStyle/>
        <a:p>
          <a:r>
            <a:t>Product concept</a:t>
          </a:r>
        </a:p>
      </dgm:t>
    </dgm:pt>
    <dgm:pt modelId="{D9B0523A-33FE-489E-AFD5-9CCD99E63E02}" type="parTrans" cxnId="{C0112E1F-6F71-4A34-A25F-AB931271037D}">
      <dgm:prSet/>
      <dgm:spPr/>
      <dgm:t>
        <a:bodyPr/>
        <a:lstStyle/>
        <a:p>
          <a:endParaRPr/>
        </a:p>
      </dgm:t>
    </dgm:pt>
    <dgm:pt modelId="{C81554DB-73FF-429D-A7A1-BD1F97EF86A3}" type="sibTrans" cxnId="{C0112E1F-6F71-4A34-A25F-AB931271037D}">
      <dgm:prSet/>
      <dgm:spPr/>
      <dgm:t>
        <a:bodyPr/>
        <a:lstStyle/>
        <a:p>
          <a:endParaRPr/>
        </a:p>
      </dgm:t>
    </dgm:pt>
    <dgm:pt modelId="{312FDFD6-7175-4DAE-BA23-E8ADC545101D}">
      <dgm:prSet/>
      <dgm:spPr/>
      <dgm:t>
        <a:bodyPr/>
        <a:lstStyle/>
        <a:p>
          <a:r>
            <a:t>Prototype</a:t>
          </a:r>
        </a:p>
      </dgm:t>
    </dgm:pt>
    <dgm:pt modelId="{F0259FD5-867E-4B13-8B03-6551EC8D5237}" type="parTrans" cxnId="{841ECA0B-DBC3-4E99-9E57-7E7C6FA23E93}">
      <dgm:prSet/>
      <dgm:spPr/>
      <dgm:t>
        <a:bodyPr/>
        <a:lstStyle/>
        <a:p>
          <a:endParaRPr/>
        </a:p>
      </dgm:t>
    </dgm:pt>
    <dgm:pt modelId="{7B9CB074-22C8-40AF-B6A4-F82CC2A4806A}" type="sibTrans" cxnId="{841ECA0B-DBC3-4E99-9E57-7E7C6FA23E93}">
      <dgm:prSet/>
      <dgm:spPr/>
      <dgm:t>
        <a:bodyPr/>
        <a:lstStyle/>
        <a:p>
          <a:endParaRPr/>
        </a:p>
      </dgm:t>
    </dgm:pt>
    <dgm:pt modelId="{A057B9A7-4F5C-4531-AFE8-A8E343A48BCB}">
      <dgm:prSet/>
      <dgm:spPr/>
      <dgm:t>
        <a:bodyPr/>
        <a:lstStyle/>
        <a:p>
          <a:r>
            <a:t>Feedback</a:t>
          </a:r>
        </a:p>
      </dgm:t>
    </dgm:pt>
    <dgm:pt modelId="{6EB6DE75-6390-4926-BC28-73CE50271B06}" type="parTrans" cxnId="{CFA4DF86-B149-436A-A6D6-1C1E568E8509}">
      <dgm:prSet/>
      <dgm:spPr/>
      <dgm:t>
        <a:bodyPr/>
        <a:lstStyle/>
        <a:p>
          <a:endParaRPr/>
        </a:p>
      </dgm:t>
    </dgm:pt>
    <dgm:pt modelId="{E042CC6E-6E74-44A0-9A3F-9EECDD080F2F}" type="sibTrans" cxnId="{CFA4DF86-B149-436A-A6D6-1C1E568E8509}">
      <dgm:prSet/>
      <dgm:spPr/>
      <dgm:t>
        <a:bodyPr/>
        <a:lstStyle/>
        <a:p>
          <a:endParaRPr/>
        </a:p>
      </dgm:t>
    </dgm:pt>
    <dgm:pt modelId="{6762B59B-4DC2-46C8-BFA4-6C191A8DFB44}">
      <dgm:prSet/>
      <dgm:spPr/>
      <dgm:t>
        <a:bodyPr/>
        <a:lstStyle/>
        <a:p>
          <a:r>
            <a:t>Next step</a:t>
          </a:r>
        </a:p>
      </dgm:t>
    </dgm:pt>
    <dgm:pt modelId="{8D2613F4-5562-4064-8D09-45286799C1AD}" type="parTrans" cxnId="{36B9A442-81CA-4996-A78D-A11ABC3BDD8B}">
      <dgm:prSet/>
      <dgm:spPr/>
      <dgm:t>
        <a:bodyPr/>
        <a:lstStyle/>
        <a:p>
          <a:endParaRPr/>
        </a:p>
      </dgm:t>
    </dgm:pt>
    <dgm:pt modelId="{F3032EBC-0E4B-4E7A-9821-F3048142D8EA}" type="sibTrans" cxnId="{36B9A442-81CA-4996-A78D-A11ABC3BDD8B}">
      <dgm:prSet/>
      <dgm:spPr/>
      <dgm:t>
        <a:bodyPr/>
        <a:lstStyle/>
        <a:p>
          <a:endParaRPr/>
        </a:p>
      </dgm:t>
    </dgm:pt>
    <dgm:pt modelId="{E3FA6244-19D3-4163-8F64-FFE6FCADF356}" type="pres">
      <dgm:prSet presAssocID="{34545326-CB40-4D9E-A2DE-73EB9809587B}" presName="linearFlow" presStyleCnt="0">
        <dgm:presLayoutVars>
          <dgm:dir/>
          <dgm:resizeHandles val="exact"/>
        </dgm:presLayoutVars>
      </dgm:prSet>
      <dgm:spPr/>
    </dgm:pt>
    <dgm:pt modelId="{1E7F2327-E831-431B-83AC-CBC64E395479}" type="pres">
      <dgm:prSet presAssocID="{5DA75449-8A51-476D-BBC4-8F57B79C12A5}" presName="composite" presStyleCnt="0"/>
      <dgm:spPr/>
    </dgm:pt>
    <dgm:pt modelId="{56E8ED3A-12DD-4FF3-A67B-AB0E94BD0EEA}" type="pres">
      <dgm:prSet presAssocID="{5DA75449-8A51-476D-BBC4-8F57B79C12A5}" presName="imgShp" presStyleLbl="fgImgPlace1" presStyleIdx="0" presStyleCnt="5"/>
      <dgm:spPr/>
    </dgm:pt>
    <dgm:pt modelId="{A5F1DDBF-E4BD-4158-A20A-4AC6316467E9}" type="pres">
      <dgm:prSet presAssocID="{5DA75449-8A51-476D-BBC4-8F57B79C12A5}" presName="txShp" presStyleLbl="node1" presStyleIdx="0" presStyleCnt="5">
        <dgm:presLayoutVars>
          <dgm:bulletEnabled val="1"/>
        </dgm:presLayoutVars>
      </dgm:prSet>
      <dgm:spPr/>
    </dgm:pt>
    <dgm:pt modelId="{7C5BDF5E-EFA5-B74A-8592-9B2B1F61740B}" type="pres">
      <dgm:prSet presAssocID="{5B781AAB-5859-46A1-8FC0-94F573F5245D}" presName="spacing" presStyleCnt="0"/>
      <dgm:spPr/>
    </dgm:pt>
    <dgm:pt modelId="{04A2D602-2A12-49BC-9EB6-E793BAAEE238}" type="pres">
      <dgm:prSet presAssocID="{CCA719E6-4891-400E-AD73-202E0B8D9367}" presName="composite" presStyleCnt="0"/>
      <dgm:spPr/>
    </dgm:pt>
    <dgm:pt modelId="{36140B88-564C-47E5-8E78-7EBC3560650D}" type="pres">
      <dgm:prSet presAssocID="{CCA719E6-4891-400E-AD73-202E0B8D9367}" presName="imgShp" presStyleLbl="fgImgPlace1" presStyleIdx="1" presStyleCnt="5"/>
      <dgm:spPr/>
    </dgm:pt>
    <dgm:pt modelId="{8B84C5CA-50F2-42DD-91C3-44A51BA11F19}" type="pres">
      <dgm:prSet presAssocID="{CCA719E6-4891-400E-AD73-202E0B8D9367}" presName="txShp" presStyleLbl="node1" presStyleIdx="1" presStyleCnt="5">
        <dgm:presLayoutVars>
          <dgm:bulletEnabled val="1"/>
        </dgm:presLayoutVars>
      </dgm:prSet>
      <dgm:spPr/>
    </dgm:pt>
    <dgm:pt modelId="{96756F22-6895-B94C-BD2A-977978D25B3D}" type="pres">
      <dgm:prSet presAssocID="{C81554DB-73FF-429D-A7A1-BD1F97EF86A3}" presName="spacing" presStyleCnt="0"/>
      <dgm:spPr/>
    </dgm:pt>
    <dgm:pt modelId="{26658344-6832-4259-A039-10248F7F1CF6}" type="pres">
      <dgm:prSet presAssocID="{312FDFD6-7175-4DAE-BA23-E8ADC545101D}" presName="composite" presStyleCnt="0"/>
      <dgm:spPr/>
    </dgm:pt>
    <dgm:pt modelId="{7B58A53B-52EA-40EB-88A9-04617F70EE1D}" type="pres">
      <dgm:prSet presAssocID="{312FDFD6-7175-4DAE-BA23-E8ADC545101D}" presName="imgShp" presStyleLbl="fgImgPlace1" presStyleIdx="2" presStyleCnt="5"/>
      <dgm:spPr/>
    </dgm:pt>
    <dgm:pt modelId="{A7E17780-244F-4D6E-932D-75AFE0BBDF5C}" type="pres">
      <dgm:prSet presAssocID="{312FDFD6-7175-4DAE-BA23-E8ADC545101D}" presName="txShp" presStyleLbl="node1" presStyleIdx="2" presStyleCnt="5">
        <dgm:presLayoutVars>
          <dgm:bulletEnabled val="1"/>
        </dgm:presLayoutVars>
      </dgm:prSet>
      <dgm:spPr/>
    </dgm:pt>
    <dgm:pt modelId="{1A96EA85-2132-EF47-B59A-0AAE6C851EA9}" type="pres">
      <dgm:prSet presAssocID="{7B9CB074-22C8-40AF-B6A4-F82CC2A4806A}" presName="spacing" presStyleCnt="0"/>
      <dgm:spPr/>
    </dgm:pt>
    <dgm:pt modelId="{DA3E8E36-6D57-4CC6-B599-4633FBC9363B}" type="pres">
      <dgm:prSet presAssocID="{A057B9A7-4F5C-4531-AFE8-A8E343A48BCB}" presName="composite" presStyleCnt="0"/>
      <dgm:spPr/>
    </dgm:pt>
    <dgm:pt modelId="{5A4A6F31-1F85-48CC-A595-4184BE84D6C3}" type="pres">
      <dgm:prSet presAssocID="{A057B9A7-4F5C-4531-AFE8-A8E343A48BCB}" presName="imgShp" presStyleLbl="fgImgPlace1" presStyleIdx="3" presStyleCnt="5"/>
      <dgm:spPr/>
    </dgm:pt>
    <dgm:pt modelId="{6C4A8C2A-7AA7-473C-9DE5-AFF36141A20D}" type="pres">
      <dgm:prSet presAssocID="{A057B9A7-4F5C-4531-AFE8-A8E343A48BCB}" presName="txShp" presStyleLbl="node1" presStyleIdx="3" presStyleCnt="5">
        <dgm:presLayoutVars>
          <dgm:bulletEnabled val="1"/>
        </dgm:presLayoutVars>
      </dgm:prSet>
      <dgm:spPr/>
    </dgm:pt>
    <dgm:pt modelId="{539B75D9-E7C0-8443-BDB4-6F45D2F79C11}" type="pres">
      <dgm:prSet presAssocID="{E042CC6E-6E74-44A0-9A3F-9EECDD080F2F}" presName="spacing" presStyleCnt="0"/>
      <dgm:spPr/>
    </dgm:pt>
    <dgm:pt modelId="{31D8ACC7-5DD7-4E8A-BFF0-22E617466A46}" type="pres">
      <dgm:prSet presAssocID="{6762B59B-4DC2-46C8-BFA4-6C191A8DFB44}" presName="composite" presStyleCnt="0"/>
      <dgm:spPr/>
    </dgm:pt>
    <dgm:pt modelId="{B1692281-EDA2-41F7-BBBB-3D039B4016D2}" type="pres">
      <dgm:prSet presAssocID="{6762B59B-4DC2-46C8-BFA4-6C191A8DFB44}" presName="imgShp" presStyleLbl="fgImgPlace1" presStyleIdx="4" presStyleCnt="5"/>
      <dgm:spPr/>
    </dgm:pt>
    <dgm:pt modelId="{3CCD5749-E0F8-4D8C-90BC-231A3BA402D1}" type="pres">
      <dgm:prSet presAssocID="{6762B59B-4DC2-46C8-BFA4-6C191A8DFB44}" presName="txShp" presStyleLbl="node1" presStyleIdx="4" presStyleCnt="5">
        <dgm:presLayoutVars>
          <dgm:bulletEnabled val="1"/>
        </dgm:presLayoutVars>
      </dgm:prSet>
      <dgm:spPr/>
    </dgm:pt>
  </dgm:ptLst>
  <dgm:cxnLst>
    <dgm:cxn modelId="{841ECA0B-DBC3-4E99-9E57-7E7C6FA23E93}" srcId="{34545326-CB40-4D9E-A2DE-73EB9809587B}" destId="{312FDFD6-7175-4DAE-BA23-E8ADC545101D}" srcOrd="2" destOrd="0" parTransId="{F0259FD5-867E-4B13-8B03-6551EC8D5237}" sibTransId="{7B9CB074-22C8-40AF-B6A4-F82CC2A4806A}"/>
    <dgm:cxn modelId="{C0112E1F-6F71-4A34-A25F-AB931271037D}" srcId="{34545326-CB40-4D9E-A2DE-73EB9809587B}" destId="{CCA719E6-4891-400E-AD73-202E0B8D9367}" srcOrd="1" destOrd="0" parTransId="{D9B0523A-33FE-489E-AFD5-9CCD99E63E02}" sibTransId="{C81554DB-73FF-429D-A7A1-BD1F97EF86A3}"/>
    <dgm:cxn modelId="{6FADDE21-BA7A-489A-9B1D-BA2547978427}" type="presOf" srcId="{6762B59B-4DC2-46C8-BFA4-6C191A8DFB44}" destId="{3CCD5749-E0F8-4D8C-90BC-231A3BA402D1}" srcOrd="0" destOrd="0" presId="urn:microsoft.com/office/officeart/2005/8/layout/vList3"/>
    <dgm:cxn modelId="{36B9A442-81CA-4996-A78D-A11ABC3BDD8B}" srcId="{34545326-CB40-4D9E-A2DE-73EB9809587B}" destId="{6762B59B-4DC2-46C8-BFA4-6C191A8DFB44}" srcOrd="4" destOrd="0" parTransId="{8D2613F4-5562-4064-8D09-45286799C1AD}" sibTransId="{F3032EBC-0E4B-4E7A-9821-F3048142D8EA}"/>
    <dgm:cxn modelId="{44ECBE50-9424-477B-B2CF-F0B36D61E335}" type="presOf" srcId="{CCA719E6-4891-400E-AD73-202E0B8D9367}" destId="{8B84C5CA-50F2-42DD-91C3-44A51BA11F19}" srcOrd="0" destOrd="0" presId="urn:microsoft.com/office/officeart/2005/8/layout/vList3"/>
    <dgm:cxn modelId="{1F4BA770-E007-4CCF-9AC2-2DD307FB9837}" type="presOf" srcId="{312FDFD6-7175-4DAE-BA23-E8ADC545101D}" destId="{A7E17780-244F-4D6E-932D-75AFE0BBDF5C}" srcOrd="0" destOrd="0" presId="urn:microsoft.com/office/officeart/2005/8/layout/vList3"/>
    <dgm:cxn modelId="{CFA4DF86-B149-436A-A6D6-1C1E568E8509}" srcId="{34545326-CB40-4D9E-A2DE-73EB9809587B}" destId="{A057B9A7-4F5C-4531-AFE8-A8E343A48BCB}" srcOrd="3" destOrd="0" parTransId="{6EB6DE75-6390-4926-BC28-73CE50271B06}" sibTransId="{E042CC6E-6E74-44A0-9A3F-9EECDD080F2F}"/>
    <dgm:cxn modelId="{6D24BEA7-A2C7-4334-A760-7046762C7960}" type="presOf" srcId="{5DA75449-8A51-476D-BBC4-8F57B79C12A5}" destId="{A5F1DDBF-E4BD-4158-A20A-4AC6316467E9}" srcOrd="0" destOrd="0" presId="urn:microsoft.com/office/officeart/2005/8/layout/vList3"/>
    <dgm:cxn modelId="{4014A3B9-64B5-4684-B66D-39799E726AE2}" type="presOf" srcId="{A057B9A7-4F5C-4531-AFE8-A8E343A48BCB}" destId="{6C4A8C2A-7AA7-473C-9DE5-AFF36141A20D}" srcOrd="0" destOrd="0" presId="urn:microsoft.com/office/officeart/2005/8/layout/vList3"/>
    <dgm:cxn modelId="{18B4CADB-6E08-4AE0-94D5-C371BDCF0BAF}" srcId="{34545326-CB40-4D9E-A2DE-73EB9809587B}" destId="{5DA75449-8A51-476D-BBC4-8F57B79C12A5}" srcOrd="0" destOrd="0" parTransId="{0E17B18C-8F87-48EC-8CD6-E4D5F1314C3F}" sibTransId="{5B781AAB-5859-46A1-8FC0-94F573F5245D}"/>
    <dgm:cxn modelId="{32D855F0-E8DB-4081-BF79-14966A8FDBC9}" type="presOf" srcId="{34545326-CB40-4D9E-A2DE-73EB9809587B}" destId="{E3FA6244-19D3-4163-8F64-FFE6FCADF356}" srcOrd="0" destOrd="0" presId="urn:microsoft.com/office/officeart/2005/8/layout/vList3"/>
    <dgm:cxn modelId="{8F3146D5-E1BA-4130-BE47-E70B45A218E3}" type="presParOf" srcId="{E3FA6244-19D3-4163-8F64-FFE6FCADF356}" destId="{1E7F2327-E831-431B-83AC-CBC64E395479}" srcOrd="0" destOrd="0" presId="urn:microsoft.com/office/officeart/2005/8/layout/vList3"/>
    <dgm:cxn modelId="{E19AD86D-7077-4F1A-8863-58F0C7C30321}" type="presParOf" srcId="{1E7F2327-E831-431B-83AC-CBC64E395479}" destId="{56E8ED3A-12DD-4FF3-A67B-AB0E94BD0EEA}" srcOrd="0" destOrd="0" presId="urn:microsoft.com/office/officeart/2005/8/layout/vList3"/>
    <dgm:cxn modelId="{9B4BFDE0-40D8-4F20-B352-3A37B4748BDA}" type="presParOf" srcId="{1E7F2327-E831-431B-83AC-CBC64E395479}" destId="{A5F1DDBF-E4BD-4158-A20A-4AC6316467E9}" srcOrd="1" destOrd="0" presId="urn:microsoft.com/office/officeart/2005/8/layout/vList3"/>
    <dgm:cxn modelId="{CD41E48D-B5E9-244A-8384-2DAC9DB83363}" type="presParOf" srcId="{E3FA6244-19D3-4163-8F64-FFE6FCADF356}" destId="{7C5BDF5E-EFA5-B74A-8592-9B2B1F61740B}" srcOrd="1" destOrd="0" presId="urn:microsoft.com/office/officeart/2005/8/layout/vList3"/>
    <dgm:cxn modelId="{B22FFB47-B642-4839-932F-7239237E575B}" type="presParOf" srcId="{E3FA6244-19D3-4163-8F64-FFE6FCADF356}" destId="{04A2D602-2A12-49BC-9EB6-E793BAAEE238}" srcOrd="2" destOrd="0" presId="urn:microsoft.com/office/officeart/2005/8/layout/vList3"/>
    <dgm:cxn modelId="{EE5BBF11-E7FE-4461-94C0-29D880D90494}" type="presParOf" srcId="{04A2D602-2A12-49BC-9EB6-E793BAAEE238}" destId="{36140B88-564C-47E5-8E78-7EBC3560650D}" srcOrd="0" destOrd="0" presId="urn:microsoft.com/office/officeart/2005/8/layout/vList3"/>
    <dgm:cxn modelId="{300A9B59-7D12-4543-9239-7CA9AF6AD0D3}" type="presParOf" srcId="{04A2D602-2A12-49BC-9EB6-E793BAAEE238}" destId="{8B84C5CA-50F2-42DD-91C3-44A51BA11F19}" srcOrd="1" destOrd="0" presId="urn:microsoft.com/office/officeart/2005/8/layout/vList3"/>
    <dgm:cxn modelId="{1AB78E4C-838F-AE4F-AAD3-9B6BA7623FCD}" type="presParOf" srcId="{E3FA6244-19D3-4163-8F64-FFE6FCADF356}" destId="{96756F22-6895-B94C-BD2A-977978D25B3D}" srcOrd="3" destOrd="0" presId="urn:microsoft.com/office/officeart/2005/8/layout/vList3"/>
    <dgm:cxn modelId="{E54078FD-B1B4-4697-A890-D3A46E951C7F}" type="presParOf" srcId="{E3FA6244-19D3-4163-8F64-FFE6FCADF356}" destId="{26658344-6832-4259-A039-10248F7F1CF6}" srcOrd="4" destOrd="0" presId="urn:microsoft.com/office/officeart/2005/8/layout/vList3"/>
    <dgm:cxn modelId="{C535E218-8015-4D03-B29B-DD40B07C506C}" type="presParOf" srcId="{26658344-6832-4259-A039-10248F7F1CF6}" destId="{7B58A53B-52EA-40EB-88A9-04617F70EE1D}" srcOrd="0" destOrd="0" presId="urn:microsoft.com/office/officeart/2005/8/layout/vList3"/>
    <dgm:cxn modelId="{A8F03DD0-6589-4E32-BC82-5BA6730910F9}" type="presParOf" srcId="{26658344-6832-4259-A039-10248F7F1CF6}" destId="{A7E17780-244F-4D6E-932D-75AFE0BBDF5C}" srcOrd="1" destOrd="0" presId="urn:microsoft.com/office/officeart/2005/8/layout/vList3"/>
    <dgm:cxn modelId="{EEE0D31E-85AC-D249-9485-184894928213}" type="presParOf" srcId="{E3FA6244-19D3-4163-8F64-FFE6FCADF356}" destId="{1A96EA85-2132-EF47-B59A-0AAE6C851EA9}" srcOrd="5" destOrd="0" presId="urn:microsoft.com/office/officeart/2005/8/layout/vList3"/>
    <dgm:cxn modelId="{E6677D20-7FFC-4AC4-B1A1-C3B27C745531}" type="presParOf" srcId="{E3FA6244-19D3-4163-8F64-FFE6FCADF356}" destId="{DA3E8E36-6D57-4CC6-B599-4633FBC9363B}" srcOrd="6" destOrd="0" presId="urn:microsoft.com/office/officeart/2005/8/layout/vList3"/>
    <dgm:cxn modelId="{806BE241-9C12-4F71-95AB-D1D8822DE5F8}" type="presParOf" srcId="{DA3E8E36-6D57-4CC6-B599-4633FBC9363B}" destId="{5A4A6F31-1F85-48CC-A595-4184BE84D6C3}" srcOrd="0" destOrd="0" presId="urn:microsoft.com/office/officeart/2005/8/layout/vList3"/>
    <dgm:cxn modelId="{C490F629-22FF-48B0-B94A-D5766B175A9F}" type="presParOf" srcId="{DA3E8E36-6D57-4CC6-B599-4633FBC9363B}" destId="{6C4A8C2A-7AA7-473C-9DE5-AFF36141A20D}" srcOrd="1" destOrd="0" presId="urn:microsoft.com/office/officeart/2005/8/layout/vList3"/>
    <dgm:cxn modelId="{B4A36EC5-5207-1749-A597-D5F07E71CAFA}" type="presParOf" srcId="{E3FA6244-19D3-4163-8F64-FFE6FCADF356}" destId="{539B75D9-E7C0-8443-BDB4-6F45D2F79C11}" srcOrd="7" destOrd="0" presId="urn:microsoft.com/office/officeart/2005/8/layout/vList3"/>
    <dgm:cxn modelId="{C5AA2E9D-CDF1-498F-BA71-AABCC3980990}" type="presParOf" srcId="{E3FA6244-19D3-4163-8F64-FFE6FCADF356}" destId="{31D8ACC7-5DD7-4E8A-BFF0-22E617466A46}" srcOrd="8" destOrd="0" presId="urn:microsoft.com/office/officeart/2005/8/layout/vList3"/>
    <dgm:cxn modelId="{84173F60-A025-40AF-AC38-5237A7317C2E}" type="presParOf" srcId="{31D8ACC7-5DD7-4E8A-BFF0-22E617466A46}" destId="{B1692281-EDA2-41F7-BBBB-3D039B4016D2}" srcOrd="0" destOrd="0" presId="urn:microsoft.com/office/officeart/2005/8/layout/vList3"/>
    <dgm:cxn modelId="{8E1EE34E-6FD8-4C14-93D4-18123A888795}" type="presParOf" srcId="{31D8ACC7-5DD7-4E8A-BFF0-22E617466A46}" destId="{3CCD5749-E0F8-4D8C-90BC-231A3BA402D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557D19A9-381D-4B5D-8523-6FF610F4981E}" type="doc">
      <dgm:prSet loTypeId="urn:microsoft.com/office/officeart/2008/layout/PictureAccentList" qsTypeId="urn:microsoft.com/office/officeart/2005/8/quickstyle/simple2" csTypeId="urn:microsoft.com/office/officeart/2005/8/colors/accent1_2"/>
      <dgm:spPr/>
    </dgm:pt>
    <dgm:pt modelId="{01FBA58A-6F68-451B-8518-29CC0642B141}">
      <dgm:prSet/>
      <dgm:spPr/>
      <dgm:t>
        <a:bodyPr/>
        <a:lstStyle/>
        <a:p>
          <a:r>
            <a:t>Customer insight</a:t>
          </a:r>
        </a:p>
      </dgm:t>
    </dgm:pt>
    <dgm:pt modelId="{86AA5AE5-7686-4B50-9B43-42307771A082}" type="parTrans" cxnId="{120CEE7D-0449-4D74-9684-9B2BEE16009C}">
      <dgm:prSet/>
      <dgm:spPr/>
      <dgm:t>
        <a:bodyPr/>
        <a:lstStyle/>
        <a:p>
          <a:endParaRPr/>
        </a:p>
      </dgm:t>
    </dgm:pt>
    <dgm:pt modelId="{C8406BE1-8160-4E6B-8304-85507276E0B5}" type="sibTrans" cxnId="{120CEE7D-0449-4D74-9684-9B2BEE16009C}">
      <dgm:prSet/>
      <dgm:spPr/>
      <dgm:t>
        <a:bodyPr/>
        <a:lstStyle/>
        <a:p>
          <a:endParaRPr/>
        </a:p>
      </dgm:t>
    </dgm:pt>
    <dgm:pt modelId="{A6D25BAB-9B4C-47AB-9690-CA87D3812394}">
      <dgm:prSet/>
      <dgm:spPr/>
      <dgm:t>
        <a:bodyPr/>
        <a:lstStyle/>
        <a:p>
          <a:r>
            <a:t>Product concept</a:t>
          </a:r>
        </a:p>
      </dgm:t>
    </dgm:pt>
    <dgm:pt modelId="{9B043BCE-F89E-460A-8DFF-28AB43B0BA90}" type="parTrans" cxnId="{2C850F57-2CD9-47C5-9E2E-9DD462544077}">
      <dgm:prSet/>
      <dgm:spPr/>
      <dgm:t>
        <a:bodyPr/>
        <a:lstStyle/>
        <a:p>
          <a:endParaRPr/>
        </a:p>
      </dgm:t>
    </dgm:pt>
    <dgm:pt modelId="{93218A66-2B79-464A-91AB-16A8F98B345C}" type="sibTrans" cxnId="{2C850F57-2CD9-47C5-9E2E-9DD462544077}">
      <dgm:prSet/>
      <dgm:spPr/>
      <dgm:t>
        <a:bodyPr/>
        <a:lstStyle/>
        <a:p>
          <a:endParaRPr/>
        </a:p>
      </dgm:t>
    </dgm:pt>
    <dgm:pt modelId="{B72CDCE1-A71D-4A5D-A670-31C735311C0C}">
      <dgm:prSet/>
      <dgm:spPr/>
      <dgm:t>
        <a:bodyPr/>
        <a:lstStyle/>
        <a:p>
          <a:r>
            <a:t>Prototype</a:t>
          </a:r>
        </a:p>
      </dgm:t>
    </dgm:pt>
    <dgm:pt modelId="{8CB42305-B17A-4841-ABF1-9A05B5784330}" type="parTrans" cxnId="{3FDA1E38-3444-4A1C-A2A1-F279BDFCEB2D}">
      <dgm:prSet/>
      <dgm:spPr/>
      <dgm:t>
        <a:bodyPr/>
        <a:lstStyle/>
        <a:p>
          <a:endParaRPr/>
        </a:p>
      </dgm:t>
    </dgm:pt>
    <dgm:pt modelId="{F385F5E2-CFE8-4BCD-90A0-2F8E0BD58D43}" type="sibTrans" cxnId="{3FDA1E38-3444-4A1C-A2A1-F279BDFCEB2D}">
      <dgm:prSet/>
      <dgm:spPr/>
      <dgm:t>
        <a:bodyPr/>
        <a:lstStyle/>
        <a:p>
          <a:endParaRPr/>
        </a:p>
      </dgm:t>
    </dgm:pt>
    <dgm:pt modelId="{DD366F1E-B07E-4F3B-B27D-0CD7B7EF1242}">
      <dgm:prSet/>
      <dgm:spPr/>
      <dgm:t>
        <a:bodyPr/>
        <a:lstStyle/>
        <a:p>
          <a:r>
            <a:t>Feedback</a:t>
          </a:r>
        </a:p>
      </dgm:t>
    </dgm:pt>
    <dgm:pt modelId="{0F986485-A371-4557-9320-E3C7CCBD63C6}" type="parTrans" cxnId="{24195EBF-8767-4AD3-9BA5-5E2EAA6C841D}">
      <dgm:prSet/>
      <dgm:spPr/>
      <dgm:t>
        <a:bodyPr/>
        <a:lstStyle/>
        <a:p>
          <a:endParaRPr/>
        </a:p>
      </dgm:t>
    </dgm:pt>
    <dgm:pt modelId="{E230A9C9-1772-4F5E-8560-E163764EDAA4}" type="sibTrans" cxnId="{24195EBF-8767-4AD3-9BA5-5E2EAA6C841D}">
      <dgm:prSet/>
      <dgm:spPr/>
      <dgm:t>
        <a:bodyPr/>
        <a:lstStyle/>
        <a:p>
          <a:endParaRPr/>
        </a:p>
      </dgm:t>
    </dgm:pt>
    <dgm:pt modelId="{C3FE646B-969B-49CE-85BE-E6872E4ACC40}">
      <dgm:prSet/>
      <dgm:spPr/>
      <dgm:t>
        <a:bodyPr/>
        <a:lstStyle/>
        <a:p>
          <a:r>
            <a:t>Next step</a:t>
          </a:r>
        </a:p>
      </dgm:t>
    </dgm:pt>
    <dgm:pt modelId="{626C373E-EE2C-478C-A612-33ECDBF74B9C}" type="parTrans" cxnId="{661AF392-A799-43CA-BFE5-C4CC3FD2737E}">
      <dgm:prSet/>
      <dgm:spPr/>
      <dgm:t>
        <a:bodyPr/>
        <a:lstStyle/>
        <a:p>
          <a:endParaRPr/>
        </a:p>
      </dgm:t>
    </dgm:pt>
    <dgm:pt modelId="{0823BAF2-5261-48CA-8E35-0A63DCB97235}" type="sibTrans" cxnId="{661AF392-A799-43CA-BFE5-C4CC3FD2737E}">
      <dgm:prSet/>
      <dgm:spPr/>
      <dgm:t>
        <a:bodyPr/>
        <a:lstStyle/>
        <a:p>
          <a:endParaRPr/>
        </a:p>
      </dgm:t>
    </dgm:pt>
    <dgm:pt modelId="{5677A5B9-3334-7B4E-A8EA-F44173113499}" type="pres">
      <dgm:prSet presAssocID="{557D19A9-381D-4B5D-8523-6FF610F4981E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B871A450-2A4A-0E4E-93C7-3D1FD4837AA3}" type="pres">
      <dgm:prSet presAssocID="{01FBA58A-6F68-451B-8518-29CC0642B141}" presName="root" presStyleCnt="0">
        <dgm:presLayoutVars>
          <dgm:chMax/>
          <dgm:chPref val="4"/>
        </dgm:presLayoutVars>
      </dgm:prSet>
      <dgm:spPr/>
    </dgm:pt>
    <dgm:pt modelId="{C8EAB7FA-C64E-C942-B85D-CAF32DBDEF7F}" type="pres">
      <dgm:prSet presAssocID="{01FBA58A-6F68-451B-8518-29CC0642B141}" presName="rootComposite" presStyleCnt="0">
        <dgm:presLayoutVars/>
      </dgm:prSet>
      <dgm:spPr/>
    </dgm:pt>
    <dgm:pt modelId="{E9F25F88-9051-1449-97CC-22BB4913C6BD}" type="pres">
      <dgm:prSet presAssocID="{01FBA58A-6F68-451B-8518-29CC0642B141}" presName="rootText" presStyleLbl="node0" presStyleIdx="0" presStyleCnt="5">
        <dgm:presLayoutVars>
          <dgm:chMax/>
          <dgm:chPref val="4"/>
        </dgm:presLayoutVars>
      </dgm:prSet>
      <dgm:spPr/>
    </dgm:pt>
    <dgm:pt modelId="{B3558C10-C641-014D-BCD7-2F8CC103AC75}" type="pres">
      <dgm:prSet presAssocID="{01FBA58A-6F68-451B-8518-29CC0642B141}" presName="childShape" presStyleCnt="0">
        <dgm:presLayoutVars>
          <dgm:chMax val="0"/>
          <dgm:chPref val="0"/>
        </dgm:presLayoutVars>
      </dgm:prSet>
      <dgm:spPr/>
    </dgm:pt>
    <dgm:pt modelId="{1DA1FA93-71B3-0547-97E5-7804F35CFA43}" type="pres">
      <dgm:prSet presAssocID="{A6D25BAB-9B4C-47AB-9690-CA87D3812394}" presName="root" presStyleCnt="0">
        <dgm:presLayoutVars>
          <dgm:chMax/>
          <dgm:chPref val="4"/>
        </dgm:presLayoutVars>
      </dgm:prSet>
      <dgm:spPr/>
    </dgm:pt>
    <dgm:pt modelId="{37775BA9-9385-7949-AD42-26D46434A96D}" type="pres">
      <dgm:prSet presAssocID="{A6D25BAB-9B4C-47AB-9690-CA87D3812394}" presName="rootComposite" presStyleCnt="0">
        <dgm:presLayoutVars/>
      </dgm:prSet>
      <dgm:spPr/>
    </dgm:pt>
    <dgm:pt modelId="{7A1E5AD6-0AEA-D94B-85D6-E709AA222134}" type="pres">
      <dgm:prSet presAssocID="{A6D25BAB-9B4C-47AB-9690-CA87D3812394}" presName="rootText" presStyleLbl="node0" presStyleIdx="1" presStyleCnt="5">
        <dgm:presLayoutVars>
          <dgm:chMax/>
          <dgm:chPref val="4"/>
        </dgm:presLayoutVars>
      </dgm:prSet>
      <dgm:spPr/>
    </dgm:pt>
    <dgm:pt modelId="{500E72F5-482C-1943-BD7F-5F7063DE0AE4}" type="pres">
      <dgm:prSet presAssocID="{A6D25BAB-9B4C-47AB-9690-CA87D3812394}" presName="childShape" presStyleCnt="0">
        <dgm:presLayoutVars>
          <dgm:chMax val="0"/>
          <dgm:chPref val="0"/>
        </dgm:presLayoutVars>
      </dgm:prSet>
      <dgm:spPr/>
    </dgm:pt>
    <dgm:pt modelId="{DFED77D7-A433-A642-A28A-AA0851C90691}" type="pres">
      <dgm:prSet presAssocID="{B72CDCE1-A71D-4A5D-A670-31C735311C0C}" presName="root" presStyleCnt="0">
        <dgm:presLayoutVars>
          <dgm:chMax/>
          <dgm:chPref val="4"/>
        </dgm:presLayoutVars>
      </dgm:prSet>
      <dgm:spPr/>
    </dgm:pt>
    <dgm:pt modelId="{5F096D1C-DF31-1841-93FC-14381FC92A5C}" type="pres">
      <dgm:prSet presAssocID="{B72CDCE1-A71D-4A5D-A670-31C735311C0C}" presName="rootComposite" presStyleCnt="0">
        <dgm:presLayoutVars/>
      </dgm:prSet>
      <dgm:spPr/>
    </dgm:pt>
    <dgm:pt modelId="{1ED16509-49F4-744F-B7A2-0C0A3E3E84D1}" type="pres">
      <dgm:prSet presAssocID="{B72CDCE1-A71D-4A5D-A670-31C735311C0C}" presName="rootText" presStyleLbl="node0" presStyleIdx="2" presStyleCnt="5">
        <dgm:presLayoutVars>
          <dgm:chMax/>
          <dgm:chPref val="4"/>
        </dgm:presLayoutVars>
      </dgm:prSet>
      <dgm:spPr/>
    </dgm:pt>
    <dgm:pt modelId="{88CB5EDE-CD23-5B46-986C-4748FB862AF7}" type="pres">
      <dgm:prSet presAssocID="{B72CDCE1-A71D-4A5D-A670-31C735311C0C}" presName="childShape" presStyleCnt="0">
        <dgm:presLayoutVars>
          <dgm:chMax val="0"/>
          <dgm:chPref val="0"/>
        </dgm:presLayoutVars>
      </dgm:prSet>
      <dgm:spPr/>
    </dgm:pt>
    <dgm:pt modelId="{5A3D11D2-E146-3644-AFDA-43FA32B09C4D}" type="pres">
      <dgm:prSet presAssocID="{DD366F1E-B07E-4F3B-B27D-0CD7B7EF1242}" presName="root" presStyleCnt="0">
        <dgm:presLayoutVars>
          <dgm:chMax/>
          <dgm:chPref val="4"/>
        </dgm:presLayoutVars>
      </dgm:prSet>
      <dgm:spPr/>
    </dgm:pt>
    <dgm:pt modelId="{97A779D3-6C47-F248-8DE4-95B771468A8D}" type="pres">
      <dgm:prSet presAssocID="{DD366F1E-B07E-4F3B-B27D-0CD7B7EF1242}" presName="rootComposite" presStyleCnt="0">
        <dgm:presLayoutVars/>
      </dgm:prSet>
      <dgm:spPr/>
    </dgm:pt>
    <dgm:pt modelId="{627EB573-2534-0D40-B5AE-06AA52C53B2D}" type="pres">
      <dgm:prSet presAssocID="{DD366F1E-B07E-4F3B-B27D-0CD7B7EF1242}" presName="rootText" presStyleLbl="node0" presStyleIdx="3" presStyleCnt="5">
        <dgm:presLayoutVars>
          <dgm:chMax/>
          <dgm:chPref val="4"/>
        </dgm:presLayoutVars>
      </dgm:prSet>
      <dgm:spPr/>
    </dgm:pt>
    <dgm:pt modelId="{07184208-376B-1F4C-8DFB-3540C9795AED}" type="pres">
      <dgm:prSet presAssocID="{DD366F1E-B07E-4F3B-B27D-0CD7B7EF1242}" presName="childShape" presStyleCnt="0">
        <dgm:presLayoutVars>
          <dgm:chMax val="0"/>
          <dgm:chPref val="0"/>
        </dgm:presLayoutVars>
      </dgm:prSet>
      <dgm:spPr/>
    </dgm:pt>
    <dgm:pt modelId="{3129E046-FC50-7141-996A-BA0EAA84AA2D}" type="pres">
      <dgm:prSet presAssocID="{C3FE646B-969B-49CE-85BE-E6872E4ACC40}" presName="root" presStyleCnt="0">
        <dgm:presLayoutVars>
          <dgm:chMax/>
          <dgm:chPref val="4"/>
        </dgm:presLayoutVars>
      </dgm:prSet>
      <dgm:spPr/>
    </dgm:pt>
    <dgm:pt modelId="{4A152A77-9005-844B-B7B7-5D3A5F5CCF4C}" type="pres">
      <dgm:prSet presAssocID="{C3FE646B-969B-49CE-85BE-E6872E4ACC40}" presName="rootComposite" presStyleCnt="0">
        <dgm:presLayoutVars/>
      </dgm:prSet>
      <dgm:spPr/>
    </dgm:pt>
    <dgm:pt modelId="{E7ECC884-4AA2-6448-AA37-647FA37E2D85}" type="pres">
      <dgm:prSet presAssocID="{C3FE646B-969B-49CE-85BE-E6872E4ACC40}" presName="rootText" presStyleLbl="node0" presStyleIdx="4" presStyleCnt="5">
        <dgm:presLayoutVars>
          <dgm:chMax/>
          <dgm:chPref val="4"/>
        </dgm:presLayoutVars>
      </dgm:prSet>
      <dgm:spPr/>
    </dgm:pt>
    <dgm:pt modelId="{8A2BCFDE-A61E-3645-8734-C00ECEDD9A1F}" type="pres">
      <dgm:prSet presAssocID="{C3FE646B-969B-49CE-85BE-E6872E4ACC40}" presName="childShape" presStyleCnt="0">
        <dgm:presLayoutVars>
          <dgm:chMax val="0"/>
          <dgm:chPref val="0"/>
        </dgm:presLayoutVars>
      </dgm:prSet>
      <dgm:spPr/>
    </dgm:pt>
  </dgm:ptLst>
  <dgm:cxnLst>
    <dgm:cxn modelId="{3FDA1E38-3444-4A1C-A2A1-F279BDFCEB2D}" srcId="{557D19A9-381D-4B5D-8523-6FF610F4981E}" destId="{B72CDCE1-A71D-4A5D-A670-31C735311C0C}" srcOrd="2" destOrd="0" parTransId="{8CB42305-B17A-4841-ABF1-9A05B5784330}" sibTransId="{F385F5E2-CFE8-4BCD-90A0-2F8E0BD58D43}"/>
    <dgm:cxn modelId="{2C850F57-2CD9-47C5-9E2E-9DD462544077}" srcId="{557D19A9-381D-4B5D-8523-6FF610F4981E}" destId="{A6D25BAB-9B4C-47AB-9690-CA87D3812394}" srcOrd="1" destOrd="0" parTransId="{9B043BCE-F89E-460A-8DFF-28AB43B0BA90}" sibTransId="{93218A66-2B79-464A-91AB-16A8F98B345C}"/>
    <dgm:cxn modelId="{A0046B65-D15C-5549-9EA9-C906971A4AB5}" type="presOf" srcId="{C3FE646B-969B-49CE-85BE-E6872E4ACC40}" destId="{E7ECC884-4AA2-6448-AA37-647FA37E2D85}" srcOrd="0" destOrd="0" presId="urn:microsoft.com/office/officeart/2008/layout/PictureAccentList"/>
    <dgm:cxn modelId="{120CEE7D-0449-4D74-9684-9B2BEE16009C}" srcId="{557D19A9-381D-4B5D-8523-6FF610F4981E}" destId="{01FBA58A-6F68-451B-8518-29CC0642B141}" srcOrd="0" destOrd="0" parTransId="{86AA5AE5-7686-4B50-9B43-42307771A082}" sibTransId="{C8406BE1-8160-4E6B-8304-85507276E0B5}"/>
    <dgm:cxn modelId="{194DF090-3E50-754E-A5E2-C78F1887709E}" type="presOf" srcId="{557D19A9-381D-4B5D-8523-6FF610F4981E}" destId="{5677A5B9-3334-7B4E-A8EA-F44173113499}" srcOrd="0" destOrd="0" presId="urn:microsoft.com/office/officeart/2008/layout/PictureAccentList"/>
    <dgm:cxn modelId="{661AF392-A799-43CA-BFE5-C4CC3FD2737E}" srcId="{557D19A9-381D-4B5D-8523-6FF610F4981E}" destId="{C3FE646B-969B-49CE-85BE-E6872E4ACC40}" srcOrd="4" destOrd="0" parTransId="{626C373E-EE2C-478C-A612-33ECDBF74B9C}" sibTransId="{0823BAF2-5261-48CA-8E35-0A63DCB97235}"/>
    <dgm:cxn modelId="{85B2BCAD-9FD5-AE44-84A9-519A597DF6C0}" type="presOf" srcId="{B72CDCE1-A71D-4A5D-A670-31C735311C0C}" destId="{1ED16509-49F4-744F-B7A2-0C0A3E3E84D1}" srcOrd="0" destOrd="0" presId="urn:microsoft.com/office/officeart/2008/layout/PictureAccentList"/>
    <dgm:cxn modelId="{9A0C9AB5-A576-1F47-BA98-2164885AE454}" type="presOf" srcId="{A6D25BAB-9B4C-47AB-9690-CA87D3812394}" destId="{7A1E5AD6-0AEA-D94B-85D6-E709AA222134}" srcOrd="0" destOrd="0" presId="urn:microsoft.com/office/officeart/2008/layout/PictureAccentList"/>
    <dgm:cxn modelId="{24195EBF-8767-4AD3-9BA5-5E2EAA6C841D}" srcId="{557D19A9-381D-4B5D-8523-6FF610F4981E}" destId="{DD366F1E-B07E-4F3B-B27D-0CD7B7EF1242}" srcOrd="3" destOrd="0" parTransId="{0F986485-A371-4557-9320-E3C7CCBD63C6}" sibTransId="{E230A9C9-1772-4F5E-8560-E163764EDAA4}"/>
    <dgm:cxn modelId="{A09FFCD9-85E0-254A-AA41-B50B3882A9F3}" type="presOf" srcId="{01FBA58A-6F68-451B-8518-29CC0642B141}" destId="{E9F25F88-9051-1449-97CC-22BB4913C6BD}" srcOrd="0" destOrd="0" presId="urn:microsoft.com/office/officeart/2008/layout/PictureAccentList"/>
    <dgm:cxn modelId="{86E06CFC-7610-E441-9808-88714242B26A}" type="presOf" srcId="{DD366F1E-B07E-4F3B-B27D-0CD7B7EF1242}" destId="{627EB573-2534-0D40-B5AE-06AA52C53B2D}" srcOrd="0" destOrd="0" presId="urn:microsoft.com/office/officeart/2008/layout/PictureAccentList"/>
    <dgm:cxn modelId="{5647747E-3A38-E349-9232-73DFBC2D90B2}" type="presParOf" srcId="{5677A5B9-3334-7B4E-A8EA-F44173113499}" destId="{B871A450-2A4A-0E4E-93C7-3D1FD4837AA3}" srcOrd="0" destOrd="0" presId="urn:microsoft.com/office/officeart/2008/layout/PictureAccentList"/>
    <dgm:cxn modelId="{92A4EE4D-F543-284E-BE1E-66F0854B6F1B}" type="presParOf" srcId="{B871A450-2A4A-0E4E-93C7-3D1FD4837AA3}" destId="{C8EAB7FA-C64E-C942-B85D-CAF32DBDEF7F}" srcOrd="0" destOrd="0" presId="urn:microsoft.com/office/officeart/2008/layout/PictureAccentList"/>
    <dgm:cxn modelId="{B5A96961-FA0D-9946-80F8-9145976CA65D}" type="presParOf" srcId="{C8EAB7FA-C64E-C942-B85D-CAF32DBDEF7F}" destId="{E9F25F88-9051-1449-97CC-22BB4913C6BD}" srcOrd="0" destOrd="0" presId="urn:microsoft.com/office/officeart/2008/layout/PictureAccentList"/>
    <dgm:cxn modelId="{A683C176-7458-4647-9474-312A7273F5AC}" type="presParOf" srcId="{B871A450-2A4A-0E4E-93C7-3D1FD4837AA3}" destId="{B3558C10-C641-014D-BCD7-2F8CC103AC75}" srcOrd="1" destOrd="0" presId="urn:microsoft.com/office/officeart/2008/layout/PictureAccentList"/>
    <dgm:cxn modelId="{4D737362-C2FF-4D44-9BEB-AD0082780B92}" type="presParOf" srcId="{5677A5B9-3334-7B4E-A8EA-F44173113499}" destId="{1DA1FA93-71B3-0547-97E5-7804F35CFA43}" srcOrd="1" destOrd="0" presId="urn:microsoft.com/office/officeart/2008/layout/PictureAccentList"/>
    <dgm:cxn modelId="{DEE7B3A2-F27C-8D4C-8A58-3C2AEC990F56}" type="presParOf" srcId="{1DA1FA93-71B3-0547-97E5-7804F35CFA43}" destId="{37775BA9-9385-7949-AD42-26D46434A96D}" srcOrd="0" destOrd="0" presId="urn:microsoft.com/office/officeart/2008/layout/PictureAccentList"/>
    <dgm:cxn modelId="{A2CFCB46-D859-5C4C-B51D-932654B550BF}" type="presParOf" srcId="{37775BA9-9385-7949-AD42-26D46434A96D}" destId="{7A1E5AD6-0AEA-D94B-85D6-E709AA222134}" srcOrd="0" destOrd="0" presId="urn:microsoft.com/office/officeart/2008/layout/PictureAccentList"/>
    <dgm:cxn modelId="{458B0A13-9A12-0F4F-A316-1D3BD18F94EC}" type="presParOf" srcId="{1DA1FA93-71B3-0547-97E5-7804F35CFA43}" destId="{500E72F5-482C-1943-BD7F-5F7063DE0AE4}" srcOrd="1" destOrd="0" presId="urn:microsoft.com/office/officeart/2008/layout/PictureAccentList"/>
    <dgm:cxn modelId="{7EC376D5-C999-2B42-A777-BBE60685D222}" type="presParOf" srcId="{5677A5B9-3334-7B4E-A8EA-F44173113499}" destId="{DFED77D7-A433-A642-A28A-AA0851C90691}" srcOrd="2" destOrd="0" presId="urn:microsoft.com/office/officeart/2008/layout/PictureAccentList"/>
    <dgm:cxn modelId="{AD713C70-B82E-804D-9A84-94C93117303C}" type="presParOf" srcId="{DFED77D7-A433-A642-A28A-AA0851C90691}" destId="{5F096D1C-DF31-1841-93FC-14381FC92A5C}" srcOrd="0" destOrd="0" presId="urn:microsoft.com/office/officeart/2008/layout/PictureAccentList"/>
    <dgm:cxn modelId="{150156F0-BB12-FF44-986F-BB2D9006A25B}" type="presParOf" srcId="{5F096D1C-DF31-1841-93FC-14381FC92A5C}" destId="{1ED16509-49F4-744F-B7A2-0C0A3E3E84D1}" srcOrd="0" destOrd="0" presId="urn:microsoft.com/office/officeart/2008/layout/PictureAccentList"/>
    <dgm:cxn modelId="{03480ABD-7C84-894A-8711-E30B4D17AC4C}" type="presParOf" srcId="{DFED77D7-A433-A642-A28A-AA0851C90691}" destId="{88CB5EDE-CD23-5B46-986C-4748FB862AF7}" srcOrd="1" destOrd="0" presId="urn:microsoft.com/office/officeart/2008/layout/PictureAccentList"/>
    <dgm:cxn modelId="{1BC047AF-56A8-7445-9E89-F64D0A67F5F3}" type="presParOf" srcId="{5677A5B9-3334-7B4E-A8EA-F44173113499}" destId="{5A3D11D2-E146-3644-AFDA-43FA32B09C4D}" srcOrd="3" destOrd="0" presId="urn:microsoft.com/office/officeart/2008/layout/PictureAccentList"/>
    <dgm:cxn modelId="{54C88110-6874-C74E-B07B-FC5776CA6FF0}" type="presParOf" srcId="{5A3D11D2-E146-3644-AFDA-43FA32B09C4D}" destId="{97A779D3-6C47-F248-8DE4-95B771468A8D}" srcOrd="0" destOrd="0" presId="urn:microsoft.com/office/officeart/2008/layout/PictureAccentList"/>
    <dgm:cxn modelId="{6149A6D2-C6E1-2840-AB5F-CC605F25AF29}" type="presParOf" srcId="{97A779D3-6C47-F248-8DE4-95B771468A8D}" destId="{627EB573-2534-0D40-B5AE-06AA52C53B2D}" srcOrd="0" destOrd="0" presId="urn:microsoft.com/office/officeart/2008/layout/PictureAccentList"/>
    <dgm:cxn modelId="{CDE78210-34CB-8042-9CCC-09E86354E091}" type="presParOf" srcId="{5A3D11D2-E146-3644-AFDA-43FA32B09C4D}" destId="{07184208-376B-1F4C-8DFB-3540C9795AED}" srcOrd="1" destOrd="0" presId="urn:microsoft.com/office/officeart/2008/layout/PictureAccentList"/>
    <dgm:cxn modelId="{602655C7-9CC9-D442-AFAF-7015A562041A}" type="presParOf" srcId="{5677A5B9-3334-7B4E-A8EA-F44173113499}" destId="{3129E046-FC50-7141-996A-BA0EAA84AA2D}" srcOrd="4" destOrd="0" presId="urn:microsoft.com/office/officeart/2008/layout/PictureAccentList"/>
    <dgm:cxn modelId="{83A9C1CC-09E4-3E4B-B9B6-DA4AEA976342}" type="presParOf" srcId="{3129E046-FC50-7141-996A-BA0EAA84AA2D}" destId="{4A152A77-9005-844B-B7B7-5D3A5F5CCF4C}" srcOrd="0" destOrd="0" presId="urn:microsoft.com/office/officeart/2008/layout/PictureAccentList"/>
    <dgm:cxn modelId="{F8AFD7EE-22BA-4D44-B50B-A2D1B757A0BA}" type="presParOf" srcId="{4A152A77-9005-844B-B7B7-5D3A5F5CCF4C}" destId="{E7ECC884-4AA2-6448-AA37-647FA37E2D85}" srcOrd="0" destOrd="0" presId="urn:microsoft.com/office/officeart/2008/layout/PictureAccentList"/>
    <dgm:cxn modelId="{FA10D255-9197-E74C-B5F9-4E32555BD002}" type="presParOf" srcId="{3129E046-FC50-7141-996A-BA0EAA84AA2D}" destId="{8A2BCFDE-A61E-3645-8734-C00ECEDD9A1F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775DFED2-D346-4198-A656-84D4F5A610DC}" type="doc">
      <dgm:prSet loTypeId="urn:microsoft.com/office/officeart/2005/8/layout/vList5" qsTypeId="urn:microsoft.com/office/officeart/2005/8/quickstyle/simple2" csTypeId="urn:microsoft.com/office/officeart/2005/8/colors/accent1_2"/>
      <dgm:spPr/>
    </dgm:pt>
    <dgm:pt modelId="{ED2FA60D-54D9-4789-AADD-9550D7B36CBF}">
      <dgm:prSet/>
      <dgm:spPr/>
      <dgm:t>
        <a:bodyPr/>
        <a:lstStyle/>
        <a:p>
          <a:r>
            <a:t>Customer insight</a:t>
          </a:r>
        </a:p>
      </dgm:t>
    </dgm:pt>
    <dgm:pt modelId="{B014E572-A560-49C2-B52E-6E3117052878}" type="parTrans" cxnId="{C287F37A-237F-489D-8D43-8C1FD7AC0F86}">
      <dgm:prSet/>
      <dgm:spPr/>
      <dgm:t>
        <a:bodyPr/>
        <a:lstStyle/>
        <a:p>
          <a:endParaRPr/>
        </a:p>
      </dgm:t>
    </dgm:pt>
    <dgm:pt modelId="{0A19783C-4D4F-464E-9EE9-F12988370C91}" type="sibTrans" cxnId="{C287F37A-237F-489D-8D43-8C1FD7AC0F86}">
      <dgm:prSet/>
      <dgm:spPr/>
      <dgm:t>
        <a:bodyPr/>
        <a:lstStyle/>
        <a:p>
          <a:endParaRPr/>
        </a:p>
      </dgm:t>
    </dgm:pt>
    <dgm:pt modelId="{2594F8FD-9F29-4CB9-8C5C-9AB5F04F8F31}">
      <dgm:prSet/>
      <dgm:spPr/>
      <dgm:t>
        <a:bodyPr/>
        <a:lstStyle/>
        <a:p>
          <a:r>
            <a:t>Product concept</a:t>
          </a:r>
        </a:p>
      </dgm:t>
    </dgm:pt>
    <dgm:pt modelId="{9FF94E3E-E57E-40D7-A2EB-E750FD470D2A}" type="parTrans" cxnId="{B6CC42B4-82F6-484D-8045-07576AF1CB27}">
      <dgm:prSet/>
      <dgm:spPr/>
      <dgm:t>
        <a:bodyPr/>
        <a:lstStyle/>
        <a:p>
          <a:endParaRPr/>
        </a:p>
      </dgm:t>
    </dgm:pt>
    <dgm:pt modelId="{65C7601F-4E22-43CE-AE26-69D288D498EE}" type="sibTrans" cxnId="{B6CC42B4-82F6-484D-8045-07576AF1CB27}">
      <dgm:prSet/>
      <dgm:spPr/>
      <dgm:t>
        <a:bodyPr/>
        <a:lstStyle/>
        <a:p>
          <a:endParaRPr/>
        </a:p>
      </dgm:t>
    </dgm:pt>
    <dgm:pt modelId="{7B7A323F-A913-48FD-BCD1-C62465FAF5CD}">
      <dgm:prSet/>
      <dgm:spPr/>
      <dgm:t>
        <a:bodyPr/>
        <a:lstStyle/>
        <a:p>
          <a:r>
            <a:t>Prototype</a:t>
          </a:r>
        </a:p>
      </dgm:t>
    </dgm:pt>
    <dgm:pt modelId="{B5A04091-CE12-4998-BCAE-D1D578AB1A52}" type="parTrans" cxnId="{D44F1669-3F08-45BF-853C-B5433BBF10CB}">
      <dgm:prSet/>
      <dgm:spPr/>
      <dgm:t>
        <a:bodyPr/>
        <a:lstStyle/>
        <a:p>
          <a:endParaRPr/>
        </a:p>
      </dgm:t>
    </dgm:pt>
    <dgm:pt modelId="{2F37C1AD-AB9B-48AE-9ED9-9F7BD4FEF995}" type="sibTrans" cxnId="{D44F1669-3F08-45BF-853C-B5433BBF10CB}">
      <dgm:prSet/>
      <dgm:spPr/>
      <dgm:t>
        <a:bodyPr/>
        <a:lstStyle/>
        <a:p>
          <a:endParaRPr/>
        </a:p>
      </dgm:t>
    </dgm:pt>
    <dgm:pt modelId="{218B771F-70C2-4F92-BC6C-50B8CAB41CCD}">
      <dgm:prSet/>
      <dgm:spPr/>
      <dgm:t>
        <a:bodyPr/>
        <a:lstStyle/>
        <a:p>
          <a:r>
            <a:t>Feedback</a:t>
          </a:r>
        </a:p>
      </dgm:t>
    </dgm:pt>
    <dgm:pt modelId="{85D45D85-E3E3-42F7-BA35-8308658F3ED1}" type="parTrans" cxnId="{B4111A75-595F-4C26-B05D-28D007D390B3}">
      <dgm:prSet/>
      <dgm:spPr/>
      <dgm:t>
        <a:bodyPr/>
        <a:lstStyle/>
        <a:p>
          <a:endParaRPr/>
        </a:p>
      </dgm:t>
    </dgm:pt>
    <dgm:pt modelId="{D6E64E93-12D2-4AFD-A98B-58587C2F14BE}" type="sibTrans" cxnId="{B4111A75-595F-4C26-B05D-28D007D390B3}">
      <dgm:prSet/>
      <dgm:spPr/>
      <dgm:t>
        <a:bodyPr/>
        <a:lstStyle/>
        <a:p>
          <a:endParaRPr/>
        </a:p>
      </dgm:t>
    </dgm:pt>
    <dgm:pt modelId="{1A447376-2B1B-4B0A-81EF-092A1C198B57}">
      <dgm:prSet/>
      <dgm:spPr/>
      <dgm:t>
        <a:bodyPr/>
        <a:lstStyle/>
        <a:p>
          <a:r>
            <a:t>Next step</a:t>
          </a:r>
        </a:p>
      </dgm:t>
    </dgm:pt>
    <dgm:pt modelId="{5A7C2B9C-7CE8-42B7-A860-2F08C0092B3D}" type="parTrans" cxnId="{244440E0-5B95-4177-A2A0-26F0F4814A1D}">
      <dgm:prSet/>
      <dgm:spPr/>
      <dgm:t>
        <a:bodyPr/>
        <a:lstStyle/>
        <a:p>
          <a:endParaRPr/>
        </a:p>
      </dgm:t>
    </dgm:pt>
    <dgm:pt modelId="{222E5EA4-B2F6-4418-9876-39A06D8F1539}" type="sibTrans" cxnId="{244440E0-5B95-4177-A2A0-26F0F4814A1D}">
      <dgm:prSet/>
      <dgm:spPr/>
      <dgm:t>
        <a:bodyPr/>
        <a:lstStyle/>
        <a:p>
          <a:endParaRPr/>
        </a:p>
      </dgm:t>
    </dgm:pt>
    <dgm:pt modelId="{D79928BA-AACE-B443-BCB6-C7F58CEA07CF}" type="pres">
      <dgm:prSet presAssocID="{775DFED2-D346-4198-A656-84D4F5A610DC}" presName="Name0" presStyleCnt="0">
        <dgm:presLayoutVars>
          <dgm:dir/>
          <dgm:animLvl val="lvl"/>
          <dgm:resizeHandles val="exact"/>
        </dgm:presLayoutVars>
      </dgm:prSet>
      <dgm:spPr/>
    </dgm:pt>
    <dgm:pt modelId="{36EA0D1D-91F3-0D4F-9E74-9A6AB9332AD0}" type="pres">
      <dgm:prSet presAssocID="{ED2FA60D-54D9-4789-AADD-9550D7B36CBF}" presName="linNode" presStyleCnt="0"/>
      <dgm:spPr/>
    </dgm:pt>
    <dgm:pt modelId="{17070D02-BFC0-C64E-92A4-2EB876B37E5B}" type="pres">
      <dgm:prSet presAssocID="{ED2FA60D-54D9-4789-AADD-9550D7B36CBF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1AB2CAE1-D00C-9841-82B4-EE32CE072DC8}" type="pres">
      <dgm:prSet presAssocID="{0A19783C-4D4F-464E-9EE9-F12988370C91}" presName="sp" presStyleCnt="0"/>
      <dgm:spPr/>
    </dgm:pt>
    <dgm:pt modelId="{12E4814B-B60A-5943-A4F5-86D03BC8D8AB}" type="pres">
      <dgm:prSet presAssocID="{2594F8FD-9F29-4CB9-8C5C-9AB5F04F8F31}" presName="linNode" presStyleCnt="0"/>
      <dgm:spPr/>
    </dgm:pt>
    <dgm:pt modelId="{442AA61C-F402-1441-AF77-952317BEF13F}" type="pres">
      <dgm:prSet presAssocID="{2594F8FD-9F29-4CB9-8C5C-9AB5F04F8F31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FF581D16-4A24-B247-A50A-7DD43BDC3F6A}" type="pres">
      <dgm:prSet presAssocID="{65C7601F-4E22-43CE-AE26-69D288D498EE}" presName="sp" presStyleCnt="0"/>
      <dgm:spPr/>
    </dgm:pt>
    <dgm:pt modelId="{DB638FF3-FAA9-6A4F-B89B-4F6CAA908DA2}" type="pres">
      <dgm:prSet presAssocID="{7B7A323F-A913-48FD-BCD1-C62465FAF5CD}" presName="linNode" presStyleCnt="0"/>
      <dgm:spPr/>
    </dgm:pt>
    <dgm:pt modelId="{793A0307-5627-A941-8F29-228E3E0DDA4E}" type="pres">
      <dgm:prSet presAssocID="{7B7A323F-A913-48FD-BCD1-C62465FAF5CD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8981CDE7-77D9-B144-9298-750FF20C4D04}" type="pres">
      <dgm:prSet presAssocID="{2F37C1AD-AB9B-48AE-9ED9-9F7BD4FEF995}" presName="sp" presStyleCnt="0"/>
      <dgm:spPr/>
    </dgm:pt>
    <dgm:pt modelId="{347840CC-E982-904F-84C3-43E70BB3F15C}" type="pres">
      <dgm:prSet presAssocID="{218B771F-70C2-4F92-BC6C-50B8CAB41CCD}" presName="linNode" presStyleCnt="0"/>
      <dgm:spPr/>
    </dgm:pt>
    <dgm:pt modelId="{30713D22-BBBE-EE4D-92A3-E03CA22D61CB}" type="pres">
      <dgm:prSet presAssocID="{218B771F-70C2-4F92-BC6C-50B8CAB41CCD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4DC6499B-5B77-254F-B2E6-F4A0C372ECB0}" type="pres">
      <dgm:prSet presAssocID="{D6E64E93-12D2-4AFD-A98B-58587C2F14BE}" presName="sp" presStyleCnt="0"/>
      <dgm:spPr/>
    </dgm:pt>
    <dgm:pt modelId="{D46EFF4A-D5D0-314D-A6B0-647116567C3B}" type="pres">
      <dgm:prSet presAssocID="{1A447376-2B1B-4B0A-81EF-092A1C198B57}" presName="linNode" presStyleCnt="0"/>
      <dgm:spPr/>
    </dgm:pt>
    <dgm:pt modelId="{FCCC2126-FB95-CD4B-BA4E-E83AD5B0DDA6}" type="pres">
      <dgm:prSet presAssocID="{1A447376-2B1B-4B0A-81EF-092A1C198B57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255F2439-E29A-5946-997B-23992FDD6031}" type="presOf" srcId="{1A447376-2B1B-4B0A-81EF-092A1C198B57}" destId="{FCCC2126-FB95-CD4B-BA4E-E83AD5B0DDA6}" srcOrd="0" destOrd="0" presId="urn:microsoft.com/office/officeart/2005/8/layout/vList5"/>
    <dgm:cxn modelId="{D44F1669-3F08-45BF-853C-B5433BBF10CB}" srcId="{775DFED2-D346-4198-A656-84D4F5A610DC}" destId="{7B7A323F-A913-48FD-BCD1-C62465FAF5CD}" srcOrd="2" destOrd="0" parTransId="{B5A04091-CE12-4998-BCAE-D1D578AB1A52}" sibTransId="{2F37C1AD-AB9B-48AE-9ED9-9F7BD4FEF995}"/>
    <dgm:cxn modelId="{3A6DB271-51A3-A843-98C7-E874583BFAE4}" type="presOf" srcId="{ED2FA60D-54D9-4789-AADD-9550D7B36CBF}" destId="{17070D02-BFC0-C64E-92A4-2EB876B37E5B}" srcOrd="0" destOrd="0" presId="urn:microsoft.com/office/officeart/2005/8/layout/vList5"/>
    <dgm:cxn modelId="{B4111A75-595F-4C26-B05D-28D007D390B3}" srcId="{775DFED2-D346-4198-A656-84D4F5A610DC}" destId="{218B771F-70C2-4F92-BC6C-50B8CAB41CCD}" srcOrd="3" destOrd="0" parTransId="{85D45D85-E3E3-42F7-BA35-8308658F3ED1}" sibTransId="{D6E64E93-12D2-4AFD-A98B-58587C2F14BE}"/>
    <dgm:cxn modelId="{C287F37A-237F-489D-8D43-8C1FD7AC0F86}" srcId="{775DFED2-D346-4198-A656-84D4F5A610DC}" destId="{ED2FA60D-54D9-4789-AADD-9550D7B36CBF}" srcOrd="0" destOrd="0" parTransId="{B014E572-A560-49C2-B52E-6E3117052878}" sibTransId="{0A19783C-4D4F-464E-9EE9-F12988370C91}"/>
    <dgm:cxn modelId="{903BD586-AD33-E242-90FD-27EE71E438DA}" type="presOf" srcId="{218B771F-70C2-4F92-BC6C-50B8CAB41CCD}" destId="{30713D22-BBBE-EE4D-92A3-E03CA22D61CB}" srcOrd="0" destOrd="0" presId="urn:microsoft.com/office/officeart/2005/8/layout/vList5"/>
    <dgm:cxn modelId="{19D34EA0-CB77-284B-8E95-3BC83CDDAC4C}" type="presOf" srcId="{775DFED2-D346-4198-A656-84D4F5A610DC}" destId="{D79928BA-AACE-B443-BCB6-C7F58CEA07CF}" srcOrd="0" destOrd="0" presId="urn:microsoft.com/office/officeart/2005/8/layout/vList5"/>
    <dgm:cxn modelId="{B6CC42B4-82F6-484D-8045-07576AF1CB27}" srcId="{775DFED2-D346-4198-A656-84D4F5A610DC}" destId="{2594F8FD-9F29-4CB9-8C5C-9AB5F04F8F31}" srcOrd="1" destOrd="0" parTransId="{9FF94E3E-E57E-40D7-A2EB-E750FD470D2A}" sibTransId="{65C7601F-4E22-43CE-AE26-69D288D498EE}"/>
    <dgm:cxn modelId="{27A6A2C4-E120-E247-BC2B-5A4A1143F8AC}" type="presOf" srcId="{7B7A323F-A913-48FD-BCD1-C62465FAF5CD}" destId="{793A0307-5627-A941-8F29-228E3E0DDA4E}" srcOrd="0" destOrd="0" presId="urn:microsoft.com/office/officeart/2005/8/layout/vList5"/>
    <dgm:cxn modelId="{244440E0-5B95-4177-A2A0-26F0F4814A1D}" srcId="{775DFED2-D346-4198-A656-84D4F5A610DC}" destId="{1A447376-2B1B-4B0A-81EF-092A1C198B57}" srcOrd="4" destOrd="0" parTransId="{5A7C2B9C-7CE8-42B7-A860-2F08C0092B3D}" sibTransId="{222E5EA4-B2F6-4418-9876-39A06D8F1539}"/>
    <dgm:cxn modelId="{35F647E8-6998-2843-91BC-2445BF822D6C}" type="presOf" srcId="{2594F8FD-9F29-4CB9-8C5C-9AB5F04F8F31}" destId="{442AA61C-F402-1441-AF77-952317BEF13F}" srcOrd="0" destOrd="0" presId="urn:microsoft.com/office/officeart/2005/8/layout/vList5"/>
    <dgm:cxn modelId="{936FB460-243D-F648-A4A8-0A07F9FFAFB8}" type="presParOf" srcId="{D79928BA-AACE-B443-BCB6-C7F58CEA07CF}" destId="{36EA0D1D-91F3-0D4F-9E74-9A6AB9332AD0}" srcOrd="0" destOrd="0" presId="urn:microsoft.com/office/officeart/2005/8/layout/vList5"/>
    <dgm:cxn modelId="{E1512E90-4069-DD43-A2F2-DD89CD3D95EB}" type="presParOf" srcId="{36EA0D1D-91F3-0D4F-9E74-9A6AB9332AD0}" destId="{17070D02-BFC0-C64E-92A4-2EB876B37E5B}" srcOrd="0" destOrd="0" presId="urn:microsoft.com/office/officeart/2005/8/layout/vList5"/>
    <dgm:cxn modelId="{B2CD5617-AA51-C34F-BF67-A96E12B3089B}" type="presParOf" srcId="{D79928BA-AACE-B443-BCB6-C7F58CEA07CF}" destId="{1AB2CAE1-D00C-9841-82B4-EE32CE072DC8}" srcOrd="1" destOrd="0" presId="urn:microsoft.com/office/officeart/2005/8/layout/vList5"/>
    <dgm:cxn modelId="{7109D0D3-5C6C-254D-ACC4-A593296AED03}" type="presParOf" srcId="{D79928BA-AACE-B443-BCB6-C7F58CEA07CF}" destId="{12E4814B-B60A-5943-A4F5-86D03BC8D8AB}" srcOrd="2" destOrd="0" presId="urn:microsoft.com/office/officeart/2005/8/layout/vList5"/>
    <dgm:cxn modelId="{2CAC0925-C257-574E-ACF8-71C03682F031}" type="presParOf" srcId="{12E4814B-B60A-5943-A4F5-86D03BC8D8AB}" destId="{442AA61C-F402-1441-AF77-952317BEF13F}" srcOrd="0" destOrd="0" presId="urn:microsoft.com/office/officeart/2005/8/layout/vList5"/>
    <dgm:cxn modelId="{CEF54BAD-6533-F746-A119-B1A616B58718}" type="presParOf" srcId="{D79928BA-AACE-B443-BCB6-C7F58CEA07CF}" destId="{FF581D16-4A24-B247-A50A-7DD43BDC3F6A}" srcOrd="3" destOrd="0" presId="urn:microsoft.com/office/officeart/2005/8/layout/vList5"/>
    <dgm:cxn modelId="{BDC4A554-5154-B848-8732-F67326967296}" type="presParOf" srcId="{D79928BA-AACE-B443-BCB6-C7F58CEA07CF}" destId="{DB638FF3-FAA9-6A4F-B89B-4F6CAA908DA2}" srcOrd="4" destOrd="0" presId="urn:microsoft.com/office/officeart/2005/8/layout/vList5"/>
    <dgm:cxn modelId="{F78CD7D1-953B-3046-8773-D8D9AC98FCF2}" type="presParOf" srcId="{DB638FF3-FAA9-6A4F-B89B-4F6CAA908DA2}" destId="{793A0307-5627-A941-8F29-228E3E0DDA4E}" srcOrd="0" destOrd="0" presId="urn:microsoft.com/office/officeart/2005/8/layout/vList5"/>
    <dgm:cxn modelId="{9C210AF8-2617-DD4E-A8D4-FCDC836FCA04}" type="presParOf" srcId="{D79928BA-AACE-B443-BCB6-C7F58CEA07CF}" destId="{8981CDE7-77D9-B144-9298-750FF20C4D04}" srcOrd="5" destOrd="0" presId="urn:microsoft.com/office/officeart/2005/8/layout/vList5"/>
    <dgm:cxn modelId="{2A39EE94-D948-1A43-84F7-F9A43AB9CA87}" type="presParOf" srcId="{D79928BA-AACE-B443-BCB6-C7F58CEA07CF}" destId="{347840CC-E982-904F-84C3-43E70BB3F15C}" srcOrd="6" destOrd="0" presId="urn:microsoft.com/office/officeart/2005/8/layout/vList5"/>
    <dgm:cxn modelId="{3E3FEC7D-C1C7-324D-A321-A2EA9E4DE51E}" type="presParOf" srcId="{347840CC-E982-904F-84C3-43E70BB3F15C}" destId="{30713D22-BBBE-EE4D-92A3-E03CA22D61CB}" srcOrd="0" destOrd="0" presId="urn:microsoft.com/office/officeart/2005/8/layout/vList5"/>
    <dgm:cxn modelId="{B0E12162-66B3-BA44-A78C-460A8A9725CC}" type="presParOf" srcId="{D79928BA-AACE-B443-BCB6-C7F58CEA07CF}" destId="{4DC6499B-5B77-254F-B2E6-F4A0C372ECB0}" srcOrd="7" destOrd="0" presId="urn:microsoft.com/office/officeart/2005/8/layout/vList5"/>
    <dgm:cxn modelId="{47B116D1-C9C7-2E44-8D36-CE153EE48F1F}" type="presParOf" srcId="{D79928BA-AACE-B443-BCB6-C7F58CEA07CF}" destId="{D46EFF4A-D5D0-314D-A6B0-647116567C3B}" srcOrd="8" destOrd="0" presId="urn:microsoft.com/office/officeart/2005/8/layout/vList5"/>
    <dgm:cxn modelId="{421398B6-3CF8-DA4D-8924-6FD22D6D7B44}" type="presParOf" srcId="{D46EFF4A-D5D0-314D-A6B0-647116567C3B}" destId="{FCCC2126-FB95-CD4B-BA4E-E83AD5B0DDA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494F7F74-9EF8-4DA5-9F34-08EEF1D3F62F}" type="doc">
      <dgm:prSet loTypeId="urn:microsoft.com/office/officeart/2005/8/layout/chevron2" qsTypeId="urn:microsoft.com/office/officeart/2005/8/quickstyle/simple2" csTypeId="urn:microsoft.com/office/officeart/2005/8/colors/accent1_2"/>
      <dgm:spPr/>
    </dgm:pt>
    <dgm:pt modelId="{E9D52887-C4DD-4CFA-9D88-6A2F3E48CC33}">
      <dgm:prSet/>
      <dgm:spPr/>
      <dgm:t>
        <a:bodyPr/>
        <a:lstStyle/>
        <a:p>
          <a:r>
            <a:t>Customer insight</a:t>
          </a:r>
        </a:p>
      </dgm:t>
    </dgm:pt>
    <dgm:pt modelId="{75C6F046-4E5F-422E-B1E7-F025E2FFF894}" type="parTrans" cxnId="{17D4BC6F-E5F7-481C-9040-5937D262553A}">
      <dgm:prSet/>
      <dgm:spPr/>
      <dgm:t>
        <a:bodyPr/>
        <a:lstStyle/>
        <a:p>
          <a:endParaRPr/>
        </a:p>
      </dgm:t>
    </dgm:pt>
    <dgm:pt modelId="{A71930B1-ACCF-41BA-826E-CB62FA48A182}" type="sibTrans" cxnId="{17D4BC6F-E5F7-481C-9040-5937D262553A}">
      <dgm:prSet/>
      <dgm:spPr/>
      <dgm:t>
        <a:bodyPr/>
        <a:lstStyle/>
        <a:p>
          <a:endParaRPr/>
        </a:p>
      </dgm:t>
    </dgm:pt>
    <dgm:pt modelId="{F1ECCC97-D195-4A81-9CB3-0AC91E2284F7}">
      <dgm:prSet/>
      <dgm:spPr/>
      <dgm:t>
        <a:bodyPr/>
        <a:lstStyle/>
        <a:p>
          <a:r>
            <a:t>Product concept</a:t>
          </a:r>
        </a:p>
      </dgm:t>
    </dgm:pt>
    <dgm:pt modelId="{CD182C88-0C63-4638-879E-4C559C443143}" type="parTrans" cxnId="{9536799D-8BE6-43B9-B2D9-A556731334D2}">
      <dgm:prSet/>
      <dgm:spPr/>
      <dgm:t>
        <a:bodyPr/>
        <a:lstStyle/>
        <a:p>
          <a:endParaRPr/>
        </a:p>
      </dgm:t>
    </dgm:pt>
    <dgm:pt modelId="{5CE3DE2C-606E-4E8A-A5E5-8096CF892020}" type="sibTrans" cxnId="{9536799D-8BE6-43B9-B2D9-A556731334D2}">
      <dgm:prSet/>
      <dgm:spPr/>
      <dgm:t>
        <a:bodyPr/>
        <a:lstStyle/>
        <a:p>
          <a:endParaRPr/>
        </a:p>
      </dgm:t>
    </dgm:pt>
    <dgm:pt modelId="{071D3903-13F6-49A1-A55F-BA1CFA518929}">
      <dgm:prSet/>
      <dgm:spPr/>
      <dgm:t>
        <a:bodyPr/>
        <a:lstStyle/>
        <a:p>
          <a:r>
            <a:t>Prototype</a:t>
          </a:r>
        </a:p>
      </dgm:t>
    </dgm:pt>
    <dgm:pt modelId="{FDCFCAED-C12B-4C05-8419-F531DE7E723D}" type="parTrans" cxnId="{022E83BE-F632-44EC-BD2A-2CDE823D1BDA}">
      <dgm:prSet/>
      <dgm:spPr/>
      <dgm:t>
        <a:bodyPr/>
        <a:lstStyle/>
        <a:p>
          <a:endParaRPr/>
        </a:p>
      </dgm:t>
    </dgm:pt>
    <dgm:pt modelId="{023D3E3A-BCD3-47BB-9FF0-BF4FE15491CA}" type="sibTrans" cxnId="{022E83BE-F632-44EC-BD2A-2CDE823D1BDA}">
      <dgm:prSet/>
      <dgm:spPr/>
      <dgm:t>
        <a:bodyPr/>
        <a:lstStyle/>
        <a:p>
          <a:endParaRPr/>
        </a:p>
      </dgm:t>
    </dgm:pt>
    <dgm:pt modelId="{53FA1F53-173F-408E-AF76-D1C80D0AF3C4}">
      <dgm:prSet/>
      <dgm:spPr/>
      <dgm:t>
        <a:bodyPr/>
        <a:lstStyle/>
        <a:p>
          <a:r>
            <a:t>Feedback</a:t>
          </a:r>
        </a:p>
      </dgm:t>
    </dgm:pt>
    <dgm:pt modelId="{C235470D-EA10-4462-81F2-3CFD925EBF8C}" type="parTrans" cxnId="{F26F2193-C561-4B62-B9BB-B9B8CA04F287}">
      <dgm:prSet/>
      <dgm:spPr/>
      <dgm:t>
        <a:bodyPr/>
        <a:lstStyle/>
        <a:p>
          <a:endParaRPr/>
        </a:p>
      </dgm:t>
    </dgm:pt>
    <dgm:pt modelId="{4EF6D596-89CF-4A43-A582-DFA51F8D243B}" type="sibTrans" cxnId="{F26F2193-C561-4B62-B9BB-B9B8CA04F287}">
      <dgm:prSet/>
      <dgm:spPr/>
      <dgm:t>
        <a:bodyPr/>
        <a:lstStyle/>
        <a:p>
          <a:endParaRPr/>
        </a:p>
      </dgm:t>
    </dgm:pt>
    <dgm:pt modelId="{B5593EE7-9A16-4061-8678-C5871CFB023F}">
      <dgm:prSet/>
      <dgm:spPr/>
      <dgm:t>
        <a:bodyPr/>
        <a:lstStyle/>
        <a:p>
          <a:r>
            <a:t>Next step</a:t>
          </a:r>
        </a:p>
      </dgm:t>
    </dgm:pt>
    <dgm:pt modelId="{72370BED-C5F1-417B-ACE0-31503988C27D}" type="parTrans" cxnId="{FAE1A695-F5D3-4836-A96A-72D1C93E2FAD}">
      <dgm:prSet/>
      <dgm:spPr/>
      <dgm:t>
        <a:bodyPr/>
        <a:lstStyle/>
        <a:p>
          <a:endParaRPr/>
        </a:p>
      </dgm:t>
    </dgm:pt>
    <dgm:pt modelId="{06568521-F4BD-4C28-B4C5-2A73F085422D}" type="sibTrans" cxnId="{FAE1A695-F5D3-4836-A96A-72D1C93E2FAD}">
      <dgm:prSet/>
      <dgm:spPr/>
      <dgm:t>
        <a:bodyPr/>
        <a:lstStyle/>
        <a:p>
          <a:endParaRPr/>
        </a:p>
      </dgm:t>
    </dgm:pt>
    <dgm:pt modelId="{B930DAAA-6063-384E-B198-992C4EE1DFEF}" type="pres">
      <dgm:prSet presAssocID="{494F7F74-9EF8-4DA5-9F34-08EEF1D3F62F}" presName="linearFlow" presStyleCnt="0">
        <dgm:presLayoutVars>
          <dgm:dir/>
          <dgm:animLvl val="lvl"/>
          <dgm:resizeHandles val="exact"/>
        </dgm:presLayoutVars>
      </dgm:prSet>
      <dgm:spPr/>
    </dgm:pt>
    <dgm:pt modelId="{21E46EDB-0A5B-AC43-9B97-73BB3EA4547E}" type="pres">
      <dgm:prSet presAssocID="{E9D52887-C4DD-4CFA-9D88-6A2F3E48CC33}" presName="composite" presStyleCnt="0"/>
      <dgm:spPr/>
    </dgm:pt>
    <dgm:pt modelId="{093ECF31-F09B-D14E-8A47-05BABC1C36CD}" type="pres">
      <dgm:prSet presAssocID="{E9D52887-C4DD-4CFA-9D88-6A2F3E48CC33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F4EDE386-A78D-E142-8858-C888C2A88CC3}" type="pres">
      <dgm:prSet presAssocID="{E9D52887-C4DD-4CFA-9D88-6A2F3E48CC33}" presName="descendantText" presStyleLbl="alignAcc1" presStyleIdx="0" presStyleCnt="5">
        <dgm:presLayoutVars>
          <dgm:bulletEnabled val="1"/>
        </dgm:presLayoutVars>
      </dgm:prSet>
      <dgm:spPr/>
    </dgm:pt>
    <dgm:pt modelId="{0FF4BF25-5DA3-E14D-992F-A010E1CA30FC}" type="pres">
      <dgm:prSet presAssocID="{A71930B1-ACCF-41BA-826E-CB62FA48A182}" presName="sp" presStyleCnt="0"/>
      <dgm:spPr/>
    </dgm:pt>
    <dgm:pt modelId="{D64ADD0E-9633-3F48-8FB6-8B8DEEEDBF76}" type="pres">
      <dgm:prSet presAssocID="{F1ECCC97-D195-4A81-9CB3-0AC91E2284F7}" presName="composite" presStyleCnt="0"/>
      <dgm:spPr/>
    </dgm:pt>
    <dgm:pt modelId="{28D5501F-AB82-904B-B278-97399177A419}" type="pres">
      <dgm:prSet presAssocID="{F1ECCC97-D195-4A81-9CB3-0AC91E2284F7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0267C143-A224-7D40-B83B-55ECCA6B5F7D}" type="pres">
      <dgm:prSet presAssocID="{F1ECCC97-D195-4A81-9CB3-0AC91E2284F7}" presName="descendantText" presStyleLbl="alignAcc1" presStyleIdx="1" presStyleCnt="5">
        <dgm:presLayoutVars>
          <dgm:bulletEnabled val="1"/>
        </dgm:presLayoutVars>
      </dgm:prSet>
      <dgm:spPr/>
    </dgm:pt>
    <dgm:pt modelId="{7ADF7EDF-D0E0-1243-8C18-AB7A802D3DB0}" type="pres">
      <dgm:prSet presAssocID="{5CE3DE2C-606E-4E8A-A5E5-8096CF892020}" presName="sp" presStyleCnt="0"/>
      <dgm:spPr/>
    </dgm:pt>
    <dgm:pt modelId="{9B310EC2-82AE-374A-9FB2-8C8DDBD055D4}" type="pres">
      <dgm:prSet presAssocID="{071D3903-13F6-49A1-A55F-BA1CFA518929}" presName="composite" presStyleCnt="0"/>
      <dgm:spPr/>
    </dgm:pt>
    <dgm:pt modelId="{134F23BF-04DE-3B4C-A749-033A1ED5EF99}" type="pres">
      <dgm:prSet presAssocID="{071D3903-13F6-49A1-A55F-BA1CFA518929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5CABDD1A-AC70-2244-90B9-E9236DB6A346}" type="pres">
      <dgm:prSet presAssocID="{071D3903-13F6-49A1-A55F-BA1CFA518929}" presName="descendantText" presStyleLbl="alignAcc1" presStyleIdx="2" presStyleCnt="5">
        <dgm:presLayoutVars>
          <dgm:bulletEnabled val="1"/>
        </dgm:presLayoutVars>
      </dgm:prSet>
      <dgm:spPr/>
    </dgm:pt>
    <dgm:pt modelId="{BF920B3E-C5F2-9843-BBBA-607D3CB123A7}" type="pres">
      <dgm:prSet presAssocID="{023D3E3A-BCD3-47BB-9FF0-BF4FE15491CA}" presName="sp" presStyleCnt="0"/>
      <dgm:spPr/>
    </dgm:pt>
    <dgm:pt modelId="{D2283D17-4498-8448-B821-6D7DDFA0FC5D}" type="pres">
      <dgm:prSet presAssocID="{53FA1F53-173F-408E-AF76-D1C80D0AF3C4}" presName="composite" presStyleCnt="0"/>
      <dgm:spPr/>
    </dgm:pt>
    <dgm:pt modelId="{CB296EA6-4C22-1B4F-8383-8333AB5712E9}" type="pres">
      <dgm:prSet presAssocID="{53FA1F53-173F-408E-AF76-D1C80D0AF3C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B746504-76B1-2E4B-B045-984CFCD73ACA}" type="pres">
      <dgm:prSet presAssocID="{53FA1F53-173F-408E-AF76-D1C80D0AF3C4}" presName="descendantText" presStyleLbl="alignAcc1" presStyleIdx="3" presStyleCnt="5">
        <dgm:presLayoutVars>
          <dgm:bulletEnabled val="1"/>
        </dgm:presLayoutVars>
      </dgm:prSet>
      <dgm:spPr/>
    </dgm:pt>
    <dgm:pt modelId="{34C67D42-44B4-C347-8EDA-70672FAE76BD}" type="pres">
      <dgm:prSet presAssocID="{4EF6D596-89CF-4A43-A582-DFA51F8D243B}" presName="sp" presStyleCnt="0"/>
      <dgm:spPr/>
    </dgm:pt>
    <dgm:pt modelId="{806D6188-76D2-D847-B018-C7A267CFD2FA}" type="pres">
      <dgm:prSet presAssocID="{B5593EE7-9A16-4061-8678-C5871CFB023F}" presName="composite" presStyleCnt="0"/>
      <dgm:spPr/>
    </dgm:pt>
    <dgm:pt modelId="{297B467C-80E1-324B-89D8-B2CE568B9E2A}" type="pres">
      <dgm:prSet presAssocID="{B5593EE7-9A16-4061-8678-C5871CFB023F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E022B647-2175-AA40-808B-EE8ABE8EC683}" type="pres">
      <dgm:prSet presAssocID="{B5593EE7-9A16-4061-8678-C5871CFB023F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79B6AA1A-0277-BB41-8552-2447195BAE96}" type="presOf" srcId="{B5593EE7-9A16-4061-8678-C5871CFB023F}" destId="{297B467C-80E1-324B-89D8-B2CE568B9E2A}" srcOrd="0" destOrd="0" presId="urn:microsoft.com/office/officeart/2005/8/layout/chevron2"/>
    <dgm:cxn modelId="{28E8A623-2B7B-DE4D-AF93-66A4B802AB2A}" type="presOf" srcId="{53FA1F53-173F-408E-AF76-D1C80D0AF3C4}" destId="{CB296EA6-4C22-1B4F-8383-8333AB5712E9}" srcOrd="0" destOrd="0" presId="urn:microsoft.com/office/officeart/2005/8/layout/chevron2"/>
    <dgm:cxn modelId="{A4009B57-09A4-104F-A9FF-1B94D809428A}" type="presOf" srcId="{F1ECCC97-D195-4A81-9CB3-0AC91E2284F7}" destId="{28D5501F-AB82-904B-B278-97399177A419}" srcOrd="0" destOrd="0" presId="urn:microsoft.com/office/officeart/2005/8/layout/chevron2"/>
    <dgm:cxn modelId="{7846F258-9D00-B048-915D-36C5DAC92250}" type="presOf" srcId="{E9D52887-C4DD-4CFA-9D88-6A2F3E48CC33}" destId="{093ECF31-F09B-D14E-8A47-05BABC1C36CD}" srcOrd="0" destOrd="0" presId="urn:microsoft.com/office/officeart/2005/8/layout/chevron2"/>
    <dgm:cxn modelId="{10792460-D8F4-5A4B-BCFE-EFA98288AA58}" type="presOf" srcId="{071D3903-13F6-49A1-A55F-BA1CFA518929}" destId="{134F23BF-04DE-3B4C-A749-033A1ED5EF99}" srcOrd="0" destOrd="0" presId="urn:microsoft.com/office/officeart/2005/8/layout/chevron2"/>
    <dgm:cxn modelId="{1570AB64-C43D-D749-9353-3F7624B78D47}" type="presOf" srcId="{494F7F74-9EF8-4DA5-9F34-08EEF1D3F62F}" destId="{B930DAAA-6063-384E-B198-992C4EE1DFEF}" srcOrd="0" destOrd="0" presId="urn:microsoft.com/office/officeart/2005/8/layout/chevron2"/>
    <dgm:cxn modelId="{17D4BC6F-E5F7-481C-9040-5937D262553A}" srcId="{494F7F74-9EF8-4DA5-9F34-08EEF1D3F62F}" destId="{E9D52887-C4DD-4CFA-9D88-6A2F3E48CC33}" srcOrd="0" destOrd="0" parTransId="{75C6F046-4E5F-422E-B1E7-F025E2FFF894}" sibTransId="{A71930B1-ACCF-41BA-826E-CB62FA48A182}"/>
    <dgm:cxn modelId="{F26F2193-C561-4B62-B9BB-B9B8CA04F287}" srcId="{494F7F74-9EF8-4DA5-9F34-08EEF1D3F62F}" destId="{53FA1F53-173F-408E-AF76-D1C80D0AF3C4}" srcOrd="3" destOrd="0" parTransId="{C235470D-EA10-4462-81F2-3CFD925EBF8C}" sibTransId="{4EF6D596-89CF-4A43-A582-DFA51F8D243B}"/>
    <dgm:cxn modelId="{FAE1A695-F5D3-4836-A96A-72D1C93E2FAD}" srcId="{494F7F74-9EF8-4DA5-9F34-08EEF1D3F62F}" destId="{B5593EE7-9A16-4061-8678-C5871CFB023F}" srcOrd="4" destOrd="0" parTransId="{72370BED-C5F1-417B-ACE0-31503988C27D}" sibTransId="{06568521-F4BD-4C28-B4C5-2A73F085422D}"/>
    <dgm:cxn modelId="{9536799D-8BE6-43B9-B2D9-A556731334D2}" srcId="{494F7F74-9EF8-4DA5-9F34-08EEF1D3F62F}" destId="{F1ECCC97-D195-4A81-9CB3-0AC91E2284F7}" srcOrd="1" destOrd="0" parTransId="{CD182C88-0C63-4638-879E-4C559C443143}" sibTransId="{5CE3DE2C-606E-4E8A-A5E5-8096CF892020}"/>
    <dgm:cxn modelId="{022E83BE-F632-44EC-BD2A-2CDE823D1BDA}" srcId="{494F7F74-9EF8-4DA5-9F34-08EEF1D3F62F}" destId="{071D3903-13F6-49A1-A55F-BA1CFA518929}" srcOrd="2" destOrd="0" parTransId="{FDCFCAED-C12B-4C05-8419-F531DE7E723D}" sibTransId="{023D3E3A-BCD3-47BB-9FF0-BF4FE15491CA}"/>
    <dgm:cxn modelId="{2498BE54-103A-B14B-8AC2-FDA0945B6DAC}" type="presParOf" srcId="{B930DAAA-6063-384E-B198-992C4EE1DFEF}" destId="{21E46EDB-0A5B-AC43-9B97-73BB3EA4547E}" srcOrd="0" destOrd="0" presId="urn:microsoft.com/office/officeart/2005/8/layout/chevron2"/>
    <dgm:cxn modelId="{AE1F1198-3E88-A341-B8EE-7C0C8AC05965}" type="presParOf" srcId="{21E46EDB-0A5B-AC43-9B97-73BB3EA4547E}" destId="{093ECF31-F09B-D14E-8A47-05BABC1C36CD}" srcOrd="0" destOrd="0" presId="urn:microsoft.com/office/officeart/2005/8/layout/chevron2"/>
    <dgm:cxn modelId="{FBAE48E6-2874-F04B-8D9E-A1DBCAEAB858}" type="presParOf" srcId="{21E46EDB-0A5B-AC43-9B97-73BB3EA4547E}" destId="{F4EDE386-A78D-E142-8858-C888C2A88CC3}" srcOrd="1" destOrd="0" presId="urn:microsoft.com/office/officeart/2005/8/layout/chevron2"/>
    <dgm:cxn modelId="{21BD0B7C-E488-AA47-AF7C-7F45FE928E3B}" type="presParOf" srcId="{B930DAAA-6063-384E-B198-992C4EE1DFEF}" destId="{0FF4BF25-5DA3-E14D-992F-A010E1CA30FC}" srcOrd="1" destOrd="0" presId="urn:microsoft.com/office/officeart/2005/8/layout/chevron2"/>
    <dgm:cxn modelId="{62FDFC6C-586D-2F41-8A36-FE94FAF5D4F8}" type="presParOf" srcId="{B930DAAA-6063-384E-B198-992C4EE1DFEF}" destId="{D64ADD0E-9633-3F48-8FB6-8B8DEEEDBF76}" srcOrd="2" destOrd="0" presId="urn:microsoft.com/office/officeart/2005/8/layout/chevron2"/>
    <dgm:cxn modelId="{465E19E1-20F5-A04A-85B9-B5F9E1BACEC8}" type="presParOf" srcId="{D64ADD0E-9633-3F48-8FB6-8B8DEEEDBF76}" destId="{28D5501F-AB82-904B-B278-97399177A419}" srcOrd="0" destOrd="0" presId="urn:microsoft.com/office/officeart/2005/8/layout/chevron2"/>
    <dgm:cxn modelId="{4FF45248-B1BF-B44D-B006-14097C882875}" type="presParOf" srcId="{D64ADD0E-9633-3F48-8FB6-8B8DEEEDBF76}" destId="{0267C143-A224-7D40-B83B-55ECCA6B5F7D}" srcOrd="1" destOrd="0" presId="urn:microsoft.com/office/officeart/2005/8/layout/chevron2"/>
    <dgm:cxn modelId="{7EDEE13C-4F4B-D94C-8996-84F1208B7214}" type="presParOf" srcId="{B930DAAA-6063-384E-B198-992C4EE1DFEF}" destId="{7ADF7EDF-D0E0-1243-8C18-AB7A802D3DB0}" srcOrd="3" destOrd="0" presId="urn:microsoft.com/office/officeart/2005/8/layout/chevron2"/>
    <dgm:cxn modelId="{A5FEE0EF-8C9D-2A48-8188-98CE1C4BF3F6}" type="presParOf" srcId="{B930DAAA-6063-384E-B198-992C4EE1DFEF}" destId="{9B310EC2-82AE-374A-9FB2-8C8DDBD055D4}" srcOrd="4" destOrd="0" presId="urn:microsoft.com/office/officeart/2005/8/layout/chevron2"/>
    <dgm:cxn modelId="{B218B6B5-3975-3F4D-9661-353C7BCD59F2}" type="presParOf" srcId="{9B310EC2-82AE-374A-9FB2-8C8DDBD055D4}" destId="{134F23BF-04DE-3B4C-A749-033A1ED5EF99}" srcOrd="0" destOrd="0" presId="urn:microsoft.com/office/officeart/2005/8/layout/chevron2"/>
    <dgm:cxn modelId="{9E89A9F7-B6BB-F642-9A59-67F2446A7930}" type="presParOf" srcId="{9B310EC2-82AE-374A-9FB2-8C8DDBD055D4}" destId="{5CABDD1A-AC70-2244-90B9-E9236DB6A346}" srcOrd="1" destOrd="0" presId="urn:microsoft.com/office/officeart/2005/8/layout/chevron2"/>
    <dgm:cxn modelId="{685AA9C8-4978-C741-9C87-B64F34D448D6}" type="presParOf" srcId="{B930DAAA-6063-384E-B198-992C4EE1DFEF}" destId="{BF920B3E-C5F2-9843-BBBA-607D3CB123A7}" srcOrd="5" destOrd="0" presId="urn:microsoft.com/office/officeart/2005/8/layout/chevron2"/>
    <dgm:cxn modelId="{131CFA94-6F5F-204D-8793-125C0F803D69}" type="presParOf" srcId="{B930DAAA-6063-384E-B198-992C4EE1DFEF}" destId="{D2283D17-4498-8448-B821-6D7DDFA0FC5D}" srcOrd="6" destOrd="0" presId="urn:microsoft.com/office/officeart/2005/8/layout/chevron2"/>
    <dgm:cxn modelId="{F00E5A24-94C9-E746-B0C1-180D252016FF}" type="presParOf" srcId="{D2283D17-4498-8448-B821-6D7DDFA0FC5D}" destId="{CB296EA6-4C22-1B4F-8383-8333AB5712E9}" srcOrd="0" destOrd="0" presId="urn:microsoft.com/office/officeart/2005/8/layout/chevron2"/>
    <dgm:cxn modelId="{7EDC4685-78A4-0F4D-A420-FCC268A56D07}" type="presParOf" srcId="{D2283D17-4498-8448-B821-6D7DDFA0FC5D}" destId="{EB746504-76B1-2E4B-B045-984CFCD73ACA}" srcOrd="1" destOrd="0" presId="urn:microsoft.com/office/officeart/2005/8/layout/chevron2"/>
    <dgm:cxn modelId="{1052831B-1762-1B47-AF24-66B550C99421}" type="presParOf" srcId="{B930DAAA-6063-384E-B198-992C4EE1DFEF}" destId="{34C67D42-44B4-C347-8EDA-70672FAE76BD}" srcOrd="7" destOrd="0" presId="urn:microsoft.com/office/officeart/2005/8/layout/chevron2"/>
    <dgm:cxn modelId="{ECC80722-96DB-1C4C-828A-CCA566F8986B}" type="presParOf" srcId="{B930DAAA-6063-384E-B198-992C4EE1DFEF}" destId="{806D6188-76D2-D847-B018-C7A267CFD2FA}" srcOrd="8" destOrd="0" presId="urn:microsoft.com/office/officeart/2005/8/layout/chevron2"/>
    <dgm:cxn modelId="{B6DB8933-590B-024C-9EE8-DECE29728982}" type="presParOf" srcId="{806D6188-76D2-D847-B018-C7A267CFD2FA}" destId="{297B467C-80E1-324B-89D8-B2CE568B9E2A}" srcOrd="0" destOrd="0" presId="urn:microsoft.com/office/officeart/2005/8/layout/chevron2"/>
    <dgm:cxn modelId="{2E48B02B-D186-A742-A5E8-3D2AE9CAD051}" type="presParOf" srcId="{806D6188-76D2-D847-B018-C7A267CFD2FA}" destId="{E022B647-2175-AA40-808B-EE8ABE8EC68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386ABC1E-F6B7-4D4D-83BE-5B4D790EDCEC}" type="doc">
      <dgm:prSet loTypeId="urn:microsoft.com/office/officeart/2008/layout/VerticalAccentList" qsTypeId="urn:microsoft.com/office/officeart/2005/8/quickstyle/simple2" csTypeId="urn:microsoft.com/office/officeart/2005/8/colors/accent1_2"/>
      <dgm:spPr/>
    </dgm:pt>
    <dgm:pt modelId="{E55F2F67-BAB2-424B-84F4-1A9E5D69A18E}">
      <dgm:prSet/>
      <dgm:spPr/>
      <dgm:t>
        <a:bodyPr/>
        <a:lstStyle/>
        <a:p>
          <a:r>
            <a:t>Customer insight</a:t>
          </a:r>
        </a:p>
      </dgm:t>
    </dgm:pt>
    <dgm:pt modelId="{7835CF96-8352-47B9-8218-9EE4D5B0526A}" type="parTrans" cxnId="{D078F5F0-F5B7-4D05-9305-1169262B2F8A}">
      <dgm:prSet/>
      <dgm:spPr/>
      <dgm:t>
        <a:bodyPr/>
        <a:lstStyle/>
        <a:p>
          <a:endParaRPr/>
        </a:p>
      </dgm:t>
    </dgm:pt>
    <dgm:pt modelId="{4C667294-B41F-47B2-80F8-594982E1BE1C}" type="sibTrans" cxnId="{D078F5F0-F5B7-4D05-9305-1169262B2F8A}">
      <dgm:prSet/>
      <dgm:spPr/>
      <dgm:t>
        <a:bodyPr/>
        <a:lstStyle/>
        <a:p>
          <a:endParaRPr/>
        </a:p>
      </dgm:t>
    </dgm:pt>
    <dgm:pt modelId="{0A19A9B3-5A0B-4D83-8778-908D8F987657}">
      <dgm:prSet/>
      <dgm:spPr/>
      <dgm:t>
        <a:bodyPr/>
        <a:lstStyle/>
        <a:p>
          <a:r>
            <a:t>Product concept</a:t>
          </a:r>
        </a:p>
      </dgm:t>
    </dgm:pt>
    <dgm:pt modelId="{6C1A1160-FCD2-46E8-9C24-0B85AB82A0FA}" type="parTrans" cxnId="{C0DC06F7-9E42-49BF-9403-A7D712744A2E}">
      <dgm:prSet/>
      <dgm:spPr/>
      <dgm:t>
        <a:bodyPr/>
        <a:lstStyle/>
        <a:p>
          <a:endParaRPr/>
        </a:p>
      </dgm:t>
    </dgm:pt>
    <dgm:pt modelId="{3BE39896-A5EF-4007-835F-F80433D8A2EA}" type="sibTrans" cxnId="{C0DC06F7-9E42-49BF-9403-A7D712744A2E}">
      <dgm:prSet/>
      <dgm:spPr/>
      <dgm:t>
        <a:bodyPr/>
        <a:lstStyle/>
        <a:p>
          <a:endParaRPr/>
        </a:p>
      </dgm:t>
    </dgm:pt>
    <dgm:pt modelId="{31E7FD85-029A-4563-B816-771EDD8BDDCB}">
      <dgm:prSet/>
      <dgm:spPr/>
      <dgm:t>
        <a:bodyPr/>
        <a:lstStyle/>
        <a:p>
          <a:r>
            <a:t>Prototype</a:t>
          </a:r>
        </a:p>
      </dgm:t>
    </dgm:pt>
    <dgm:pt modelId="{777B046C-EC65-426F-B8DA-65EA9F96ED58}" type="parTrans" cxnId="{F95DD5AE-F33D-467C-A3A5-87477371692E}">
      <dgm:prSet/>
      <dgm:spPr/>
      <dgm:t>
        <a:bodyPr/>
        <a:lstStyle/>
        <a:p>
          <a:endParaRPr/>
        </a:p>
      </dgm:t>
    </dgm:pt>
    <dgm:pt modelId="{F9A016C5-4E63-4907-8CD3-3ABEE4989C1D}" type="sibTrans" cxnId="{F95DD5AE-F33D-467C-A3A5-87477371692E}">
      <dgm:prSet/>
      <dgm:spPr/>
      <dgm:t>
        <a:bodyPr/>
        <a:lstStyle/>
        <a:p>
          <a:endParaRPr/>
        </a:p>
      </dgm:t>
    </dgm:pt>
    <dgm:pt modelId="{F68CDA95-D38C-43F3-A434-2216E8EEB702}">
      <dgm:prSet/>
      <dgm:spPr/>
      <dgm:t>
        <a:bodyPr/>
        <a:lstStyle/>
        <a:p>
          <a:r>
            <a:t>Feedback</a:t>
          </a:r>
        </a:p>
      </dgm:t>
    </dgm:pt>
    <dgm:pt modelId="{C85AAAA7-3C7A-4FDA-8ADE-AB37355E346C}" type="parTrans" cxnId="{72A8D05B-61EC-40AA-B155-AFB804ED55C9}">
      <dgm:prSet/>
      <dgm:spPr/>
      <dgm:t>
        <a:bodyPr/>
        <a:lstStyle/>
        <a:p>
          <a:endParaRPr/>
        </a:p>
      </dgm:t>
    </dgm:pt>
    <dgm:pt modelId="{A394924B-F089-4C2C-A438-ACCE54574086}" type="sibTrans" cxnId="{72A8D05B-61EC-40AA-B155-AFB804ED55C9}">
      <dgm:prSet/>
      <dgm:spPr/>
      <dgm:t>
        <a:bodyPr/>
        <a:lstStyle/>
        <a:p>
          <a:endParaRPr/>
        </a:p>
      </dgm:t>
    </dgm:pt>
    <dgm:pt modelId="{25F8B8A0-14E5-43E1-B20A-84579EFC2B37}">
      <dgm:prSet/>
      <dgm:spPr/>
      <dgm:t>
        <a:bodyPr/>
        <a:lstStyle/>
        <a:p>
          <a:r>
            <a:t>Next step</a:t>
          </a:r>
        </a:p>
      </dgm:t>
    </dgm:pt>
    <dgm:pt modelId="{F4F221CF-F65D-4ADE-8277-E2FB8C294C8C}" type="parTrans" cxnId="{A110A52A-41DF-4E96-BD9B-96ECF736B590}">
      <dgm:prSet/>
      <dgm:spPr/>
      <dgm:t>
        <a:bodyPr/>
        <a:lstStyle/>
        <a:p>
          <a:endParaRPr/>
        </a:p>
      </dgm:t>
    </dgm:pt>
    <dgm:pt modelId="{52D32B16-F333-433A-BD63-945DA57016C3}" type="sibTrans" cxnId="{A110A52A-41DF-4E96-BD9B-96ECF736B590}">
      <dgm:prSet/>
      <dgm:spPr/>
      <dgm:t>
        <a:bodyPr/>
        <a:lstStyle/>
        <a:p>
          <a:endParaRPr/>
        </a:p>
      </dgm:t>
    </dgm:pt>
    <dgm:pt modelId="{36CD5AD2-53FF-A04C-B54F-1B2F990D3D7A}" type="pres">
      <dgm:prSet presAssocID="{386ABC1E-F6B7-4D4D-83BE-5B4D790EDCEC}" presName="Name0" presStyleCnt="0">
        <dgm:presLayoutVars>
          <dgm:chMax/>
          <dgm:chPref/>
          <dgm:dir/>
        </dgm:presLayoutVars>
      </dgm:prSet>
      <dgm:spPr/>
    </dgm:pt>
    <dgm:pt modelId="{47B902D1-767C-5141-BCA4-395839CCAB87}" type="pres">
      <dgm:prSet presAssocID="{E55F2F67-BAB2-424B-84F4-1A9E5D69A18E}" presName="parenttextcomposite" presStyleCnt="0"/>
      <dgm:spPr/>
    </dgm:pt>
    <dgm:pt modelId="{871F2370-6406-1A4F-BCB8-30C1C75273DC}" type="pres">
      <dgm:prSet presAssocID="{E55F2F67-BAB2-424B-84F4-1A9E5D69A18E}" presName="parenttext" presStyleLbl="revTx" presStyleIdx="0" presStyleCnt="5">
        <dgm:presLayoutVars>
          <dgm:chMax/>
          <dgm:chPref val="2"/>
          <dgm:bulletEnabled val="1"/>
        </dgm:presLayoutVars>
      </dgm:prSet>
      <dgm:spPr/>
    </dgm:pt>
    <dgm:pt modelId="{D7892CA6-7E0D-D94C-A3BF-8721FB07D70A}" type="pres">
      <dgm:prSet presAssocID="{E55F2F67-BAB2-424B-84F4-1A9E5D69A18E}" presName="parallelogramComposite" presStyleCnt="0"/>
      <dgm:spPr/>
    </dgm:pt>
    <dgm:pt modelId="{85E62C12-502D-3248-8CAE-61C1C2542FB9}" type="pres">
      <dgm:prSet presAssocID="{E55F2F67-BAB2-424B-84F4-1A9E5D69A18E}" presName="parallelogram1" presStyleLbl="alignNode1" presStyleIdx="0" presStyleCnt="35"/>
      <dgm:spPr/>
    </dgm:pt>
    <dgm:pt modelId="{C4193660-3328-5B44-B567-174D06599D80}" type="pres">
      <dgm:prSet presAssocID="{E55F2F67-BAB2-424B-84F4-1A9E5D69A18E}" presName="parallelogram2" presStyleLbl="alignNode1" presStyleIdx="1" presStyleCnt="35"/>
      <dgm:spPr/>
    </dgm:pt>
    <dgm:pt modelId="{5126743E-9F53-814B-A67B-7415D44ED104}" type="pres">
      <dgm:prSet presAssocID="{E55F2F67-BAB2-424B-84F4-1A9E5D69A18E}" presName="parallelogram3" presStyleLbl="alignNode1" presStyleIdx="2" presStyleCnt="35"/>
      <dgm:spPr/>
    </dgm:pt>
    <dgm:pt modelId="{FD39E2B5-AF00-EA44-BEC8-7D3176CDF1F0}" type="pres">
      <dgm:prSet presAssocID="{E55F2F67-BAB2-424B-84F4-1A9E5D69A18E}" presName="parallelogram4" presStyleLbl="alignNode1" presStyleIdx="3" presStyleCnt="35"/>
      <dgm:spPr/>
    </dgm:pt>
    <dgm:pt modelId="{EC439839-13EF-924B-A74C-A338E8E94DAD}" type="pres">
      <dgm:prSet presAssocID="{E55F2F67-BAB2-424B-84F4-1A9E5D69A18E}" presName="parallelogram5" presStyleLbl="alignNode1" presStyleIdx="4" presStyleCnt="35"/>
      <dgm:spPr/>
    </dgm:pt>
    <dgm:pt modelId="{A81DE61B-94CC-2D4C-8B0C-2BA635603DA4}" type="pres">
      <dgm:prSet presAssocID="{E55F2F67-BAB2-424B-84F4-1A9E5D69A18E}" presName="parallelogram6" presStyleLbl="alignNode1" presStyleIdx="5" presStyleCnt="35"/>
      <dgm:spPr/>
    </dgm:pt>
    <dgm:pt modelId="{1336CA70-8A2D-9E49-8FCF-22E2944F2F19}" type="pres">
      <dgm:prSet presAssocID="{E55F2F67-BAB2-424B-84F4-1A9E5D69A18E}" presName="parallelogram7" presStyleLbl="alignNode1" presStyleIdx="6" presStyleCnt="35"/>
      <dgm:spPr/>
    </dgm:pt>
    <dgm:pt modelId="{D22AAC40-B351-4141-BB02-2CEDD849ABF6}" type="pres">
      <dgm:prSet presAssocID="{4C667294-B41F-47B2-80F8-594982E1BE1C}" presName="sibTrans" presStyleCnt="0"/>
      <dgm:spPr/>
    </dgm:pt>
    <dgm:pt modelId="{A7C54789-BA39-5648-B44A-17CF810C3999}" type="pres">
      <dgm:prSet presAssocID="{0A19A9B3-5A0B-4D83-8778-908D8F987657}" presName="parenttextcomposite" presStyleCnt="0"/>
      <dgm:spPr/>
    </dgm:pt>
    <dgm:pt modelId="{10F9E926-7970-6240-9C75-1329DBC27922}" type="pres">
      <dgm:prSet presAssocID="{0A19A9B3-5A0B-4D83-8778-908D8F987657}" presName="parenttext" presStyleLbl="revTx" presStyleIdx="1" presStyleCnt="5">
        <dgm:presLayoutVars>
          <dgm:chMax/>
          <dgm:chPref val="2"/>
          <dgm:bulletEnabled val="1"/>
        </dgm:presLayoutVars>
      </dgm:prSet>
      <dgm:spPr/>
    </dgm:pt>
    <dgm:pt modelId="{0379B4C2-9A46-8841-86E2-00D0401E864D}" type="pres">
      <dgm:prSet presAssocID="{0A19A9B3-5A0B-4D83-8778-908D8F987657}" presName="parallelogramComposite" presStyleCnt="0"/>
      <dgm:spPr/>
    </dgm:pt>
    <dgm:pt modelId="{D076B95D-29C8-F440-B18D-44FE4C3320D2}" type="pres">
      <dgm:prSet presAssocID="{0A19A9B3-5A0B-4D83-8778-908D8F987657}" presName="parallelogram1" presStyleLbl="alignNode1" presStyleIdx="7" presStyleCnt="35"/>
      <dgm:spPr/>
    </dgm:pt>
    <dgm:pt modelId="{17054FE3-E2BA-9445-BDD0-422B88D0D4CA}" type="pres">
      <dgm:prSet presAssocID="{0A19A9B3-5A0B-4D83-8778-908D8F987657}" presName="parallelogram2" presStyleLbl="alignNode1" presStyleIdx="8" presStyleCnt="35"/>
      <dgm:spPr/>
    </dgm:pt>
    <dgm:pt modelId="{416B62FD-D8A2-8F4F-9F72-31E132103438}" type="pres">
      <dgm:prSet presAssocID="{0A19A9B3-5A0B-4D83-8778-908D8F987657}" presName="parallelogram3" presStyleLbl="alignNode1" presStyleIdx="9" presStyleCnt="35"/>
      <dgm:spPr/>
    </dgm:pt>
    <dgm:pt modelId="{FF8868CF-B072-0A45-BE11-F380643C7730}" type="pres">
      <dgm:prSet presAssocID="{0A19A9B3-5A0B-4D83-8778-908D8F987657}" presName="parallelogram4" presStyleLbl="alignNode1" presStyleIdx="10" presStyleCnt="35"/>
      <dgm:spPr/>
    </dgm:pt>
    <dgm:pt modelId="{C6A8B26E-48D0-7B45-BCCF-2BBA3F44EBED}" type="pres">
      <dgm:prSet presAssocID="{0A19A9B3-5A0B-4D83-8778-908D8F987657}" presName="parallelogram5" presStyleLbl="alignNode1" presStyleIdx="11" presStyleCnt="35"/>
      <dgm:spPr/>
    </dgm:pt>
    <dgm:pt modelId="{87BCC616-F219-BC49-BEC0-2ACC69871683}" type="pres">
      <dgm:prSet presAssocID="{0A19A9B3-5A0B-4D83-8778-908D8F987657}" presName="parallelogram6" presStyleLbl="alignNode1" presStyleIdx="12" presStyleCnt="35"/>
      <dgm:spPr/>
    </dgm:pt>
    <dgm:pt modelId="{44ED7E25-F021-6B48-AF98-495D1E89C2D2}" type="pres">
      <dgm:prSet presAssocID="{0A19A9B3-5A0B-4D83-8778-908D8F987657}" presName="parallelogram7" presStyleLbl="alignNode1" presStyleIdx="13" presStyleCnt="35"/>
      <dgm:spPr/>
    </dgm:pt>
    <dgm:pt modelId="{AF8FED55-183B-084E-93C4-E9588D2756F4}" type="pres">
      <dgm:prSet presAssocID="{3BE39896-A5EF-4007-835F-F80433D8A2EA}" presName="sibTrans" presStyleCnt="0"/>
      <dgm:spPr/>
    </dgm:pt>
    <dgm:pt modelId="{D06B9B91-1E04-0C4D-A1B1-0D7FDEBA9422}" type="pres">
      <dgm:prSet presAssocID="{31E7FD85-029A-4563-B816-771EDD8BDDCB}" presName="parenttextcomposite" presStyleCnt="0"/>
      <dgm:spPr/>
    </dgm:pt>
    <dgm:pt modelId="{591D6C4C-0888-834C-8CEA-2D2813FAEBA1}" type="pres">
      <dgm:prSet presAssocID="{31E7FD85-029A-4563-B816-771EDD8BDDCB}" presName="parenttext" presStyleLbl="revTx" presStyleIdx="2" presStyleCnt="5">
        <dgm:presLayoutVars>
          <dgm:chMax/>
          <dgm:chPref val="2"/>
          <dgm:bulletEnabled val="1"/>
        </dgm:presLayoutVars>
      </dgm:prSet>
      <dgm:spPr/>
    </dgm:pt>
    <dgm:pt modelId="{0C95C73B-4C1C-0740-B170-AADD812D3283}" type="pres">
      <dgm:prSet presAssocID="{31E7FD85-029A-4563-B816-771EDD8BDDCB}" presName="parallelogramComposite" presStyleCnt="0"/>
      <dgm:spPr/>
    </dgm:pt>
    <dgm:pt modelId="{3F8DB1D0-2331-B742-97CB-4677C2BB49B9}" type="pres">
      <dgm:prSet presAssocID="{31E7FD85-029A-4563-B816-771EDD8BDDCB}" presName="parallelogram1" presStyleLbl="alignNode1" presStyleIdx="14" presStyleCnt="35"/>
      <dgm:spPr/>
    </dgm:pt>
    <dgm:pt modelId="{28B5BB58-B7D2-5C4D-848D-B6D4294BA6C9}" type="pres">
      <dgm:prSet presAssocID="{31E7FD85-029A-4563-B816-771EDD8BDDCB}" presName="parallelogram2" presStyleLbl="alignNode1" presStyleIdx="15" presStyleCnt="35"/>
      <dgm:spPr/>
    </dgm:pt>
    <dgm:pt modelId="{4A972E0A-ED34-9742-A9A2-66B4064079FB}" type="pres">
      <dgm:prSet presAssocID="{31E7FD85-029A-4563-B816-771EDD8BDDCB}" presName="parallelogram3" presStyleLbl="alignNode1" presStyleIdx="16" presStyleCnt="35"/>
      <dgm:spPr/>
    </dgm:pt>
    <dgm:pt modelId="{6AACC8CB-1C62-F146-82D7-44895A062A1F}" type="pres">
      <dgm:prSet presAssocID="{31E7FD85-029A-4563-B816-771EDD8BDDCB}" presName="parallelogram4" presStyleLbl="alignNode1" presStyleIdx="17" presStyleCnt="35"/>
      <dgm:spPr/>
    </dgm:pt>
    <dgm:pt modelId="{C571B1B1-E0EC-D346-8E01-D1B703F79D5B}" type="pres">
      <dgm:prSet presAssocID="{31E7FD85-029A-4563-B816-771EDD8BDDCB}" presName="parallelogram5" presStyleLbl="alignNode1" presStyleIdx="18" presStyleCnt="35"/>
      <dgm:spPr/>
    </dgm:pt>
    <dgm:pt modelId="{CB55679C-F24B-0247-BE9A-7CA6A4F4C4B9}" type="pres">
      <dgm:prSet presAssocID="{31E7FD85-029A-4563-B816-771EDD8BDDCB}" presName="parallelogram6" presStyleLbl="alignNode1" presStyleIdx="19" presStyleCnt="35"/>
      <dgm:spPr/>
    </dgm:pt>
    <dgm:pt modelId="{78AD903C-7177-6142-8237-5FB72A1AC29A}" type="pres">
      <dgm:prSet presAssocID="{31E7FD85-029A-4563-B816-771EDD8BDDCB}" presName="parallelogram7" presStyleLbl="alignNode1" presStyleIdx="20" presStyleCnt="35"/>
      <dgm:spPr/>
    </dgm:pt>
    <dgm:pt modelId="{19959B96-BECE-1444-945C-21F8C519FF32}" type="pres">
      <dgm:prSet presAssocID="{F9A016C5-4E63-4907-8CD3-3ABEE4989C1D}" presName="sibTrans" presStyleCnt="0"/>
      <dgm:spPr/>
    </dgm:pt>
    <dgm:pt modelId="{664A12BD-2CD2-1D4A-B643-B0F3BD2169B8}" type="pres">
      <dgm:prSet presAssocID="{F68CDA95-D38C-43F3-A434-2216E8EEB702}" presName="parenttextcomposite" presStyleCnt="0"/>
      <dgm:spPr/>
    </dgm:pt>
    <dgm:pt modelId="{DBF4D8BB-C674-CE41-B19E-A74D2E8B49A4}" type="pres">
      <dgm:prSet presAssocID="{F68CDA95-D38C-43F3-A434-2216E8EEB702}" presName="parenttext" presStyleLbl="revTx" presStyleIdx="3" presStyleCnt="5">
        <dgm:presLayoutVars>
          <dgm:chMax/>
          <dgm:chPref val="2"/>
          <dgm:bulletEnabled val="1"/>
        </dgm:presLayoutVars>
      </dgm:prSet>
      <dgm:spPr/>
    </dgm:pt>
    <dgm:pt modelId="{1890BCF4-39FD-A84E-B505-99AAA1130805}" type="pres">
      <dgm:prSet presAssocID="{F68CDA95-D38C-43F3-A434-2216E8EEB702}" presName="parallelogramComposite" presStyleCnt="0"/>
      <dgm:spPr/>
    </dgm:pt>
    <dgm:pt modelId="{9179EB7A-E484-F54E-8665-4AEDCD55E76B}" type="pres">
      <dgm:prSet presAssocID="{F68CDA95-D38C-43F3-A434-2216E8EEB702}" presName="parallelogram1" presStyleLbl="alignNode1" presStyleIdx="21" presStyleCnt="35"/>
      <dgm:spPr/>
    </dgm:pt>
    <dgm:pt modelId="{E5BFC0F5-2CB8-6743-8355-BD74C4574A1E}" type="pres">
      <dgm:prSet presAssocID="{F68CDA95-D38C-43F3-A434-2216E8EEB702}" presName="parallelogram2" presStyleLbl="alignNode1" presStyleIdx="22" presStyleCnt="35"/>
      <dgm:spPr/>
    </dgm:pt>
    <dgm:pt modelId="{310194E9-FDDF-A647-8192-30AFC4CDA790}" type="pres">
      <dgm:prSet presAssocID="{F68CDA95-D38C-43F3-A434-2216E8EEB702}" presName="parallelogram3" presStyleLbl="alignNode1" presStyleIdx="23" presStyleCnt="35"/>
      <dgm:spPr/>
    </dgm:pt>
    <dgm:pt modelId="{EC79D4C2-759B-8944-8D96-D963CE6AC62C}" type="pres">
      <dgm:prSet presAssocID="{F68CDA95-D38C-43F3-A434-2216E8EEB702}" presName="parallelogram4" presStyleLbl="alignNode1" presStyleIdx="24" presStyleCnt="35"/>
      <dgm:spPr/>
    </dgm:pt>
    <dgm:pt modelId="{6D3D1F51-7D3F-A542-9E5A-8E98352639EC}" type="pres">
      <dgm:prSet presAssocID="{F68CDA95-D38C-43F3-A434-2216E8EEB702}" presName="parallelogram5" presStyleLbl="alignNode1" presStyleIdx="25" presStyleCnt="35"/>
      <dgm:spPr/>
    </dgm:pt>
    <dgm:pt modelId="{3D0245F5-7353-A943-9B8B-761ED692B7A9}" type="pres">
      <dgm:prSet presAssocID="{F68CDA95-D38C-43F3-A434-2216E8EEB702}" presName="parallelogram6" presStyleLbl="alignNode1" presStyleIdx="26" presStyleCnt="35"/>
      <dgm:spPr/>
    </dgm:pt>
    <dgm:pt modelId="{CC8ABEB8-7092-BC47-9064-4FEE641A0971}" type="pres">
      <dgm:prSet presAssocID="{F68CDA95-D38C-43F3-A434-2216E8EEB702}" presName="parallelogram7" presStyleLbl="alignNode1" presStyleIdx="27" presStyleCnt="35"/>
      <dgm:spPr/>
    </dgm:pt>
    <dgm:pt modelId="{7A35E74F-315B-2E49-9519-3372E37E603F}" type="pres">
      <dgm:prSet presAssocID="{A394924B-F089-4C2C-A438-ACCE54574086}" presName="sibTrans" presStyleCnt="0"/>
      <dgm:spPr/>
    </dgm:pt>
    <dgm:pt modelId="{A0975431-0E1A-D749-9D7A-ADD83E79C0DC}" type="pres">
      <dgm:prSet presAssocID="{25F8B8A0-14E5-43E1-B20A-84579EFC2B37}" presName="parenttextcomposite" presStyleCnt="0"/>
      <dgm:spPr/>
    </dgm:pt>
    <dgm:pt modelId="{AD60AC84-FF8C-9A41-9B26-53D0E5F7AE6E}" type="pres">
      <dgm:prSet presAssocID="{25F8B8A0-14E5-43E1-B20A-84579EFC2B37}" presName="parenttext" presStyleLbl="revTx" presStyleIdx="4" presStyleCnt="5">
        <dgm:presLayoutVars>
          <dgm:chMax/>
          <dgm:chPref val="2"/>
          <dgm:bulletEnabled val="1"/>
        </dgm:presLayoutVars>
      </dgm:prSet>
      <dgm:spPr/>
    </dgm:pt>
    <dgm:pt modelId="{918C5A93-3CD5-6D4C-B041-D667919490C4}" type="pres">
      <dgm:prSet presAssocID="{25F8B8A0-14E5-43E1-B20A-84579EFC2B37}" presName="parallelogramComposite" presStyleCnt="0"/>
      <dgm:spPr/>
    </dgm:pt>
    <dgm:pt modelId="{6A56CBD4-9404-BD40-890B-F8D46BDFFD29}" type="pres">
      <dgm:prSet presAssocID="{25F8B8A0-14E5-43E1-B20A-84579EFC2B37}" presName="parallelogram1" presStyleLbl="alignNode1" presStyleIdx="28" presStyleCnt="35"/>
      <dgm:spPr/>
    </dgm:pt>
    <dgm:pt modelId="{1F854272-FBFB-6141-AFDE-BD6F93B9777D}" type="pres">
      <dgm:prSet presAssocID="{25F8B8A0-14E5-43E1-B20A-84579EFC2B37}" presName="parallelogram2" presStyleLbl="alignNode1" presStyleIdx="29" presStyleCnt="35"/>
      <dgm:spPr/>
    </dgm:pt>
    <dgm:pt modelId="{60CD74F4-F968-9449-8C15-6BD06C0265B2}" type="pres">
      <dgm:prSet presAssocID="{25F8B8A0-14E5-43E1-B20A-84579EFC2B37}" presName="parallelogram3" presStyleLbl="alignNode1" presStyleIdx="30" presStyleCnt="35"/>
      <dgm:spPr/>
    </dgm:pt>
    <dgm:pt modelId="{CC395ACF-9330-FB4C-A06C-181846DD3388}" type="pres">
      <dgm:prSet presAssocID="{25F8B8A0-14E5-43E1-B20A-84579EFC2B37}" presName="parallelogram4" presStyleLbl="alignNode1" presStyleIdx="31" presStyleCnt="35"/>
      <dgm:spPr/>
    </dgm:pt>
    <dgm:pt modelId="{10CAD098-2E7A-6148-B016-2F4171D7A2F3}" type="pres">
      <dgm:prSet presAssocID="{25F8B8A0-14E5-43E1-B20A-84579EFC2B37}" presName="parallelogram5" presStyleLbl="alignNode1" presStyleIdx="32" presStyleCnt="35"/>
      <dgm:spPr/>
    </dgm:pt>
    <dgm:pt modelId="{E4D43252-2403-CE4B-A2B5-1F16C2093E58}" type="pres">
      <dgm:prSet presAssocID="{25F8B8A0-14E5-43E1-B20A-84579EFC2B37}" presName="parallelogram6" presStyleLbl="alignNode1" presStyleIdx="33" presStyleCnt="35"/>
      <dgm:spPr/>
    </dgm:pt>
    <dgm:pt modelId="{EAC9A793-E942-7C4C-AAD2-34A52C074646}" type="pres">
      <dgm:prSet presAssocID="{25F8B8A0-14E5-43E1-B20A-84579EFC2B37}" presName="parallelogram7" presStyleLbl="alignNode1" presStyleIdx="34" presStyleCnt="35"/>
      <dgm:spPr/>
    </dgm:pt>
  </dgm:ptLst>
  <dgm:cxnLst>
    <dgm:cxn modelId="{A110A52A-41DF-4E96-BD9B-96ECF736B590}" srcId="{386ABC1E-F6B7-4D4D-83BE-5B4D790EDCEC}" destId="{25F8B8A0-14E5-43E1-B20A-84579EFC2B37}" srcOrd="4" destOrd="0" parTransId="{F4F221CF-F65D-4ADE-8277-E2FB8C294C8C}" sibTransId="{52D32B16-F333-433A-BD63-945DA57016C3}"/>
    <dgm:cxn modelId="{72A8D05B-61EC-40AA-B155-AFB804ED55C9}" srcId="{386ABC1E-F6B7-4D4D-83BE-5B4D790EDCEC}" destId="{F68CDA95-D38C-43F3-A434-2216E8EEB702}" srcOrd="3" destOrd="0" parTransId="{C85AAAA7-3C7A-4FDA-8ADE-AB37355E346C}" sibTransId="{A394924B-F089-4C2C-A438-ACCE54574086}"/>
    <dgm:cxn modelId="{64D74A67-06F7-E84B-8D8C-45F1E915E35D}" type="presOf" srcId="{25F8B8A0-14E5-43E1-B20A-84579EFC2B37}" destId="{AD60AC84-FF8C-9A41-9B26-53D0E5F7AE6E}" srcOrd="0" destOrd="0" presId="urn:microsoft.com/office/officeart/2008/layout/VerticalAccentList"/>
    <dgm:cxn modelId="{65FAE46C-9F9C-4247-9147-B9F586F703E1}" type="presOf" srcId="{31E7FD85-029A-4563-B816-771EDD8BDDCB}" destId="{591D6C4C-0888-834C-8CEA-2D2813FAEBA1}" srcOrd="0" destOrd="0" presId="urn:microsoft.com/office/officeart/2008/layout/VerticalAccentList"/>
    <dgm:cxn modelId="{10C9286D-64F5-6B4F-BC8F-87E7E6E05542}" type="presOf" srcId="{F68CDA95-D38C-43F3-A434-2216E8EEB702}" destId="{DBF4D8BB-C674-CE41-B19E-A74D2E8B49A4}" srcOrd="0" destOrd="0" presId="urn:microsoft.com/office/officeart/2008/layout/VerticalAccentList"/>
    <dgm:cxn modelId="{81DCB09E-44C0-6443-B1CC-23139B2EC9EE}" type="presOf" srcId="{E55F2F67-BAB2-424B-84F4-1A9E5D69A18E}" destId="{871F2370-6406-1A4F-BCB8-30C1C75273DC}" srcOrd="0" destOrd="0" presId="urn:microsoft.com/office/officeart/2008/layout/VerticalAccentList"/>
    <dgm:cxn modelId="{C76A0DA7-038B-564E-9ED7-A2C976DB8864}" type="presOf" srcId="{0A19A9B3-5A0B-4D83-8778-908D8F987657}" destId="{10F9E926-7970-6240-9C75-1329DBC27922}" srcOrd="0" destOrd="0" presId="urn:microsoft.com/office/officeart/2008/layout/VerticalAccentList"/>
    <dgm:cxn modelId="{F95DD5AE-F33D-467C-A3A5-87477371692E}" srcId="{386ABC1E-F6B7-4D4D-83BE-5B4D790EDCEC}" destId="{31E7FD85-029A-4563-B816-771EDD8BDDCB}" srcOrd="2" destOrd="0" parTransId="{777B046C-EC65-426F-B8DA-65EA9F96ED58}" sibTransId="{F9A016C5-4E63-4907-8CD3-3ABEE4989C1D}"/>
    <dgm:cxn modelId="{C24595E2-1F12-0547-B720-A7F6E2110440}" type="presOf" srcId="{386ABC1E-F6B7-4D4D-83BE-5B4D790EDCEC}" destId="{36CD5AD2-53FF-A04C-B54F-1B2F990D3D7A}" srcOrd="0" destOrd="0" presId="urn:microsoft.com/office/officeart/2008/layout/VerticalAccentList"/>
    <dgm:cxn modelId="{D078F5F0-F5B7-4D05-9305-1169262B2F8A}" srcId="{386ABC1E-F6B7-4D4D-83BE-5B4D790EDCEC}" destId="{E55F2F67-BAB2-424B-84F4-1A9E5D69A18E}" srcOrd="0" destOrd="0" parTransId="{7835CF96-8352-47B9-8218-9EE4D5B0526A}" sibTransId="{4C667294-B41F-47B2-80F8-594982E1BE1C}"/>
    <dgm:cxn modelId="{C0DC06F7-9E42-49BF-9403-A7D712744A2E}" srcId="{386ABC1E-F6B7-4D4D-83BE-5B4D790EDCEC}" destId="{0A19A9B3-5A0B-4D83-8778-908D8F987657}" srcOrd="1" destOrd="0" parTransId="{6C1A1160-FCD2-46E8-9C24-0B85AB82A0FA}" sibTransId="{3BE39896-A5EF-4007-835F-F80433D8A2EA}"/>
    <dgm:cxn modelId="{E7C48E52-740A-D64E-A957-FB704F176F6B}" type="presParOf" srcId="{36CD5AD2-53FF-A04C-B54F-1B2F990D3D7A}" destId="{47B902D1-767C-5141-BCA4-395839CCAB87}" srcOrd="0" destOrd="0" presId="urn:microsoft.com/office/officeart/2008/layout/VerticalAccentList"/>
    <dgm:cxn modelId="{550EDBF6-1BC9-1D4F-8C26-4AEB5C51FE32}" type="presParOf" srcId="{47B902D1-767C-5141-BCA4-395839CCAB87}" destId="{871F2370-6406-1A4F-BCB8-30C1C75273DC}" srcOrd="0" destOrd="0" presId="urn:microsoft.com/office/officeart/2008/layout/VerticalAccentList"/>
    <dgm:cxn modelId="{C4490FB1-A5AF-E440-B974-CF554F26F155}" type="presParOf" srcId="{36CD5AD2-53FF-A04C-B54F-1B2F990D3D7A}" destId="{D7892CA6-7E0D-D94C-A3BF-8721FB07D70A}" srcOrd="1" destOrd="0" presId="urn:microsoft.com/office/officeart/2008/layout/VerticalAccentList"/>
    <dgm:cxn modelId="{9A2A6589-C924-4A42-9721-4D455CD5F8EF}" type="presParOf" srcId="{D7892CA6-7E0D-D94C-A3BF-8721FB07D70A}" destId="{85E62C12-502D-3248-8CAE-61C1C2542FB9}" srcOrd="0" destOrd="0" presId="urn:microsoft.com/office/officeart/2008/layout/VerticalAccentList"/>
    <dgm:cxn modelId="{BE65622F-DB12-B546-82FD-C1649E9EC097}" type="presParOf" srcId="{D7892CA6-7E0D-D94C-A3BF-8721FB07D70A}" destId="{C4193660-3328-5B44-B567-174D06599D80}" srcOrd="1" destOrd="0" presId="urn:microsoft.com/office/officeart/2008/layout/VerticalAccentList"/>
    <dgm:cxn modelId="{08B84351-462A-1348-A265-57A9403A7CC9}" type="presParOf" srcId="{D7892CA6-7E0D-D94C-A3BF-8721FB07D70A}" destId="{5126743E-9F53-814B-A67B-7415D44ED104}" srcOrd="2" destOrd="0" presId="urn:microsoft.com/office/officeart/2008/layout/VerticalAccentList"/>
    <dgm:cxn modelId="{DD1C2803-3034-DA4B-AB26-F000BBA418F7}" type="presParOf" srcId="{D7892CA6-7E0D-D94C-A3BF-8721FB07D70A}" destId="{FD39E2B5-AF00-EA44-BEC8-7D3176CDF1F0}" srcOrd="3" destOrd="0" presId="urn:microsoft.com/office/officeart/2008/layout/VerticalAccentList"/>
    <dgm:cxn modelId="{D1E4FB63-B869-DE46-A378-EED0B27B4BA4}" type="presParOf" srcId="{D7892CA6-7E0D-D94C-A3BF-8721FB07D70A}" destId="{EC439839-13EF-924B-A74C-A338E8E94DAD}" srcOrd="4" destOrd="0" presId="urn:microsoft.com/office/officeart/2008/layout/VerticalAccentList"/>
    <dgm:cxn modelId="{F5CE8120-CB5F-B842-B7F8-BAC7A302CEA7}" type="presParOf" srcId="{D7892CA6-7E0D-D94C-A3BF-8721FB07D70A}" destId="{A81DE61B-94CC-2D4C-8B0C-2BA635603DA4}" srcOrd="5" destOrd="0" presId="urn:microsoft.com/office/officeart/2008/layout/VerticalAccentList"/>
    <dgm:cxn modelId="{2AB86FF7-DCD4-B84A-A2FF-CF36C2ECF7A7}" type="presParOf" srcId="{D7892CA6-7E0D-D94C-A3BF-8721FB07D70A}" destId="{1336CA70-8A2D-9E49-8FCF-22E2944F2F19}" srcOrd="6" destOrd="0" presId="urn:microsoft.com/office/officeart/2008/layout/VerticalAccentList"/>
    <dgm:cxn modelId="{B971F11E-4C7F-4B47-B3A2-477E9CA0BB3A}" type="presParOf" srcId="{36CD5AD2-53FF-A04C-B54F-1B2F990D3D7A}" destId="{D22AAC40-B351-4141-BB02-2CEDD849ABF6}" srcOrd="2" destOrd="0" presId="urn:microsoft.com/office/officeart/2008/layout/VerticalAccentList"/>
    <dgm:cxn modelId="{1A80456F-A9AB-724E-ABF2-D2CB71C03970}" type="presParOf" srcId="{36CD5AD2-53FF-A04C-B54F-1B2F990D3D7A}" destId="{A7C54789-BA39-5648-B44A-17CF810C3999}" srcOrd="3" destOrd="0" presId="urn:microsoft.com/office/officeart/2008/layout/VerticalAccentList"/>
    <dgm:cxn modelId="{CFF224E0-32BB-6343-B22E-38B40AE15E20}" type="presParOf" srcId="{A7C54789-BA39-5648-B44A-17CF810C3999}" destId="{10F9E926-7970-6240-9C75-1329DBC27922}" srcOrd="0" destOrd="0" presId="urn:microsoft.com/office/officeart/2008/layout/VerticalAccentList"/>
    <dgm:cxn modelId="{BA128081-ED8A-0247-BB36-B0942EC35355}" type="presParOf" srcId="{36CD5AD2-53FF-A04C-B54F-1B2F990D3D7A}" destId="{0379B4C2-9A46-8841-86E2-00D0401E864D}" srcOrd="4" destOrd="0" presId="urn:microsoft.com/office/officeart/2008/layout/VerticalAccentList"/>
    <dgm:cxn modelId="{3927C794-7A8A-414E-BC3A-9327ADF44697}" type="presParOf" srcId="{0379B4C2-9A46-8841-86E2-00D0401E864D}" destId="{D076B95D-29C8-F440-B18D-44FE4C3320D2}" srcOrd="0" destOrd="0" presId="urn:microsoft.com/office/officeart/2008/layout/VerticalAccentList"/>
    <dgm:cxn modelId="{F8282683-7055-D042-BF7C-A1D544DF4060}" type="presParOf" srcId="{0379B4C2-9A46-8841-86E2-00D0401E864D}" destId="{17054FE3-E2BA-9445-BDD0-422B88D0D4CA}" srcOrd="1" destOrd="0" presId="urn:microsoft.com/office/officeart/2008/layout/VerticalAccentList"/>
    <dgm:cxn modelId="{3BB23547-BF2E-D142-B47A-9FA5BE7119FE}" type="presParOf" srcId="{0379B4C2-9A46-8841-86E2-00D0401E864D}" destId="{416B62FD-D8A2-8F4F-9F72-31E132103438}" srcOrd="2" destOrd="0" presId="urn:microsoft.com/office/officeart/2008/layout/VerticalAccentList"/>
    <dgm:cxn modelId="{24C614C5-8AEB-2A48-8CB1-CA47138B12DD}" type="presParOf" srcId="{0379B4C2-9A46-8841-86E2-00D0401E864D}" destId="{FF8868CF-B072-0A45-BE11-F380643C7730}" srcOrd="3" destOrd="0" presId="urn:microsoft.com/office/officeart/2008/layout/VerticalAccentList"/>
    <dgm:cxn modelId="{E8A68DEE-FCE0-3449-A16B-E2DE473DA563}" type="presParOf" srcId="{0379B4C2-9A46-8841-86E2-00D0401E864D}" destId="{C6A8B26E-48D0-7B45-BCCF-2BBA3F44EBED}" srcOrd="4" destOrd="0" presId="urn:microsoft.com/office/officeart/2008/layout/VerticalAccentList"/>
    <dgm:cxn modelId="{72F2065F-FEC1-964F-8B2A-12DA6F2416D7}" type="presParOf" srcId="{0379B4C2-9A46-8841-86E2-00D0401E864D}" destId="{87BCC616-F219-BC49-BEC0-2ACC69871683}" srcOrd="5" destOrd="0" presId="urn:microsoft.com/office/officeart/2008/layout/VerticalAccentList"/>
    <dgm:cxn modelId="{07D6EE48-7214-694A-9DBD-619385760BC5}" type="presParOf" srcId="{0379B4C2-9A46-8841-86E2-00D0401E864D}" destId="{44ED7E25-F021-6B48-AF98-495D1E89C2D2}" srcOrd="6" destOrd="0" presId="urn:microsoft.com/office/officeart/2008/layout/VerticalAccentList"/>
    <dgm:cxn modelId="{87F40BCD-425F-1B4D-AE27-3134D959BA89}" type="presParOf" srcId="{36CD5AD2-53FF-A04C-B54F-1B2F990D3D7A}" destId="{AF8FED55-183B-084E-93C4-E9588D2756F4}" srcOrd="5" destOrd="0" presId="urn:microsoft.com/office/officeart/2008/layout/VerticalAccentList"/>
    <dgm:cxn modelId="{62CA20E4-FBF3-154C-97E5-182F52EAC1C9}" type="presParOf" srcId="{36CD5AD2-53FF-A04C-B54F-1B2F990D3D7A}" destId="{D06B9B91-1E04-0C4D-A1B1-0D7FDEBA9422}" srcOrd="6" destOrd="0" presId="urn:microsoft.com/office/officeart/2008/layout/VerticalAccentList"/>
    <dgm:cxn modelId="{EC9E42D8-E65D-5A43-B330-7CF9A5896AFA}" type="presParOf" srcId="{D06B9B91-1E04-0C4D-A1B1-0D7FDEBA9422}" destId="{591D6C4C-0888-834C-8CEA-2D2813FAEBA1}" srcOrd="0" destOrd="0" presId="urn:microsoft.com/office/officeart/2008/layout/VerticalAccentList"/>
    <dgm:cxn modelId="{8B747FD9-F230-0345-98BE-B99808442B80}" type="presParOf" srcId="{36CD5AD2-53FF-A04C-B54F-1B2F990D3D7A}" destId="{0C95C73B-4C1C-0740-B170-AADD812D3283}" srcOrd="7" destOrd="0" presId="urn:microsoft.com/office/officeart/2008/layout/VerticalAccentList"/>
    <dgm:cxn modelId="{96841C87-FAEF-1F45-BD7E-E4144226EDA9}" type="presParOf" srcId="{0C95C73B-4C1C-0740-B170-AADD812D3283}" destId="{3F8DB1D0-2331-B742-97CB-4677C2BB49B9}" srcOrd="0" destOrd="0" presId="urn:microsoft.com/office/officeart/2008/layout/VerticalAccentList"/>
    <dgm:cxn modelId="{D2916AF1-26BE-1749-B150-66F92CAC4E69}" type="presParOf" srcId="{0C95C73B-4C1C-0740-B170-AADD812D3283}" destId="{28B5BB58-B7D2-5C4D-848D-B6D4294BA6C9}" srcOrd="1" destOrd="0" presId="urn:microsoft.com/office/officeart/2008/layout/VerticalAccentList"/>
    <dgm:cxn modelId="{35B5AA2A-E7F4-A843-B386-44FE5416B9F6}" type="presParOf" srcId="{0C95C73B-4C1C-0740-B170-AADD812D3283}" destId="{4A972E0A-ED34-9742-A9A2-66B4064079FB}" srcOrd="2" destOrd="0" presId="urn:microsoft.com/office/officeart/2008/layout/VerticalAccentList"/>
    <dgm:cxn modelId="{64D027BE-7453-A84D-A817-207CF9F747AB}" type="presParOf" srcId="{0C95C73B-4C1C-0740-B170-AADD812D3283}" destId="{6AACC8CB-1C62-F146-82D7-44895A062A1F}" srcOrd="3" destOrd="0" presId="urn:microsoft.com/office/officeart/2008/layout/VerticalAccentList"/>
    <dgm:cxn modelId="{48A69DF6-D9DB-C64F-BEAB-7409B52CECCD}" type="presParOf" srcId="{0C95C73B-4C1C-0740-B170-AADD812D3283}" destId="{C571B1B1-E0EC-D346-8E01-D1B703F79D5B}" srcOrd="4" destOrd="0" presId="urn:microsoft.com/office/officeart/2008/layout/VerticalAccentList"/>
    <dgm:cxn modelId="{63F7704B-434D-174D-93AF-65B5B6A6996E}" type="presParOf" srcId="{0C95C73B-4C1C-0740-B170-AADD812D3283}" destId="{CB55679C-F24B-0247-BE9A-7CA6A4F4C4B9}" srcOrd="5" destOrd="0" presId="urn:microsoft.com/office/officeart/2008/layout/VerticalAccentList"/>
    <dgm:cxn modelId="{17E05E87-36E7-DD4B-B7D6-4C33708A9371}" type="presParOf" srcId="{0C95C73B-4C1C-0740-B170-AADD812D3283}" destId="{78AD903C-7177-6142-8237-5FB72A1AC29A}" srcOrd="6" destOrd="0" presId="urn:microsoft.com/office/officeart/2008/layout/VerticalAccentList"/>
    <dgm:cxn modelId="{2605EC24-C01B-1E4A-AB71-1BD8559EE414}" type="presParOf" srcId="{36CD5AD2-53FF-A04C-B54F-1B2F990D3D7A}" destId="{19959B96-BECE-1444-945C-21F8C519FF32}" srcOrd="8" destOrd="0" presId="urn:microsoft.com/office/officeart/2008/layout/VerticalAccentList"/>
    <dgm:cxn modelId="{37B37347-D194-2443-A951-B7D7613C36AD}" type="presParOf" srcId="{36CD5AD2-53FF-A04C-B54F-1B2F990D3D7A}" destId="{664A12BD-2CD2-1D4A-B643-B0F3BD2169B8}" srcOrd="9" destOrd="0" presId="urn:microsoft.com/office/officeart/2008/layout/VerticalAccentList"/>
    <dgm:cxn modelId="{D8033F0E-9636-ED42-8F4F-DEAA6013F7F6}" type="presParOf" srcId="{664A12BD-2CD2-1D4A-B643-B0F3BD2169B8}" destId="{DBF4D8BB-C674-CE41-B19E-A74D2E8B49A4}" srcOrd="0" destOrd="0" presId="urn:microsoft.com/office/officeart/2008/layout/VerticalAccentList"/>
    <dgm:cxn modelId="{CF01A6D4-B3F2-514E-970B-1E0DD8E0C04D}" type="presParOf" srcId="{36CD5AD2-53FF-A04C-B54F-1B2F990D3D7A}" destId="{1890BCF4-39FD-A84E-B505-99AAA1130805}" srcOrd="10" destOrd="0" presId="urn:microsoft.com/office/officeart/2008/layout/VerticalAccentList"/>
    <dgm:cxn modelId="{46CED7E9-C282-0749-82FD-2206064E3925}" type="presParOf" srcId="{1890BCF4-39FD-A84E-B505-99AAA1130805}" destId="{9179EB7A-E484-F54E-8665-4AEDCD55E76B}" srcOrd="0" destOrd="0" presId="urn:microsoft.com/office/officeart/2008/layout/VerticalAccentList"/>
    <dgm:cxn modelId="{D87AA27C-7A67-5845-ADC5-5044B321FBE7}" type="presParOf" srcId="{1890BCF4-39FD-A84E-B505-99AAA1130805}" destId="{E5BFC0F5-2CB8-6743-8355-BD74C4574A1E}" srcOrd="1" destOrd="0" presId="urn:microsoft.com/office/officeart/2008/layout/VerticalAccentList"/>
    <dgm:cxn modelId="{359848E8-DD6D-EE4D-BD70-624CE3D4A7CC}" type="presParOf" srcId="{1890BCF4-39FD-A84E-B505-99AAA1130805}" destId="{310194E9-FDDF-A647-8192-30AFC4CDA790}" srcOrd="2" destOrd="0" presId="urn:microsoft.com/office/officeart/2008/layout/VerticalAccentList"/>
    <dgm:cxn modelId="{5FC68726-7261-A646-832C-120CF94D1FD9}" type="presParOf" srcId="{1890BCF4-39FD-A84E-B505-99AAA1130805}" destId="{EC79D4C2-759B-8944-8D96-D963CE6AC62C}" srcOrd="3" destOrd="0" presId="urn:microsoft.com/office/officeart/2008/layout/VerticalAccentList"/>
    <dgm:cxn modelId="{4ECC3BD9-B5EC-E745-AB9B-484108CDCDA0}" type="presParOf" srcId="{1890BCF4-39FD-A84E-B505-99AAA1130805}" destId="{6D3D1F51-7D3F-A542-9E5A-8E98352639EC}" srcOrd="4" destOrd="0" presId="urn:microsoft.com/office/officeart/2008/layout/VerticalAccentList"/>
    <dgm:cxn modelId="{4A4F47E5-38DA-514A-8BCF-4DB8C6AFAF2A}" type="presParOf" srcId="{1890BCF4-39FD-A84E-B505-99AAA1130805}" destId="{3D0245F5-7353-A943-9B8B-761ED692B7A9}" srcOrd="5" destOrd="0" presId="urn:microsoft.com/office/officeart/2008/layout/VerticalAccentList"/>
    <dgm:cxn modelId="{771E2324-2089-EA4A-97A8-C31DCED242BA}" type="presParOf" srcId="{1890BCF4-39FD-A84E-B505-99AAA1130805}" destId="{CC8ABEB8-7092-BC47-9064-4FEE641A0971}" srcOrd="6" destOrd="0" presId="urn:microsoft.com/office/officeart/2008/layout/VerticalAccentList"/>
    <dgm:cxn modelId="{5E4516EE-5457-4B4D-A22F-48C138E17E90}" type="presParOf" srcId="{36CD5AD2-53FF-A04C-B54F-1B2F990D3D7A}" destId="{7A35E74F-315B-2E49-9519-3372E37E603F}" srcOrd="11" destOrd="0" presId="urn:microsoft.com/office/officeart/2008/layout/VerticalAccentList"/>
    <dgm:cxn modelId="{240C5D53-8397-3B46-ABBB-720FAB0DE311}" type="presParOf" srcId="{36CD5AD2-53FF-A04C-B54F-1B2F990D3D7A}" destId="{A0975431-0E1A-D749-9D7A-ADD83E79C0DC}" srcOrd="12" destOrd="0" presId="urn:microsoft.com/office/officeart/2008/layout/VerticalAccentList"/>
    <dgm:cxn modelId="{296A8059-E568-374F-AEFC-BB53E7834464}" type="presParOf" srcId="{A0975431-0E1A-D749-9D7A-ADD83E79C0DC}" destId="{AD60AC84-FF8C-9A41-9B26-53D0E5F7AE6E}" srcOrd="0" destOrd="0" presId="urn:microsoft.com/office/officeart/2008/layout/VerticalAccentList"/>
    <dgm:cxn modelId="{2D71F8AD-E90C-534A-9554-8EB6A075CB9C}" type="presParOf" srcId="{36CD5AD2-53FF-A04C-B54F-1B2F990D3D7A}" destId="{918C5A93-3CD5-6D4C-B041-D667919490C4}" srcOrd="13" destOrd="0" presId="urn:microsoft.com/office/officeart/2008/layout/VerticalAccentList"/>
    <dgm:cxn modelId="{6AC0C2D0-3B2E-184F-98B5-2F58519C1D71}" type="presParOf" srcId="{918C5A93-3CD5-6D4C-B041-D667919490C4}" destId="{6A56CBD4-9404-BD40-890B-F8D46BDFFD29}" srcOrd="0" destOrd="0" presId="urn:microsoft.com/office/officeart/2008/layout/VerticalAccentList"/>
    <dgm:cxn modelId="{D55AE396-B92B-2942-9BDE-A842242005D9}" type="presParOf" srcId="{918C5A93-3CD5-6D4C-B041-D667919490C4}" destId="{1F854272-FBFB-6141-AFDE-BD6F93B9777D}" srcOrd="1" destOrd="0" presId="urn:microsoft.com/office/officeart/2008/layout/VerticalAccentList"/>
    <dgm:cxn modelId="{238A400C-A092-7C41-A08C-7A333F17D01B}" type="presParOf" srcId="{918C5A93-3CD5-6D4C-B041-D667919490C4}" destId="{60CD74F4-F968-9449-8C15-6BD06C0265B2}" srcOrd="2" destOrd="0" presId="urn:microsoft.com/office/officeart/2008/layout/VerticalAccentList"/>
    <dgm:cxn modelId="{9C14D8D2-1D1F-2648-BB73-A1881F7E721A}" type="presParOf" srcId="{918C5A93-3CD5-6D4C-B041-D667919490C4}" destId="{CC395ACF-9330-FB4C-A06C-181846DD3388}" srcOrd="3" destOrd="0" presId="urn:microsoft.com/office/officeart/2008/layout/VerticalAccentList"/>
    <dgm:cxn modelId="{B2F507FE-B0E2-234E-AF6B-38F56074BF69}" type="presParOf" srcId="{918C5A93-3CD5-6D4C-B041-D667919490C4}" destId="{10CAD098-2E7A-6148-B016-2F4171D7A2F3}" srcOrd="4" destOrd="0" presId="urn:microsoft.com/office/officeart/2008/layout/VerticalAccentList"/>
    <dgm:cxn modelId="{7BF4603B-EA18-8249-A675-8848D6E80B53}" type="presParOf" srcId="{918C5A93-3CD5-6D4C-B041-D667919490C4}" destId="{E4D43252-2403-CE4B-A2B5-1F16C2093E58}" srcOrd="5" destOrd="0" presId="urn:microsoft.com/office/officeart/2008/layout/VerticalAccentList"/>
    <dgm:cxn modelId="{6E1A61A0-7C58-1C4B-AD80-21B91E0F3251}" type="presParOf" srcId="{918C5A93-3CD5-6D4C-B041-D667919490C4}" destId="{EAC9A793-E942-7C4C-AAD2-34A52C074646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3ABD3794-6B03-44F4-9F99-873A2DD2E58F}" type="doc">
      <dgm:prSet loTypeId="urn:microsoft.com/office/officeart/2005/8/layout/vList6" qsTypeId="urn:microsoft.com/office/officeart/2005/8/quickstyle/simple2" csTypeId="urn:microsoft.com/office/officeart/2005/8/colors/accent1_2"/>
      <dgm:spPr/>
    </dgm:pt>
    <dgm:pt modelId="{BF302608-38A5-469B-BB41-AAF073A4EC33}">
      <dgm:prSet/>
      <dgm:spPr/>
      <dgm:t>
        <a:bodyPr/>
        <a:lstStyle/>
        <a:p>
          <a:r>
            <a:t>Customer insight</a:t>
          </a:r>
        </a:p>
      </dgm:t>
    </dgm:pt>
    <dgm:pt modelId="{7D8097B9-C170-4A2C-AD6E-A36DDE1DBBCE}" type="parTrans" cxnId="{32BEFFB8-1354-4AC8-9391-160386A77A49}">
      <dgm:prSet/>
      <dgm:spPr/>
      <dgm:t>
        <a:bodyPr/>
        <a:lstStyle/>
        <a:p>
          <a:endParaRPr/>
        </a:p>
      </dgm:t>
    </dgm:pt>
    <dgm:pt modelId="{DE1E5492-5231-4FA2-8957-CF363FE314B1}" type="sibTrans" cxnId="{32BEFFB8-1354-4AC8-9391-160386A77A49}">
      <dgm:prSet/>
      <dgm:spPr/>
      <dgm:t>
        <a:bodyPr/>
        <a:lstStyle/>
        <a:p>
          <a:endParaRPr/>
        </a:p>
      </dgm:t>
    </dgm:pt>
    <dgm:pt modelId="{EE052E2E-40B7-49F9-9B7A-D715F43D4AE2}">
      <dgm:prSet/>
      <dgm:spPr/>
      <dgm:t>
        <a:bodyPr/>
        <a:lstStyle/>
        <a:p>
          <a:r>
            <a:t>Product concept</a:t>
          </a:r>
        </a:p>
      </dgm:t>
    </dgm:pt>
    <dgm:pt modelId="{6318FA6D-0D19-4AED-8A7D-542A467BB0C9}" type="parTrans" cxnId="{BDD5F354-A12F-44E2-BA37-993FCB8C3B8C}">
      <dgm:prSet/>
      <dgm:spPr/>
      <dgm:t>
        <a:bodyPr/>
        <a:lstStyle/>
        <a:p>
          <a:endParaRPr/>
        </a:p>
      </dgm:t>
    </dgm:pt>
    <dgm:pt modelId="{D7B890B6-2295-4F67-9870-84483CA4546F}" type="sibTrans" cxnId="{BDD5F354-A12F-44E2-BA37-993FCB8C3B8C}">
      <dgm:prSet/>
      <dgm:spPr/>
      <dgm:t>
        <a:bodyPr/>
        <a:lstStyle/>
        <a:p>
          <a:endParaRPr/>
        </a:p>
      </dgm:t>
    </dgm:pt>
    <dgm:pt modelId="{40FAA2D7-3458-4DFF-8DFC-C73CFA4CC6A4}">
      <dgm:prSet/>
      <dgm:spPr/>
      <dgm:t>
        <a:bodyPr/>
        <a:lstStyle/>
        <a:p>
          <a:r>
            <a:t>Prototype</a:t>
          </a:r>
        </a:p>
      </dgm:t>
    </dgm:pt>
    <dgm:pt modelId="{5C60C1CF-DAE3-47F0-90C5-B3D65EEA94BD}" type="parTrans" cxnId="{27E9A9F4-C123-4969-999D-C88C62604990}">
      <dgm:prSet/>
      <dgm:spPr/>
      <dgm:t>
        <a:bodyPr/>
        <a:lstStyle/>
        <a:p>
          <a:endParaRPr/>
        </a:p>
      </dgm:t>
    </dgm:pt>
    <dgm:pt modelId="{9E8DC793-3D67-46E4-882C-7FAFB208D3DC}" type="sibTrans" cxnId="{27E9A9F4-C123-4969-999D-C88C62604990}">
      <dgm:prSet/>
      <dgm:spPr/>
      <dgm:t>
        <a:bodyPr/>
        <a:lstStyle/>
        <a:p>
          <a:endParaRPr/>
        </a:p>
      </dgm:t>
    </dgm:pt>
    <dgm:pt modelId="{874D8B17-7F51-4B5F-A903-05ED7CFDD00B}">
      <dgm:prSet/>
      <dgm:spPr/>
      <dgm:t>
        <a:bodyPr/>
        <a:lstStyle/>
        <a:p>
          <a:r>
            <a:t>Feedback</a:t>
          </a:r>
        </a:p>
      </dgm:t>
    </dgm:pt>
    <dgm:pt modelId="{A6F1BD58-30CE-4C65-B0AE-5F484AD4F0B5}" type="parTrans" cxnId="{4F2587D6-31F5-4819-BC9D-C7508C3F28CB}">
      <dgm:prSet/>
      <dgm:spPr/>
      <dgm:t>
        <a:bodyPr/>
        <a:lstStyle/>
        <a:p>
          <a:endParaRPr/>
        </a:p>
      </dgm:t>
    </dgm:pt>
    <dgm:pt modelId="{0B9C59FC-2439-43A7-A3D5-A78EA41EE783}" type="sibTrans" cxnId="{4F2587D6-31F5-4819-BC9D-C7508C3F28CB}">
      <dgm:prSet/>
      <dgm:spPr/>
      <dgm:t>
        <a:bodyPr/>
        <a:lstStyle/>
        <a:p>
          <a:endParaRPr/>
        </a:p>
      </dgm:t>
    </dgm:pt>
    <dgm:pt modelId="{B172791B-6B7F-4D6F-82A1-6E839373D314}">
      <dgm:prSet/>
      <dgm:spPr/>
      <dgm:t>
        <a:bodyPr/>
        <a:lstStyle/>
        <a:p>
          <a:r>
            <a:t>Next step</a:t>
          </a:r>
        </a:p>
      </dgm:t>
    </dgm:pt>
    <dgm:pt modelId="{B69E9636-B38D-4493-B0ED-22A621088F40}" type="parTrans" cxnId="{BF41B87D-C6F8-4B5C-AD69-2D48E547E6D7}">
      <dgm:prSet/>
      <dgm:spPr/>
      <dgm:t>
        <a:bodyPr/>
        <a:lstStyle/>
        <a:p>
          <a:endParaRPr/>
        </a:p>
      </dgm:t>
    </dgm:pt>
    <dgm:pt modelId="{535365C7-929E-427D-BCC8-E1B7200EC09F}" type="sibTrans" cxnId="{BF41B87D-C6F8-4B5C-AD69-2D48E547E6D7}">
      <dgm:prSet/>
      <dgm:spPr/>
      <dgm:t>
        <a:bodyPr/>
        <a:lstStyle/>
        <a:p>
          <a:endParaRPr/>
        </a:p>
      </dgm:t>
    </dgm:pt>
    <dgm:pt modelId="{CEAD7363-287A-C340-895D-F9FC4CFA4E91}" type="pres">
      <dgm:prSet presAssocID="{3ABD3794-6B03-44F4-9F99-873A2DD2E58F}" presName="Name0" presStyleCnt="0">
        <dgm:presLayoutVars>
          <dgm:dir/>
          <dgm:animLvl val="lvl"/>
          <dgm:resizeHandles/>
        </dgm:presLayoutVars>
      </dgm:prSet>
      <dgm:spPr/>
    </dgm:pt>
    <dgm:pt modelId="{808645CA-D41B-E547-80C5-3CD6AAD4F5C3}" type="pres">
      <dgm:prSet presAssocID="{BF302608-38A5-469B-BB41-AAF073A4EC33}" presName="linNode" presStyleCnt="0"/>
      <dgm:spPr/>
    </dgm:pt>
    <dgm:pt modelId="{D61C57CB-0CBA-2141-8F86-201F9BAE5F66}" type="pres">
      <dgm:prSet presAssocID="{BF302608-38A5-469B-BB41-AAF073A4EC33}" presName="parentShp" presStyleLbl="node1" presStyleIdx="0" presStyleCnt="5">
        <dgm:presLayoutVars>
          <dgm:bulletEnabled val="1"/>
        </dgm:presLayoutVars>
      </dgm:prSet>
      <dgm:spPr/>
    </dgm:pt>
    <dgm:pt modelId="{660F1B6D-35FB-7542-8FF5-40124AB951F9}" type="pres">
      <dgm:prSet presAssocID="{BF302608-38A5-469B-BB41-AAF073A4EC33}" presName="childShp" presStyleLbl="bgAccFollowNode1" presStyleIdx="0" presStyleCnt="5">
        <dgm:presLayoutVars>
          <dgm:bulletEnabled val="1"/>
        </dgm:presLayoutVars>
      </dgm:prSet>
      <dgm:spPr/>
    </dgm:pt>
    <dgm:pt modelId="{A9AD81F8-476E-1844-925A-DFFA946AD210}" type="pres">
      <dgm:prSet presAssocID="{DE1E5492-5231-4FA2-8957-CF363FE314B1}" presName="spacing" presStyleCnt="0"/>
      <dgm:spPr/>
    </dgm:pt>
    <dgm:pt modelId="{E20D321F-93EC-724B-9B68-CE63122F0BC5}" type="pres">
      <dgm:prSet presAssocID="{EE052E2E-40B7-49F9-9B7A-D715F43D4AE2}" presName="linNode" presStyleCnt="0"/>
      <dgm:spPr/>
    </dgm:pt>
    <dgm:pt modelId="{ECCFD828-BB86-F84B-8C4C-9C0642A07C87}" type="pres">
      <dgm:prSet presAssocID="{EE052E2E-40B7-49F9-9B7A-D715F43D4AE2}" presName="parentShp" presStyleLbl="node1" presStyleIdx="1" presStyleCnt="5">
        <dgm:presLayoutVars>
          <dgm:bulletEnabled val="1"/>
        </dgm:presLayoutVars>
      </dgm:prSet>
      <dgm:spPr/>
    </dgm:pt>
    <dgm:pt modelId="{A8BA7817-761E-6C4C-A6C1-E7E0BB6CA671}" type="pres">
      <dgm:prSet presAssocID="{EE052E2E-40B7-49F9-9B7A-D715F43D4AE2}" presName="childShp" presStyleLbl="bgAccFollowNode1" presStyleIdx="1" presStyleCnt="5">
        <dgm:presLayoutVars>
          <dgm:bulletEnabled val="1"/>
        </dgm:presLayoutVars>
      </dgm:prSet>
      <dgm:spPr/>
    </dgm:pt>
    <dgm:pt modelId="{576DD1FD-356B-4D40-9EA0-FFAC078C443A}" type="pres">
      <dgm:prSet presAssocID="{D7B890B6-2295-4F67-9870-84483CA4546F}" presName="spacing" presStyleCnt="0"/>
      <dgm:spPr/>
    </dgm:pt>
    <dgm:pt modelId="{02621704-FB43-504F-B99A-F4FE5A9408FD}" type="pres">
      <dgm:prSet presAssocID="{40FAA2D7-3458-4DFF-8DFC-C73CFA4CC6A4}" presName="linNode" presStyleCnt="0"/>
      <dgm:spPr/>
    </dgm:pt>
    <dgm:pt modelId="{CEB09E76-E68F-0E4C-B067-462A68FD6DFA}" type="pres">
      <dgm:prSet presAssocID="{40FAA2D7-3458-4DFF-8DFC-C73CFA4CC6A4}" presName="parentShp" presStyleLbl="node1" presStyleIdx="2" presStyleCnt="5">
        <dgm:presLayoutVars>
          <dgm:bulletEnabled val="1"/>
        </dgm:presLayoutVars>
      </dgm:prSet>
      <dgm:spPr/>
    </dgm:pt>
    <dgm:pt modelId="{DECD55E1-B0BC-A640-B9BA-B782DB87529F}" type="pres">
      <dgm:prSet presAssocID="{40FAA2D7-3458-4DFF-8DFC-C73CFA4CC6A4}" presName="childShp" presStyleLbl="bgAccFollowNode1" presStyleIdx="2" presStyleCnt="5">
        <dgm:presLayoutVars>
          <dgm:bulletEnabled val="1"/>
        </dgm:presLayoutVars>
      </dgm:prSet>
      <dgm:spPr/>
    </dgm:pt>
    <dgm:pt modelId="{4EFBAF98-6340-8E46-BCF7-5C0EF377002F}" type="pres">
      <dgm:prSet presAssocID="{9E8DC793-3D67-46E4-882C-7FAFB208D3DC}" presName="spacing" presStyleCnt="0"/>
      <dgm:spPr/>
    </dgm:pt>
    <dgm:pt modelId="{2D977FB0-DDBE-4440-9FB4-8BC831AE8C00}" type="pres">
      <dgm:prSet presAssocID="{874D8B17-7F51-4B5F-A903-05ED7CFDD00B}" presName="linNode" presStyleCnt="0"/>
      <dgm:spPr/>
    </dgm:pt>
    <dgm:pt modelId="{57989330-8C83-AD48-BBBA-C7C349C03FAF}" type="pres">
      <dgm:prSet presAssocID="{874D8B17-7F51-4B5F-A903-05ED7CFDD00B}" presName="parentShp" presStyleLbl="node1" presStyleIdx="3" presStyleCnt="5">
        <dgm:presLayoutVars>
          <dgm:bulletEnabled val="1"/>
        </dgm:presLayoutVars>
      </dgm:prSet>
      <dgm:spPr/>
    </dgm:pt>
    <dgm:pt modelId="{F0B61673-9047-E24D-A3D4-7DD681DCE2AF}" type="pres">
      <dgm:prSet presAssocID="{874D8B17-7F51-4B5F-A903-05ED7CFDD00B}" presName="childShp" presStyleLbl="bgAccFollowNode1" presStyleIdx="3" presStyleCnt="5">
        <dgm:presLayoutVars>
          <dgm:bulletEnabled val="1"/>
        </dgm:presLayoutVars>
      </dgm:prSet>
      <dgm:spPr/>
    </dgm:pt>
    <dgm:pt modelId="{C8E493F0-0552-544F-A8D8-CF51F0CD82B4}" type="pres">
      <dgm:prSet presAssocID="{0B9C59FC-2439-43A7-A3D5-A78EA41EE783}" presName="spacing" presStyleCnt="0"/>
      <dgm:spPr/>
    </dgm:pt>
    <dgm:pt modelId="{AADC5B9A-45B6-B24D-9DEC-4A5B366CC874}" type="pres">
      <dgm:prSet presAssocID="{B172791B-6B7F-4D6F-82A1-6E839373D314}" presName="linNode" presStyleCnt="0"/>
      <dgm:spPr/>
    </dgm:pt>
    <dgm:pt modelId="{E41417F0-05A5-8B47-82D5-503F8E4D1767}" type="pres">
      <dgm:prSet presAssocID="{B172791B-6B7F-4D6F-82A1-6E839373D314}" presName="parentShp" presStyleLbl="node1" presStyleIdx="4" presStyleCnt="5">
        <dgm:presLayoutVars>
          <dgm:bulletEnabled val="1"/>
        </dgm:presLayoutVars>
      </dgm:prSet>
      <dgm:spPr/>
    </dgm:pt>
    <dgm:pt modelId="{9FA5E904-41D9-1B41-8161-0508D436303C}" type="pres">
      <dgm:prSet presAssocID="{B172791B-6B7F-4D6F-82A1-6E839373D314}" presName="childShp" presStyleLbl="bgAccFollowNode1" presStyleIdx="4" presStyleCnt="5">
        <dgm:presLayoutVars>
          <dgm:bulletEnabled val="1"/>
        </dgm:presLayoutVars>
      </dgm:prSet>
      <dgm:spPr/>
    </dgm:pt>
  </dgm:ptLst>
  <dgm:cxnLst>
    <dgm:cxn modelId="{29C6E10F-FFBE-904C-BC4A-1DF2CBF35893}" type="presOf" srcId="{BF302608-38A5-469B-BB41-AAF073A4EC33}" destId="{D61C57CB-0CBA-2141-8F86-201F9BAE5F66}" srcOrd="0" destOrd="0" presId="urn:microsoft.com/office/officeart/2005/8/layout/vList6"/>
    <dgm:cxn modelId="{EBB7E832-5DCE-1345-BD54-689BB317F016}" type="presOf" srcId="{B172791B-6B7F-4D6F-82A1-6E839373D314}" destId="{E41417F0-05A5-8B47-82D5-503F8E4D1767}" srcOrd="0" destOrd="0" presId="urn:microsoft.com/office/officeart/2005/8/layout/vList6"/>
    <dgm:cxn modelId="{29536A3A-154C-794C-8DC8-30EFF0D8996B}" type="presOf" srcId="{874D8B17-7F51-4B5F-A903-05ED7CFDD00B}" destId="{57989330-8C83-AD48-BBBA-C7C349C03FAF}" srcOrd="0" destOrd="0" presId="urn:microsoft.com/office/officeart/2005/8/layout/vList6"/>
    <dgm:cxn modelId="{BDD5F354-A12F-44E2-BA37-993FCB8C3B8C}" srcId="{3ABD3794-6B03-44F4-9F99-873A2DD2E58F}" destId="{EE052E2E-40B7-49F9-9B7A-D715F43D4AE2}" srcOrd="1" destOrd="0" parTransId="{6318FA6D-0D19-4AED-8A7D-542A467BB0C9}" sibTransId="{D7B890B6-2295-4F67-9870-84483CA4546F}"/>
    <dgm:cxn modelId="{A7DC1372-FA56-A04B-A387-CCE3FD677DAA}" type="presOf" srcId="{3ABD3794-6B03-44F4-9F99-873A2DD2E58F}" destId="{CEAD7363-287A-C340-895D-F9FC4CFA4E91}" srcOrd="0" destOrd="0" presId="urn:microsoft.com/office/officeart/2005/8/layout/vList6"/>
    <dgm:cxn modelId="{BF41B87D-C6F8-4B5C-AD69-2D48E547E6D7}" srcId="{3ABD3794-6B03-44F4-9F99-873A2DD2E58F}" destId="{B172791B-6B7F-4D6F-82A1-6E839373D314}" srcOrd="4" destOrd="0" parTransId="{B69E9636-B38D-4493-B0ED-22A621088F40}" sibTransId="{535365C7-929E-427D-BCC8-E1B7200EC09F}"/>
    <dgm:cxn modelId="{86D6C985-3479-F242-8290-9A22FAD95276}" type="presOf" srcId="{EE052E2E-40B7-49F9-9B7A-D715F43D4AE2}" destId="{ECCFD828-BB86-F84B-8C4C-9C0642A07C87}" srcOrd="0" destOrd="0" presId="urn:microsoft.com/office/officeart/2005/8/layout/vList6"/>
    <dgm:cxn modelId="{32BEFFB8-1354-4AC8-9391-160386A77A49}" srcId="{3ABD3794-6B03-44F4-9F99-873A2DD2E58F}" destId="{BF302608-38A5-469B-BB41-AAF073A4EC33}" srcOrd="0" destOrd="0" parTransId="{7D8097B9-C170-4A2C-AD6E-A36DDE1DBBCE}" sibTransId="{DE1E5492-5231-4FA2-8957-CF363FE314B1}"/>
    <dgm:cxn modelId="{D4AE25C3-2EEF-F44F-9993-A64F5CB0D466}" type="presOf" srcId="{40FAA2D7-3458-4DFF-8DFC-C73CFA4CC6A4}" destId="{CEB09E76-E68F-0E4C-B067-462A68FD6DFA}" srcOrd="0" destOrd="0" presId="urn:microsoft.com/office/officeart/2005/8/layout/vList6"/>
    <dgm:cxn modelId="{4F2587D6-31F5-4819-BC9D-C7508C3F28CB}" srcId="{3ABD3794-6B03-44F4-9F99-873A2DD2E58F}" destId="{874D8B17-7F51-4B5F-A903-05ED7CFDD00B}" srcOrd="3" destOrd="0" parTransId="{A6F1BD58-30CE-4C65-B0AE-5F484AD4F0B5}" sibTransId="{0B9C59FC-2439-43A7-A3D5-A78EA41EE783}"/>
    <dgm:cxn modelId="{27E9A9F4-C123-4969-999D-C88C62604990}" srcId="{3ABD3794-6B03-44F4-9F99-873A2DD2E58F}" destId="{40FAA2D7-3458-4DFF-8DFC-C73CFA4CC6A4}" srcOrd="2" destOrd="0" parTransId="{5C60C1CF-DAE3-47F0-90C5-B3D65EEA94BD}" sibTransId="{9E8DC793-3D67-46E4-882C-7FAFB208D3DC}"/>
    <dgm:cxn modelId="{F97BE7D6-A8AB-854E-9B7B-047D3B43CCD8}" type="presParOf" srcId="{CEAD7363-287A-C340-895D-F9FC4CFA4E91}" destId="{808645CA-D41B-E547-80C5-3CD6AAD4F5C3}" srcOrd="0" destOrd="0" presId="urn:microsoft.com/office/officeart/2005/8/layout/vList6"/>
    <dgm:cxn modelId="{5D7629BD-9645-5E45-B906-E8E8B96804EF}" type="presParOf" srcId="{808645CA-D41B-E547-80C5-3CD6AAD4F5C3}" destId="{D61C57CB-0CBA-2141-8F86-201F9BAE5F66}" srcOrd="0" destOrd="0" presId="urn:microsoft.com/office/officeart/2005/8/layout/vList6"/>
    <dgm:cxn modelId="{9D3B02E0-D677-3F49-ABF6-7D2A761333B0}" type="presParOf" srcId="{808645CA-D41B-E547-80C5-3CD6AAD4F5C3}" destId="{660F1B6D-35FB-7542-8FF5-40124AB951F9}" srcOrd="1" destOrd="0" presId="urn:microsoft.com/office/officeart/2005/8/layout/vList6"/>
    <dgm:cxn modelId="{89666094-A5AA-AF4B-A7EF-0DB440E571C1}" type="presParOf" srcId="{CEAD7363-287A-C340-895D-F9FC4CFA4E91}" destId="{A9AD81F8-476E-1844-925A-DFFA946AD210}" srcOrd="1" destOrd="0" presId="urn:microsoft.com/office/officeart/2005/8/layout/vList6"/>
    <dgm:cxn modelId="{E206E160-A11E-1942-8C77-D751236C709D}" type="presParOf" srcId="{CEAD7363-287A-C340-895D-F9FC4CFA4E91}" destId="{E20D321F-93EC-724B-9B68-CE63122F0BC5}" srcOrd="2" destOrd="0" presId="urn:microsoft.com/office/officeart/2005/8/layout/vList6"/>
    <dgm:cxn modelId="{19C81BD1-E503-0646-9D82-CCB9D4C1690D}" type="presParOf" srcId="{E20D321F-93EC-724B-9B68-CE63122F0BC5}" destId="{ECCFD828-BB86-F84B-8C4C-9C0642A07C87}" srcOrd="0" destOrd="0" presId="urn:microsoft.com/office/officeart/2005/8/layout/vList6"/>
    <dgm:cxn modelId="{4086E4C8-9182-BF4F-90B3-C59905CFE80C}" type="presParOf" srcId="{E20D321F-93EC-724B-9B68-CE63122F0BC5}" destId="{A8BA7817-761E-6C4C-A6C1-E7E0BB6CA671}" srcOrd="1" destOrd="0" presId="urn:microsoft.com/office/officeart/2005/8/layout/vList6"/>
    <dgm:cxn modelId="{BF0EEF3B-EC73-314C-9F62-24A56FDA1323}" type="presParOf" srcId="{CEAD7363-287A-C340-895D-F9FC4CFA4E91}" destId="{576DD1FD-356B-4D40-9EA0-FFAC078C443A}" srcOrd="3" destOrd="0" presId="urn:microsoft.com/office/officeart/2005/8/layout/vList6"/>
    <dgm:cxn modelId="{3CA8A24C-1582-D043-B06A-69DC0C1F835C}" type="presParOf" srcId="{CEAD7363-287A-C340-895D-F9FC4CFA4E91}" destId="{02621704-FB43-504F-B99A-F4FE5A9408FD}" srcOrd="4" destOrd="0" presId="urn:microsoft.com/office/officeart/2005/8/layout/vList6"/>
    <dgm:cxn modelId="{E2F9827D-D2FA-5F4E-ABC8-5BCCCC4347BB}" type="presParOf" srcId="{02621704-FB43-504F-B99A-F4FE5A9408FD}" destId="{CEB09E76-E68F-0E4C-B067-462A68FD6DFA}" srcOrd="0" destOrd="0" presId="urn:microsoft.com/office/officeart/2005/8/layout/vList6"/>
    <dgm:cxn modelId="{3B8C48D5-7998-454F-B207-0210056AC9DA}" type="presParOf" srcId="{02621704-FB43-504F-B99A-F4FE5A9408FD}" destId="{DECD55E1-B0BC-A640-B9BA-B782DB87529F}" srcOrd="1" destOrd="0" presId="urn:microsoft.com/office/officeart/2005/8/layout/vList6"/>
    <dgm:cxn modelId="{65CE3FA4-D71F-A846-B1C5-9E71E6D9AEFF}" type="presParOf" srcId="{CEAD7363-287A-C340-895D-F9FC4CFA4E91}" destId="{4EFBAF98-6340-8E46-BCF7-5C0EF377002F}" srcOrd="5" destOrd="0" presId="urn:microsoft.com/office/officeart/2005/8/layout/vList6"/>
    <dgm:cxn modelId="{9F42441F-DD91-4846-A8AB-90BA87784155}" type="presParOf" srcId="{CEAD7363-287A-C340-895D-F9FC4CFA4E91}" destId="{2D977FB0-DDBE-4440-9FB4-8BC831AE8C00}" srcOrd="6" destOrd="0" presId="urn:microsoft.com/office/officeart/2005/8/layout/vList6"/>
    <dgm:cxn modelId="{E8E218D5-3A59-5F40-83B4-1493BD90FC42}" type="presParOf" srcId="{2D977FB0-DDBE-4440-9FB4-8BC831AE8C00}" destId="{57989330-8C83-AD48-BBBA-C7C349C03FAF}" srcOrd="0" destOrd="0" presId="urn:microsoft.com/office/officeart/2005/8/layout/vList6"/>
    <dgm:cxn modelId="{D41FE5C5-3562-0341-855A-CAA9A46A661F}" type="presParOf" srcId="{2D977FB0-DDBE-4440-9FB4-8BC831AE8C00}" destId="{F0B61673-9047-E24D-A3D4-7DD681DCE2AF}" srcOrd="1" destOrd="0" presId="urn:microsoft.com/office/officeart/2005/8/layout/vList6"/>
    <dgm:cxn modelId="{19AD0AC3-3C64-5D41-BBA4-AEE82D3D708A}" type="presParOf" srcId="{CEAD7363-287A-C340-895D-F9FC4CFA4E91}" destId="{C8E493F0-0552-544F-A8D8-CF51F0CD82B4}" srcOrd="7" destOrd="0" presId="urn:microsoft.com/office/officeart/2005/8/layout/vList6"/>
    <dgm:cxn modelId="{E2AC3983-C8BE-704C-B3F6-0BB1F0265C2A}" type="presParOf" srcId="{CEAD7363-287A-C340-895D-F9FC4CFA4E91}" destId="{AADC5B9A-45B6-B24D-9DEC-4A5B366CC874}" srcOrd="8" destOrd="0" presId="urn:microsoft.com/office/officeart/2005/8/layout/vList6"/>
    <dgm:cxn modelId="{B53F8685-8E97-104B-8D2E-6C3BB047C10E}" type="presParOf" srcId="{AADC5B9A-45B6-B24D-9DEC-4A5B366CC874}" destId="{E41417F0-05A5-8B47-82D5-503F8E4D1767}" srcOrd="0" destOrd="0" presId="urn:microsoft.com/office/officeart/2005/8/layout/vList6"/>
    <dgm:cxn modelId="{58D400BA-7F03-C24D-9F29-1C49350D02E5}" type="presParOf" srcId="{AADC5B9A-45B6-B24D-9DEC-4A5B366CC874}" destId="{9FA5E904-41D9-1B41-8161-0508D436303C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25C7E6D8-713E-4A11-8873-5C9DA7DC76C7}" type="doc">
      <dgm:prSet loTypeId="urn:microsoft.com/office/officeart/2005/8/layout/hList6" qsTypeId="urn:microsoft.com/office/officeart/2005/8/quickstyle/simple2" csTypeId="urn:microsoft.com/office/officeart/2005/8/colors/accent1_2"/>
      <dgm:spPr/>
    </dgm:pt>
    <dgm:pt modelId="{A0BDE301-CCB4-49C9-946E-7AADD692CEC0}">
      <dgm:prSet/>
      <dgm:spPr/>
      <dgm:t>
        <a:bodyPr/>
        <a:lstStyle/>
        <a:p>
          <a:r>
            <a:t>Customer insight</a:t>
          </a:r>
        </a:p>
      </dgm:t>
    </dgm:pt>
    <dgm:pt modelId="{47540A2C-175B-49C2-A451-5F183CAC47B6}" type="parTrans" cxnId="{E74523DC-FB14-4429-A212-24FFD687895C}">
      <dgm:prSet/>
      <dgm:spPr/>
      <dgm:t>
        <a:bodyPr/>
        <a:lstStyle/>
        <a:p>
          <a:endParaRPr/>
        </a:p>
      </dgm:t>
    </dgm:pt>
    <dgm:pt modelId="{DC4B1530-A74D-4668-8740-A7C253FC0E7C}" type="sibTrans" cxnId="{E74523DC-FB14-4429-A212-24FFD687895C}">
      <dgm:prSet/>
      <dgm:spPr/>
      <dgm:t>
        <a:bodyPr/>
        <a:lstStyle/>
        <a:p>
          <a:endParaRPr/>
        </a:p>
      </dgm:t>
    </dgm:pt>
    <dgm:pt modelId="{625EF54B-481F-4B0C-9B8D-A89D0DBA2995}">
      <dgm:prSet/>
      <dgm:spPr/>
      <dgm:t>
        <a:bodyPr/>
        <a:lstStyle/>
        <a:p>
          <a:r>
            <a:t>Product concept</a:t>
          </a:r>
        </a:p>
      </dgm:t>
    </dgm:pt>
    <dgm:pt modelId="{EA857F69-D582-49B6-B73A-AAF278C79340}" type="parTrans" cxnId="{E2CDA31F-578D-4109-8E56-057B58F34C8A}">
      <dgm:prSet/>
      <dgm:spPr/>
      <dgm:t>
        <a:bodyPr/>
        <a:lstStyle/>
        <a:p>
          <a:endParaRPr/>
        </a:p>
      </dgm:t>
    </dgm:pt>
    <dgm:pt modelId="{38F93C61-0782-4B3D-B72E-5FABEF6F02BA}" type="sibTrans" cxnId="{E2CDA31F-578D-4109-8E56-057B58F34C8A}">
      <dgm:prSet/>
      <dgm:spPr/>
      <dgm:t>
        <a:bodyPr/>
        <a:lstStyle/>
        <a:p>
          <a:endParaRPr/>
        </a:p>
      </dgm:t>
    </dgm:pt>
    <dgm:pt modelId="{B3E6423F-A645-4DE9-9DCE-9AA13DF931EC}">
      <dgm:prSet/>
      <dgm:spPr/>
      <dgm:t>
        <a:bodyPr/>
        <a:lstStyle/>
        <a:p>
          <a:r>
            <a:t>Prototype</a:t>
          </a:r>
        </a:p>
      </dgm:t>
    </dgm:pt>
    <dgm:pt modelId="{DFCF9E13-D794-42B9-B6D6-5137BF2C78D6}" type="parTrans" cxnId="{FF6CFEB7-1B78-4534-B3B1-FD1C2E435A07}">
      <dgm:prSet/>
      <dgm:spPr/>
      <dgm:t>
        <a:bodyPr/>
        <a:lstStyle/>
        <a:p>
          <a:endParaRPr/>
        </a:p>
      </dgm:t>
    </dgm:pt>
    <dgm:pt modelId="{FA864C96-48F3-475B-B855-5B0757B8A97A}" type="sibTrans" cxnId="{FF6CFEB7-1B78-4534-B3B1-FD1C2E435A07}">
      <dgm:prSet/>
      <dgm:spPr/>
      <dgm:t>
        <a:bodyPr/>
        <a:lstStyle/>
        <a:p>
          <a:endParaRPr/>
        </a:p>
      </dgm:t>
    </dgm:pt>
    <dgm:pt modelId="{47C424E2-ADC0-43E8-AFB4-A0ACED58DA37}">
      <dgm:prSet/>
      <dgm:spPr/>
      <dgm:t>
        <a:bodyPr/>
        <a:lstStyle/>
        <a:p>
          <a:r>
            <a:t>Feedback</a:t>
          </a:r>
        </a:p>
      </dgm:t>
    </dgm:pt>
    <dgm:pt modelId="{627AE387-4F82-4301-BEF3-154777E134D1}" type="parTrans" cxnId="{33449CC6-C06B-4261-B276-B3ABB5B47BAA}">
      <dgm:prSet/>
      <dgm:spPr/>
      <dgm:t>
        <a:bodyPr/>
        <a:lstStyle/>
        <a:p>
          <a:endParaRPr/>
        </a:p>
      </dgm:t>
    </dgm:pt>
    <dgm:pt modelId="{66450A79-50D0-474C-8013-2CC9728B5544}" type="sibTrans" cxnId="{33449CC6-C06B-4261-B276-B3ABB5B47BAA}">
      <dgm:prSet/>
      <dgm:spPr/>
      <dgm:t>
        <a:bodyPr/>
        <a:lstStyle/>
        <a:p>
          <a:endParaRPr/>
        </a:p>
      </dgm:t>
    </dgm:pt>
    <dgm:pt modelId="{42ED2467-AA58-48DD-A3EA-FA99263DD181}">
      <dgm:prSet/>
      <dgm:spPr/>
      <dgm:t>
        <a:bodyPr/>
        <a:lstStyle/>
        <a:p>
          <a:r>
            <a:t>Next step</a:t>
          </a:r>
        </a:p>
      </dgm:t>
    </dgm:pt>
    <dgm:pt modelId="{B37C4DE5-9656-44E3-BB1F-547423BDEFE9}" type="parTrans" cxnId="{6109C3DA-F99B-4C51-ACE4-F74558B5A424}">
      <dgm:prSet/>
      <dgm:spPr/>
      <dgm:t>
        <a:bodyPr/>
        <a:lstStyle/>
        <a:p>
          <a:endParaRPr/>
        </a:p>
      </dgm:t>
    </dgm:pt>
    <dgm:pt modelId="{0BB0C4EB-07D7-4C36-9620-A9ED3449CF65}" type="sibTrans" cxnId="{6109C3DA-F99B-4C51-ACE4-F74558B5A424}">
      <dgm:prSet/>
      <dgm:spPr/>
      <dgm:t>
        <a:bodyPr/>
        <a:lstStyle/>
        <a:p>
          <a:endParaRPr/>
        </a:p>
      </dgm:t>
    </dgm:pt>
    <dgm:pt modelId="{563E178D-580F-4542-91B4-5EC0493EA411}" type="pres">
      <dgm:prSet presAssocID="{25C7E6D8-713E-4A11-8873-5C9DA7DC76C7}" presName="Name0" presStyleCnt="0">
        <dgm:presLayoutVars>
          <dgm:dir/>
          <dgm:resizeHandles val="exact"/>
        </dgm:presLayoutVars>
      </dgm:prSet>
      <dgm:spPr/>
    </dgm:pt>
    <dgm:pt modelId="{725DF8F9-62C6-DF48-8AC5-DCE33E9CB6AD}" type="pres">
      <dgm:prSet presAssocID="{A0BDE301-CCB4-49C9-946E-7AADD692CEC0}" presName="node" presStyleLbl="node1" presStyleIdx="0" presStyleCnt="5">
        <dgm:presLayoutVars>
          <dgm:bulletEnabled val="1"/>
        </dgm:presLayoutVars>
      </dgm:prSet>
      <dgm:spPr/>
    </dgm:pt>
    <dgm:pt modelId="{05056559-E06B-5542-AEE9-2CDA095FFCBF}" type="pres">
      <dgm:prSet presAssocID="{DC4B1530-A74D-4668-8740-A7C253FC0E7C}" presName="sibTrans" presStyleCnt="0"/>
      <dgm:spPr/>
    </dgm:pt>
    <dgm:pt modelId="{35855325-825D-F143-8E64-EA249F3ACB6D}" type="pres">
      <dgm:prSet presAssocID="{625EF54B-481F-4B0C-9B8D-A89D0DBA2995}" presName="node" presStyleLbl="node1" presStyleIdx="1" presStyleCnt="5">
        <dgm:presLayoutVars>
          <dgm:bulletEnabled val="1"/>
        </dgm:presLayoutVars>
      </dgm:prSet>
      <dgm:spPr/>
    </dgm:pt>
    <dgm:pt modelId="{9788F360-00B8-564C-B309-24640734D4CA}" type="pres">
      <dgm:prSet presAssocID="{38F93C61-0782-4B3D-B72E-5FABEF6F02BA}" presName="sibTrans" presStyleCnt="0"/>
      <dgm:spPr/>
    </dgm:pt>
    <dgm:pt modelId="{3C6A5BD5-539C-9747-90B9-4B666BFA9DA7}" type="pres">
      <dgm:prSet presAssocID="{B3E6423F-A645-4DE9-9DCE-9AA13DF931EC}" presName="node" presStyleLbl="node1" presStyleIdx="2" presStyleCnt="5">
        <dgm:presLayoutVars>
          <dgm:bulletEnabled val="1"/>
        </dgm:presLayoutVars>
      </dgm:prSet>
      <dgm:spPr/>
    </dgm:pt>
    <dgm:pt modelId="{766ED015-E4A1-7B49-8389-998CB266E939}" type="pres">
      <dgm:prSet presAssocID="{FA864C96-48F3-475B-B855-5B0757B8A97A}" presName="sibTrans" presStyleCnt="0"/>
      <dgm:spPr/>
    </dgm:pt>
    <dgm:pt modelId="{D048722F-62A6-8D40-9C72-4437DB249CBA}" type="pres">
      <dgm:prSet presAssocID="{47C424E2-ADC0-43E8-AFB4-A0ACED58DA37}" presName="node" presStyleLbl="node1" presStyleIdx="3" presStyleCnt="5">
        <dgm:presLayoutVars>
          <dgm:bulletEnabled val="1"/>
        </dgm:presLayoutVars>
      </dgm:prSet>
      <dgm:spPr/>
    </dgm:pt>
    <dgm:pt modelId="{CED6914A-8C4D-F146-9A63-0B3BDE9E5261}" type="pres">
      <dgm:prSet presAssocID="{66450A79-50D0-474C-8013-2CC9728B5544}" presName="sibTrans" presStyleCnt="0"/>
      <dgm:spPr/>
    </dgm:pt>
    <dgm:pt modelId="{BCEBE156-96FF-B545-9932-AD7785986986}" type="pres">
      <dgm:prSet presAssocID="{42ED2467-AA58-48DD-A3EA-FA99263DD181}" presName="node" presStyleLbl="node1" presStyleIdx="4" presStyleCnt="5">
        <dgm:presLayoutVars>
          <dgm:bulletEnabled val="1"/>
        </dgm:presLayoutVars>
      </dgm:prSet>
      <dgm:spPr/>
    </dgm:pt>
  </dgm:ptLst>
  <dgm:cxnLst>
    <dgm:cxn modelId="{E2CDA31F-578D-4109-8E56-057B58F34C8A}" srcId="{25C7E6D8-713E-4A11-8873-5C9DA7DC76C7}" destId="{625EF54B-481F-4B0C-9B8D-A89D0DBA2995}" srcOrd="1" destOrd="0" parTransId="{EA857F69-D582-49B6-B73A-AAF278C79340}" sibTransId="{38F93C61-0782-4B3D-B72E-5FABEF6F02BA}"/>
    <dgm:cxn modelId="{A3508421-6D08-BC46-B14C-25DE928B13A2}" type="presOf" srcId="{25C7E6D8-713E-4A11-8873-5C9DA7DC76C7}" destId="{563E178D-580F-4542-91B4-5EC0493EA411}" srcOrd="0" destOrd="0" presId="urn:microsoft.com/office/officeart/2005/8/layout/hList6"/>
    <dgm:cxn modelId="{B85F9F62-7196-9542-BD4F-C10FBA278D0D}" type="presOf" srcId="{A0BDE301-CCB4-49C9-946E-7AADD692CEC0}" destId="{725DF8F9-62C6-DF48-8AC5-DCE33E9CB6AD}" srcOrd="0" destOrd="0" presId="urn:microsoft.com/office/officeart/2005/8/layout/hList6"/>
    <dgm:cxn modelId="{CF25198D-5DF2-FA40-8254-8E8A8C10D6E5}" type="presOf" srcId="{B3E6423F-A645-4DE9-9DCE-9AA13DF931EC}" destId="{3C6A5BD5-539C-9747-90B9-4B666BFA9DA7}" srcOrd="0" destOrd="0" presId="urn:microsoft.com/office/officeart/2005/8/layout/hList6"/>
    <dgm:cxn modelId="{D34E9C9E-B6AD-3B40-B4DD-656FFDE27F3E}" type="presOf" srcId="{42ED2467-AA58-48DD-A3EA-FA99263DD181}" destId="{BCEBE156-96FF-B545-9932-AD7785986986}" srcOrd="0" destOrd="0" presId="urn:microsoft.com/office/officeart/2005/8/layout/hList6"/>
    <dgm:cxn modelId="{FF6CFEB7-1B78-4534-B3B1-FD1C2E435A07}" srcId="{25C7E6D8-713E-4A11-8873-5C9DA7DC76C7}" destId="{B3E6423F-A645-4DE9-9DCE-9AA13DF931EC}" srcOrd="2" destOrd="0" parTransId="{DFCF9E13-D794-42B9-B6D6-5137BF2C78D6}" sibTransId="{FA864C96-48F3-475B-B855-5B0757B8A97A}"/>
    <dgm:cxn modelId="{33449CC6-C06B-4261-B276-B3ABB5B47BAA}" srcId="{25C7E6D8-713E-4A11-8873-5C9DA7DC76C7}" destId="{47C424E2-ADC0-43E8-AFB4-A0ACED58DA37}" srcOrd="3" destOrd="0" parTransId="{627AE387-4F82-4301-BEF3-154777E134D1}" sibTransId="{66450A79-50D0-474C-8013-2CC9728B5544}"/>
    <dgm:cxn modelId="{6109C3DA-F99B-4C51-ACE4-F74558B5A424}" srcId="{25C7E6D8-713E-4A11-8873-5C9DA7DC76C7}" destId="{42ED2467-AA58-48DD-A3EA-FA99263DD181}" srcOrd="4" destOrd="0" parTransId="{B37C4DE5-9656-44E3-BB1F-547423BDEFE9}" sibTransId="{0BB0C4EB-07D7-4C36-9620-A9ED3449CF65}"/>
    <dgm:cxn modelId="{E74523DC-FB14-4429-A212-24FFD687895C}" srcId="{25C7E6D8-713E-4A11-8873-5C9DA7DC76C7}" destId="{A0BDE301-CCB4-49C9-946E-7AADD692CEC0}" srcOrd="0" destOrd="0" parTransId="{47540A2C-175B-49C2-A451-5F183CAC47B6}" sibTransId="{DC4B1530-A74D-4668-8740-A7C253FC0E7C}"/>
    <dgm:cxn modelId="{0AE2ECE1-81D0-1449-89A4-2F0E9ADF6875}" type="presOf" srcId="{625EF54B-481F-4B0C-9B8D-A89D0DBA2995}" destId="{35855325-825D-F143-8E64-EA249F3ACB6D}" srcOrd="0" destOrd="0" presId="urn:microsoft.com/office/officeart/2005/8/layout/hList6"/>
    <dgm:cxn modelId="{853770F9-7848-6C48-BD6D-8BA8CB3351E4}" type="presOf" srcId="{47C424E2-ADC0-43E8-AFB4-A0ACED58DA37}" destId="{D048722F-62A6-8D40-9C72-4437DB249CBA}" srcOrd="0" destOrd="0" presId="urn:microsoft.com/office/officeart/2005/8/layout/hList6"/>
    <dgm:cxn modelId="{57AA548F-56F9-8A4C-8E31-85918539656B}" type="presParOf" srcId="{563E178D-580F-4542-91B4-5EC0493EA411}" destId="{725DF8F9-62C6-DF48-8AC5-DCE33E9CB6AD}" srcOrd="0" destOrd="0" presId="urn:microsoft.com/office/officeart/2005/8/layout/hList6"/>
    <dgm:cxn modelId="{85E5509D-2F27-9D48-B518-E61D1D0B1450}" type="presParOf" srcId="{563E178D-580F-4542-91B4-5EC0493EA411}" destId="{05056559-E06B-5542-AEE9-2CDA095FFCBF}" srcOrd="1" destOrd="0" presId="urn:microsoft.com/office/officeart/2005/8/layout/hList6"/>
    <dgm:cxn modelId="{02E0CD01-B658-FA44-AC6A-D65208494515}" type="presParOf" srcId="{563E178D-580F-4542-91B4-5EC0493EA411}" destId="{35855325-825D-F143-8E64-EA249F3ACB6D}" srcOrd="2" destOrd="0" presId="urn:microsoft.com/office/officeart/2005/8/layout/hList6"/>
    <dgm:cxn modelId="{D65F3A6D-EAC8-A041-AAD3-DA6CA6905D62}" type="presParOf" srcId="{563E178D-580F-4542-91B4-5EC0493EA411}" destId="{9788F360-00B8-564C-B309-24640734D4CA}" srcOrd="3" destOrd="0" presId="urn:microsoft.com/office/officeart/2005/8/layout/hList6"/>
    <dgm:cxn modelId="{207863F1-DC54-1E4E-809E-21D27940D2B3}" type="presParOf" srcId="{563E178D-580F-4542-91B4-5EC0493EA411}" destId="{3C6A5BD5-539C-9747-90B9-4B666BFA9DA7}" srcOrd="4" destOrd="0" presId="urn:microsoft.com/office/officeart/2005/8/layout/hList6"/>
    <dgm:cxn modelId="{BA44C05B-6AE9-E944-BCD7-B60D6A550663}" type="presParOf" srcId="{563E178D-580F-4542-91B4-5EC0493EA411}" destId="{766ED015-E4A1-7B49-8389-998CB266E939}" srcOrd="5" destOrd="0" presId="urn:microsoft.com/office/officeart/2005/8/layout/hList6"/>
    <dgm:cxn modelId="{11358475-D72E-2443-8533-3692DF83629D}" type="presParOf" srcId="{563E178D-580F-4542-91B4-5EC0493EA411}" destId="{D048722F-62A6-8D40-9C72-4437DB249CBA}" srcOrd="6" destOrd="0" presId="urn:microsoft.com/office/officeart/2005/8/layout/hList6"/>
    <dgm:cxn modelId="{501CBE08-42F3-0E4E-A343-5C1023ADC6AA}" type="presParOf" srcId="{563E178D-580F-4542-91B4-5EC0493EA411}" destId="{CED6914A-8C4D-F146-9A63-0B3BDE9E5261}" srcOrd="7" destOrd="0" presId="urn:microsoft.com/office/officeart/2005/8/layout/hList6"/>
    <dgm:cxn modelId="{E581A8C8-AB65-0748-BA10-7734B7D4C405}" type="presParOf" srcId="{563E178D-580F-4542-91B4-5EC0493EA411}" destId="{BCEBE156-96FF-B545-9932-AD7785986986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08B44C2C-7B96-49B9-B7A7-8559D59A8383}" type="doc">
      <dgm:prSet loTypeId="urn:microsoft.com/office/officeart/2009/3/layout/BlockDescendingList" qsTypeId="urn:microsoft.com/office/officeart/2005/8/quickstyle/simple2" csTypeId="urn:microsoft.com/office/officeart/2005/8/colors/accent1_2"/>
      <dgm:spPr/>
    </dgm:pt>
    <dgm:pt modelId="{2FF7E80C-283B-4573-BDD9-E0E21D03CD9E}">
      <dgm:prSet/>
      <dgm:spPr/>
      <dgm:t>
        <a:bodyPr/>
        <a:lstStyle/>
        <a:p>
          <a:r>
            <a:t>Customer insight</a:t>
          </a:r>
        </a:p>
      </dgm:t>
    </dgm:pt>
    <dgm:pt modelId="{D2DDAA85-6A71-442F-B59B-A847A106F4E7}" type="parTrans" cxnId="{5A3FD0F0-2E79-4651-AB08-7FD3248D68F3}">
      <dgm:prSet/>
      <dgm:spPr/>
      <dgm:t>
        <a:bodyPr/>
        <a:lstStyle/>
        <a:p>
          <a:endParaRPr/>
        </a:p>
      </dgm:t>
    </dgm:pt>
    <dgm:pt modelId="{37C1F7E2-6258-4B2D-9B48-BE07600AB1C4}" type="sibTrans" cxnId="{5A3FD0F0-2E79-4651-AB08-7FD3248D68F3}">
      <dgm:prSet/>
      <dgm:spPr/>
      <dgm:t>
        <a:bodyPr/>
        <a:lstStyle/>
        <a:p>
          <a:endParaRPr/>
        </a:p>
      </dgm:t>
    </dgm:pt>
    <dgm:pt modelId="{6218CDF7-D17D-4EB0-A443-0A3E74118519}">
      <dgm:prSet/>
      <dgm:spPr/>
      <dgm:t>
        <a:bodyPr/>
        <a:lstStyle/>
        <a:p>
          <a:r>
            <a:t>Product concept</a:t>
          </a:r>
        </a:p>
      </dgm:t>
    </dgm:pt>
    <dgm:pt modelId="{4C8368EA-9BD2-4B56-82A8-2B5ADA06A22B}" type="parTrans" cxnId="{803D18A2-A7B0-4FC5-942D-7D08F4D96755}">
      <dgm:prSet/>
      <dgm:spPr/>
      <dgm:t>
        <a:bodyPr/>
        <a:lstStyle/>
        <a:p>
          <a:endParaRPr/>
        </a:p>
      </dgm:t>
    </dgm:pt>
    <dgm:pt modelId="{76480265-283A-4C4B-AC6A-D32169C9DD64}" type="sibTrans" cxnId="{803D18A2-A7B0-4FC5-942D-7D08F4D96755}">
      <dgm:prSet/>
      <dgm:spPr/>
      <dgm:t>
        <a:bodyPr/>
        <a:lstStyle/>
        <a:p>
          <a:endParaRPr/>
        </a:p>
      </dgm:t>
    </dgm:pt>
    <dgm:pt modelId="{BF821374-595F-4937-A928-A65E638C59CE}">
      <dgm:prSet/>
      <dgm:spPr/>
      <dgm:t>
        <a:bodyPr/>
        <a:lstStyle/>
        <a:p>
          <a:r>
            <a:t>Prototype</a:t>
          </a:r>
        </a:p>
      </dgm:t>
    </dgm:pt>
    <dgm:pt modelId="{CBA327F1-9F45-4174-AAF5-C8E3DA809CA0}" type="parTrans" cxnId="{205EF558-B0F3-4DC3-857C-80E254EF4F82}">
      <dgm:prSet/>
      <dgm:spPr/>
      <dgm:t>
        <a:bodyPr/>
        <a:lstStyle/>
        <a:p>
          <a:endParaRPr/>
        </a:p>
      </dgm:t>
    </dgm:pt>
    <dgm:pt modelId="{FC5198B6-4FAD-4190-A132-9AEDCBEFCFC5}" type="sibTrans" cxnId="{205EF558-B0F3-4DC3-857C-80E254EF4F82}">
      <dgm:prSet/>
      <dgm:spPr/>
      <dgm:t>
        <a:bodyPr/>
        <a:lstStyle/>
        <a:p>
          <a:endParaRPr/>
        </a:p>
      </dgm:t>
    </dgm:pt>
    <dgm:pt modelId="{5441230F-6911-40C4-8D9A-0BFF4C0E51F0}">
      <dgm:prSet/>
      <dgm:spPr/>
      <dgm:t>
        <a:bodyPr/>
        <a:lstStyle/>
        <a:p>
          <a:r>
            <a:t>Feedback</a:t>
          </a:r>
        </a:p>
      </dgm:t>
    </dgm:pt>
    <dgm:pt modelId="{AAB8D43D-0708-4A0F-BEB7-393E686DB4F3}" type="parTrans" cxnId="{FD9DE8E1-D327-4FEF-944A-1173B94F2CBD}">
      <dgm:prSet/>
      <dgm:spPr/>
      <dgm:t>
        <a:bodyPr/>
        <a:lstStyle/>
        <a:p>
          <a:endParaRPr/>
        </a:p>
      </dgm:t>
    </dgm:pt>
    <dgm:pt modelId="{6F28C4DC-9944-4B2C-A28F-93CF48FFE1B8}" type="sibTrans" cxnId="{FD9DE8E1-D327-4FEF-944A-1173B94F2CBD}">
      <dgm:prSet/>
      <dgm:spPr/>
      <dgm:t>
        <a:bodyPr/>
        <a:lstStyle/>
        <a:p>
          <a:endParaRPr/>
        </a:p>
      </dgm:t>
    </dgm:pt>
    <dgm:pt modelId="{91EA0ACC-D023-480E-AFB8-68E875BD7D96}">
      <dgm:prSet/>
      <dgm:spPr/>
      <dgm:t>
        <a:bodyPr/>
        <a:lstStyle/>
        <a:p>
          <a:r>
            <a:t>Next step</a:t>
          </a:r>
        </a:p>
      </dgm:t>
    </dgm:pt>
    <dgm:pt modelId="{72119FDF-5A53-417A-94FF-A312EE6CCC02}" type="parTrans" cxnId="{7F3C6A2B-117E-4FF9-8CAD-6BD59A89062E}">
      <dgm:prSet/>
      <dgm:spPr/>
      <dgm:t>
        <a:bodyPr/>
        <a:lstStyle/>
        <a:p>
          <a:endParaRPr/>
        </a:p>
      </dgm:t>
    </dgm:pt>
    <dgm:pt modelId="{256EEBFD-D48C-4CAE-99CE-AD34E7A5C676}" type="sibTrans" cxnId="{7F3C6A2B-117E-4FF9-8CAD-6BD59A89062E}">
      <dgm:prSet/>
      <dgm:spPr/>
      <dgm:t>
        <a:bodyPr/>
        <a:lstStyle/>
        <a:p>
          <a:endParaRPr/>
        </a:p>
      </dgm:t>
    </dgm:pt>
    <dgm:pt modelId="{F7521879-6A28-7F46-8CE1-BC9A56DD8215}" type="pres">
      <dgm:prSet presAssocID="{08B44C2C-7B96-49B9-B7A7-8559D59A8383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023DF9EC-6787-A744-BAF6-2F0B4105FD08}" type="pres">
      <dgm:prSet presAssocID="{2FF7E80C-283B-4573-BDD9-E0E21D03CD9E}" presName="parentText_1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0195C1B1-06AB-ED44-8AB3-127AD96E78A8}" type="pres">
      <dgm:prSet presAssocID="{2FF7E80C-283B-4573-BDD9-E0E21D03CD9E}" presName="childText_1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8D077483-9736-2040-95E1-276A9D635BEE}" type="pres">
      <dgm:prSet presAssocID="{2FF7E80C-283B-4573-BDD9-E0E21D03CD9E}" presName="accentShape_1" presStyleCnt="0"/>
      <dgm:spPr/>
    </dgm:pt>
    <dgm:pt modelId="{35A6517F-0010-394B-A91F-633BAE80CA67}" type="pres">
      <dgm:prSet presAssocID="{2FF7E80C-283B-4573-BDD9-E0E21D03CD9E}" presName="imageRepeatNode" presStyleLbl="node1" presStyleIdx="0" presStyleCnt="5"/>
      <dgm:spPr/>
    </dgm:pt>
    <dgm:pt modelId="{1534068F-0341-4542-B78D-AE9302352A77}" type="pres">
      <dgm:prSet presAssocID="{6218CDF7-D17D-4EB0-A443-0A3E74118519}" presName="parentText_2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7E0AA602-1FDA-F84E-ACA6-4A8AEA8F51B5}" type="pres">
      <dgm:prSet presAssocID="{6218CDF7-D17D-4EB0-A443-0A3E74118519}" presName="childText_2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B01183D-14E0-B945-B353-D136381146F5}" type="pres">
      <dgm:prSet presAssocID="{6218CDF7-D17D-4EB0-A443-0A3E74118519}" presName="accentShape_2" presStyleCnt="0"/>
      <dgm:spPr/>
    </dgm:pt>
    <dgm:pt modelId="{E606C52F-A4CE-9944-A52F-C1475A971AD3}" type="pres">
      <dgm:prSet presAssocID="{6218CDF7-D17D-4EB0-A443-0A3E74118519}" presName="imageRepeatNode" presStyleLbl="node1" presStyleIdx="1" presStyleCnt="5"/>
      <dgm:spPr/>
    </dgm:pt>
    <dgm:pt modelId="{12C77582-EE43-DD42-9261-2603529C0EE8}" type="pres">
      <dgm:prSet presAssocID="{BF821374-595F-4937-A928-A65E638C59CE}" presName="parentText_3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A3FDB000-E351-1041-84ED-B318616890EB}" type="pres">
      <dgm:prSet presAssocID="{BF821374-595F-4937-A928-A65E638C59CE}" presName="childText_3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518BF61-F81C-594B-A002-AD27DE966B0F}" type="pres">
      <dgm:prSet presAssocID="{BF821374-595F-4937-A928-A65E638C59CE}" presName="accentShape_3" presStyleCnt="0"/>
      <dgm:spPr/>
    </dgm:pt>
    <dgm:pt modelId="{599D6A5E-9362-4643-B6D5-08B5C4ADDF97}" type="pres">
      <dgm:prSet presAssocID="{BF821374-595F-4937-A928-A65E638C59CE}" presName="imageRepeatNode" presStyleLbl="node1" presStyleIdx="2" presStyleCnt="5"/>
      <dgm:spPr/>
    </dgm:pt>
    <dgm:pt modelId="{981EF9AE-9AD3-F04A-9C6C-4733C0EFFDE6}" type="pres">
      <dgm:prSet presAssocID="{5441230F-6911-40C4-8D9A-0BFF4C0E51F0}" presName="parentText_4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ABCD6712-1083-1E4C-9A07-F2EB8F95C1AB}" type="pres">
      <dgm:prSet presAssocID="{5441230F-6911-40C4-8D9A-0BFF4C0E51F0}" presName="childText_4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2E55ECF-2ED8-7C48-838F-DA9816ADFFD0}" type="pres">
      <dgm:prSet presAssocID="{5441230F-6911-40C4-8D9A-0BFF4C0E51F0}" presName="accentShape_4" presStyleCnt="0"/>
      <dgm:spPr/>
    </dgm:pt>
    <dgm:pt modelId="{6D5D7F5B-518E-9243-8FDF-6FF692F588B3}" type="pres">
      <dgm:prSet presAssocID="{5441230F-6911-40C4-8D9A-0BFF4C0E51F0}" presName="imageRepeatNode" presStyleLbl="node1" presStyleIdx="3" presStyleCnt="5"/>
      <dgm:spPr/>
    </dgm:pt>
    <dgm:pt modelId="{83A6AA11-1A25-E741-9881-4765B94059E5}" type="pres">
      <dgm:prSet presAssocID="{91EA0ACC-D023-480E-AFB8-68E875BD7D96}" presName="parentText_5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6C11A2CB-EC91-FE45-AA81-A71E66A935BE}" type="pres">
      <dgm:prSet presAssocID="{91EA0ACC-D023-480E-AFB8-68E875BD7D96}" presName="childText_5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B1D52B56-B141-5A48-9DDD-89CC0BB7986E}" type="pres">
      <dgm:prSet presAssocID="{91EA0ACC-D023-480E-AFB8-68E875BD7D96}" presName="accentShape_5" presStyleCnt="0"/>
      <dgm:spPr/>
    </dgm:pt>
    <dgm:pt modelId="{C34E705A-12C0-0649-9465-0679BACF8756}" type="pres">
      <dgm:prSet presAssocID="{91EA0ACC-D023-480E-AFB8-68E875BD7D96}" presName="imageRepeatNode" presStyleLbl="node1" presStyleIdx="4" presStyleCnt="5"/>
      <dgm:spPr/>
    </dgm:pt>
  </dgm:ptLst>
  <dgm:cxnLst>
    <dgm:cxn modelId="{F682B003-5361-AB46-99DE-B34117F30658}" type="presOf" srcId="{08B44C2C-7B96-49B9-B7A7-8559D59A8383}" destId="{F7521879-6A28-7F46-8CE1-BC9A56DD8215}" srcOrd="0" destOrd="0" presId="urn:microsoft.com/office/officeart/2009/3/layout/BlockDescendingList"/>
    <dgm:cxn modelId="{4E85AF09-2CAF-104B-BC5B-31341CF313D3}" type="presOf" srcId="{2FF7E80C-283B-4573-BDD9-E0E21D03CD9E}" destId="{023DF9EC-6787-A744-BAF6-2F0B4105FD08}" srcOrd="0" destOrd="0" presId="urn:microsoft.com/office/officeart/2009/3/layout/BlockDescendingList"/>
    <dgm:cxn modelId="{7F3C6A2B-117E-4FF9-8CAD-6BD59A89062E}" srcId="{08B44C2C-7B96-49B9-B7A7-8559D59A8383}" destId="{91EA0ACC-D023-480E-AFB8-68E875BD7D96}" srcOrd="4" destOrd="0" parTransId="{72119FDF-5A53-417A-94FF-A312EE6CCC02}" sibTransId="{256EEBFD-D48C-4CAE-99CE-AD34E7A5C676}"/>
    <dgm:cxn modelId="{205EF558-B0F3-4DC3-857C-80E254EF4F82}" srcId="{08B44C2C-7B96-49B9-B7A7-8559D59A8383}" destId="{BF821374-595F-4937-A928-A65E638C59CE}" srcOrd="2" destOrd="0" parTransId="{CBA327F1-9F45-4174-AAF5-C8E3DA809CA0}" sibTransId="{FC5198B6-4FAD-4190-A132-9AEDCBEFCFC5}"/>
    <dgm:cxn modelId="{9895FE58-1A7C-F043-B048-518A58095DDC}" type="presOf" srcId="{91EA0ACC-D023-480E-AFB8-68E875BD7D96}" destId="{83A6AA11-1A25-E741-9881-4765B94059E5}" srcOrd="0" destOrd="0" presId="urn:microsoft.com/office/officeart/2009/3/layout/BlockDescendingList"/>
    <dgm:cxn modelId="{F53EA762-9976-4243-B28C-576E17F311C9}" type="presOf" srcId="{6218CDF7-D17D-4EB0-A443-0A3E74118519}" destId="{1534068F-0341-4542-B78D-AE9302352A77}" srcOrd="0" destOrd="0" presId="urn:microsoft.com/office/officeart/2009/3/layout/BlockDescendingList"/>
    <dgm:cxn modelId="{30CE1B6B-68C4-1441-940F-A2304175F2BB}" type="presOf" srcId="{5441230F-6911-40C4-8D9A-0BFF4C0E51F0}" destId="{981EF9AE-9AD3-F04A-9C6C-4733C0EFFDE6}" srcOrd="0" destOrd="0" presId="urn:microsoft.com/office/officeart/2009/3/layout/BlockDescendingList"/>
    <dgm:cxn modelId="{E7D98F7D-CA33-0347-9DAD-DF5A9952F46A}" type="presOf" srcId="{6218CDF7-D17D-4EB0-A443-0A3E74118519}" destId="{E606C52F-A4CE-9944-A52F-C1475A971AD3}" srcOrd="1" destOrd="0" presId="urn:microsoft.com/office/officeart/2009/3/layout/BlockDescendingList"/>
    <dgm:cxn modelId="{803D18A2-A7B0-4FC5-942D-7D08F4D96755}" srcId="{08B44C2C-7B96-49B9-B7A7-8559D59A8383}" destId="{6218CDF7-D17D-4EB0-A443-0A3E74118519}" srcOrd="1" destOrd="0" parTransId="{4C8368EA-9BD2-4B56-82A8-2B5ADA06A22B}" sibTransId="{76480265-283A-4C4B-AC6A-D32169C9DD64}"/>
    <dgm:cxn modelId="{AF6709C1-3294-AC4A-89E5-E51C1D4A759B}" type="presOf" srcId="{5441230F-6911-40C4-8D9A-0BFF4C0E51F0}" destId="{6D5D7F5B-518E-9243-8FDF-6FF692F588B3}" srcOrd="1" destOrd="0" presId="urn:microsoft.com/office/officeart/2009/3/layout/BlockDescendingList"/>
    <dgm:cxn modelId="{A54D4DCF-4DB1-804E-9546-DCCDD9133F85}" type="presOf" srcId="{BF821374-595F-4937-A928-A65E638C59CE}" destId="{599D6A5E-9362-4643-B6D5-08B5C4ADDF97}" srcOrd="1" destOrd="0" presId="urn:microsoft.com/office/officeart/2009/3/layout/BlockDescendingList"/>
    <dgm:cxn modelId="{0BAD92CF-CA26-194C-A950-941681F99D3F}" type="presOf" srcId="{91EA0ACC-D023-480E-AFB8-68E875BD7D96}" destId="{C34E705A-12C0-0649-9465-0679BACF8756}" srcOrd="1" destOrd="0" presId="urn:microsoft.com/office/officeart/2009/3/layout/BlockDescendingList"/>
    <dgm:cxn modelId="{AE7994D9-87D8-5447-BEE9-A6A8DA1CAEED}" type="presOf" srcId="{2FF7E80C-283B-4573-BDD9-E0E21D03CD9E}" destId="{35A6517F-0010-394B-A91F-633BAE80CA67}" srcOrd="1" destOrd="0" presId="urn:microsoft.com/office/officeart/2009/3/layout/BlockDescendingList"/>
    <dgm:cxn modelId="{FD9DE8E1-D327-4FEF-944A-1173B94F2CBD}" srcId="{08B44C2C-7B96-49B9-B7A7-8559D59A8383}" destId="{5441230F-6911-40C4-8D9A-0BFF4C0E51F0}" srcOrd="3" destOrd="0" parTransId="{AAB8D43D-0708-4A0F-BEB7-393E686DB4F3}" sibTransId="{6F28C4DC-9944-4B2C-A28F-93CF48FFE1B8}"/>
    <dgm:cxn modelId="{5A3FD0F0-2E79-4651-AB08-7FD3248D68F3}" srcId="{08B44C2C-7B96-49B9-B7A7-8559D59A8383}" destId="{2FF7E80C-283B-4573-BDD9-E0E21D03CD9E}" srcOrd="0" destOrd="0" parTransId="{D2DDAA85-6A71-442F-B59B-A847A106F4E7}" sibTransId="{37C1F7E2-6258-4B2D-9B48-BE07600AB1C4}"/>
    <dgm:cxn modelId="{0412F9FD-164E-0B4F-8825-FC4DE995E767}" type="presOf" srcId="{BF821374-595F-4937-A928-A65E638C59CE}" destId="{12C77582-EE43-DD42-9261-2603529C0EE8}" srcOrd="0" destOrd="0" presId="urn:microsoft.com/office/officeart/2009/3/layout/BlockDescendingList"/>
    <dgm:cxn modelId="{81BF1E40-463D-FA42-8823-B452F882B5D5}" type="presParOf" srcId="{F7521879-6A28-7F46-8CE1-BC9A56DD8215}" destId="{023DF9EC-6787-A744-BAF6-2F0B4105FD08}" srcOrd="0" destOrd="0" presId="urn:microsoft.com/office/officeart/2009/3/layout/BlockDescendingList"/>
    <dgm:cxn modelId="{F6E02728-398C-5847-AFE1-56149DD27CFF}" type="presParOf" srcId="{F7521879-6A28-7F46-8CE1-BC9A56DD8215}" destId="{0195C1B1-06AB-ED44-8AB3-127AD96E78A8}" srcOrd="1" destOrd="0" presId="urn:microsoft.com/office/officeart/2009/3/layout/BlockDescendingList"/>
    <dgm:cxn modelId="{505EE79C-3BF1-EB40-899C-DBF9AD123CC0}" type="presParOf" srcId="{F7521879-6A28-7F46-8CE1-BC9A56DD8215}" destId="{8D077483-9736-2040-95E1-276A9D635BEE}" srcOrd="2" destOrd="0" presId="urn:microsoft.com/office/officeart/2009/3/layout/BlockDescendingList"/>
    <dgm:cxn modelId="{15A90F7A-B328-1A43-96FC-0BFD3BDB263A}" type="presParOf" srcId="{8D077483-9736-2040-95E1-276A9D635BEE}" destId="{35A6517F-0010-394B-A91F-633BAE80CA67}" srcOrd="0" destOrd="0" presId="urn:microsoft.com/office/officeart/2009/3/layout/BlockDescendingList"/>
    <dgm:cxn modelId="{E86BF631-A921-4C4A-A5CA-8E8BFB1D1ADC}" type="presParOf" srcId="{F7521879-6A28-7F46-8CE1-BC9A56DD8215}" destId="{1534068F-0341-4542-B78D-AE9302352A77}" srcOrd="3" destOrd="0" presId="urn:microsoft.com/office/officeart/2009/3/layout/BlockDescendingList"/>
    <dgm:cxn modelId="{01D3BC38-29CE-F34B-AA95-380C5D681754}" type="presParOf" srcId="{F7521879-6A28-7F46-8CE1-BC9A56DD8215}" destId="{7E0AA602-1FDA-F84E-ACA6-4A8AEA8F51B5}" srcOrd="4" destOrd="0" presId="urn:microsoft.com/office/officeart/2009/3/layout/BlockDescendingList"/>
    <dgm:cxn modelId="{0D06B8BD-0820-0440-83CC-4E64F21FFA69}" type="presParOf" srcId="{F7521879-6A28-7F46-8CE1-BC9A56DD8215}" destId="{5B01183D-14E0-B945-B353-D136381146F5}" srcOrd="5" destOrd="0" presId="urn:microsoft.com/office/officeart/2009/3/layout/BlockDescendingList"/>
    <dgm:cxn modelId="{401FEC3D-CEC4-4040-A485-F1E0A3FD09ED}" type="presParOf" srcId="{5B01183D-14E0-B945-B353-D136381146F5}" destId="{E606C52F-A4CE-9944-A52F-C1475A971AD3}" srcOrd="0" destOrd="0" presId="urn:microsoft.com/office/officeart/2009/3/layout/BlockDescendingList"/>
    <dgm:cxn modelId="{C6F0F4D9-94DC-2144-86EE-81DE4A0688D0}" type="presParOf" srcId="{F7521879-6A28-7F46-8CE1-BC9A56DD8215}" destId="{12C77582-EE43-DD42-9261-2603529C0EE8}" srcOrd="6" destOrd="0" presId="urn:microsoft.com/office/officeart/2009/3/layout/BlockDescendingList"/>
    <dgm:cxn modelId="{BF364736-F705-9B4B-9942-3864C1FAC80A}" type="presParOf" srcId="{F7521879-6A28-7F46-8CE1-BC9A56DD8215}" destId="{A3FDB000-E351-1041-84ED-B318616890EB}" srcOrd="7" destOrd="0" presId="urn:microsoft.com/office/officeart/2009/3/layout/BlockDescendingList"/>
    <dgm:cxn modelId="{1CE371C4-8243-B144-9B85-4C9045F36638}" type="presParOf" srcId="{F7521879-6A28-7F46-8CE1-BC9A56DD8215}" destId="{B518BF61-F81C-594B-A002-AD27DE966B0F}" srcOrd="8" destOrd="0" presId="urn:microsoft.com/office/officeart/2009/3/layout/BlockDescendingList"/>
    <dgm:cxn modelId="{D4A6ED99-9D13-344B-83F9-2B5A3D9DCE09}" type="presParOf" srcId="{B518BF61-F81C-594B-A002-AD27DE966B0F}" destId="{599D6A5E-9362-4643-B6D5-08B5C4ADDF97}" srcOrd="0" destOrd="0" presId="urn:microsoft.com/office/officeart/2009/3/layout/BlockDescendingList"/>
    <dgm:cxn modelId="{906D8A63-7BB1-5344-8265-58ED6D3A5573}" type="presParOf" srcId="{F7521879-6A28-7F46-8CE1-BC9A56DD8215}" destId="{981EF9AE-9AD3-F04A-9C6C-4733C0EFFDE6}" srcOrd="9" destOrd="0" presId="urn:microsoft.com/office/officeart/2009/3/layout/BlockDescendingList"/>
    <dgm:cxn modelId="{B83CEC4B-9FF5-4844-B28E-7AF353E03517}" type="presParOf" srcId="{F7521879-6A28-7F46-8CE1-BC9A56DD8215}" destId="{ABCD6712-1083-1E4C-9A07-F2EB8F95C1AB}" srcOrd="10" destOrd="0" presId="urn:microsoft.com/office/officeart/2009/3/layout/BlockDescendingList"/>
    <dgm:cxn modelId="{2F05E95C-8DAF-1547-87E7-4B2B76BA93D7}" type="presParOf" srcId="{F7521879-6A28-7F46-8CE1-BC9A56DD8215}" destId="{B2E55ECF-2ED8-7C48-838F-DA9816ADFFD0}" srcOrd="11" destOrd="0" presId="urn:microsoft.com/office/officeart/2009/3/layout/BlockDescendingList"/>
    <dgm:cxn modelId="{E8D4D5FE-CD28-9C42-B2AE-8430F2CD9578}" type="presParOf" srcId="{B2E55ECF-2ED8-7C48-838F-DA9816ADFFD0}" destId="{6D5D7F5B-518E-9243-8FDF-6FF692F588B3}" srcOrd="0" destOrd="0" presId="urn:microsoft.com/office/officeart/2009/3/layout/BlockDescendingList"/>
    <dgm:cxn modelId="{B412B623-4FC9-DF47-B087-7E18BFB5FB76}" type="presParOf" srcId="{F7521879-6A28-7F46-8CE1-BC9A56DD8215}" destId="{83A6AA11-1A25-E741-9881-4765B94059E5}" srcOrd="12" destOrd="0" presId="urn:microsoft.com/office/officeart/2009/3/layout/BlockDescendingList"/>
    <dgm:cxn modelId="{F2E325A2-7115-6D45-9890-C3B85C8D4336}" type="presParOf" srcId="{F7521879-6A28-7F46-8CE1-BC9A56DD8215}" destId="{6C11A2CB-EC91-FE45-AA81-A71E66A935BE}" srcOrd="13" destOrd="0" presId="urn:microsoft.com/office/officeart/2009/3/layout/BlockDescendingList"/>
    <dgm:cxn modelId="{94C1A444-5119-694B-9605-E18C168AE525}" type="presParOf" srcId="{F7521879-6A28-7F46-8CE1-BC9A56DD8215}" destId="{B1D52B56-B141-5A48-9DDD-89CC0BB7986E}" srcOrd="14" destOrd="0" presId="urn:microsoft.com/office/officeart/2009/3/layout/BlockDescendingList"/>
    <dgm:cxn modelId="{6A18ADDC-7246-254A-BCD4-357D31C457BD}" type="presParOf" srcId="{B1D52B56-B141-5A48-9DDD-89CC0BB7986E}" destId="{C34E705A-12C0-0649-9465-0679BACF8756}" srcOrd="0" destOrd="0" presId="urn:microsoft.com/office/officeart/2009/3/layout/BlockDescending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BC775ED7-4C47-41A9-BACA-77944F2D0882}" type="doc">
      <dgm:prSet loTypeId="urn:microsoft.com/office/officeart/2005/8/layout/hList3" qsTypeId="urn:microsoft.com/office/officeart/2005/8/quickstyle/simple2" csTypeId="urn:microsoft.com/office/officeart/2005/8/colors/accent1_2"/>
      <dgm:spPr/>
    </dgm:pt>
    <dgm:pt modelId="{530B1DD0-0F2D-4DEC-AE9E-9833895E5B0E}">
      <dgm:prSet/>
      <dgm:spPr/>
      <dgm:t>
        <a:bodyPr/>
        <a:lstStyle/>
        <a:p>
          <a:r>
            <a:t>Customer insight</a:t>
          </a:r>
        </a:p>
      </dgm:t>
    </dgm:pt>
    <dgm:pt modelId="{D301CA3C-44B3-4304-BEA5-3CE558CAB111}" type="parTrans" cxnId="{76513B2E-385B-44B9-869E-B14209266E30}">
      <dgm:prSet/>
      <dgm:spPr/>
      <dgm:t>
        <a:bodyPr/>
        <a:lstStyle/>
        <a:p>
          <a:endParaRPr/>
        </a:p>
      </dgm:t>
    </dgm:pt>
    <dgm:pt modelId="{0BFC7F99-E1A9-4C9A-86BC-4C88F826C262}" type="sibTrans" cxnId="{76513B2E-385B-44B9-869E-B14209266E30}">
      <dgm:prSet/>
      <dgm:spPr/>
      <dgm:t>
        <a:bodyPr/>
        <a:lstStyle/>
        <a:p>
          <a:endParaRPr/>
        </a:p>
      </dgm:t>
    </dgm:pt>
    <dgm:pt modelId="{1BEC68FC-6763-461B-A00B-A13820AFD246}">
      <dgm:prSet/>
      <dgm:spPr/>
    </dgm:pt>
    <dgm:pt modelId="{3007094B-948E-4F2F-A881-3EDDEFB158DF}" type="parTrans" cxnId="{E3922990-E700-4A52-903E-48F48C3CB903}">
      <dgm:prSet/>
      <dgm:spPr/>
      <dgm:t>
        <a:bodyPr/>
        <a:lstStyle/>
        <a:p>
          <a:endParaRPr/>
        </a:p>
      </dgm:t>
    </dgm:pt>
    <dgm:pt modelId="{9F9F480D-F489-41E5-8921-605330E577DF}" type="sibTrans" cxnId="{E3922990-E700-4A52-903E-48F48C3CB903}">
      <dgm:prSet/>
      <dgm:spPr/>
      <dgm:t>
        <a:bodyPr/>
        <a:lstStyle/>
        <a:p>
          <a:endParaRPr/>
        </a:p>
      </dgm:t>
    </dgm:pt>
    <dgm:pt modelId="{A78B834C-375C-4816-A333-FC2F07E4CCDF}">
      <dgm:prSet/>
      <dgm:spPr/>
    </dgm:pt>
    <dgm:pt modelId="{4ED3614D-3632-4137-B0CA-8F56D6A36F8D}" type="parTrans" cxnId="{1BE032C4-EE67-4D96-89C5-4ED3F78B9915}">
      <dgm:prSet/>
      <dgm:spPr/>
      <dgm:t>
        <a:bodyPr/>
        <a:lstStyle/>
        <a:p>
          <a:endParaRPr/>
        </a:p>
      </dgm:t>
    </dgm:pt>
    <dgm:pt modelId="{4F7F1F6B-5B2B-438A-B410-001CF26356F6}" type="sibTrans" cxnId="{1BE032C4-EE67-4D96-89C5-4ED3F78B9915}">
      <dgm:prSet/>
      <dgm:spPr/>
      <dgm:t>
        <a:bodyPr/>
        <a:lstStyle/>
        <a:p>
          <a:endParaRPr/>
        </a:p>
      </dgm:t>
    </dgm:pt>
    <dgm:pt modelId="{7B0A1AD4-EB49-4D65-BAE2-6BD5896605BB}">
      <dgm:prSet/>
      <dgm:spPr/>
    </dgm:pt>
    <dgm:pt modelId="{3AFE2BD4-098C-4408-A623-B0ADA1BE4394}" type="parTrans" cxnId="{2AD4306F-97B5-43B2-A9CB-4D3F7666B1B8}">
      <dgm:prSet/>
      <dgm:spPr/>
      <dgm:t>
        <a:bodyPr/>
        <a:lstStyle/>
        <a:p>
          <a:endParaRPr/>
        </a:p>
      </dgm:t>
    </dgm:pt>
    <dgm:pt modelId="{49644FA1-B241-4A4C-84F6-F653460C4D30}" type="sibTrans" cxnId="{2AD4306F-97B5-43B2-A9CB-4D3F7666B1B8}">
      <dgm:prSet/>
      <dgm:spPr/>
      <dgm:t>
        <a:bodyPr/>
        <a:lstStyle/>
        <a:p>
          <a:endParaRPr/>
        </a:p>
      </dgm:t>
    </dgm:pt>
    <dgm:pt modelId="{CABF6C41-9E89-4130-91CC-6A3135709EB2}">
      <dgm:prSet/>
      <dgm:spPr/>
    </dgm:pt>
    <dgm:pt modelId="{E33DEFFE-5853-419F-B647-25D95FD69B98}" type="parTrans" cxnId="{38C9F206-2413-43EE-8B4B-035FED93CA87}">
      <dgm:prSet/>
      <dgm:spPr/>
      <dgm:t>
        <a:bodyPr/>
        <a:lstStyle/>
        <a:p>
          <a:endParaRPr/>
        </a:p>
      </dgm:t>
    </dgm:pt>
    <dgm:pt modelId="{63403A6D-C151-4F33-9CEC-CA5A102FEE92}" type="sibTrans" cxnId="{38C9F206-2413-43EE-8B4B-035FED93CA87}">
      <dgm:prSet/>
      <dgm:spPr/>
      <dgm:t>
        <a:bodyPr/>
        <a:lstStyle/>
        <a:p>
          <a:endParaRPr/>
        </a:p>
      </dgm:t>
    </dgm:pt>
    <dgm:pt modelId="{A489FFCC-0BED-3640-8254-76B8558D3E9F}" type="pres">
      <dgm:prSet presAssocID="{BC775ED7-4C47-41A9-BACA-77944F2D0882}" presName="composite" presStyleCnt="0">
        <dgm:presLayoutVars>
          <dgm:chMax val="1"/>
          <dgm:dir/>
          <dgm:resizeHandles val="exact"/>
        </dgm:presLayoutVars>
      </dgm:prSet>
      <dgm:spPr/>
    </dgm:pt>
    <dgm:pt modelId="{BFE9AF6A-9C9F-3D4A-A683-A77B3DD1C06D}" type="pres">
      <dgm:prSet presAssocID="{530B1DD0-0F2D-4DEC-AE9E-9833895E5B0E}" presName="roof" presStyleLbl="dkBgShp" presStyleIdx="0" presStyleCnt="2"/>
      <dgm:spPr/>
    </dgm:pt>
    <dgm:pt modelId="{C6424CE2-AE95-BD40-96B3-17008EBC5F4F}" type="pres">
      <dgm:prSet presAssocID="{530B1DD0-0F2D-4DEC-AE9E-9833895E5B0E}" presName="pillars" presStyleCnt="0"/>
      <dgm:spPr/>
    </dgm:pt>
    <dgm:pt modelId="{94FAD40D-7782-804E-9F43-F9FC0E2C240A}" type="pres">
      <dgm:prSet presAssocID="{530B1DD0-0F2D-4DEC-AE9E-9833895E5B0E}" presName="pillar1" presStyleLbl="node1" presStyleIdx="0" presStyleCnt="1">
        <dgm:presLayoutVars>
          <dgm:bulletEnabled val="1"/>
        </dgm:presLayoutVars>
      </dgm:prSet>
      <dgm:spPr/>
    </dgm:pt>
    <dgm:pt modelId="{33C82F44-0713-9440-BDB8-D9476628327F}" type="pres">
      <dgm:prSet presAssocID="{530B1DD0-0F2D-4DEC-AE9E-9833895E5B0E}" presName="base" presStyleLbl="dkBgShp" presStyleIdx="1" presStyleCnt="2"/>
      <dgm:spPr/>
    </dgm:pt>
  </dgm:ptLst>
  <dgm:cxnLst>
    <dgm:cxn modelId="{38C9F206-2413-43EE-8B4B-035FED93CA87}" srcId="{BC775ED7-4C47-41A9-BACA-77944F2D0882}" destId="{CABF6C41-9E89-4130-91CC-6A3135709EB2}" srcOrd="4" destOrd="0" parTransId="{E33DEFFE-5853-419F-B647-25D95FD69B98}" sibTransId="{63403A6D-C151-4F33-9CEC-CA5A102FEE92}"/>
    <dgm:cxn modelId="{76513B2E-385B-44B9-869E-B14209266E30}" srcId="{BC775ED7-4C47-41A9-BACA-77944F2D0882}" destId="{530B1DD0-0F2D-4DEC-AE9E-9833895E5B0E}" srcOrd="0" destOrd="0" parTransId="{D301CA3C-44B3-4304-BEA5-3CE558CAB111}" sibTransId="{0BFC7F99-E1A9-4C9A-86BC-4C88F826C262}"/>
    <dgm:cxn modelId="{43385B4A-E820-344E-8DEB-8F2C891E7C9C}" type="presOf" srcId="{BC775ED7-4C47-41A9-BACA-77944F2D0882}" destId="{A489FFCC-0BED-3640-8254-76B8558D3E9F}" srcOrd="0" destOrd="0" presId="urn:microsoft.com/office/officeart/2005/8/layout/hList3"/>
    <dgm:cxn modelId="{2AD4306F-97B5-43B2-A9CB-4D3F7666B1B8}" srcId="{BC775ED7-4C47-41A9-BACA-77944F2D0882}" destId="{7B0A1AD4-EB49-4D65-BAE2-6BD5896605BB}" srcOrd="3" destOrd="0" parTransId="{3AFE2BD4-098C-4408-A623-B0ADA1BE4394}" sibTransId="{49644FA1-B241-4A4C-84F6-F653460C4D30}"/>
    <dgm:cxn modelId="{E3922990-E700-4A52-903E-48F48C3CB903}" srcId="{BC775ED7-4C47-41A9-BACA-77944F2D0882}" destId="{1BEC68FC-6763-461B-A00B-A13820AFD246}" srcOrd="1" destOrd="0" parTransId="{3007094B-948E-4F2F-A881-3EDDEFB158DF}" sibTransId="{9F9F480D-F489-41E5-8921-605330E577DF}"/>
    <dgm:cxn modelId="{1BE032C4-EE67-4D96-89C5-4ED3F78B9915}" srcId="{BC775ED7-4C47-41A9-BACA-77944F2D0882}" destId="{A78B834C-375C-4816-A333-FC2F07E4CCDF}" srcOrd="2" destOrd="0" parTransId="{4ED3614D-3632-4137-B0CA-8F56D6A36F8D}" sibTransId="{4F7F1F6B-5B2B-438A-B410-001CF26356F6}"/>
    <dgm:cxn modelId="{7B18BECA-306B-1449-8F63-829B113D0101}" type="presOf" srcId="{530B1DD0-0F2D-4DEC-AE9E-9833895E5B0E}" destId="{BFE9AF6A-9C9F-3D4A-A683-A77B3DD1C06D}" srcOrd="0" destOrd="0" presId="urn:microsoft.com/office/officeart/2005/8/layout/hList3"/>
    <dgm:cxn modelId="{5DC45F85-2F9A-F344-B995-90353C194E1C}" type="presParOf" srcId="{A489FFCC-0BED-3640-8254-76B8558D3E9F}" destId="{BFE9AF6A-9C9F-3D4A-A683-A77B3DD1C06D}" srcOrd="0" destOrd="0" presId="urn:microsoft.com/office/officeart/2005/8/layout/hList3"/>
    <dgm:cxn modelId="{CD73960C-DC97-9C41-B2E8-EA5FE5EE9754}" type="presParOf" srcId="{A489FFCC-0BED-3640-8254-76B8558D3E9F}" destId="{C6424CE2-AE95-BD40-96B3-17008EBC5F4F}" srcOrd="1" destOrd="0" presId="urn:microsoft.com/office/officeart/2005/8/layout/hList3"/>
    <dgm:cxn modelId="{E936255B-8804-B54F-A53B-241E0C1A5F93}" type="presParOf" srcId="{C6424CE2-AE95-BD40-96B3-17008EBC5F4F}" destId="{94FAD40D-7782-804E-9F43-F9FC0E2C240A}" srcOrd="0" destOrd="0" presId="urn:microsoft.com/office/officeart/2005/8/layout/hList3"/>
    <dgm:cxn modelId="{549B1370-BE40-904F-A9BB-DC51D8009E6D}" type="presParOf" srcId="{A489FFCC-0BED-3640-8254-76B8558D3E9F}" destId="{33C82F44-0713-9440-BDB8-D9476628327F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100DD302-124A-4AAC-9153-B9BAD9041267}" type="doc">
      <dgm:prSet loTypeId="urn:microsoft.com/office/officeart/2005/8/layout/process4" qsTypeId="urn:microsoft.com/office/officeart/2005/8/quickstyle/simple2" csTypeId="urn:microsoft.com/office/officeart/2005/8/colors/accent1_2"/>
      <dgm:spPr/>
    </dgm:pt>
    <dgm:pt modelId="{3B9ECEF0-11AC-4BF4-8DF1-26CC7AFC9E94}">
      <dgm:prSet/>
      <dgm:spPr/>
      <dgm:t>
        <a:bodyPr/>
        <a:lstStyle/>
        <a:p>
          <a:r>
            <a:t>Customer insight</a:t>
          </a:r>
        </a:p>
      </dgm:t>
    </dgm:pt>
    <dgm:pt modelId="{98C74693-B078-4541-90FC-B4AE53AB0F51}" type="parTrans" cxnId="{751B5B38-C642-4094-A0EC-E147D4EE6D28}">
      <dgm:prSet/>
      <dgm:spPr/>
      <dgm:t>
        <a:bodyPr/>
        <a:lstStyle/>
        <a:p>
          <a:endParaRPr/>
        </a:p>
      </dgm:t>
    </dgm:pt>
    <dgm:pt modelId="{AC7A78CF-12EC-4C52-811D-3364B5A4DE6F}" type="sibTrans" cxnId="{751B5B38-C642-4094-A0EC-E147D4EE6D28}">
      <dgm:prSet/>
      <dgm:spPr/>
      <dgm:t>
        <a:bodyPr/>
        <a:lstStyle/>
        <a:p>
          <a:endParaRPr/>
        </a:p>
      </dgm:t>
    </dgm:pt>
    <dgm:pt modelId="{5915F8F7-99D9-43F1-92E5-BB18C40ED9BF}">
      <dgm:prSet/>
      <dgm:spPr/>
      <dgm:t>
        <a:bodyPr/>
        <a:lstStyle/>
        <a:p>
          <a:r>
            <a:t>Product concept</a:t>
          </a:r>
        </a:p>
      </dgm:t>
    </dgm:pt>
    <dgm:pt modelId="{209E8031-C194-443F-8D59-7C501D178E8A}" type="parTrans" cxnId="{9309D662-1D18-4CE6-A7BF-043A54149392}">
      <dgm:prSet/>
      <dgm:spPr/>
      <dgm:t>
        <a:bodyPr/>
        <a:lstStyle/>
        <a:p>
          <a:endParaRPr/>
        </a:p>
      </dgm:t>
    </dgm:pt>
    <dgm:pt modelId="{C7F9B50F-929E-4FBD-8F56-67C689F4CF08}" type="sibTrans" cxnId="{9309D662-1D18-4CE6-A7BF-043A54149392}">
      <dgm:prSet/>
      <dgm:spPr/>
      <dgm:t>
        <a:bodyPr/>
        <a:lstStyle/>
        <a:p>
          <a:endParaRPr/>
        </a:p>
      </dgm:t>
    </dgm:pt>
    <dgm:pt modelId="{2BB875A0-0AF3-4602-A7FA-CC8F12ACE44C}">
      <dgm:prSet/>
      <dgm:spPr/>
      <dgm:t>
        <a:bodyPr/>
        <a:lstStyle/>
        <a:p>
          <a:r>
            <a:t>Prototype</a:t>
          </a:r>
        </a:p>
      </dgm:t>
    </dgm:pt>
    <dgm:pt modelId="{2AE2731F-C14A-43A2-AB26-FD62E49CE35A}" type="parTrans" cxnId="{606CA8C1-2559-41B8-93D6-91295807E781}">
      <dgm:prSet/>
      <dgm:spPr/>
      <dgm:t>
        <a:bodyPr/>
        <a:lstStyle/>
        <a:p>
          <a:endParaRPr/>
        </a:p>
      </dgm:t>
    </dgm:pt>
    <dgm:pt modelId="{F1061787-372E-4E72-9A61-537A7B72F1A6}" type="sibTrans" cxnId="{606CA8C1-2559-41B8-93D6-91295807E781}">
      <dgm:prSet/>
      <dgm:spPr/>
      <dgm:t>
        <a:bodyPr/>
        <a:lstStyle/>
        <a:p>
          <a:endParaRPr/>
        </a:p>
      </dgm:t>
    </dgm:pt>
    <dgm:pt modelId="{F953EB4A-E57A-4C2D-9581-2DF8B1C36692}">
      <dgm:prSet/>
      <dgm:spPr/>
      <dgm:t>
        <a:bodyPr/>
        <a:lstStyle/>
        <a:p>
          <a:r>
            <a:t>Feedback</a:t>
          </a:r>
        </a:p>
      </dgm:t>
    </dgm:pt>
    <dgm:pt modelId="{D82BBD4B-9EFA-4941-B53B-896A03D6E34E}" type="parTrans" cxnId="{26390798-212C-4A32-9B6C-FA41B2898889}">
      <dgm:prSet/>
      <dgm:spPr/>
      <dgm:t>
        <a:bodyPr/>
        <a:lstStyle/>
        <a:p>
          <a:endParaRPr/>
        </a:p>
      </dgm:t>
    </dgm:pt>
    <dgm:pt modelId="{2413D75D-5424-4520-95EF-5FC8349DBCB0}" type="sibTrans" cxnId="{26390798-212C-4A32-9B6C-FA41B2898889}">
      <dgm:prSet/>
      <dgm:spPr/>
      <dgm:t>
        <a:bodyPr/>
        <a:lstStyle/>
        <a:p>
          <a:endParaRPr/>
        </a:p>
      </dgm:t>
    </dgm:pt>
    <dgm:pt modelId="{66631BBA-E08A-4B8B-BAE8-91A16152A778}">
      <dgm:prSet/>
      <dgm:spPr/>
      <dgm:t>
        <a:bodyPr/>
        <a:lstStyle/>
        <a:p>
          <a:r>
            <a:t>Next step</a:t>
          </a:r>
        </a:p>
      </dgm:t>
    </dgm:pt>
    <dgm:pt modelId="{CB08E07B-1B36-4934-AEB0-C75489352C64}" type="parTrans" cxnId="{CC2C2BCB-DCB9-4ABB-B104-13A795AAA479}">
      <dgm:prSet/>
      <dgm:spPr/>
      <dgm:t>
        <a:bodyPr/>
        <a:lstStyle/>
        <a:p>
          <a:endParaRPr/>
        </a:p>
      </dgm:t>
    </dgm:pt>
    <dgm:pt modelId="{432A3C44-9BDC-4EAF-B6F0-60A0007B2C18}" type="sibTrans" cxnId="{CC2C2BCB-DCB9-4ABB-B104-13A795AAA479}">
      <dgm:prSet/>
      <dgm:spPr/>
      <dgm:t>
        <a:bodyPr/>
        <a:lstStyle/>
        <a:p>
          <a:endParaRPr/>
        </a:p>
      </dgm:t>
    </dgm:pt>
    <dgm:pt modelId="{D93E6F81-904B-2B49-B37D-CAB5A78C114E}" type="pres">
      <dgm:prSet presAssocID="{100DD302-124A-4AAC-9153-B9BAD9041267}" presName="Name0" presStyleCnt="0">
        <dgm:presLayoutVars>
          <dgm:dir/>
          <dgm:animLvl val="lvl"/>
          <dgm:resizeHandles val="exact"/>
        </dgm:presLayoutVars>
      </dgm:prSet>
      <dgm:spPr/>
    </dgm:pt>
    <dgm:pt modelId="{747C0900-F2BD-734F-8860-16D4392B0039}" type="pres">
      <dgm:prSet presAssocID="{66631BBA-E08A-4B8B-BAE8-91A16152A778}" presName="boxAndChildren" presStyleCnt="0"/>
      <dgm:spPr/>
    </dgm:pt>
    <dgm:pt modelId="{F43939A6-F0B8-6749-A508-BEE916AD8E0B}" type="pres">
      <dgm:prSet presAssocID="{66631BBA-E08A-4B8B-BAE8-91A16152A778}" presName="parentTextBox" presStyleLbl="node1" presStyleIdx="0" presStyleCnt="5"/>
      <dgm:spPr/>
    </dgm:pt>
    <dgm:pt modelId="{6D98145D-1F95-9748-97D0-CB875B8BA57E}" type="pres">
      <dgm:prSet presAssocID="{2413D75D-5424-4520-95EF-5FC8349DBCB0}" presName="sp" presStyleCnt="0"/>
      <dgm:spPr/>
    </dgm:pt>
    <dgm:pt modelId="{2F66BED7-A9D5-B54F-9990-899FFCB1CF4E}" type="pres">
      <dgm:prSet presAssocID="{F953EB4A-E57A-4C2D-9581-2DF8B1C36692}" presName="arrowAndChildren" presStyleCnt="0"/>
      <dgm:spPr/>
    </dgm:pt>
    <dgm:pt modelId="{EBA4145C-2B4B-2247-AD85-3653427C64E7}" type="pres">
      <dgm:prSet presAssocID="{F953EB4A-E57A-4C2D-9581-2DF8B1C36692}" presName="parentTextArrow" presStyleLbl="node1" presStyleIdx="1" presStyleCnt="5"/>
      <dgm:spPr/>
    </dgm:pt>
    <dgm:pt modelId="{379D057D-745F-1E41-B0A5-C8B46DF63947}" type="pres">
      <dgm:prSet presAssocID="{F1061787-372E-4E72-9A61-537A7B72F1A6}" presName="sp" presStyleCnt="0"/>
      <dgm:spPr/>
    </dgm:pt>
    <dgm:pt modelId="{339D3964-756A-5547-A970-7D116F38AEA8}" type="pres">
      <dgm:prSet presAssocID="{2BB875A0-0AF3-4602-A7FA-CC8F12ACE44C}" presName="arrowAndChildren" presStyleCnt="0"/>
      <dgm:spPr/>
    </dgm:pt>
    <dgm:pt modelId="{970E2A48-3F7E-F546-B0D0-19E472A39228}" type="pres">
      <dgm:prSet presAssocID="{2BB875A0-0AF3-4602-A7FA-CC8F12ACE44C}" presName="parentTextArrow" presStyleLbl="node1" presStyleIdx="2" presStyleCnt="5"/>
      <dgm:spPr/>
    </dgm:pt>
    <dgm:pt modelId="{E044E074-E181-314C-9B3C-A63AF9DF82CC}" type="pres">
      <dgm:prSet presAssocID="{C7F9B50F-929E-4FBD-8F56-67C689F4CF08}" presName="sp" presStyleCnt="0"/>
      <dgm:spPr/>
    </dgm:pt>
    <dgm:pt modelId="{8489B67B-EEF7-B543-8004-2D659A6785A6}" type="pres">
      <dgm:prSet presAssocID="{5915F8F7-99D9-43F1-92E5-BB18C40ED9BF}" presName="arrowAndChildren" presStyleCnt="0"/>
      <dgm:spPr/>
    </dgm:pt>
    <dgm:pt modelId="{640B7869-8651-B040-AB19-DAAB2F7CAE13}" type="pres">
      <dgm:prSet presAssocID="{5915F8F7-99D9-43F1-92E5-BB18C40ED9BF}" presName="parentTextArrow" presStyleLbl="node1" presStyleIdx="3" presStyleCnt="5"/>
      <dgm:spPr/>
    </dgm:pt>
    <dgm:pt modelId="{4C3AE04C-6965-614D-AF17-76525C65CA1D}" type="pres">
      <dgm:prSet presAssocID="{AC7A78CF-12EC-4C52-811D-3364B5A4DE6F}" presName="sp" presStyleCnt="0"/>
      <dgm:spPr/>
    </dgm:pt>
    <dgm:pt modelId="{E1279FBD-089A-C84F-8CF2-B67074DA149F}" type="pres">
      <dgm:prSet presAssocID="{3B9ECEF0-11AC-4BF4-8DF1-26CC7AFC9E94}" presName="arrowAndChildren" presStyleCnt="0"/>
      <dgm:spPr/>
    </dgm:pt>
    <dgm:pt modelId="{D507E3BD-A7BE-A64D-A35D-40621D7B957C}" type="pres">
      <dgm:prSet presAssocID="{3B9ECEF0-11AC-4BF4-8DF1-26CC7AFC9E94}" presName="parentTextArrow" presStyleLbl="node1" presStyleIdx="4" presStyleCnt="5"/>
      <dgm:spPr/>
    </dgm:pt>
  </dgm:ptLst>
  <dgm:cxnLst>
    <dgm:cxn modelId="{C6B3A12F-3BB7-1943-A94E-55487C62622E}" type="presOf" srcId="{100DD302-124A-4AAC-9153-B9BAD9041267}" destId="{D93E6F81-904B-2B49-B37D-CAB5A78C114E}" srcOrd="0" destOrd="0" presId="urn:microsoft.com/office/officeart/2005/8/layout/process4"/>
    <dgm:cxn modelId="{751B5B38-C642-4094-A0EC-E147D4EE6D28}" srcId="{100DD302-124A-4AAC-9153-B9BAD9041267}" destId="{3B9ECEF0-11AC-4BF4-8DF1-26CC7AFC9E94}" srcOrd="0" destOrd="0" parTransId="{98C74693-B078-4541-90FC-B4AE53AB0F51}" sibTransId="{AC7A78CF-12EC-4C52-811D-3364B5A4DE6F}"/>
    <dgm:cxn modelId="{AF953B5C-611F-5540-8461-CEB1D0D221A6}" type="presOf" srcId="{5915F8F7-99D9-43F1-92E5-BB18C40ED9BF}" destId="{640B7869-8651-B040-AB19-DAAB2F7CAE13}" srcOrd="0" destOrd="0" presId="urn:microsoft.com/office/officeart/2005/8/layout/process4"/>
    <dgm:cxn modelId="{9309D662-1D18-4CE6-A7BF-043A54149392}" srcId="{100DD302-124A-4AAC-9153-B9BAD9041267}" destId="{5915F8F7-99D9-43F1-92E5-BB18C40ED9BF}" srcOrd="1" destOrd="0" parTransId="{209E8031-C194-443F-8D59-7C501D178E8A}" sibTransId="{C7F9B50F-929E-4FBD-8F56-67C689F4CF08}"/>
    <dgm:cxn modelId="{1C7D5186-C874-0A44-989D-D24A8CC022CC}" type="presOf" srcId="{3B9ECEF0-11AC-4BF4-8DF1-26CC7AFC9E94}" destId="{D507E3BD-A7BE-A64D-A35D-40621D7B957C}" srcOrd="0" destOrd="0" presId="urn:microsoft.com/office/officeart/2005/8/layout/process4"/>
    <dgm:cxn modelId="{83248191-2A1D-9D4F-A2D4-3A4775EA3F79}" type="presOf" srcId="{F953EB4A-E57A-4C2D-9581-2DF8B1C36692}" destId="{EBA4145C-2B4B-2247-AD85-3653427C64E7}" srcOrd="0" destOrd="0" presId="urn:microsoft.com/office/officeart/2005/8/layout/process4"/>
    <dgm:cxn modelId="{FFA98392-5A68-7345-BE5C-78DB090DC64D}" type="presOf" srcId="{2BB875A0-0AF3-4602-A7FA-CC8F12ACE44C}" destId="{970E2A48-3F7E-F546-B0D0-19E472A39228}" srcOrd="0" destOrd="0" presId="urn:microsoft.com/office/officeart/2005/8/layout/process4"/>
    <dgm:cxn modelId="{26390798-212C-4A32-9B6C-FA41B2898889}" srcId="{100DD302-124A-4AAC-9153-B9BAD9041267}" destId="{F953EB4A-E57A-4C2D-9581-2DF8B1C36692}" srcOrd="3" destOrd="0" parTransId="{D82BBD4B-9EFA-4941-B53B-896A03D6E34E}" sibTransId="{2413D75D-5424-4520-95EF-5FC8349DBCB0}"/>
    <dgm:cxn modelId="{01D025C1-785D-C74B-A5FF-9453D422F2FC}" type="presOf" srcId="{66631BBA-E08A-4B8B-BAE8-91A16152A778}" destId="{F43939A6-F0B8-6749-A508-BEE916AD8E0B}" srcOrd="0" destOrd="0" presId="urn:microsoft.com/office/officeart/2005/8/layout/process4"/>
    <dgm:cxn modelId="{606CA8C1-2559-41B8-93D6-91295807E781}" srcId="{100DD302-124A-4AAC-9153-B9BAD9041267}" destId="{2BB875A0-0AF3-4602-A7FA-CC8F12ACE44C}" srcOrd="2" destOrd="0" parTransId="{2AE2731F-C14A-43A2-AB26-FD62E49CE35A}" sibTransId="{F1061787-372E-4E72-9A61-537A7B72F1A6}"/>
    <dgm:cxn modelId="{CC2C2BCB-DCB9-4ABB-B104-13A795AAA479}" srcId="{100DD302-124A-4AAC-9153-B9BAD9041267}" destId="{66631BBA-E08A-4B8B-BAE8-91A16152A778}" srcOrd="4" destOrd="0" parTransId="{CB08E07B-1B36-4934-AEB0-C75489352C64}" sibTransId="{432A3C44-9BDC-4EAF-B6F0-60A0007B2C18}"/>
    <dgm:cxn modelId="{55BB361F-0C97-8448-B7DE-E28109482A31}" type="presParOf" srcId="{D93E6F81-904B-2B49-B37D-CAB5A78C114E}" destId="{747C0900-F2BD-734F-8860-16D4392B0039}" srcOrd="0" destOrd="0" presId="urn:microsoft.com/office/officeart/2005/8/layout/process4"/>
    <dgm:cxn modelId="{4CD8E5F0-DE9E-B149-8256-6F270E0D9B83}" type="presParOf" srcId="{747C0900-F2BD-734F-8860-16D4392B0039}" destId="{F43939A6-F0B8-6749-A508-BEE916AD8E0B}" srcOrd="0" destOrd="0" presId="urn:microsoft.com/office/officeart/2005/8/layout/process4"/>
    <dgm:cxn modelId="{64697121-CE43-D64F-9A4B-A62CC68B567F}" type="presParOf" srcId="{D93E6F81-904B-2B49-B37D-CAB5A78C114E}" destId="{6D98145D-1F95-9748-97D0-CB875B8BA57E}" srcOrd="1" destOrd="0" presId="urn:microsoft.com/office/officeart/2005/8/layout/process4"/>
    <dgm:cxn modelId="{05606D10-89E8-914B-858C-5B621A80AF37}" type="presParOf" srcId="{D93E6F81-904B-2B49-B37D-CAB5A78C114E}" destId="{2F66BED7-A9D5-B54F-9990-899FFCB1CF4E}" srcOrd="2" destOrd="0" presId="urn:microsoft.com/office/officeart/2005/8/layout/process4"/>
    <dgm:cxn modelId="{CD6A250A-C6D5-1F4F-B59F-2958EAE71564}" type="presParOf" srcId="{2F66BED7-A9D5-B54F-9990-899FFCB1CF4E}" destId="{EBA4145C-2B4B-2247-AD85-3653427C64E7}" srcOrd="0" destOrd="0" presId="urn:microsoft.com/office/officeart/2005/8/layout/process4"/>
    <dgm:cxn modelId="{2BCDAD07-2932-E14B-B081-AD5DBD599BC5}" type="presParOf" srcId="{D93E6F81-904B-2B49-B37D-CAB5A78C114E}" destId="{379D057D-745F-1E41-B0A5-C8B46DF63947}" srcOrd="3" destOrd="0" presId="urn:microsoft.com/office/officeart/2005/8/layout/process4"/>
    <dgm:cxn modelId="{13B4DCA7-97DC-5D4B-B91F-3E98FD430766}" type="presParOf" srcId="{D93E6F81-904B-2B49-B37D-CAB5A78C114E}" destId="{339D3964-756A-5547-A970-7D116F38AEA8}" srcOrd="4" destOrd="0" presId="urn:microsoft.com/office/officeart/2005/8/layout/process4"/>
    <dgm:cxn modelId="{9ED01DD1-9BE2-8847-A4EF-BBB4115FD5B4}" type="presParOf" srcId="{339D3964-756A-5547-A970-7D116F38AEA8}" destId="{970E2A48-3F7E-F546-B0D0-19E472A39228}" srcOrd="0" destOrd="0" presId="urn:microsoft.com/office/officeart/2005/8/layout/process4"/>
    <dgm:cxn modelId="{A618DE78-6346-BB4B-8DA6-C566CD9CAC6E}" type="presParOf" srcId="{D93E6F81-904B-2B49-B37D-CAB5A78C114E}" destId="{E044E074-E181-314C-9B3C-A63AF9DF82CC}" srcOrd="5" destOrd="0" presId="urn:microsoft.com/office/officeart/2005/8/layout/process4"/>
    <dgm:cxn modelId="{F8BC0472-FA95-DD4B-BAC2-4B2D7C70C9D2}" type="presParOf" srcId="{D93E6F81-904B-2B49-B37D-CAB5A78C114E}" destId="{8489B67B-EEF7-B543-8004-2D659A6785A6}" srcOrd="6" destOrd="0" presId="urn:microsoft.com/office/officeart/2005/8/layout/process4"/>
    <dgm:cxn modelId="{E41ED4DB-C7CD-9143-8252-A0349BD13084}" type="presParOf" srcId="{8489B67B-EEF7-B543-8004-2D659A6785A6}" destId="{640B7869-8651-B040-AB19-DAAB2F7CAE13}" srcOrd="0" destOrd="0" presId="urn:microsoft.com/office/officeart/2005/8/layout/process4"/>
    <dgm:cxn modelId="{7FCA976F-E004-F049-8250-A43CCD6C3CAB}" type="presParOf" srcId="{D93E6F81-904B-2B49-B37D-CAB5A78C114E}" destId="{4C3AE04C-6965-614D-AF17-76525C65CA1D}" srcOrd="7" destOrd="0" presId="urn:microsoft.com/office/officeart/2005/8/layout/process4"/>
    <dgm:cxn modelId="{0B64CC7E-AB11-EC4B-B68A-F892ACE4CB75}" type="presParOf" srcId="{D93E6F81-904B-2B49-B37D-CAB5A78C114E}" destId="{E1279FBD-089A-C84F-8CF2-B67074DA149F}" srcOrd="8" destOrd="0" presId="urn:microsoft.com/office/officeart/2005/8/layout/process4"/>
    <dgm:cxn modelId="{3C9EBC3A-DE19-4444-BE65-08E1DB0FC4DB}" type="presParOf" srcId="{E1279FBD-089A-C84F-8CF2-B67074DA149F}" destId="{D507E3BD-A7BE-A64D-A35D-40621D7B957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BD277A2F-950F-4719-94DB-4D856B71E243}" type="doc">
      <dgm:prSet loTypeId="urn:microsoft.com/office/officeart/2008/layout/VerticalCurvedList" qsTypeId="urn:microsoft.com/office/officeart/2005/8/quickstyle/simple2" csTypeId="urn:microsoft.com/office/officeart/2005/8/colors/accent1_2"/>
      <dgm:spPr/>
    </dgm:pt>
    <dgm:pt modelId="{2A32963E-0A98-4795-9CD8-6C3797A35C11}">
      <dgm:prSet/>
      <dgm:spPr/>
      <dgm:t>
        <a:bodyPr/>
        <a:lstStyle/>
        <a:p>
          <a:r>
            <a:t>Customer insight</a:t>
          </a:r>
        </a:p>
      </dgm:t>
    </dgm:pt>
    <dgm:pt modelId="{B3159D5D-C3AB-4E7B-9B96-33E082F56769}" type="parTrans" cxnId="{95B30CFD-48CC-4ADA-ADFD-038C79ECC111}">
      <dgm:prSet/>
      <dgm:spPr/>
      <dgm:t>
        <a:bodyPr/>
        <a:lstStyle/>
        <a:p>
          <a:endParaRPr/>
        </a:p>
      </dgm:t>
    </dgm:pt>
    <dgm:pt modelId="{D95DC9AB-80AD-478D-8F32-674F6F9093B8}" type="sibTrans" cxnId="{95B30CFD-48CC-4ADA-ADFD-038C79ECC111}">
      <dgm:prSet/>
      <dgm:spPr/>
      <dgm:t>
        <a:bodyPr/>
        <a:lstStyle/>
        <a:p>
          <a:endParaRPr/>
        </a:p>
      </dgm:t>
    </dgm:pt>
    <dgm:pt modelId="{6194ECC9-935E-4173-A8A3-9A1C3FEE2923}">
      <dgm:prSet/>
      <dgm:spPr/>
      <dgm:t>
        <a:bodyPr/>
        <a:lstStyle/>
        <a:p>
          <a:r>
            <a:t>Product concept</a:t>
          </a:r>
        </a:p>
      </dgm:t>
    </dgm:pt>
    <dgm:pt modelId="{96C6F002-E0E9-4DC8-8195-02613CF16DA5}" type="parTrans" cxnId="{F407B77F-ED55-4C81-9501-7454AEE24B7E}">
      <dgm:prSet/>
      <dgm:spPr/>
      <dgm:t>
        <a:bodyPr/>
        <a:lstStyle/>
        <a:p>
          <a:endParaRPr/>
        </a:p>
      </dgm:t>
    </dgm:pt>
    <dgm:pt modelId="{6D5DAF65-6413-42BA-A0CA-3DFDFCA12864}" type="sibTrans" cxnId="{F407B77F-ED55-4C81-9501-7454AEE24B7E}">
      <dgm:prSet/>
      <dgm:spPr/>
      <dgm:t>
        <a:bodyPr/>
        <a:lstStyle/>
        <a:p>
          <a:endParaRPr/>
        </a:p>
      </dgm:t>
    </dgm:pt>
    <dgm:pt modelId="{D200080B-14E4-4209-91EC-695BD39161D7}">
      <dgm:prSet/>
      <dgm:spPr/>
      <dgm:t>
        <a:bodyPr/>
        <a:lstStyle/>
        <a:p>
          <a:r>
            <a:t>Prototype</a:t>
          </a:r>
        </a:p>
      </dgm:t>
    </dgm:pt>
    <dgm:pt modelId="{5128124E-69A2-443D-8546-FD565EECF5A0}" type="parTrans" cxnId="{13BB4D7C-5C48-4A08-9912-E5E46745B9F0}">
      <dgm:prSet/>
      <dgm:spPr/>
      <dgm:t>
        <a:bodyPr/>
        <a:lstStyle/>
        <a:p>
          <a:endParaRPr/>
        </a:p>
      </dgm:t>
    </dgm:pt>
    <dgm:pt modelId="{01B98AB9-C708-46D6-84CC-1567BF318B31}" type="sibTrans" cxnId="{13BB4D7C-5C48-4A08-9912-E5E46745B9F0}">
      <dgm:prSet/>
      <dgm:spPr/>
      <dgm:t>
        <a:bodyPr/>
        <a:lstStyle/>
        <a:p>
          <a:endParaRPr/>
        </a:p>
      </dgm:t>
    </dgm:pt>
    <dgm:pt modelId="{1BB0A636-55F6-48E2-B6FB-E3B7B77CCDE9}">
      <dgm:prSet/>
      <dgm:spPr/>
      <dgm:t>
        <a:bodyPr/>
        <a:lstStyle/>
        <a:p>
          <a:r>
            <a:t>Feedback</a:t>
          </a:r>
        </a:p>
      </dgm:t>
    </dgm:pt>
    <dgm:pt modelId="{78569E76-B925-416A-B932-2EF2769E69C1}" type="parTrans" cxnId="{0C61E487-45CC-4D23-86F2-7348FE2C8A92}">
      <dgm:prSet/>
      <dgm:spPr/>
      <dgm:t>
        <a:bodyPr/>
        <a:lstStyle/>
        <a:p>
          <a:endParaRPr/>
        </a:p>
      </dgm:t>
    </dgm:pt>
    <dgm:pt modelId="{EA80AEA9-6359-4788-9358-698CB26CAF5A}" type="sibTrans" cxnId="{0C61E487-45CC-4D23-86F2-7348FE2C8A92}">
      <dgm:prSet/>
      <dgm:spPr/>
      <dgm:t>
        <a:bodyPr/>
        <a:lstStyle/>
        <a:p>
          <a:endParaRPr/>
        </a:p>
      </dgm:t>
    </dgm:pt>
    <dgm:pt modelId="{1CD69A05-2253-4DE8-96A0-247A9B47B2B8}">
      <dgm:prSet/>
      <dgm:spPr/>
      <dgm:t>
        <a:bodyPr/>
        <a:lstStyle/>
        <a:p>
          <a:r>
            <a:t>Next step</a:t>
          </a:r>
        </a:p>
      </dgm:t>
    </dgm:pt>
    <dgm:pt modelId="{CF32B12E-5A99-4834-A2B3-E759867DA900}" type="parTrans" cxnId="{FFF5A406-E49E-4E68-97C7-9819DDB26A81}">
      <dgm:prSet/>
      <dgm:spPr/>
      <dgm:t>
        <a:bodyPr/>
        <a:lstStyle/>
        <a:p>
          <a:endParaRPr/>
        </a:p>
      </dgm:t>
    </dgm:pt>
    <dgm:pt modelId="{AE1696F1-BA8C-4019-97DB-9599B9B01D72}" type="sibTrans" cxnId="{FFF5A406-E49E-4E68-97C7-9819DDB26A81}">
      <dgm:prSet/>
      <dgm:spPr/>
      <dgm:t>
        <a:bodyPr/>
        <a:lstStyle/>
        <a:p>
          <a:endParaRPr/>
        </a:p>
      </dgm:t>
    </dgm:pt>
    <dgm:pt modelId="{6A277944-F983-8B4B-97E2-27A37E9D1C17}" type="pres">
      <dgm:prSet presAssocID="{BD277A2F-950F-4719-94DB-4D856B71E243}" presName="Name0" presStyleCnt="0">
        <dgm:presLayoutVars>
          <dgm:chMax val="7"/>
          <dgm:chPref val="7"/>
          <dgm:dir/>
        </dgm:presLayoutVars>
      </dgm:prSet>
      <dgm:spPr/>
    </dgm:pt>
    <dgm:pt modelId="{EDC5472B-256E-7D49-812D-57C724A4F364}" type="pres">
      <dgm:prSet presAssocID="{BD277A2F-950F-4719-94DB-4D856B71E243}" presName="Name1" presStyleCnt="0"/>
      <dgm:spPr/>
    </dgm:pt>
    <dgm:pt modelId="{0BECF9ED-6F8E-434B-BFC0-070522F4D77E}" type="pres">
      <dgm:prSet presAssocID="{BD277A2F-950F-4719-94DB-4D856B71E243}" presName="cycle" presStyleCnt="0"/>
      <dgm:spPr/>
    </dgm:pt>
    <dgm:pt modelId="{D732B661-A734-6045-AC7A-A8BD7C920287}" type="pres">
      <dgm:prSet presAssocID="{BD277A2F-950F-4719-94DB-4D856B71E243}" presName="srcNode" presStyleLbl="node1" presStyleIdx="0" presStyleCnt="5"/>
      <dgm:spPr/>
    </dgm:pt>
    <dgm:pt modelId="{24F1C0EC-8F4E-384E-B540-8EA43ECD2F7A}" type="pres">
      <dgm:prSet presAssocID="{BD277A2F-950F-4719-94DB-4D856B71E243}" presName="conn" presStyleLbl="parChTrans1D2" presStyleIdx="0" presStyleCnt="1"/>
      <dgm:spPr/>
    </dgm:pt>
    <dgm:pt modelId="{1E6DE718-FA80-9943-91D3-427D514C7660}" type="pres">
      <dgm:prSet presAssocID="{BD277A2F-950F-4719-94DB-4D856B71E243}" presName="extraNode" presStyleLbl="node1" presStyleIdx="0" presStyleCnt="5"/>
      <dgm:spPr/>
    </dgm:pt>
    <dgm:pt modelId="{1A2C22CD-C305-C44F-83E2-E8E64BDD7580}" type="pres">
      <dgm:prSet presAssocID="{BD277A2F-950F-4719-94DB-4D856B71E243}" presName="dstNode" presStyleLbl="node1" presStyleIdx="0" presStyleCnt="5"/>
      <dgm:spPr/>
    </dgm:pt>
    <dgm:pt modelId="{00F662EF-4C23-754F-91ED-2AA901DC3640}" type="pres">
      <dgm:prSet presAssocID="{2A32963E-0A98-4795-9CD8-6C3797A35C11}" presName="text_1" presStyleLbl="node1" presStyleIdx="0" presStyleCnt="5">
        <dgm:presLayoutVars>
          <dgm:bulletEnabled val="1"/>
        </dgm:presLayoutVars>
      </dgm:prSet>
      <dgm:spPr/>
    </dgm:pt>
    <dgm:pt modelId="{8C82D556-732E-1B4C-9390-C9E41A975E7F}" type="pres">
      <dgm:prSet presAssocID="{2A32963E-0A98-4795-9CD8-6C3797A35C11}" presName="accent_1" presStyleCnt="0"/>
      <dgm:spPr/>
    </dgm:pt>
    <dgm:pt modelId="{043E8EE6-F542-C844-8020-37CC734138D8}" type="pres">
      <dgm:prSet presAssocID="{2A32963E-0A98-4795-9CD8-6C3797A35C11}" presName="accentRepeatNode" presStyleLbl="solidFgAcc1" presStyleIdx="0" presStyleCnt="5"/>
      <dgm:spPr/>
    </dgm:pt>
    <dgm:pt modelId="{C6EA791D-0DF6-524E-AAF6-EFA12329F13D}" type="pres">
      <dgm:prSet presAssocID="{6194ECC9-935E-4173-A8A3-9A1C3FEE2923}" presName="text_2" presStyleLbl="node1" presStyleIdx="1" presStyleCnt="5">
        <dgm:presLayoutVars>
          <dgm:bulletEnabled val="1"/>
        </dgm:presLayoutVars>
      </dgm:prSet>
      <dgm:spPr/>
    </dgm:pt>
    <dgm:pt modelId="{0CE317CB-E46C-914B-B838-9CCD3E49562B}" type="pres">
      <dgm:prSet presAssocID="{6194ECC9-935E-4173-A8A3-9A1C3FEE2923}" presName="accent_2" presStyleCnt="0"/>
      <dgm:spPr/>
    </dgm:pt>
    <dgm:pt modelId="{0F1898AC-AD20-1B40-A500-967A7E4A7769}" type="pres">
      <dgm:prSet presAssocID="{6194ECC9-935E-4173-A8A3-9A1C3FEE2923}" presName="accentRepeatNode" presStyleLbl="solidFgAcc1" presStyleIdx="1" presStyleCnt="5"/>
      <dgm:spPr/>
    </dgm:pt>
    <dgm:pt modelId="{8ABE3C70-AA38-2645-B8BC-348981576669}" type="pres">
      <dgm:prSet presAssocID="{D200080B-14E4-4209-91EC-695BD39161D7}" presName="text_3" presStyleLbl="node1" presStyleIdx="2" presStyleCnt="5">
        <dgm:presLayoutVars>
          <dgm:bulletEnabled val="1"/>
        </dgm:presLayoutVars>
      </dgm:prSet>
      <dgm:spPr/>
    </dgm:pt>
    <dgm:pt modelId="{E30CB061-F6F4-8742-B638-8EE4D1809314}" type="pres">
      <dgm:prSet presAssocID="{D200080B-14E4-4209-91EC-695BD39161D7}" presName="accent_3" presStyleCnt="0"/>
      <dgm:spPr/>
    </dgm:pt>
    <dgm:pt modelId="{B04FE8C8-1086-BF41-BAAD-4B8400A13E88}" type="pres">
      <dgm:prSet presAssocID="{D200080B-14E4-4209-91EC-695BD39161D7}" presName="accentRepeatNode" presStyleLbl="solidFgAcc1" presStyleIdx="2" presStyleCnt="5"/>
      <dgm:spPr/>
    </dgm:pt>
    <dgm:pt modelId="{14807799-E47C-8A44-9B25-0F59CDF7356D}" type="pres">
      <dgm:prSet presAssocID="{1BB0A636-55F6-48E2-B6FB-E3B7B77CCDE9}" presName="text_4" presStyleLbl="node1" presStyleIdx="3" presStyleCnt="5">
        <dgm:presLayoutVars>
          <dgm:bulletEnabled val="1"/>
        </dgm:presLayoutVars>
      </dgm:prSet>
      <dgm:spPr/>
    </dgm:pt>
    <dgm:pt modelId="{5273ECAD-890D-6348-B532-7E77E4E827F6}" type="pres">
      <dgm:prSet presAssocID="{1BB0A636-55F6-48E2-B6FB-E3B7B77CCDE9}" presName="accent_4" presStyleCnt="0"/>
      <dgm:spPr/>
    </dgm:pt>
    <dgm:pt modelId="{0BE81D10-D6B6-B04D-B890-77014B073C42}" type="pres">
      <dgm:prSet presAssocID="{1BB0A636-55F6-48E2-B6FB-E3B7B77CCDE9}" presName="accentRepeatNode" presStyleLbl="solidFgAcc1" presStyleIdx="3" presStyleCnt="5"/>
      <dgm:spPr/>
    </dgm:pt>
    <dgm:pt modelId="{C95AD40C-DE5B-0144-923E-FCF287024FE7}" type="pres">
      <dgm:prSet presAssocID="{1CD69A05-2253-4DE8-96A0-247A9B47B2B8}" presName="text_5" presStyleLbl="node1" presStyleIdx="4" presStyleCnt="5">
        <dgm:presLayoutVars>
          <dgm:bulletEnabled val="1"/>
        </dgm:presLayoutVars>
      </dgm:prSet>
      <dgm:spPr/>
    </dgm:pt>
    <dgm:pt modelId="{83D279EE-F561-C34F-9966-DD55D8BB43D7}" type="pres">
      <dgm:prSet presAssocID="{1CD69A05-2253-4DE8-96A0-247A9B47B2B8}" presName="accent_5" presStyleCnt="0"/>
      <dgm:spPr/>
    </dgm:pt>
    <dgm:pt modelId="{53E0A7B0-1BEF-5E4A-ACF9-889103E8BBE6}" type="pres">
      <dgm:prSet presAssocID="{1CD69A05-2253-4DE8-96A0-247A9B47B2B8}" presName="accentRepeatNode" presStyleLbl="solidFgAcc1" presStyleIdx="4" presStyleCnt="5"/>
      <dgm:spPr/>
    </dgm:pt>
  </dgm:ptLst>
  <dgm:cxnLst>
    <dgm:cxn modelId="{FFF5A406-E49E-4E68-97C7-9819DDB26A81}" srcId="{BD277A2F-950F-4719-94DB-4D856B71E243}" destId="{1CD69A05-2253-4DE8-96A0-247A9B47B2B8}" srcOrd="4" destOrd="0" parTransId="{CF32B12E-5A99-4834-A2B3-E759867DA900}" sibTransId="{AE1696F1-BA8C-4019-97DB-9599B9B01D72}"/>
    <dgm:cxn modelId="{3FE20119-A559-CC40-A99B-658AD08824F2}" type="presOf" srcId="{2A32963E-0A98-4795-9CD8-6C3797A35C11}" destId="{00F662EF-4C23-754F-91ED-2AA901DC3640}" srcOrd="0" destOrd="0" presId="urn:microsoft.com/office/officeart/2008/layout/VerticalCurvedList"/>
    <dgm:cxn modelId="{5B00354A-513B-4749-9166-43BF0EBCFF37}" type="presOf" srcId="{6194ECC9-935E-4173-A8A3-9A1C3FEE2923}" destId="{C6EA791D-0DF6-524E-AAF6-EFA12329F13D}" srcOrd="0" destOrd="0" presId="urn:microsoft.com/office/officeart/2008/layout/VerticalCurvedList"/>
    <dgm:cxn modelId="{77190B4F-D592-7B48-933A-B38AB9087835}" type="presOf" srcId="{1BB0A636-55F6-48E2-B6FB-E3B7B77CCDE9}" destId="{14807799-E47C-8A44-9B25-0F59CDF7356D}" srcOrd="0" destOrd="0" presId="urn:microsoft.com/office/officeart/2008/layout/VerticalCurvedList"/>
    <dgm:cxn modelId="{AFE77A7B-11CD-8649-BE0C-DC793C8A4583}" type="presOf" srcId="{BD277A2F-950F-4719-94DB-4D856B71E243}" destId="{6A277944-F983-8B4B-97E2-27A37E9D1C17}" srcOrd="0" destOrd="0" presId="urn:microsoft.com/office/officeart/2008/layout/VerticalCurvedList"/>
    <dgm:cxn modelId="{13BB4D7C-5C48-4A08-9912-E5E46745B9F0}" srcId="{BD277A2F-950F-4719-94DB-4D856B71E243}" destId="{D200080B-14E4-4209-91EC-695BD39161D7}" srcOrd="2" destOrd="0" parTransId="{5128124E-69A2-443D-8546-FD565EECF5A0}" sibTransId="{01B98AB9-C708-46D6-84CC-1567BF318B31}"/>
    <dgm:cxn modelId="{F407B77F-ED55-4C81-9501-7454AEE24B7E}" srcId="{BD277A2F-950F-4719-94DB-4D856B71E243}" destId="{6194ECC9-935E-4173-A8A3-9A1C3FEE2923}" srcOrd="1" destOrd="0" parTransId="{96C6F002-E0E9-4DC8-8195-02613CF16DA5}" sibTransId="{6D5DAF65-6413-42BA-A0CA-3DFDFCA12864}"/>
    <dgm:cxn modelId="{0C61E487-45CC-4D23-86F2-7348FE2C8A92}" srcId="{BD277A2F-950F-4719-94DB-4D856B71E243}" destId="{1BB0A636-55F6-48E2-B6FB-E3B7B77CCDE9}" srcOrd="3" destOrd="0" parTransId="{78569E76-B925-416A-B932-2EF2769E69C1}" sibTransId="{EA80AEA9-6359-4788-9358-698CB26CAF5A}"/>
    <dgm:cxn modelId="{BE0FF59D-2D0C-9F41-BD2C-F68A33E7CB9B}" type="presOf" srcId="{1CD69A05-2253-4DE8-96A0-247A9B47B2B8}" destId="{C95AD40C-DE5B-0144-923E-FCF287024FE7}" srcOrd="0" destOrd="0" presId="urn:microsoft.com/office/officeart/2008/layout/VerticalCurvedList"/>
    <dgm:cxn modelId="{D1F61DC7-C8D3-5C40-8BF1-A3656C0B28E0}" type="presOf" srcId="{D95DC9AB-80AD-478D-8F32-674F6F9093B8}" destId="{24F1C0EC-8F4E-384E-B540-8EA43ECD2F7A}" srcOrd="0" destOrd="0" presId="urn:microsoft.com/office/officeart/2008/layout/VerticalCurvedList"/>
    <dgm:cxn modelId="{9D1751C9-7B95-0A4F-9031-35785EFB1F24}" type="presOf" srcId="{D200080B-14E4-4209-91EC-695BD39161D7}" destId="{8ABE3C70-AA38-2645-B8BC-348981576669}" srcOrd="0" destOrd="0" presId="urn:microsoft.com/office/officeart/2008/layout/VerticalCurvedList"/>
    <dgm:cxn modelId="{95B30CFD-48CC-4ADA-ADFD-038C79ECC111}" srcId="{BD277A2F-950F-4719-94DB-4D856B71E243}" destId="{2A32963E-0A98-4795-9CD8-6C3797A35C11}" srcOrd="0" destOrd="0" parTransId="{B3159D5D-C3AB-4E7B-9B96-33E082F56769}" sibTransId="{D95DC9AB-80AD-478D-8F32-674F6F9093B8}"/>
    <dgm:cxn modelId="{3A10D10D-8140-C84B-8668-C10D48000FD7}" type="presParOf" srcId="{6A277944-F983-8B4B-97E2-27A37E9D1C17}" destId="{EDC5472B-256E-7D49-812D-57C724A4F364}" srcOrd="0" destOrd="0" presId="urn:microsoft.com/office/officeart/2008/layout/VerticalCurvedList"/>
    <dgm:cxn modelId="{2AEC2D91-68AA-8E42-9B94-C9D2329FB80F}" type="presParOf" srcId="{EDC5472B-256E-7D49-812D-57C724A4F364}" destId="{0BECF9ED-6F8E-434B-BFC0-070522F4D77E}" srcOrd="0" destOrd="0" presId="urn:microsoft.com/office/officeart/2008/layout/VerticalCurvedList"/>
    <dgm:cxn modelId="{2D8E55E7-88E3-904C-992A-E6A62ECB836F}" type="presParOf" srcId="{0BECF9ED-6F8E-434B-BFC0-070522F4D77E}" destId="{D732B661-A734-6045-AC7A-A8BD7C920287}" srcOrd="0" destOrd="0" presId="urn:microsoft.com/office/officeart/2008/layout/VerticalCurvedList"/>
    <dgm:cxn modelId="{304A3B78-CB6E-0740-821F-F9A3EE0A50EA}" type="presParOf" srcId="{0BECF9ED-6F8E-434B-BFC0-070522F4D77E}" destId="{24F1C0EC-8F4E-384E-B540-8EA43ECD2F7A}" srcOrd="1" destOrd="0" presId="urn:microsoft.com/office/officeart/2008/layout/VerticalCurvedList"/>
    <dgm:cxn modelId="{F82AA76B-4E61-D442-8807-2BE6A7043B2A}" type="presParOf" srcId="{0BECF9ED-6F8E-434B-BFC0-070522F4D77E}" destId="{1E6DE718-FA80-9943-91D3-427D514C7660}" srcOrd="2" destOrd="0" presId="urn:microsoft.com/office/officeart/2008/layout/VerticalCurvedList"/>
    <dgm:cxn modelId="{C7C6CD3B-6752-FB40-BED7-8F7F7018D2B7}" type="presParOf" srcId="{0BECF9ED-6F8E-434B-BFC0-070522F4D77E}" destId="{1A2C22CD-C305-C44F-83E2-E8E64BDD7580}" srcOrd="3" destOrd="0" presId="urn:microsoft.com/office/officeart/2008/layout/VerticalCurvedList"/>
    <dgm:cxn modelId="{045ABDBC-35A1-8846-A1E3-08E70A6D378E}" type="presParOf" srcId="{EDC5472B-256E-7D49-812D-57C724A4F364}" destId="{00F662EF-4C23-754F-91ED-2AA901DC3640}" srcOrd="1" destOrd="0" presId="urn:microsoft.com/office/officeart/2008/layout/VerticalCurvedList"/>
    <dgm:cxn modelId="{DB256291-1CE1-AD47-ACBB-B25BFD688FCB}" type="presParOf" srcId="{EDC5472B-256E-7D49-812D-57C724A4F364}" destId="{8C82D556-732E-1B4C-9390-C9E41A975E7F}" srcOrd="2" destOrd="0" presId="urn:microsoft.com/office/officeart/2008/layout/VerticalCurvedList"/>
    <dgm:cxn modelId="{BF44CC77-952D-D347-86FF-12576E4D267B}" type="presParOf" srcId="{8C82D556-732E-1B4C-9390-C9E41A975E7F}" destId="{043E8EE6-F542-C844-8020-37CC734138D8}" srcOrd="0" destOrd="0" presId="urn:microsoft.com/office/officeart/2008/layout/VerticalCurvedList"/>
    <dgm:cxn modelId="{5D794FE0-BDE1-3E45-93D4-67BDE4D8CC92}" type="presParOf" srcId="{EDC5472B-256E-7D49-812D-57C724A4F364}" destId="{C6EA791D-0DF6-524E-AAF6-EFA12329F13D}" srcOrd="3" destOrd="0" presId="urn:microsoft.com/office/officeart/2008/layout/VerticalCurvedList"/>
    <dgm:cxn modelId="{0D9FC862-FC56-6040-A5B9-2FE3959CF83B}" type="presParOf" srcId="{EDC5472B-256E-7D49-812D-57C724A4F364}" destId="{0CE317CB-E46C-914B-B838-9CCD3E49562B}" srcOrd="4" destOrd="0" presId="urn:microsoft.com/office/officeart/2008/layout/VerticalCurvedList"/>
    <dgm:cxn modelId="{8BA85D71-3F6C-2047-96F5-39CED4F530AC}" type="presParOf" srcId="{0CE317CB-E46C-914B-B838-9CCD3E49562B}" destId="{0F1898AC-AD20-1B40-A500-967A7E4A7769}" srcOrd="0" destOrd="0" presId="urn:microsoft.com/office/officeart/2008/layout/VerticalCurvedList"/>
    <dgm:cxn modelId="{EF2BEF63-951F-F745-96AA-88058935ED2B}" type="presParOf" srcId="{EDC5472B-256E-7D49-812D-57C724A4F364}" destId="{8ABE3C70-AA38-2645-B8BC-348981576669}" srcOrd="5" destOrd="0" presId="urn:microsoft.com/office/officeart/2008/layout/VerticalCurvedList"/>
    <dgm:cxn modelId="{45696674-D4AB-D94E-8E79-CF9007A64EE7}" type="presParOf" srcId="{EDC5472B-256E-7D49-812D-57C724A4F364}" destId="{E30CB061-F6F4-8742-B638-8EE4D1809314}" srcOrd="6" destOrd="0" presId="urn:microsoft.com/office/officeart/2008/layout/VerticalCurvedList"/>
    <dgm:cxn modelId="{2E9C3B2A-23CD-0448-98B8-09C074AAC521}" type="presParOf" srcId="{E30CB061-F6F4-8742-B638-8EE4D1809314}" destId="{B04FE8C8-1086-BF41-BAAD-4B8400A13E88}" srcOrd="0" destOrd="0" presId="urn:microsoft.com/office/officeart/2008/layout/VerticalCurvedList"/>
    <dgm:cxn modelId="{88116BC8-CCC4-D64F-B8E7-ECA7FA78D1C6}" type="presParOf" srcId="{EDC5472B-256E-7D49-812D-57C724A4F364}" destId="{14807799-E47C-8A44-9B25-0F59CDF7356D}" srcOrd="7" destOrd="0" presId="urn:microsoft.com/office/officeart/2008/layout/VerticalCurvedList"/>
    <dgm:cxn modelId="{62132545-5AA3-CD46-BDF4-111BD9F4C705}" type="presParOf" srcId="{EDC5472B-256E-7D49-812D-57C724A4F364}" destId="{5273ECAD-890D-6348-B532-7E77E4E827F6}" srcOrd="8" destOrd="0" presId="urn:microsoft.com/office/officeart/2008/layout/VerticalCurvedList"/>
    <dgm:cxn modelId="{3B6B09BB-DF82-A847-B92B-4DB946D25838}" type="presParOf" srcId="{5273ECAD-890D-6348-B532-7E77E4E827F6}" destId="{0BE81D10-D6B6-B04D-B890-77014B073C42}" srcOrd="0" destOrd="0" presId="urn:microsoft.com/office/officeart/2008/layout/VerticalCurvedList"/>
    <dgm:cxn modelId="{805F6EDF-3E47-1E41-ADAC-BBD471676F7E}" type="presParOf" srcId="{EDC5472B-256E-7D49-812D-57C724A4F364}" destId="{C95AD40C-DE5B-0144-923E-FCF287024FE7}" srcOrd="9" destOrd="0" presId="urn:microsoft.com/office/officeart/2008/layout/VerticalCurvedList"/>
    <dgm:cxn modelId="{A7E4089F-A137-4C4E-8903-3EA7FC9BAFF9}" type="presParOf" srcId="{EDC5472B-256E-7D49-812D-57C724A4F364}" destId="{83D279EE-F561-C34F-9966-DD55D8BB43D7}" srcOrd="10" destOrd="0" presId="urn:microsoft.com/office/officeart/2008/layout/VerticalCurvedList"/>
    <dgm:cxn modelId="{7A6D97EF-626E-8043-9990-7C1603D8BB2D}" type="presParOf" srcId="{83D279EE-F561-C34F-9966-DD55D8BB43D7}" destId="{53E0A7B0-1BEF-5E4A-ACF9-889103E8BBE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F31BC0E3-F18F-4155-9834-77682F781DA3}" type="doc">
      <dgm:prSet loTypeId="urn:microsoft.com/office/officeart/2005/8/layout/pyramid2" qsTypeId="urn:microsoft.com/office/officeart/2005/8/quickstyle/simple2" csTypeId="urn:microsoft.com/office/officeart/2005/8/colors/accent1_2"/>
      <dgm:spPr/>
    </dgm:pt>
    <dgm:pt modelId="{45E8F2A9-0F96-48BF-BABB-7F632B197FAE}">
      <dgm:prSet/>
      <dgm:spPr/>
      <dgm:t>
        <a:bodyPr/>
        <a:lstStyle/>
        <a:p>
          <a:r>
            <a:t>Customer insight</a:t>
          </a:r>
        </a:p>
      </dgm:t>
    </dgm:pt>
    <dgm:pt modelId="{C1782064-6FE3-4907-9A81-08132EB42274}" type="parTrans" cxnId="{3568EBD2-3F0D-4A8A-A1A3-D703BD89BC08}">
      <dgm:prSet/>
      <dgm:spPr/>
      <dgm:t>
        <a:bodyPr/>
        <a:lstStyle/>
        <a:p>
          <a:endParaRPr/>
        </a:p>
      </dgm:t>
    </dgm:pt>
    <dgm:pt modelId="{10EBFBA2-13B1-42DD-8B1B-BE9E6DC1A802}" type="sibTrans" cxnId="{3568EBD2-3F0D-4A8A-A1A3-D703BD89BC08}">
      <dgm:prSet/>
      <dgm:spPr/>
      <dgm:t>
        <a:bodyPr/>
        <a:lstStyle/>
        <a:p>
          <a:endParaRPr/>
        </a:p>
      </dgm:t>
    </dgm:pt>
    <dgm:pt modelId="{5D61EF42-EBBF-489C-9329-A7E099D069D7}">
      <dgm:prSet/>
      <dgm:spPr/>
      <dgm:t>
        <a:bodyPr/>
        <a:lstStyle/>
        <a:p>
          <a:r>
            <a:t>Product concept</a:t>
          </a:r>
        </a:p>
      </dgm:t>
    </dgm:pt>
    <dgm:pt modelId="{681F4670-34AF-4D85-B743-7BE829E4B241}" type="parTrans" cxnId="{ACEF2CFF-E633-492E-AD11-E38072E97C26}">
      <dgm:prSet/>
      <dgm:spPr/>
      <dgm:t>
        <a:bodyPr/>
        <a:lstStyle/>
        <a:p>
          <a:endParaRPr/>
        </a:p>
      </dgm:t>
    </dgm:pt>
    <dgm:pt modelId="{6BF65DD2-0D99-4FC6-BBD3-5A30B3B38250}" type="sibTrans" cxnId="{ACEF2CFF-E633-492E-AD11-E38072E97C26}">
      <dgm:prSet/>
      <dgm:spPr/>
      <dgm:t>
        <a:bodyPr/>
        <a:lstStyle/>
        <a:p>
          <a:endParaRPr/>
        </a:p>
      </dgm:t>
    </dgm:pt>
    <dgm:pt modelId="{0964191E-B896-421D-9128-AA101EC5BA37}">
      <dgm:prSet/>
      <dgm:spPr/>
      <dgm:t>
        <a:bodyPr/>
        <a:lstStyle/>
        <a:p>
          <a:r>
            <a:t>Prototype</a:t>
          </a:r>
        </a:p>
      </dgm:t>
    </dgm:pt>
    <dgm:pt modelId="{6CAE667A-A184-4E70-AF4A-B399DE84F60B}" type="parTrans" cxnId="{0A464781-0ACE-4535-BA6C-067E8434A0B5}">
      <dgm:prSet/>
      <dgm:spPr/>
      <dgm:t>
        <a:bodyPr/>
        <a:lstStyle/>
        <a:p>
          <a:endParaRPr/>
        </a:p>
      </dgm:t>
    </dgm:pt>
    <dgm:pt modelId="{D431564E-9BAC-479F-A805-E2E12FA875D1}" type="sibTrans" cxnId="{0A464781-0ACE-4535-BA6C-067E8434A0B5}">
      <dgm:prSet/>
      <dgm:spPr/>
      <dgm:t>
        <a:bodyPr/>
        <a:lstStyle/>
        <a:p>
          <a:endParaRPr/>
        </a:p>
      </dgm:t>
    </dgm:pt>
    <dgm:pt modelId="{7DC9C62E-FBAC-4CA1-8F57-A5E125C9A4F5}">
      <dgm:prSet/>
      <dgm:spPr/>
      <dgm:t>
        <a:bodyPr/>
        <a:lstStyle/>
        <a:p>
          <a:r>
            <a:t>Feedback</a:t>
          </a:r>
        </a:p>
      </dgm:t>
    </dgm:pt>
    <dgm:pt modelId="{C2665C4B-2A45-4150-B628-3413E9E9E9CE}" type="parTrans" cxnId="{7A8C6805-BEC9-4E42-B50E-EA5B99FD6D8F}">
      <dgm:prSet/>
      <dgm:spPr/>
      <dgm:t>
        <a:bodyPr/>
        <a:lstStyle/>
        <a:p>
          <a:endParaRPr/>
        </a:p>
      </dgm:t>
    </dgm:pt>
    <dgm:pt modelId="{565E97CD-A8AE-412E-8F9C-A497F2988141}" type="sibTrans" cxnId="{7A8C6805-BEC9-4E42-B50E-EA5B99FD6D8F}">
      <dgm:prSet/>
      <dgm:spPr/>
      <dgm:t>
        <a:bodyPr/>
        <a:lstStyle/>
        <a:p>
          <a:endParaRPr/>
        </a:p>
      </dgm:t>
    </dgm:pt>
    <dgm:pt modelId="{5AD3BCBF-CBFE-4ECC-A5CB-44015D292431}">
      <dgm:prSet/>
      <dgm:spPr/>
      <dgm:t>
        <a:bodyPr/>
        <a:lstStyle/>
        <a:p>
          <a:r>
            <a:t>Next step</a:t>
          </a:r>
        </a:p>
      </dgm:t>
    </dgm:pt>
    <dgm:pt modelId="{BD4579D8-3C3A-4E6F-AD7C-4D0343FADE8F}" type="parTrans" cxnId="{A4009F20-A00F-41AC-B684-9420804A54B5}">
      <dgm:prSet/>
      <dgm:spPr/>
      <dgm:t>
        <a:bodyPr/>
        <a:lstStyle/>
        <a:p>
          <a:endParaRPr/>
        </a:p>
      </dgm:t>
    </dgm:pt>
    <dgm:pt modelId="{A8002CB0-7CFA-42D2-932C-475409C377B2}" type="sibTrans" cxnId="{A4009F20-A00F-41AC-B684-9420804A54B5}">
      <dgm:prSet/>
      <dgm:spPr/>
      <dgm:t>
        <a:bodyPr/>
        <a:lstStyle/>
        <a:p>
          <a:endParaRPr/>
        </a:p>
      </dgm:t>
    </dgm:pt>
    <dgm:pt modelId="{25118472-56BB-DE40-9853-3057E47DBA35}" type="pres">
      <dgm:prSet presAssocID="{F31BC0E3-F18F-4155-9834-77682F781DA3}" presName="compositeShape" presStyleCnt="0">
        <dgm:presLayoutVars>
          <dgm:dir/>
          <dgm:resizeHandles/>
        </dgm:presLayoutVars>
      </dgm:prSet>
      <dgm:spPr/>
    </dgm:pt>
    <dgm:pt modelId="{307C8C1A-7AA7-F444-B88A-DE9617C28E69}" type="pres">
      <dgm:prSet presAssocID="{F31BC0E3-F18F-4155-9834-77682F781DA3}" presName="pyramid" presStyleLbl="node1" presStyleIdx="0" presStyleCnt="1"/>
      <dgm:spPr/>
    </dgm:pt>
    <dgm:pt modelId="{2E2FC747-7352-9744-B901-4799A0058ADC}" type="pres">
      <dgm:prSet presAssocID="{F31BC0E3-F18F-4155-9834-77682F781DA3}" presName="theList" presStyleCnt="0"/>
      <dgm:spPr/>
    </dgm:pt>
    <dgm:pt modelId="{5E264BC2-BD1C-A84B-8611-58B2E322F0D3}" type="pres">
      <dgm:prSet presAssocID="{45E8F2A9-0F96-48BF-BABB-7F632B197FAE}" presName="aNode" presStyleLbl="fgAcc1" presStyleIdx="0" presStyleCnt="5">
        <dgm:presLayoutVars>
          <dgm:bulletEnabled val="1"/>
        </dgm:presLayoutVars>
      </dgm:prSet>
      <dgm:spPr/>
    </dgm:pt>
    <dgm:pt modelId="{38523101-7B24-F24F-B635-5441495B479F}" type="pres">
      <dgm:prSet presAssocID="{45E8F2A9-0F96-48BF-BABB-7F632B197FAE}" presName="aSpace" presStyleCnt="0"/>
      <dgm:spPr/>
    </dgm:pt>
    <dgm:pt modelId="{692B3047-C5CE-A94E-8137-1A22232A2CA9}" type="pres">
      <dgm:prSet presAssocID="{5D61EF42-EBBF-489C-9329-A7E099D069D7}" presName="aNode" presStyleLbl="fgAcc1" presStyleIdx="1" presStyleCnt="5">
        <dgm:presLayoutVars>
          <dgm:bulletEnabled val="1"/>
        </dgm:presLayoutVars>
      </dgm:prSet>
      <dgm:spPr/>
    </dgm:pt>
    <dgm:pt modelId="{3A3FE991-9117-C245-937C-4A80DBD709FC}" type="pres">
      <dgm:prSet presAssocID="{5D61EF42-EBBF-489C-9329-A7E099D069D7}" presName="aSpace" presStyleCnt="0"/>
      <dgm:spPr/>
    </dgm:pt>
    <dgm:pt modelId="{5138F5C1-CBB9-6C4C-84E2-CED4A3D63F09}" type="pres">
      <dgm:prSet presAssocID="{0964191E-B896-421D-9128-AA101EC5BA37}" presName="aNode" presStyleLbl="fgAcc1" presStyleIdx="2" presStyleCnt="5">
        <dgm:presLayoutVars>
          <dgm:bulletEnabled val="1"/>
        </dgm:presLayoutVars>
      </dgm:prSet>
      <dgm:spPr/>
    </dgm:pt>
    <dgm:pt modelId="{42C88BD1-8A9C-4A4F-AF71-144DF2B01373}" type="pres">
      <dgm:prSet presAssocID="{0964191E-B896-421D-9128-AA101EC5BA37}" presName="aSpace" presStyleCnt="0"/>
      <dgm:spPr/>
    </dgm:pt>
    <dgm:pt modelId="{076BCF10-FB63-9C4F-AA78-527BBF0F3B52}" type="pres">
      <dgm:prSet presAssocID="{7DC9C62E-FBAC-4CA1-8F57-A5E125C9A4F5}" presName="aNode" presStyleLbl="fgAcc1" presStyleIdx="3" presStyleCnt="5">
        <dgm:presLayoutVars>
          <dgm:bulletEnabled val="1"/>
        </dgm:presLayoutVars>
      </dgm:prSet>
      <dgm:spPr/>
    </dgm:pt>
    <dgm:pt modelId="{2488D74C-EF53-6841-B9F7-71CE51C762A6}" type="pres">
      <dgm:prSet presAssocID="{7DC9C62E-FBAC-4CA1-8F57-A5E125C9A4F5}" presName="aSpace" presStyleCnt="0"/>
      <dgm:spPr/>
    </dgm:pt>
    <dgm:pt modelId="{7448030F-4F00-1A4B-83A8-99F51C96CE9E}" type="pres">
      <dgm:prSet presAssocID="{5AD3BCBF-CBFE-4ECC-A5CB-44015D292431}" presName="aNode" presStyleLbl="fgAcc1" presStyleIdx="4" presStyleCnt="5">
        <dgm:presLayoutVars>
          <dgm:bulletEnabled val="1"/>
        </dgm:presLayoutVars>
      </dgm:prSet>
      <dgm:spPr/>
    </dgm:pt>
    <dgm:pt modelId="{93AF4F57-0956-4044-BB7A-F23411E1B431}" type="pres">
      <dgm:prSet presAssocID="{5AD3BCBF-CBFE-4ECC-A5CB-44015D292431}" presName="aSpace" presStyleCnt="0"/>
      <dgm:spPr/>
    </dgm:pt>
  </dgm:ptLst>
  <dgm:cxnLst>
    <dgm:cxn modelId="{7A8C6805-BEC9-4E42-B50E-EA5B99FD6D8F}" srcId="{F31BC0E3-F18F-4155-9834-77682F781DA3}" destId="{7DC9C62E-FBAC-4CA1-8F57-A5E125C9A4F5}" srcOrd="3" destOrd="0" parTransId="{C2665C4B-2A45-4150-B628-3413E9E9E9CE}" sibTransId="{565E97CD-A8AE-412E-8F9C-A497F2988141}"/>
    <dgm:cxn modelId="{04EBE61C-D7FC-D541-9F05-28364DAD9E4C}" type="presOf" srcId="{7DC9C62E-FBAC-4CA1-8F57-A5E125C9A4F5}" destId="{076BCF10-FB63-9C4F-AA78-527BBF0F3B52}" srcOrd="0" destOrd="0" presId="urn:microsoft.com/office/officeart/2005/8/layout/pyramid2"/>
    <dgm:cxn modelId="{A4009F20-A00F-41AC-B684-9420804A54B5}" srcId="{F31BC0E3-F18F-4155-9834-77682F781DA3}" destId="{5AD3BCBF-CBFE-4ECC-A5CB-44015D292431}" srcOrd="4" destOrd="0" parTransId="{BD4579D8-3C3A-4E6F-AD7C-4D0343FADE8F}" sibTransId="{A8002CB0-7CFA-42D2-932C-475409C377B2}"/>
    <dgm:cxn modelId="{32376856-A6CC-4343-8FE5-30CDB4F6BA17}" type="presOf" srcId="{5AD3BCBF-CBFE-4ECC-A5CB-44015D292431}" destId="{7448030F-4F00-1A4B-83A8-99F51C96CE9E}" srcOrd="0" destOrd="0" presId="urn:microsoft.com/office/officeart/2005/8/layout/pyramid2"/>
    <dgm:cxn modelId="{0A464781-0ACE-4535-BA6C-067E8434A0B5}" srcId="{F31BC0E3-F18F-4155-9834-77682F781DA3}" destId="{0964191E-B896-421D-9128-AA101EC5BA37}" srcOrd="2" destOrd="0" parTransId="{6CAE667A-A184-4E70-AF4A-B399DE84F60B}" sibTransId="{D431564E-9BAC-479F-A805-E2E12FA875D1}"/>
    <dgm:cxn modelId="{D582BE85-EE22-EA40-AF40-237BE9236859}" type="presOf" srcId="{5D61EF42-EBBF-489C-9329-A7E099D069D7}" destId="{692B3047-C5CE-A94E-8137-1A22232A2CA9}" srcOrd="0" destOrd="0" presId="urn:microsoft.com/office/officeart/2005/8/layout/pyramid2"/>
    <dgm:cxn modelId="{CB93E7A0-E987-E548-B9FE-596CD697FB8B}" type="presOf" srcId="{0964191E-B896-421D-9128-AA101EC5BA37}" destId="{5138F5C1-CBB9-6C4C-84E2-CED4A3D63F09}" srcOrd="0" destOrd="0" presId="urn:microsoft.com/office/officeart/2005/8/layout/pyramid2"/>
    <dgm:cxn modelId="{DA3EC9B2-3C97-1C44-ACDF-49ADF4B79E67}" type="presOf" srcId="{F31BC0E3-F18F-4155-9834-77682F781DA3}" destId="{25118472-56BB-DE40-9853-3057E47DBA35}" srcOrd="0" destOrd="0" presId="urn:microsoft.com/office/officeart/2005/8/layout/pyramid2"/>
    <dgm:cxn modelId="{EBBB33B3-5BA0-3C4C-83E9-519DD6FF3BE8}" type="presOf" srcId="{45E8F2A9-0F96-48BF-BABB-7F632B197FAE}" destId="{5E264BC2-BD1C-A84B-8611-58B2E322F0D3}" srcOrd="0" destOrd="0" presId="urn:microsoft.com/office/officeart/2005/8/layout/pyramid2"/>
    <dgm:cxn modelId="{3568EBD2-3F0D-4A8A-A1A3-D703BD89BC08}" srcId="{F31BC0E3-F18F-4155-9834-77682F781DA3}" destId="{45E8F2A9-0F96-48BF-BABB-7F632B197FAE}" srcOrd="0" destOrd="0" parTransId="{C1782064-6FE3-4907-9A81-08132EB42274}" sibTransId="{10EBFBA2-13B1-42DD-8B1B-BE9E6DC1A802}"/>
    <dgm:cxn modelId="{ACEF2CFF-E633-492E-AD11-E38072E97C26}" srcId="{F31BC0E3-F18F-4155-9834-77682F781DA3}" destId="{5D61EF42-EBBF-489C-9329-A7E099D069D7}" srcOrd="1" destOrd="0" parTransId="{681F4670-34AF-4D85-B743-7BE829E4B241}" sibTransId="{6BF65DD2-0D99-4FC6-BBD3-5A30B3B38250}"/>
    <dgm:cxn modelId="{584CB32B-D98C-2B45-9E3E-B3C4AE24064B}" type="presParOf" srcId="{25118472-56BB-DE40-9853-3057E47DBA35}" destId="{307C8C1A-7AA7-F444-B88A-DE9617C28E69}" srcOrd="0" destOrd="0" presId="urn:microsoft.com/office/officeart/2005/8/layout/pyramid2"/>
    <dgm:cxn modelId="{DB90BBB8-F3A5-8E47-AD3E-E1A827F70E05}" type="presParOf" srcId="{25118472-56BB-DE40-9853-3057E47DBA35}" destId="{2E2FC747-7352-9744-B901-4799A0058ADC}" srcOrd="1" destOrd="0" presId="urn:microsoft.com/office/officeart/2005/8/layout/pyramid2"/>
    <dgm:cxn modelId="{E3AE72BF-B0CB-B04E-BAE4-220C7068C24D}" type="presParOf" srcId="{2E2FC747-7352-9744-B901-4799A0058ADC}" destId="{5E264BC2-BD1C-A84B-8611-58B2E322F0D3}" srcOrd="0" destOrd="0" presId="urn:microsoft.com/office/officeart/2005/8/layout/pyramid2"/>
    <dgm:cxn modelId="{644A3281-D52B-2C4E-9E57-C385565A7140}" type="presParOf" srcId="{2E2FC747-7352-9744-B901-4799A0058ADC}" destId="{38523101-7B24-F24F-B635-5441495B479F}" srcOrd="1" destOrd="0" presId="urn:microsoft.com/office/officeart/2005/8/layout/pyramid2"/>
    <dgm:cxn modelId="{816627C4-3FD8-7A4B-9C3E-728DE5E26C89}" type="presParOf" srcId="{2E2FC747-7352-9744-B901-4799A0058ADC}" destId="{692B3047-C5CE-A94E-8137-1A22232A2CA9}" srcOrd="2" destOrd="0" presId="urn:microsoft.com/office/officeart/2005/8/layout/pyramid2"/>
    <dgm:cxn modelId="{004E6ED6-13B2-5146-8DF6-219A4A6CC79C}" type="presParOf" srcId="{2E2FC747-7352-9744-B901-4799A0058ADC}" destId="{3A3FE991-9117-C245-937C-4A80DBD709FC}" srcOrd="3" destOrd="0" presId="urn:microsoft.com/office/officeart/2005/8/layout/pyramid2"/>
    <dgm:cxn modelId="{61DF0AF9-0C20-4F45-94F6-BC18144EDDC4}" type="presParOf" srcId="{2E2FC747-7352-9744-B901-4799A0058ADC}" destId="{5138F5C1-CBB9-6C4C-84E2-CED4A3D63F09}" srcOrd="4" destOrd="0" presId="urn:microsoft.com/office/officeart/2005/8/layout/pyramid2"/>
    <dgm:cxn modelId="{D1EF73B5-CEDB-1D42-94EB-34797E5C51E1}" type="presParOf" srcId="{2E2FC747-7352-9744-B901-4799A0058ADC}" destId="{42C88BD1-8A9C-4A4F-AF71-144DF2B01373}" srcOrd="5" destOrd="0" presId="urn:microsoft.com/office/officeart/2005/8/layout/pyramid2"/>
    <dgm:cxn modelId="{48D5713F-BCAA-0447-B0AF-A0E81C2D3E57}" type="presParOf" srcId="{2E2FC747-7352-9744-B901-4799A0058ADC}" destId="{076BCF10-FB63-9C4F-AA78-527BBF0F3B52}" srcOrd="6" destOrd="0" presId="urn:microsoft.com/office/officeart/2005/8/layout/pyramid2"/>
    <dgm:cxn modelId="{0FD9932B-67BF-244F-89CB-17EBB10DEF32}" type="presParOf" srcId="{2E2FC747-7352-9744-B901-4799A0058ADC}" destId="{2488D74C-EF53-6841-B9F7-71CE51C762A6}" srcOrd="7" destOrd="0" presId="urn:microsoft.com/office/officeart/2005/8/layout/pyramid2"/>
    <dgm:cxn modelId="{699B18BA-A8BE-1C4C-8CEC-4EE6A22D03FB}" type="presParOf" srcId="{2E2FC747-7352-9744-B901-4799A0058ADC}" destId="{7448030F-4F00-1A4B-83A8-99F51C96CE9E}" srcOrd="8" destOrd="0" presId="urn:microsoft.com/office/officeart/2005/8/layout/pyramid2"/>
    <dgm:cxn modelId="{C8FC07E8-7CBC-D148-A8FD-12A358820458}" type="presParOf" srcId="{2E2FC747-7352-9744-B901-4799A0058ADC}" destId="{93AF4F57-0956-4044-BB7A-F23411E1B431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E933C27B-6D7E-47C9-A742-4A12A33F8FF6}" type="doc">
      <dgm:prSet loTypeId="urn:microsoft.com/office/officeart/2005/8/layout/target3" qsTypeId="urn:microsoft.com/office/officeart/2005/8/quickstyle/simple2" csTypeId="urn:microsoft.com/office/officeart/2005/8/colors/accent1_2"/>
      <dgm:spPr/>
    </dgm:pt>
    <dgm:pt modelId="{E58C499B-7166-4FC9-B2C0-2976AE3C2BE7}">
      <dgm:prSet/>
      <dgm:spPr/>
      <dgm:t>
        <a:bodyPr/>
        <a:lstStyle/>
        <a:p>
          <a:r>
            <a:t>Customer insight</a:t>
          </a:r>
        </a:p>
      </dgm:t>
    </dgm:pt>
    <dgm:pt modelId="{A38BA212-3CAE-4C66-99E0-BD166B1A48B3}" type="parTrans" cxnId="{5C157C8A-7B3D-4673-8B1C-9739194B5C60}">
      <dgm:prSet/>
      <dgm:spPr/>
      <dgm:t>
        <a:bodyPr/>
        <a:lstStyle/>
        <a:p>
          <a:endParaRPr/>
        </a:p>
      </dgm:t>
    </dgm:pt>
    <dgm:pt modelId="{93573C9D-3160-453F-921A-44F7D8E77444}" type="sibTrans" cxnId="{5C157C8A-7B3D-4673-8B1C-9739194B5C60}">
      <dgm:prSet/>
      <dgm:spPr/>
      <dgm:t>
        <a:bodyPr/>
        <a:lstStyle/>
        <a:p>
          <a:endParaRPr/>
        </a:p>
      </dgm:t>
    </dgm:pt>
    <dgm:pt modelId="{EB0E51FC-A086-49A3-9E9C-BECF62CEDE30}">
      <dgm:prSet/>
      <dgm:spPr/>
      <dgm:t>
        <a:bodyPr/>
        <a:lstStyle/>
        <a:p>
          <a:r>
            <a:t>Product concept</a:t>
          </a:r>
        </a:p>
      </dgm:t>
    </dgm:pt>
    <dgm:pt modelId="{0F4006A0-C1BB-4903-AAC3-40F836E89772}" type="parTrans" cxnId="{F6F17758-F2C0-43D2-A238-85C55C110633}">
      <dgm:prSet/>
      <dgm:spPr/>
      <dgm:t>
        <a:bodyPr/>
        <a:lstStyle/>
        <a:p>
          <a:endParaRPr/>
        </a:p>
      </dgm:t>
    </dgm:pt>
    <dgm:pt modelId="{A40B2949-7F15-4AC2-BD7B-2C4E839F3784}" type="sibTrans" cxnId="{F6F17758-F2C0-43D2-A238-85C55C110633}">
      <dgm:prSet/>
      <dgm:spPr/>
      <dgm:t>
        <a:bodyPr/>
        <a:lstStyle/>
        <a:p>
          <a:endParaRPr/>
        </a:p>
      </dgm:t>
    </dgm:pt>
    <dgm:pt modelId="{B93937AD-729C-4AB8-BE10-1D5022199D79}">
      <dgm:prSet/>
      <dgm:spPr/>
      <dgm:t>
        <a:bodyPr/>
        <a:lstStyle/>
        <a:p>
          <a:r>
            <a:t>Prototype</a:t>
          </a:r>
        </a:p>
      </dgm:t>
    </dgm:pt>
    <dgm:pt modelId="{F68C6F76-78BF-4606-A711-F675EC69D716}" type="parTrans" cxnId="{E52B73F8-8183-4DC8-AB8F-C0859FA7AD69}">
      <dgm:prSet/>
      <dgm:spPr/>
      <dgm:t>
        <a:bodyPr/>
        <a:lstStyle/>
        <a:p>
          <a:endParaRPr/>
        </a:p>
      </dgm:t>
    </dgm:pt>
    <dgm:pt modelId="{4AAF7DC8-3C4F-4AAF-8BB1-57D3236D0268}" type="sibTrans" cxnId="{E52B73F8-8183-4DC8-AB8F-C0859FA7AD69}">
      <dgm:prSet/>
      <dgm:spPr/>
      <dgm:t>
        <a:bodyPr/>
        <a:lstStyle/>
        <a:p>
          <a:endParaRPr/>
        </a:p>
      </dgm:t>
    </dgm:pt>
    <dgm:pt modelId="{13B85341-F754-45BA-89F1-93F54D06D342}">
      <dgm:prSet/>
      <dgm:spPr/>
      <dgm:t>
        <a:bodyPr/>
        <a:lstStyle/>
        <a:p>
          <a:r>
            <a:t>Feedback</a:t>
          </a:r>
        </a:p>
      </dgm:t>
    </dgm:pt>
    <dgm:pt modelId="{CF272AC6-1927-4BF0-9BFD-586A24282324}" type="parTrans" cxnId="{F5A9B939-0F45-4E9F-A895-EE6B52A1450E}">
      <dgm:prSet/>
      <dgm:spPr/>
      <dgm:t>
        <a:bodyPr/>
        <a:lstStyle/>
        <a:p>
          <a:endParaRPr/>
        </a:p>
      </dgm:t>
    </dgm:pt>
    <dgm:pt modelId="{D11B08A4-A906-4B97-A6B9-950DF5DBCF89}" type="sibTrans" cxnId="{F5A9B939-0F45-4E9F-A895-EE6B52A1450E}">
      <dgm:prSet/>
      <dgm:spPr/>
      <dgm:t>
        <a:bodyPr/>
        <a:lstStyle/>
        <a:p>
          <a:endParaRPr/>
        </a:p>
      </dgm:t>
    </dgm:pt>
    <dgm:pt modelId="{2723A64B-7234-4239-A3CA-911D0337CF13}">
      <dgm:prSet/>
      <dgm:spPr/>
      <dgm:t>
        <a:bodyPr/>
        <a:lstStyle/>
        <a:p>
          <a:r>
            <a:t>Next step</a:t>
          </a:r>
        </a:p>
      </dgm:t>
    </dgm:pt>
    <dgm:pt modelId="{776F787C-0CFE-46CB-A641-00CEC997837F}" type="parTrans" cxnId="{4FC76B0A-A61F-4236-A8F1-63E65345CA40}">
      <dgm:prSet/>
      <dgm:spPr/>
      <dgm:t>
        <a:bodyPr/>
        <a:lstStyle/>
        <a:p>
          <a:endParaRPr/>
        </a:p>
      </dgm:t>
    </dgm:pt>
    <dgm:pt modelId="{4176E46D-545B-4769-97C8-7A76B7B92C7F}" type="sibTrans" cxnId="{4FC76B0A-A61F-4236-A8F1-63E65345CA40}">
      <dgm:prSet/>
      <dgm:spPr/>
      <dgm:t>
        <a:bodyPr/>
        <a:lstStyle/>
        <a:p>
          <a:endParaRPr/>
        </a:p>
      </dgm:t>
    </dgm:pt>
    <dgm:pt modelId="{F408650F-6AB4-6B4C-ADC7-39AE4C03B80F}" type="pres">
      <dgm:prSet presAssocID="{E933C27B-6D7E-47C9-A742-4A12A33F8FF6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03CBCD7B-2D55-A249-84EF-DE628B7C8ECF}" type="pres">
      <dgm:prSet presAssocID="{E58C499B-7166-4FC9-B2C0-2976AE3C2BE7}" presName="circle1" presStyleLbl="node1" presStyleIdx="0" presStyleCnt="5"/>
      <dgm:spPr/>
    </dgm:pt>
    <dgm:pt modelId="{1BF347D3-EBC9-F94F-8221-06DA2D8C6E15}" type="pres">
      <dgm:prSet presAssocID="{E58C499B-7166-4FC9-B2C0-2976AE3C2BE7}" presName="space" presStyleCnt="0"/>
      <dgm:spPr/>
    </dgm:pt>
    <dgm:pt modelId="{44745854-F42D-8448-B165-E301ACC969EF}" type="pres">
      <dgm:prSet presAssocID="{E58C499B-7166-4FC9-B2C0-2976AE3C2BE7}" presName="rect1" presStyleLbl="alignAcc1" presStyleIdx="0" presStyleCnt="5"/>
      <dgm:spPr/>
    </dgm:pt>
    <dgm:pt modelId="{E5E9118E-FF0B-B14F-8AD7-1D467E47432E}" type="pres">
      <dgm:prSet presAssocID="{EB0E51FC-A086-49A3-9E9C-BECF62CEDE30}" presName="vertSpace2" presStyleLbl="node1" presStyleIdx="0" presStyleCnt="5"/>
      <dgm:spPr/>
    </dgm:pt>
    <dgm:pt modelId="{591288D0-52A5-0447-A7C5-0A9870F04C32}" type="pres">
      <dgm:prSet presAssocID="{EB0E51FC-A086-49A3-9E9C-BECF62CEDE30}" presName="circle2" presStyleLbl="node1" presStyleIdx="1" presStyleCnt="5"/>
      <dgm:spPr/>
    </dgm:pt>
    <dgm:pt modelId="{2E1F0CAC-F497-4649-B660-3284B3ED31ED}" type="pres">
      <dgm:prSet presAssocID="{EB0E51FC-A086-49A3-9E9C-BECF62CEDE30}" presName="rect2" presStyleLbl="alignAcc1" presStyleIdx="1" presStyleCnt="5"/>
      <dgm:spPr/>
    </dgm:pt>
    <dgm:pt modelId="{52B0535D-0D06-484D-BDA5-8F418E0BA55C}" type="pres">
      <dgm:prSet presAssocID="{B93937AD-729C-4AB8-BE10-1D5022199D79}" presName="vertSpace3" presStyleLbl="node1" presStyleIdx="1" presStyleCnt="5"/>
      <dgm:spPr/>
    </dgm:pt>
    <dgm:pt modelId="{6A66E51C-CAD4-7E4E-A27A-3C522ACE39EE}" type="pres">
      <dgm:prSet presAssocID="{B93937AD-729C-4AB8-BE10-1D5022199D79}" presName="circle3" presStyleLbl="node1" presStyleIdx="2" presStyleCnt="5"/>
      <dgm:spPr/>
    </dgm:pt>
    <dgm:pt modelId="{1980E7E0-43DD-F64F-BD4E-99E4F755FD30}" type="pres">
      <dgm:prSet presAssocID="{B93937AD-729C-4AB8-BE10-1D5022199D79}" presName="rect3" presStyleLbl="alignAcc1" presStyleIdx="2" presStyleCnt="5"/>
      <dgm:spPr/>
    </dgm:pt>
    <dgm:pt modelId="{185784AD-3F4B-2245-8AD1-A29C0DEA99AB}" type="pres">
      <dgm:prSet presAssocID="{13B85341-F754-45BA-89F1-93F54D06D342}" presName="vertSpace4" presStyleLbl="node1" presStyleIdx="2" presStyleCnt="5"/>
      <dgm:spPr/>
    </dgm:pt>
    <dgm:pt modelId="{B387635F-3026-8C44-8CF3-9E86195338B6}" type="pres">
      <dgm:prSet presAssocID="{13B85341-F754-45BA-89F1-93F54D06D342}" presName="circle4" presStyleLbl="node1" presStyleIdx="3" presStyleCnt="5"/>
      <dgm:spPr/>
    </dgm:pt>
    <dgm:pt modelId="{01729884-E1A3-F44D-97A4-39DAF2E61660}" type="pres">
      <dgm:prSet presAssocID="{13B85341-F754-45BA-89F1-93F54D06D342}" presName="rect4" presStyleLbl="alignAcc1" presStyleIdx="3" presStyleCnt="5"/>
      <dgm:spPr/>
    </dgm:pt>
    <dgm:pt modelId="{0312CF62-AC88-C24E-8E21-C3C5FEA9601D}" type="pres">
      <dgm:prSet presAssocID="{2723A64B-7234-4239-A3CA-911D0337CF13}" presName="vertSpace5" presStyleLbl="node1" presStyleIdx="3" presStyleCnt="5"/>
      <dgm:spPr/>
    </dgm:pt>
    <dgm:pt modelId="{6066013E-3C19-1B40-A426-592E4255913A}" type="pres">
      <dgm:prSet presAssocID="{2723A64B-7234-4239-A3CA-911D0337CF13}" presName="circle5" presStyleLbl="node1" presStyleIdx="4" presStyleCnt="5"/>
      <dgm:spPr/>
    </dgm:pt>
    <dgm:pt modelId="{04EB5A65-D0A3-424D-A79F-06466F0370B3}" type="pres">
      <dgm:prSet presAssocID="{2723A64B-7234-4239-A3CA-911D0337CF13}" presName="rect5" presStyleLbl="alignAcc1" presStyleIdx="4" presStyleCnt="5"/>
      <dgm:spPr/>
    </dgm:pt>
    <dgm:pt modelId="{06EA4CE9-F07F-0C4A-9559-ACDA5F10298E}" type="pres">
      <dgm:prSet presAssocID="{E58C499B-7166-4FC9-B2C0-2976AE3C2BE7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993C113F-08DF-B64E-B2B9-A2731C5266B9}" type="pres">
      <dgm:prSet presAssocID="{EB0E51FC-A086-49A3-9E9C-BECF62CEDE30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8FED108B-68B9-A647-96B3-172E449C631D}" type="pres">
      <dgm:prSet presAssocID="{B93937AD-729C-4AB8-BE10-1D5022199D79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24BB1BF3-371A-184E-B611-827B456F5A1C}" type="pres">
      <dgm:prSet presAssocID="{13B85341-F754-45BA-89F1-93F54D06D342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D319B137-B4FE-0D46-8A68-8C5863B46A67}" type="pres">
      <dgm:prSet presAssocID="{2723A64B-7234-4239-A3CA-911D0337CF13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03860701-8F20-C34E-9422-B14AEAC5EBFB}" type="presOf" srcId="{13B85341-F754-45BA-89F1-93F54D06D342}" destId="{01729884-E1A3-F44D-97A4-39DAF2E61660}" srcOrd="0" destOrd="0" presId="urn:microsoft.com/office/officeart/2005/8/layout/target3"/>
    <dgm:cxn modelId="{A8535205-7C36-BD4A-BCDA-46D40E250318}" type="presOf" srcId="{E933C27B-6D7E-47C9-A742-4A12A33F8FF6}" destId="{F408650F-6AB4-6B4C-ADC7-39AE4C03B80F}" srcOrd="0" destOrd="0" presId="urn:microsoft.com/office/officeart/2005/8/layout/target3"/>
    <dgm:cxn modelId="{4FC76B0A-A61F-4236-A8F1-63E65345CA40}" srcId="{E933C27B-6D7E-47C9-A742-4A12A33F8FF6}" destId="{2723A64B-7234-4239-A3CA-911D0337CF13}" srcOrd="4" destOrd="0" parTransId="{776F787C-0CFE-46CB-A641-00CEC997837F}" sibTransId="{4176E46D-545B-4769-97C8-7A76B7B92C7F}"/>
    <dgm:cxn modelId="{F5A9B939-0F45-4E9F-A895-EE6B52A1450E}" srcId="{E933C27B-6D7E-47C9-A742-4A12A33F8FF6}" destId="{13B85341-F754-45BA-89F1-93F54D06D342}" srcOrd="3" destOrd="0" parTransId="{CF272AC6-1927-4BF0-9BFD-586A24282324}" sibTransId="{D11B08A4-A906-4B97-A6B9-950DF5DBCF89}"/>
    <dgm:cxn modelId="{E658D348-47A4-5F4F-8D94-AE3D0812A3A2}" type="presOf" srcId="{B93937AD-729C-4AB8-BE10-1D5022199D79}" destId="{1980E7E0-43DD-F64F-BD4E-99E4F755FD30}" srcOrd="0" destOrd="0" presId="urn:microsoft.com/office/officeart/2005/8/layout/target3"/>
    <dgm:cxn modelId="{A80CC150-4B19-514A-96EF-3252C17D2670}" type="presOf" srcId="{2723A64B-7234-4239-A3CA-911D0337CF13}" destId="{D319B137-B4FE-0D46-8A68-8C5863B46A67}" srcOrd="1" destOrd="0" presId="urn:microsoft.com/office/officeart/2005/8/layout/target3"/>
    <dgm:cxn modelId="{F6F17758-F2C0-43D2-A238-85C55C110633}" srcId="{E933C27B-6D7E-47C9-A742-4A12A33F8FF6}" destId="{EB0E51FC-A086-49A3-9E9C-BECF62CEDE30}" srcOrd="1" destOrd="0" parTransId="{0F4006A0-C1BB-4903-AAC3-40F836E89772}" sibTransId="{A40B2949-7F15-4AC2-BD7B-2C4E839F3784}"/>
    <dgm:cxn modelId="{643AD56C-82E7-6A46-B82C-9A92E6565B5F}" type="presOf" srcId="{2723A64B-7234-4239-A3CA-911D0337CF13}" destId="{04EB5A65-D0A3-424D-A79F-06466F0370B3}" srcOrd="0" destOrd="0" presId="urn:microsoft.com/office/officeart/2005/8/layout/target3"/>
    <dgm:cxn modelId="{538B8280-F769-9049-A870-1CC07111A301}" type="presOf" srcId="{EB0E51FC-A086-49A3-9E9C-BECF62CEDE30}" destId="{2E1F0CAC-F497-4649-B660-3284B3ED31ED}" srcOrd="0" destOrd="0" presId="urn:microsoft.com/office/officeart/2005/8/layout/target3"/>
    <dgm:cxn modelId="{5C157C8A-7B3D-4673-8B1C-9739194B5C60}" srcId="{E933C27B-6D7E-47C9-A742-4A12A33F8FF6}" destId="{E58C499B-7166-4FC9-B2C0-2976AE3C2BE7}" srcOrd="0" destOrd="0" parTransId="{A38BA212-3CAE-4C66-99E0-BD166B1A48B3}" sibTransId="{93573C9D-3160-453F-921A-44F7D8E77444}"/>
    <dgm:cxn modelId="{2C3873B4-5418-A34D-91C2-18CB1EF3185A}" type="presOf" srcId="{B93937AD-729C-4AB8-BE10-1D5022199D79}" destId="{8FED108B-68B9-A647-96B3-172E449C631D}" srcOrd="1" destOrd="0" presId="urn:microsoft.com/office/officeart/2005/8/layout/target3"/>
    <dgm:cxn modelId="{070D4DC3-6D37-3A47-918A-3167385E0508}" type="presOf" srcId="{EB0E51FC-A086-49A3-9E9C-BECF62CEDE30}" destId="{993C113F-08DF-B64E-B2B9-A2731C5266B9}" srcOrd="1" destOrd="0" presId="urn:microsoft.com/office/officeart/2005/8/layout/target3"/>
    <dgm:cxn modelId="{5918CCD7-3D5C-9E43-8B66-FBE86EFAF0C5}" type="presOf" srcId="{13B85341-F754-45BA-89F1-93F54D06D342}" destId="{24BB1BF3-371A-184E-B611-827B456F5A1C}" srcOrd="1" destOrd="0" presId="urn:microsoft.com/office/officeart/2005/8/layout/target3"/>
    <dgm:cxn modelId="{9C7BC3DC-D797-A44F-B128-B3C88B5746EE}" type="presOf" srcId="{E58C499B-7166-4FC9-B2C0-2976AE3C2BE7}" destId="{06EA4CE9-F07F-0C4A-9559-ACDA5F10298E}" srcOrd="1" destOrd="0" presId="urn:microsoft.com/office/officeart/2005/8/layout/target3"/>
    <dgm:cxn modelId="{1C21ACEC-38E1-854D-99D7-D5691F28B8BE}" type="presOf" srcId="{E58C499B-7166-4FC9-B2C0-2976AE3C2BE7}" destId="{44745854-F42D-8448-B165-E301ACC969EF}" srcOrd="0" destOrd="0" presId="urn:microsoft.com/office/officeart/2005/8/layout/target3"/>
    <dgm:cxn modelId="{E52B73F8-8183-4DC8-AB8F-C0859FA7AD69}" srcId="{E933C27B-6D7E-47C9-A742-4A12A33F8FF6}" destId="{B93937AD-729C-4AB8-BE10-1D5022199D79}" srcOrd="2" destOrd="0" parTransId="{F68C6F76-78BF-4606-A711-F675EC69D716}" sibTransId="{4AAF7DC8-3C4F-4AAF-8BB1-57D3236D0268}"/>
    <dgm:cxn modelId="{DE536B41-A09F-9343-A2F8-099996F734BB}" type="presParOf" srcId="{F408650F-6AB4-6B4C-ADC7-39AE4C03B80F}" destId="{03CBCD7B-2D55-A249-84EF-DE628B7C8ECF}" srcOrd="0" destOrd="0" presId="urn:microsoft.com/office/officeart/2005/8/layout/target3"/>
    <dgm:cxn modelId="{F6126B13-4631-E940-B753-D971DFA07195}" type="presParOf" srcId="{F408650F-6AB4-6B4C-ADC7-39AE4C03B80F}" destId="{1BF347D3-EBC9-F94F-8221-06DA2D8C6E15}" srcOrd="1" destOrd="0" presId="urn:microsoft.com/office/officeart/2005/8/layout/target3"/>
    <dgm:cxn modelId="{BCAA397F-4C79-864D-8645-57ADA6C591E9}" type="presParOf" srcId="{F408650F-6AB4-6B4C-ADC7-39AE4C03B80F}" destId="{44745854-F42D-8448-B165-E301ACC969EF}" srcOrd="2" destOrd="0" presId="urn:microsoft.com/office/officeart/2005/8/layout/target3"/>
    <dgm:cxn modelId="{C81E46CD-CD3C-744D-B7C1-320AF882FDF8}" type="presParOf" srcId="{F408650F-6AB4-6B4C-ADC7-39AE4C03B80F}" destId="{E5E9118E-FF0B-B14F-8AD7-1D467E47432E}" srcOrd="3" destOrd="0" presId="urn:microsoft.com/office/officeart/2005/8/layout/target3"/>
    <dgm:cxn modelId="{B965C82D-EA87-6B4D-A15F-E3132AC044ED}" type="presParOf" srcId="{F408650F-6AB4-6B4C-ADC7-39AE4C03B80F}" destId="{591288D0-52A5-0447-A7C5-0A9870F04C32}" srcOrd="4" destOrd="0" presId="urn:microsoft.com/office/officeart/2005/8/layout/target3"/>
    <dgm:cxn modelId="{CAF74D18-CB5A-2846-805E-86DE63E4B8E9}" type="presParOf" srcId="{F408650F-6AB4-6B4C-ADC7-39AE4C03B80F}" destId="{2E1F0CAC-F497-4649-B660-3284B3ED31ED}" srcOrd="5" destOrd="0" presId="urn:microsoft.com/office/officeart/2005/8/layout/target3"/>
    <dgm:cxn modelId="{51438D3D-414F-C048-9FA0-2153E93688A5}" type="presParOf" srcId="{F408650F-6AB4-6B4C-ADC7-39AE4C03B80F}" destId="{52B0535D-0D06-484D-BDA5-8F418E0BA55C}" srcOrd="6" destOrd="0" presId="urn:microsoft.com/office/officeart/2005/8/layout/target3"/>
    <dgm:cxn modelId="{AE1A842B-3D79-3E49-B988-3139A9715117}" type="presParOf" srcId="{F408650F-6AB4-6B4C-ADC7-39AE4C03B80F}" destId="{6A66E51C-CAD4-7E4E-A27A-3C522ACE39EE}" srcOrd="7" destOrd="0" presId="urn:microsoft.com/office/officeart/2005/8/layout/target3"/>
    <dgm:cxn modelId="{B2B5B26E-ECED-314B-A1B6-AC8112C4D766}" type="presParOf" srcId="{F408650F-6AB4-6B4C-ADC7-39AE4C03B80F}" destId="{1980E7E0-43DD-F64F-BD4E-99E4F755FD30}" srcOrd="8" destOrd="0" presId="urn:microsoft.com/office/officeart/2005/8/layout/target3"/>
    <dgm:cxn modelId="{8B4434E9-9D4E-E74A-B143-A93110BF3607}" type="presParOf" srcId="{F408650F-6AB4-6B4C-ADC7-39AE4C03B80F}" destId="{185784AD-3F4B-2245-8AD1-A29C0DEA99AB}" srcOrd="9" destOrd="0" presId="urn:microsoft.com/office/officeart/2005/8/layout/target3"/>
    <dgm:cxn modelId="{BEA98F1E-A3BE-194F-A6E1-0C10A4542EBC}" type="presParOf" srcId="{F408650F-6AB4-6B4C-ADC7-39AE4C03B80F}" destId="{B387635F-3026-8C44-8CF3-9E86195338B6}" srcOrd="10" destOrd="0" presId="urn:microsoft.com/office/officeart/2005/8/layout/target3"/>
    <dgm:cxn modelId="{4D5FF040-AD9A-3647-8B4B-0CB217125BDF}" type="presParOf" srcId="{F408650F-6AB4-6B4C-ADC7-39AE4C03B80F}" destId="{01729884-E1A3-F44D-97A4-39DAF2E61660}" srcOrd="11" destOrd="0" presId="urn:microsoft.com/office/officeart/2005/8/layout/target3"/>
    <dgm:cxn modelId="{22F3CF65-3C5E-9846-A3C0-27065678563F}" type="presParOf" srcId="{F408650F-6AB4-6B4C-ADC7-39AE4C03B80F}" destId="{0312CF62-AC88-C24E-8E21-C3C5FEA9601D}" srcOrd="12" destOrd="0" presId="urn:microsoft.com/office/officeart/2005/8/layout/target3"/>
    <dgm:cxn modelId="{C284EF7B-367B-D749-8DE3-317122CA94F4}" type="presParOf" srcId="{F408650F-6AB4-6B4C-ADC7-39AE4C03B80F}" destId="{6066013E-3C19-1B40-A426-592E4255913A}" srcOrd="13" destOrd="0" presId="urn:microsoft.com/office/officeart/2005/8/layout/target3"/>
    <dgm:cxn modelId="{23562665-0443-BC49-87FC-D3D74A997BBD}" type="presParOf" srcId="{F408650F-6AB4-6B4C-ADC7-39AE4C03B80F}" destId="{04EB5A65-D0A3-424D-A79F-06466F0370B3}" srcOrd="14" destOrd="0" presId="urn:microsoft.com/office/officeart/2005/8/layout/target3"/>
    <dgm:cxn modelId="{EAD91E1E-6D39-1641-BBB0-185E2C377C57}" type="presParOf" srcId="{F408650F-6AB4-6B4C-ADC7-39AE4C03B80F}" destId="{06EA4CE9-F07F-0C4A-9559-ACDA5F10298E}" srcOrd="15" destOrd="0" presId="urn:microsoft.com/office/officeart/2005/8/layout/target3"/>
    <dgm:cxn modelId="{801F4272-C7B4-0948-B91C-5A505520F88F}" type="presParOf" srcId="{F408650F-6AB4-6B4C-ADC7-39AE4C03B80F}" destId="{993C113F-08DF-B64E-B2B9-A2731C5266B9}" srcOrd="16" destOrd="0" presId="urn:microsoft.com/office/officeart/2005/8/layout/target3"/>
    <dgm:cxn modelId="{A4CAB0CB-7DF9-8646-9165-F658BB865C73}" type="presParOf" srcId="{F408650F-6AB4-6B4C-ADC7-39AE4C03B80F}" destId="{8FED108B-68B9-A647-96B3-172E449C631D}" srcOrd="17" destOrd="0" presId="urn:microsoft.com/office/officeart/2005/8/layout/target3"/>
    <dgm:cxn modelId="{E8BF62A9-2B18-8D42-A7D4-6D41E5416F4A}" type="presParOf" srcId="{F408650F-6AB4-6B4C-ADC7-39AE4C03B80F}" destId="{24BB1BF3-371A-184E-B611-827B456F5A1C}" srcOrd="18" destOrd="0" presId="urn:microsoft.com/office/officeart/2005/8/layout/target3"/>
    <dgm:cxn modelId="{24F1C9A0-0CB3-B049-A78B-488DBD23B427}" type="presParOf" srcId="{F408650F-6AB4-6B4C-ADC7-39AE4C03B80F}" destId="{D319B137-B4FE-0D46-8A68-8C5863B46A67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627A8CEA-0F88-4EAF-82C8-D970A7D8B11F}" type="doc">
      <dgm:prSet loTypeId="urn:microsoft.com/office/officeart/2005/8/layout/hierarchy3" qsTypeId="urn:microsoft.com/office/officeart/2005/8/quickstyle/simple2" csTypeId="urn:microsoft.com/office/officeart/2005/8/colors/accent1_2"/>
      <dgm:spPr/>
    </dgm:pt>
    <dgm:pt modelId="{57B17194-9F39-4587-B06B-2548C939D564}">
      <dgm:prSet/>
      <dgm:spPr/>
      <dgm:t>
        <a:bodyPr/>
        <a:lstStyle/>
        <a:p>
          <a:r>
            <a:t>Customer insight</a:t>
          </a:r>
        </a:p>
      </dgm:t>
    </dgm:pt>
    <dgm:pt modelId="{7662F779-ADBD-41F6-AF22-C0C0B9B87865}" type="parTrans" cxnId="{7F31EC59-0E97-4B2E-8F92-36ABD9BF1938}">
      <dgm:prSet/>
      <dgm:spPr/>
      <dgm:t>
        <a:bodyPr/>
        <a:lstStyle/>
        <a:p>
          <a:endParaRPr/>
        </a:p>
      </dgm:t>
    </dgm:pt>
    <dgm:pt modelId="{2691CF71-C3A7-4759-8868-393569776314}" type="sibTrans" cxnId="{7F31EC59-0E97-4B2E-8F92-36ABD9BF1938}">
      <dgm:prSet/>
      <dgm:spPr/>
      <dgm:t>
        <a:bodyPr/>
        <a:lstStyle/>
        <a:p>
          <a:endParaRPr/>
        </a:p>
      </dgm:t>
    </dgm:pt>
    <dgm:pt modelId="{D2E10449-30FA-4DB1-8A6D-44A679BCB1E0}">
      <dgm:prSet/>
      <dgm:spPr/>
      <dgm:t>
        <a:bodyPr/>
        <a:lstStyle/>
        <a:p>
          <a:r>
            <a:t>Product concept</a:t>
          </a:r>
        </a:p>
      </dgm:t>
    </dgm:pt>
    <dgm:pt modelId="{427DE65C-562F-4E47-9D26-D70BE58B313E}" type="parTrans" cxnId="{66DF6214-4678-4A4D-B097-A8280D91F875}">
      <dgm:prSet/>
      <dgm:spPr/>
      <dgm:t>
        <a:bodyPr/>
        <a:lstStyle/>
        <a:p>
          <a:endParaRPr/>
        </a:p>
      </dgm:t>
    </dgm:pt>
    <dgm:pt modelId="{31CDBC6B-D4AF-44D1-8367-50FDC7E06FE6}" type="sibTrans" cxnId="{66DF6214-4678-4A4D-B097-A8280D91F875}">
      <dgm:prSet/>
      <dgm:spPr/>
      <dgm:t>
        <a:bodyPr/>
        <a:lstStyle/>
        <a:p>
          <a:endParaRPr/>
        </a:p>
      </dgm:t>
    </dgm:pt>
    <dgm:pt modelId="{2E337C96-FAEF-435B-89F3-5A0C215621FA}">
      <dgm:prSet/>
      <dgm:spPr/>
      <dgm:t>
        <a:bodyPr/>
        <a:lstStyle/>
        <a:p>
          <a:r>
            <a:t>Prototype</a:t>
          </a:r>
        </a:p>
      </dgm:t>
    </dgm:pt>
    <dgm:pt modelId="{18D5064E-2DC8-476B-8207-B5D8A095EC28}" type="parTrans" cxnId="{1004A615-2C95-4F06-B40A-C485A0D77B34}">
      <dgm:prSet/>
      <dgm:spPr/>
      <dgm:t>
        <a:bodyPr/>
        <a:lstStyle/>
        <a:p>
          <a:endParaRPr/>
        </a:p>
      </dgm:t>
    </dgm:pt>
    <dgm:pt modelId="{45694E18-5836-4EDC-922A-A35FCCE54D3C}" type="sibTrans" cxnId="{1004A615-2C95-4F06-B40A-C485A0D77B34}">
      <dgm:prSet/>
      <dgm:spPr/>
      <dgm:t>
        <a:bodyPr/>
        <a:lstStyle/>
        <a:p>
          <a:endParaRPr/>
        </a:p>
      </dgm:t>
    </dgm:pt>
    <dgm:pt modelId="{B70E3970-2005-4E9C-AC20-FA11088DBDA6}">
      <dgm:prSet/>
      <dgm:spPr/>
      <dgm:t>
        <a:bodyPr/>
        <a:lstStyle/>
        <a:p>
          <a:r>
            <a:t>Feedback</a:t>
          </a:r>
        </a:p>
      </dgm:t>
    </dgm:pt>
    <dgm:pt modelId="{A7726D82-499B-4692-9545-B593340CF235}" type="parTrans" cxnId="{DA13A4A4-3153-4F3A-A833-04C9FFACFDF9}">
      <dgm:prSet/>
      <dgm:spPr/>
      <dgm:t>
        <a:bodyPr/>
        <a:lstStyle/>
        <a:p>
          <a:endParaRPr/>
        </a:p>
      </dgm:t>
    </dgm:pt>
    <dgm:pt modelId="{E33CFC60-8257-46A1-84FC-2F1B0774E084}" type="sibTrans" cxnId="{DA13A4A4-3153-4F3A-A833-04C9FFACFDF9}">
      <dgm:prSet/>
      <dgm:spPr/>
      <dgm:t>
        <a:bodyPr/>
        <a:lstStyle/>
        <a:p>
          <a:endParaRPr/>
        </a:p>
      </dgm:t>
    </dgm:pt>
    <dgm:pt modelId="{5842C93C-B86F-4FB0-A5EF-5CA85875DAC5}">
      <dgm:prSet/>
      <dgm:spPr/>
      <dgm:t>
        <a:bodyPr/>
        <a:lstStyle/>
        <a:p>
          <a:r>
            <a:t>Next step</a:t>
          </a:r>
        </a:p>
      </dgm:t>
    </dgm:pt>
    <dgm:pt modelId="{FB8D99CD-A5C4-4C2D-B018-D5280501B9A2}" type="parTrans" cxnId="{CAF3A7A1-DE98-4404-A06E-6E576CC99E6A}">
      <dgm:prSet/>
      <dgm:spPr/>
      <dgm:t>
        <a:bodyPr/>
        <a:lstStyle/>
        <a:p>
          <a:endParaRPr/>
        </a:p>
      </dgm:t>
    </dgm:pt>
    <dgm:pt modelId="{4720B010-1DA0-4E9E-A62F-FF1BD680FF51}" type="sibTrans" cxnId="{CAF3A7A1-DE98-4404-A06E-6E576CC99E6A}">
      <dgm:prSet/>
      <dgm:spPr/>
      <dgm:t>
        <a:bodyPr/>
        <a:lstStyle/>
        <a:p>
          <a:endParaRPr/>
        </a:p>
      </dgm:t>
    </dgm:pt>
    <dgm:pt modelId="{C3550A51-6778-6343-BB4C-B88B25377085}" type="pres">
      <dgm:prSet presAssocID="{627A8CEA-0F88-4EAF-82C8-D970A7D8B11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4C91B92-E072-854B-937E-8E3DA2DD4092}" type="pres">
      <dgm:prSet presAssocID="{57B17194-9F39-4587-B06B-2548C939D564}" presName="root" presStyleCnt="0"/>
      <dgm:spPr/>
    </dgm:pt>
    <dgm:pt modelId="{B7FF5865-9292-844E-8485-E9E2E16EDE48}" type="pres">
      <dgm:prSet presAssocID="{57B17194-9F39-4587-B06B-2548C939D564}" presName="rootComposite" presStyleCnt="0"/>
      <dgm:spPr/>
    </dgm:pt>
    <dgm:pt modelId="{FD6165F5-8CD7-EF44-9CB5-01F68F7C2DE4}" type="pres">
      <dgm:prSet presAssocID="{57B17194-9F39-4587-B06B-2548C939D564}" presName="rootText" presStyleLbl="node1" presStyleIdx="0" presStyleCnt="5"/>
      <dgm:spPr/>
    </dgm:pt>
    <dgm:pt modelId="{11117331-99D7-DD4C-BBD3-35E4CC1CF048}" type="pres">
      <dgm:prSet presAssocID="{57B17194-9F39-4587-B06B-2548C939D564}" presName="rootConnector" presStyleLbl="node1" presStyleIdx="0" presStyleCnt="5"/>
      <dgm:spPr/>
    </dgm:pt>
    <dgm:pt modelId="{72499982-F4D7-B04D-8827-DF4CEB9A106C}" type="pres">
      <dgm:prSet presAssocID="{57B17194-9F39-4587-B06B-2548C939D564}" presName="childShape" presStyleCnt="0"/>
      <dgm:spPr/>
    </dgm:pt>
    <dgm:pt modelId="{A180DDAE-C709-BD43-9ED2-6B8C27153181}" type="pres">
      <dgm:prSet presAssocID="{D2E10449-30FA-4DB1-8A6D-44A679BCB1E0}" presName="root" presStyleCnt="0"/>
      <dgm:spPr/>
    </dgm:pt>
    <dgm:pt modelId="{6034DD72-CDC2-0545-B441-2E79320E5056}" type="pres">
      <dgm:prSet presAssocID="{D2E10449-30FA-4DB1-8A6D-44A679BCB1E0}" presName="rootComposite" presStyleCnt="0"/>
      <dgm:spPr/>
    </dgm:pt>
    <dgm:pt modelId="{F1748091-B4EC-294F-9AEB-B49135312B04}" type="pres">
      <dgm:prSet presAssocID="{D2E10449-30FA-4DB1-8A6D-44A679BCB1E0}" presName="rootText" presStyleLbl="node1" presStyleIdx="1" presStyleCnt="5"/>
      <dgm:spPr/>
    </dgm:pt>
    <dgm:pt modelId="{7D5B76F4-7820-6E43-A809-836A2DDF65BD}" type="pres">
      <dgm:prSet presAssocID="{D2E10449-30FA-4DB1-8A6D-44A679BCB1E0}" presName="rootConnector" presStyleLbl="node1" presStyleIdx="1" presStyleCnt="5"/>
      <dgm:spPr/>
    </dgm:pt>
    <dgm:pt modelId="{64B9DA3C-C7CA-D246-8328-BF1DEF404056}" type="pres">
      <dgm:prSet presAssocID="{D2E10449-30FA-4DB1-8A6D-44A679BCB1E0}" presName="childShape" presStyleCnt="0"/>
      <dgm:spPr/>
    </dgm:pt>
    <dgm:pt modelId="{47A23106-F23C-3C46-AABF-3FFD10A26760}" type="pres">
      <dgm:prSet presAssocID="{2E337C96-FAEF-435B-89F3-5A0C215621FA}" presName="root" presStyleCnt="0"/>
      <dgm:spPr/>
    </dgm:pt>
    <dgm:pt modelId="{F5B88082-9A8D-B04D-BC0B-6C8D0A8203BE}" type="pres">
      <dgm:prSet presAssocID="{2E337C96-FAEF-435B-89F3-5A0C215621FA}" presName="rootComposite" presStyleCnt="0"/>
      <dgm:spPr/>
    </dgm:pt>
    <dgm:pt modelId="{74322219-19FA-6C4D-A40B-89CEF07CE8FD}" type="pres">
      <dgm:prSet presAssocID="{2E337C96-FAEF-435B-89F3-5A0C215621FA}" presName="rootText" presStyleLbl="node1" presStyleIdx="2" presStyleCnt="5"/>
      <dgm:spPr/>
    </dgm:pt>
    <dgm:pt modelId="{6B87BEFD-DDFC-E94F-875F-9935B07A6278}" type="pres">
      <dgm:prSet presAssocID="{2E337C96-FAEF-435B-89F3-5A0C215621FA}" presName="rootConnector" presStyleLbl="node1" presStyleIdx="2" presStyleCnt="5"/>
      <dgm:spPr/>
    </dgm:pt>
    <dgm:pt modelId="{0DBFF603-CB5B-1443-BDC5-5BCE0DB6A5E1}" type="pres">
      <dgm:prSet presAssocID="{2E337C96-FAEF-435B-89F3-5A0C215621FA}" presName="childShape" presStyleCnt="0"/>
      <dgm:spPr/>
    </dgm:pt>
    <dgm:pt modelId="{A7EB4E84-6B92-D946-993D-29F919899136}" type="pres">
      <dgm:prSet presAssocID="{B70E3970-2005-4E9C-AC20-FA11088DBDA6}" presName="root" presStyleCnt="0"/>
      <dgm:spPr/>
    </dgm:pt>
    <dgm:pt modelId="{497A4570-C3B0-D741-82A9-5BB4D19DEA31}" type="pres">
      <dgm:prSet presAssocID="{B70E3970-2005-4E9C-AC20-FA11088DBDA6}" presName="rootComposite" presStyleCnt="0"/>
      <dgm:spPr/>
    </dgm:pt>
    <dgm:pt modelId="{DDCCD177-A4F8-6644-8AD2-CA109EE5B4ED}" type="pres">
      <dgm:prSet presAssocID="{B70E3970-2005-4E9C-AC20-FA11088DBDA6}" presName="rootText" presStyleLbl="node1" presStyleIdx="3" presStyleCnt="5"/>
      <dgm:spPr/>
    </dgm:pt>
    <dgm:pt modelId="{F57D64FB-6CE7-F346-890F-DFB0933D5B3D}" type="pres">
      <dgm:prSet presAssocID="{B70E3970-2005-4E9C-AC20-FA11088DBDA6}" presName="rootConnector" presStyleLbl="node1" presStyleIdx="3" presStyleCnt="5"/>
      <dgm:spPr/>
    </dgm:pt>
    <dgm:pt modelId="{4E5F1AD6-B8E7-8E48-95AE-E38BD12E5FD1}" type="pres">
      <dgm:prSet presAssocID="{B70E3970-2005-4E9C-AC20-FA11088DBDA6}" presName="childShape" presStyleCnt="0"/>
      <dgm:spPr/>
    </dgm:pt>
    <dgm:pt modelId="{C811F1E3-E799-664D-A4D0-5B7472CBC02E}" type="pres">
      <dgm:prSet presAssocID="{5842C93C-B86F-4FB0-A5EF-5CA85875DAC5}" presName="root" presStyleCnt="0"/>
      <dgm:spPr/>
    </dgm:pt>
    <dgm:pt modelId="{36AF7BCE-149C-2747-AC17-355C222A2173}" type="pres">
      <dgm:prSet presAssocID="{5842C93C-B86F-4FB0-A5EF-5CA85875DAC5}" presName="rootComposite" presStyleCnt="0"/>
      <dgm:spPr/>
    </dgm:pt>
    <dgm:pt modelId="{FD4C5B1F-B432-9841-AACB-24A7F22B60FD}" type="pres">
      <dgm:prSet presAssocID="{5842C93C-B86F-4FB0-A5EF-5CA85875DAC5}" presName="rootText" presStyleLbl="node1" presStyleIdx="4" presStyleCnt="5"/>
      <dgm:spPr/>
    </dgm:pt>
    <dgm:pt modelId="{D8ABEAA9-E5E6-F443-A0AE-BE05BCFF4A93}" type="pres">
      <dgm:prSet presAssocID="{5842C93C-B86F-4FB0-A5EF-5CA85875DAC5}" presName="rootConnector" presStyleLbl="node1" presStyleIdx="4" presStyleCnt="5"/>
      <dgm:spPr/>
    </dgm:pt>
    <dgm:pt modelId="{F2DE1BE3-5557-564E-9258-BFC246729A72}" type="pres">
      <dgm:prSet presAssocID="{5842C93C-B86F-4FB0-A5EF-5CA85875DAC5}" presName="childShape" presStyleCnt="0"/>
      <dgm:spPr/>
    </dgm:pt>
  </dgm:ptLst>
  <dgm:cxnLst>
    <dgm:cxn modelId="{66DF6214-4678-4A4D-B097-A8280D91F875}" srcId="{627A8CEA-0F88-4EAF-82C8-D970A7D8B11F}" destId="{D2E10449-30FA-4DB1-8A6D-44A679BCB1E0}" srcOrd="1" destOrd="0" parTransId="{427DE65C-562F-4E47-9D26-D70BE58B313E}" sibTransId="{31CDBC6B-D4AF-44D1-8367-50FDC7E06FE6}"/>
    <dgm:cxn modelId="{1004A615-2C95-4F06-B40A-C485A0D77B34}" srcId="{627A8CEA-0F88-4EAF-82C8-D970A7D8B11F}" destId="{2E337C96-FAEF-435B-89F3-5A0C215621FA}" srcOrd="2" destOrd="0" parTransId="{18D5064E-2DC8-476B-8207-B5D8A095EC28}" sibTransId="{45694E18-5836-4EDC-922A-A35FCCE54D3C}"/>
    <dgm:cxn modelId="{E9BFDA1D-C52F-B447-BC79-1161B60D8CC6}" type="presOf" srcId="{5842C93C-B86F-4FB0-A5EF-5CA85875DAC5}" destId="{D8ABEAA9-E5E6-F443-A0AE-BE05BCFF4A93}" srcOrd="1" destOrd="0" presId="urn:microsoft.com/office/officeart/2005/8/layout/hierarchy3"/>
    <dgm:cxn modelId="{DD9DA725-1DB6-8D4D-9080-0E6DD3F866E3}" type="presOf" srcId="{5842C93C-B86F-4FB0-A5EF-5CA85875DAC5}" destId="{FD4C5B1F-B432-9841-AACB-24A7F22B60FD}" srcOrd="0" destOrd="0" presId="urn:microsoft.com/office/officeart/2005/8/layout/hierarchy3"/>
    <dgm:cxn modelId="{5755C933-85A4-3D48-8639-C9B8365C8B94}" type="presOf" srcId="{2E337C96-FAEF-435B-89F3-5A0C215621FA}" destId="{74322219-19FA-6C4D-A40B-89CEF07CE8FD}" srcOrd="0" destOrd="0" presId="urn:microsoft.com/office/officeart/2005/8/layout/hierarchy3"/>
    <dgm:cxn modelId="{AA7D7739-69B1-6443-BCC5-06C8C4B837E8}" type="presOf" srcId="{B70E3970-2005-4E9C-AC20-FA11088DBDA6}" destId="{DDCCD177-A4F8-6644-8AD2-CA109EE5B4ED}" srcOrd="0" destOrd="0" presId="urn:microsoft.com/office/officeart/2005/8/layout/hierarchy3"/>
    <dgm:cxn modelId="{EF70A63D-EE23-AD42-A2DA-DC8886FA5E48}" type="presOf" srcId="{57B17194-9F39-4587-B06B-2548C939D564}" destId="{11117331-99D7-DD4C-BBD3-35E4CC1CF048}" srcOrd="1" destOrd="0" presId="urn:microsoft.com/office/officeart/2005/8/layout/hierarchy3"/>
    <dgm:cxn modelId="{71FC5642-FF00-C143-9A5D-8FE87B76D074}" type="presOf" srcId="{D2E10449-30FA-4DB1-8A6D-44A679BCB1E0}" destId="{F1748091-B4EC-294F-9AEB-B49135312B04}" srcOrd="0" destOrd="0" presId="urn:microsoft.com/office/officeart/2005/8/layout/hierarchy3"/>
    <dgm:cxn modelId="{3BC6164A-A0A2-DF4D-BF69-061C16189828}" type="presOf" srcId="{57B17194-9F39-4587-B06B-2548C939D564}" destId="{FD6165F5-8CD7-EF44-9CB5-01F68F7C2DE4}" srcOrd="0" destOrd="0" presId="urn:microsoft.com/office/officeart/2005/8/layout/hierarchy3"/>
    <dgm:cxn modelId="{7F31EC59-0E97-4B2E-8F92-36ABD9BF1938}" srcId="{627A8CEA-0F88-4EAF-82C8-D970A7D8B11F}" destId="{57B17194-9F39-4587-B06B-2548C939D564}" srcOrd="0" destOrd="0" parTransId="{7662F779-ADBD-41F6-AF22-C0C0B9B87865}" sibTransId="{2691CF71-C3A7-4759-8868-393569776314}"/>
    <dgm:cxn modelId="{EF122B71-4D11-5943-B565-5AA4BF485EB1}" type="presOf" srcId="{2E337C96-FAEF-435B-89F3-5A0C215621FA}" destId="{6B87BEFD-DDFC-E94F-875F-9935B07A6278}" srcOrd="1" destOrd="0" presId="urn:microsoft.com/office/officeart/2005/8/layout/hierarchy3"/>
    <dgm:cxn modelId="{18DCE177-D226-604C-A2DD-A32C1CBEB4EE}" type="presOf" srcId="{627A8CEA-0F88-4EAF-82C8-D970A7D8B11F}" destId="{C3550A51-6778-6343-BB4C-B88B25377085}" srcOrd="0" destOrd="0" presId="urn:microsoft.com/office/officeart/2005/8/layout/hierarchy3"/>
    <dgm:cxn modelId="{3E5B1382-9E28-9240-902A-D137CB2AA523}" type="presOf" srcId="{B70E3970-2005-4E9C-AC20-FA11088DBDA6}" destId="{F57D64FB-6CE7-F346-890F-DFB0933D5B3D}" srcOrd="1" destOrd="0" presId="urn:microsoft.com/office/officeart/2005/8/layout/hierarchy3"/>
    <dgm:cxn modelId="{CAF3A7A1-DE98-4404-A06E-6E576CC99E6A}" srcId="{627A8CEA-0F88-4EAF-82C8-D970A7D8B11F}" destId="{5842C93C-B86F-4FB0-A5EF-5CA85875DAC5}" srcOrd="4" destOrd="0" parTransId="{FB8D99CD-A5C4-4C2D-B018-D5280501B9A2}" sibTransId="{4720B010-1DA0-4E9E-A62F-FF1BD680FF51}"/>
    <dgm:cxn modelId="{DA13A4A4-3153-4F3A-A833-04C9FFACFDF9}" srcId="{627A8CEA-0F88-4EAF-82C8-D970A7D8B11F}" destId="{B70E3970-2005-4E9C-AC20-FA11088DBDA6}" srcOrd="3" destOrd="0" parTransId="{A7726D82-499B-4692-9545-B593340CF235}" sibTransId="{E33CFC60-8257-46A1-84FC-2F1B0774E084}"/>
    <dgm:cxn modelId="{BA8D41F2-C6EA-244C-8B77-CB52BA4D880F}" type="presOf" srcId="{D2E10449-30FA-4DB1-8A6D-44A679BCB1E0}" destId="{7D5B76F4-7820-6E43-A809-836A2DDF65BD}" srcOrd="1" destOrd="0" presId="urn:microsoft.com/office/officeart/2005/8/layout/hierarchy3"/>
    <dgm:cxn modelId="{801B996B-33BC-B240-827E-C29BF8AF857C}" type="presParOf" srcId="{C3550A51-6778-6343-BB4C-B88B25377085}" destId="{54C91B92-E072-854B-937E-8E3DA2DD4092}" srcOrd="0" destOrd="0" presId="urn:microsoft.com/office/officeart/2005/8/layout/hierarchy3"/>
    <dgm:cxn modelId="{56C3E304-FFA0-9B42-9D79-116C860AB21A}" type="presParOf" srcId="{54C91B92-E072-854B-937E-8E3DA2DD4092}" destId="{B7FF5865-9292-844E-8485-E9E2E16EDE48}" srcOrd="0" destOrd="0" presId="urn:microsoft.com/office/officeart/2005/8/layout/hierarchy3"/>
    <dgm:cxn modelId="{D20486ED-2CA0-C045-BA19-DEE088CFDB7C}" type="presParOf" srcId="{B7FF5865-9292-844E-8485-E9E2E16EDE48}" destId="{FD6165F5-8CD7-EF44-9CB5-01F68F7C2DE4}" srcOrd="0" destOrd="0" presId="urn:microsoft.com/office/officeart/2005/8/layout/hierarchy3"/>
    <dgm:cxn modelId="{2E0C357F-0BBF-1C43-BD7A-F8A1AE74C70E}" type="presParOf" srcId="{B7FF5865-9292-844E-8485-E9E2E16EDE48}" destId="{11117331-99D7-DD4C-BBD3-35E4CC1CF048}" srcOrd="1" destOrd="0" presId="urn:microsoft.com/office/officeart/2005/8/layout/hierarchy3"/>
    <dgm:cxn modelId="{C7B39A65-2BCF-9442-9EFD-789AC17342A3}" type="presParOf" srcId="{54C91B92-E072-854B-937E-8E3DA2DD4092}" destId="{72499982-F4D7-B04D-8827-DF4CEB9A106C}" srcOrd="1" destOrd="0" presId="urn:microsoft.com/office/officeart/2005/8/layout/hierarchy3"/>
    <dgm:cxn modelId="{E0E8410A-C0A2-8C46-AAB7-A03B0827E5E2}" type="presParOf" srcId="{C3550A51-6778-6343-BB4C-B88B25377085}" destId="{A180DDAE-C709-BD43-9ED2-6B8C27153181}" srcOrd="1" destOrd="0" presId="urn:microsoft.com/office/officeart/2005/8/layout/hierarchy3"/>
    <dgm:cxn modelId="{4B52F4AD-2B10-3B44-ADF8-8B133CCA3D2A}" type="presParOf" srcId="{A180DDAE-C709-BD43-9ED2-6B8C27153181}" destId="{6034DD72-CDC2-0545-B441-2E79320E5056}" srcOrd="0" destOrd="0" presId="urn:microsoft.com/office/officeart/2005/8/layout/hierarchy3"/>
    <dgm:cxn modelId="{647E759A-62C2-844B-B25A-25AB8D7E1563}" type="presParOf" srcId="{6034DD72-CDC2-0545-B441-2E79320E5056}" destId="{F1748091-B4EC-294F-9AEB-B49135312B04}" srcOrd="0" destOrd="0" presId="urn:microsoft.com/office/officeart/2005/8/layout/hierarchy3"/>
    <dgm:cxn modelId="{45C6DE61-6C7F-EA4F-9934-417E16FAF91B}" type="presParOf" srcId="{6034DD72-CDC2-0545-B441-2E79320E5056}" destId="{7D5B76F4-7820-6E43-A809-836A2DDF65BD}" srcOrd="1" destOrd="0" presId="urn:microsoft.com/office/officeart/2005/8/layout/hierarchy3"/>
    <dgm:cxn modelId="{2D45F9B1-8AE0-1045-91C0-A1A362C32936}" type="presParOf" srcId="{A180DDAE-C709-BD43-9ED2-6B8C27153181}" destId="{64B9DA3C-C7CA-D246-8328-BF1DEF404056}" srcOrd="1" destOrd="0" presId="urn:microsoft.com/office/officeart/2005/8/layout/hierarchy3"/>
    <dgm:cxn modelId="{1608DF4E-D768-7A46-BF1C-5F70DBAAFBD9}" type="presParOf" srcId="{C3550A51-6778-6343-BB4C-B88B25377085}" destId="{47A23106-F23C-3C46-AABF-3FFD10A26760}" srcOrd="2" destOrd="0" presId="urn:microsoft.com/office/officeart/2005/8/layout/hierarchy3"/>
    <dgm:cxn modelId="{A6158CBA-B4AE-F142-BE2A-59B1BA876C83}" type="presParOf" srcId="{47A23106-F23C-3C46-AABF-3FFD10A26760}" destId="{F5B88082-9A8D-B04D-BC0B-6C8D0A8203BE}" srcOrd="0" destOrd="0" presId="urn:microsoft.com/office/officeart/2005/8/layout/hierarchy3"/>
    <dgm:cxn modelId="{12F7AFAA-C760-0B4B-8A2A-13D02C812ECB}" type="presParOf" srcId="{F5B88082-9A8D-B04D-BC0B-6C8D0A8203BE}" destId="{74322219-19FA-6C4D-A40B-89CEF07CE8FD}" srcOrd="0" destOrd="0" presId="urn:microsoft.com/office/officeart/2005/8/layout/hierarchy3"/>
    <dgm:cxn modelId="{48606006-1E42-C648-BE5A-BC13516D7C14}" type="presParOf" srcId="{F5B88082-9A8D-B04D-BC0B-6C8D0A8203BE}" destId="{6B87BEFD-DDFC-E94F-875F-9935B07A6278}" srcOrd="1" destOrd="0" presId="urn:microsoft.com/office/officeart/2005/8/layout/hierarchy3"/>
    <dgm:cxn modelId="{4AF439AC-CD59-154D-8D74-5E9850B882C3}" type="presParOf" srcId="{47A23106-F23C-3C46-AABF-3FFD10A26760}" destId="{0DBFF603-CB5B-1443-BDC5-5BCE0DB6A5E1}" srcOrd="1" destOrd="0" presId="urn:microsoft.com/office/officeart/2005/8/layout/hierarchy3"/>
    <dgm:cxn modelId="{48C8AAD6-3E15-B944-9AC2-A7C0B7BB0E57}" type="presParOf" srcId="{C3550A51-6778-6343-BB4C-B88B25377085}" destId="{A7EB4E84-6B92-D946-993D-29F919899136}" srcOrd="3" destOrd="0" presId="urn:microsoft.com/office/officeart/2005/8/layout/hierarchy3"/>
    <dgm:cxn modelId="{4205DA59-C9F7-F74B-BA9D-99A88A5CFE20}" type="presParOf" srcId="{A7EB4E84-6B92-D946-993D-29F919899136}" destId="{497A4570-C3B0-D741-82A9-5BB4D19DEA31}" srcOrd="0" destOrd="0" presId="urn:microsoft.com/office/officeart/2005/8/layout/hierarchy3"/>
    <dgm:cxn modelId="{CE4F43CC-F092-F349-AB08-43E7BCFC6A2B}" type="presParOf" srcId="{497A4570-C3B0-D741-82A9-5BB4D19DEA31}" destId="{DDCCD177-A4F8-6644-8AD2-CA109EE5B4ED}" srcOrd="0" destOrd="0" presId="urn:microsoft.com/office/officeart/2005/8/layout/hierarchy3"/>
    <dgm:cxn modelId="{39680258-A2B0-474A-B270-0A4ED86C8D13}" type="presParOf" srcId="{497A4570-C3B0-D741-82A9-5BB4D19DEA31}" destId="{F57D64FB-6CE7-F346-890F-DFB0933D5B3D}" srcOrd="1" destOrd="0" presId="urn:microsoft.com/office/officeart/2005/8/layout/hierarchy3"/>
    <dgm:cxn modelId="{64370234-A18E-F94C-83A4-BE860ADFDBA7}" type="presParOf" srcId="{A7EB4E84-6B92-D946-993D-29F919899136}" destId="{4E5F1AD6-B8E7-8E48-95AE-E38BD12E5FD1}" srcOrd="1" destOrd="0" presId="urn:microsoft.com/office/officeart/2005/8/layout/hierarchy3"/>
    <dgm:cxn modelId="{5BC16017-D1FE-F441-AA63-05DCF4DDF90E}" type="presParOf" srcId="{C3550A51-6778-6343-BB4C-B88B25377085}" destId="{C811F1E3-E799-664D-A4D0-5B7472CBC02E}" srcOrd="4" destOrd="0" presId="urn:microsoft.com/office/officeart/2005/8/layout/hierarchy3"/>
    <dgm:cxn modelId="{D7FCF16D-9903-5F4C-90AA-121A8154DA5D}" type="presParOf" srcId="{C811F1E3-E799-664D-A4D0-5B7472CBC02E}" destId="{36AF7BCE-149C-2747-AC17-355C222A2173}" srcOrd="0" destOrd="0" presId="urn:microsoft.com/office/officeart/2005/8/layout/hierarchy3"/>
    <dgm:cxn modelId="{0A5D0379-5E40-B842-BF19-CE1774DFC6C2}" type="presParOf" srcId="{36AF7BCE-149C-2747-AC17-355C222A2173}" destId="{FD4C5B1F-B432-9841-AACB-24A7F22B60FD}" srcOrd="0" destOrd="0" presId="urn:microsoft.com/office/officeart/2005/8/layout/hierarchy3"/>
    <dgm:cxn modelId="{FDFA2B84-FE72-7842-8BC2-9BFEE713316C}" type="presParOf" srcId="{36AF7BCE-149C-2747-AC17-355C222A2173}" destId="{D8ABEAA9-E5E6-F443-A0AE-BE05BCFF4A93}" srcOrd="1" destOrd="0" presId="urn:microsoft.com/office/officeart/2005/8/layout/hierarchy3"/>
    <dgm:cxn modelId="{47E2A96D-DFDD-934C-8375-653C3EBFC539}" type="presParOf" srcId="{C811F1E3-E799-664D-A4D0-5B7472CBC02E}" destId="{F2DE1BE3-5557-564E-9258-BFC246729A72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3E38E29C-019E-4F9F-96FF-DCD0995C2C1D}" type="doc">
      <dgm:prSet loTypeId="urn:microsoft.com/office/officeart/2008/layout/VerticalCircleList" qsTypeId="urn:microsoft.com/office/officeart/2005/8/quickstyle/simple2" csTypeId="urn:microsoft.com/office/officeart/2005/8/colors/accent1_2"/>
      <dgm:spPr/>
    </dgm:pt>
    <dgm:pt modelId="{E74D5807-7640-47DF-B15A-27B0CCF88CE2}">
      <dgm:prSet/>
      <dgm:spPr/>
      <dgm:t>
        <a:bodyPr/>
        <a:lstStyle/>
        <a:p>
          <a:r>
            <a:t>Customer insight</a:t>
          </a:r>
        </a:p>
      </dgm:t>
    </dgm:pt>
    <dgm:pt modelId="{BC34DE78-42A6-49DC-A427-B31BB102A287}" type="parTrans" cxnId="{EF2B38C6-FAB9-414B-A65A-0F9B5DCA79C7}">
      <dgm:prSet/>
      <dgm:spPr/>
      <dgm:t>
        <a:bodyPr/>
        <a:lstStyle/>
        <a:p>
          <a:endParaRPr/>
        </a:p>
      </dgm:t>
    </dgm:pt>
    <dgm:pt modelId="{F4B0D9CA-6824-4A27-8D0D-FBB9B6680075}" type="sibTrans" cxnId="{EF2B38C6-FAB9-414B-A65A-0F9B5DCA79C7}">
      <dgm:prSet/>
      <dgm:spPr/>
      <dgm:t>
        <a:bodyPr/>
        <a:lstStyle/>
        <a:p>
          <a:endParaRPr/>
        </a:p>
      </dgm:t>
    </dgm:pt>
    <dgm:pt modelId="{137B74BC-0378-44EE-88B1-753512407823}">
      <dgm:prSet/>
      <dgm:spPr/>
      <dgm:t>
        <a:bodyPr/>
        <a:lstStyle/>
        <a:p>
          <a:r>
            <a:t>Product concept</a:t>
          </a:r>
        </a:p>
      </dgm:t>
    </dgm:pt>
    <dgm:pt modelId="{61E7FB08-C0EB-4F18-87C3-B1787FD0CEFF}" type="parTrans" cxnId="{90B4508D-068A-46F8-95A9-E3134A1F1DAB}">
      <dgm:prSet/>
      <dgm:spPr/>
      <dgm:t>
        <a:bodyPr/>
        <a:lstStyle/>
        <a:p>
          <a:endParaRPr/>
        </a:p>
      </dgm:t>
    </dgm:pt>
    <dgm:pt modelId="{D3953950-580F-41CF-A6F8-78C13105A8C0}" type="sibTrans" cxnId="{90B4508D-068A-46F8-95A9-E3134A1F1DAB}">
      <dgm:prSet/>
      <dgm:spPr/>
      <dgm:t>
        <a:bodyPr/>
        <a:lstStyle/>
        <a:p>
          <a:endParaRPr/>
        </a:p>
      </dgm:t>
    </dgm:pt>
    <dgm:pt modelId="{A22B53EA-7ACF-45B4-AF1C-82EF115E90AF}">
      <dgm:prSet/>
      <dgm:spPr/>
      <dgm:t>
        <a:bodyPr/>
        <a:lstStyle/>
        <a:p>
          <a:r>
            <a:t>Prototype</a:t>
          </a:r>
        </a:p>
      </dgm:t>
    </dgm:pt>
    <dgm:pt modelId="{84281C56-C4DE-445F-8803-D1249A2F5A66}" type="parTrans" cxnId="{BA0B2A7C-A81D-4834-A9A4-F893A149B7C5}">
      <dgm:prSet/>
      <dgm:spPr/>
      <dgm:t>
        <a:bodyPr/>
        <a:lstStyle/>
        <a:p>
          <a:endParaRPr/>
        </a:p>
      </dgm:t>
    </dgm:pt>
    <dgm:pt modelId="{049FC9A9-128A-4A52-8A54-8F55F0DB24EF}" type="sibTrans" cxnId="{BA0B2A7C-A81D-4834-A9A4-F893A149B7C5}">
      <dgm:prSet/>
      <dgm:spPr/>
      <dgm:t>
        <a:bodyPr/>
        <a:lstStyle/>
        <a:p>
          <a:endParaRPr/>
        </a:p>
      </dgm:t>
    </dgm:pt>
    <dgm:pt modelId="{671B4055-4501-4502-A23A-0BE1577C3D58}">
      <dgm:prSet/>
      <dgm:spPr/>
      <dgm:t>
        <a:bodyPr/>
        <a:lstStyle/>
        <a:p>
          <a:r>
            <a:t>Feedback</a:t>
          </a:r>
        </a:p>
      </dgm:t>
    </dgm:pt>
    <dgm:pt modelId="{AE2AD655-4C1F-4D58-9D02-39C110EA22F6}" type="parTrans" cxnId="{9F3389F0-1933-437B-BCA2-8F393AAA4508}">
      <dgm:prSet/>
      <dgm:spPr/>
      <dgm:t>
        <a:bodyPr/>
        <a:lstStyle/>
        <a:p>
          <a:endParaRPr/>
        </a:p>
      </dgm:t>
    </dgm:pt>
    <dgm:pt modelId="{C3917BAE-C8EA-4C2F-90EE-3A456FC9DA2C}" type="sibTrans" cxnId="{9F3389F0-1933-437B-BCA2-8F393AAA4508}">
      <dgm:prSet/>
      <dgm:spPr/>
      <dgm:t>
        <a:bodyPr/>
        <a:lstStyle/>
        <a:p>
          <a:endParaRPr/>
        </a:p>
      </dgm:t>
    </dgm:pt>
    <dgm:pt modelId="{4B8A6033-2232-4430-B4CC-5267CC391D42}">
      <dgm:prSet/>
      <dgm:spPr/>
      <dgm:t>
        <a:bodyPr/>
        <a:lstStyle/>
        <a:p>
          <a:r>
            <a:t>Next step</a:t>
          </a:r>
        </a:p>
      </dgm:t>
    </dgm:pt>
    <dgm:pt modelId="{0D190359-D938-45F2-A469-FE41D0189373}" type="parTrans" cxnId="{8FA5BA50-BE7D-4B65-AF58-864FB4E9FA0C}">
      <dgm:prSet/>
      <dgm:spPr/>
      <dgm:t>
        <a:bodyPr/>
        <a:lstStyle/>
        <a:p>
          <a:endParaRPr/>
        </a:p>
      </dgm:t>
    </dgm:pt>
    <dgm:pt modelId="{5FAF5EA6-FE6B-4141-92AB-7DD20C5F6007}" type="sibTrans" cxnId="{8FA5BA50-BE7D-4B65-AF58-864FB4E9FA0C}">
      <dgm:prSet/>
      <dgm:spPr/>
      <dgm:t>
        <a:bodyPr/>
        <a:lstStyle/>
        <a:p>
          <a:endParaRPr/>
        </a:p>
      </dgm:t>
    </dgm:pt>
    <dgm:pt modelId="{64940B13-AAD9-7D4C-9914-1C71EF3B225E}" type="pres">
      <dgm:prSet presAssocID="{3E38E29C-019E-4F9F-96FF-DCD0995C2C1D}" presName="Name0" presStyleCnt="0">
        <dgm:presLayoutVars>
          <dgm:dir/>
        </dgm:presLayoutVars>
      </dgm:prSet>
      <dgm:spPr/>
    </dgm:pt>
    <dgm:pt modelId="{B117FD64-DC3B-A746-91E0-F037111367C2}" type="pres">
      <dgm:prSet presAssocID="{E74D5807-7640-47DF-B15A-27B0CCF88CE2}" presName="noChildren" presStyleCnt="0"/>
      <dgm:spPr/>
    </dgm:pt>
    <dgm:pt modelId="{0BF04838-7F41-F648-B589-9E797BFFA955}" type="pres">
      <dgm:prSet presAssocID="{E74D5807-7640-47DF-B15A-27B0CCF88CE2}" presName="gap" presStyleCnt="0"/>
      <dgm:spPr/>
    </dgm:pt>
    <dgm:pt modelId="{1599885B-B024-B446-ADD8-534976E1154C}" type="pres">
      <dgm:prSet presAssocID="{E74D5807-7640-47DF-B15A-27B0CCF88CE2}" presName="medCircle2" presStyleLbl="vennNode1" presStyleIdx="0" presStyleCnt="5"/>
      <dgm:spPr/>
    </dgm:pt>
    <dgm:pt modelId="{6711C356-E0B1-D04D-A3A7-E71DA4DC7D5A}" type="pres">
      <dgm:prSet presAssocID="{E74D5807-7640-47DF-B15A-27B0CCF88CE2}" presName="txLvlOnly1" presStyleLbl="revTx" presStyleIdx="0" presStyleCnt="5"/>
      <dgm:spPr/>
    </dgm:pt>
    <dgm:pt modelId="{90DADC27-1FC8-0841-88A0-23D5C05A2B51}" type="pres">
      <dgm:prSet presAssocID="{137B74BC-0378-44EE-88B1-753512407823}" presName="noChildren" presStyleCnt="0"/>
      <dgm:spPr/>
    </dgm:pt>
    <dgm:pt modelId="{D699F07C-6613-B34B-92EA-467D753B555D}" type="pres">
      <dgm:prSet presAssocID="{137B74BC-0378-44EE-88B1-753512407823}" presName="gap" presStyleCnt="0"/>
      <dgm:spPr/>
    </dgm:pt>
    <dgm:pt modelId="{C318FBD7-2451-584A-9780-C9A85AF14672}" type="pres">
      <dgm:prSet presAssocID="{137B74BC-0378-44EE-88B1-753512407823}" presName="medCircle2" presStyleLbl="vennNode1" presStyleIdx="1" presStyleCnt="5"/>
      <dgm:spPr/>
    </dgm:pt>
    <dgm:pt modelId="{0A2E6E2B-2A38-3C41-A863-4E41202A0359}" type="pres">
      <dgm:prSet presAssocID="{137B74BC-0378-44EE-88B1-753512407823}" presName="txLvlOnly1" presStyleLbl="revTx" presStyleIdx="1" presStyleCnt="5"/>
      <dgm:spPr/>
    </dgm:pt>
    <dgm:pt modelId="{12820127-6BB4-2943-97CE-B9A44208D047}" type="pres">
      <dgm:prSet presAssocID="{A22B53EA-7ACF-45B4-AF1C-82EF115E90AF}" presName="noChildren" presStyleCnt="0"/>
      <dgm:spPr/>
    </dgm:pt>
    <dgm:pt modelId="{E8497EED-5D9E-C346-A354-5C7FB8EBF35B}" type="pres">
      <dgm:prSet presAssocID="{A22B53EA-7ACF-45B4-AF1C-82EF115E90AF}" presName="gap" presStyleCnt="0"/>
      <dgm:spPr/>
    </dgm:pt>
    <dgm:pt modelId="{FB0DDA0E-40E3-F647-AE8F-0A77C2F62222}" type="pres">
      <dgm:prSet presAssocID="{A22B53EA-7ACF-45B4-AF1C-82EF115E90AF}" presName="medCircle2" presStyleLbl="vennNode1" presStyleIdx="2" presStyleCnt="5"/>
      <dgm:spPr/>
    </dgm:pt>
    <dgm:pt modelId="{389CD6C6-ADF5-7046-94B3-E5746798EFCE}" type="pres">
      <dgm:prSet presAssocID="{A22B53EA-7ACF-45B4-AF1C-82EF115E90AF}" presName="txLvlOnly1" presStyleLbl="revTx" presStyleIdx="2" presStyleCnt="5"/>
      <dgm:spPr/>
    </dgm:pt>
    <dgm:pt modelId="{35C1386E-48E3-754F-8D3B-800D7C226F68}" type="pres">
      <dgm:prSet presAssocID="{671B4055-4501-4502-A23A-0BE1577C3D58}" presName="noChildren" presStyleCnt="0"/>
      <dgm:spPr/>
    </dgm:pt>
    <dgm:pt modelId="{8440FD02-D82B-C040-8071-5B51129D65E9}" type="pres">
      <dgm:prSet presAssocID="{671B4055-4501-4502-A23A-0BE1577C3D58}" presName="gap" presStyleCnt="0"/>
      <dgm:spPr/>
    </dgm:pt>
    <dgm:pt modelId="{2B2B67CB-2930-D743-A327-1A3AFD3F0748}" type="pres">
      <dgm:prSet presAssocID="{671B4055-4501-4502-A23A-0BE1577C3D58}" presName="medCircle2" presStyleLbl="vennNode1" presStyleIdx="3" presStyleCnt="5"/>
      <dgm:spPr/>
    </dgm:pt>
    <dgm:pt modelId="{AA209A43-4CDF-3446-AAF1-45F9B98B6436}" type="pres">
      <dgm:prSet presAssocID="{671B4055-4501-4502-A23A-0BE1577C3D58}" presName="txLvlOnly1" presStyleLbl="revTx" presStyleIdx="3" presStyleCnt="5"/>
      <dgm:spPr/>
    </dgm:pt>
    <dgm:pt modelId="{EC37C58A-DE15-2944-A5AA-6D301837364B}" type="pres">
      <dgm:prSet presAssocID="{4B8A6033-2232-4430-B4CC-5267CC391D42}" presName="noChildren" presStyleCnt="0"/>
      <dgm:spPr/>
    </dgm:pt>
    <dgm:pt modelId="{C8EAA2CC-8BD4-774A-97D4-521BE05065DC}" type="pres">
      <dgm:prSet presAssocID="{4B8A6033-2232-4430-B4CC-5267CC391D42}" presName="gap" presStyleCnt="0"/>
      <dgm:spPr/>
    </dgm:pt>
    <dgm:pt modelId="{CBE700F7-70FB-8143-AA94-3BE5209C4D47}" type="pres">
      <dgm:prSet presAssocID="{4B8A6033-2232-4430-B4CC-5267CC391D42}" presName="medCircle2" presStyleLbl="vennNode1" presStyleIdx="4" presStyleCnt="5"/>
      <dgm:spPr/>
    </dgm:pt>
    <dgm:pt modelId="{01D7B51E-C8FD-8343-A41E-8D1C535D690A}" type="pres">
      <dgm:prSet presAssocID="{4B8A6033-2232-4430-B4CC-5267CC391D42}" presName="txLvlOnly1" presStyleLbl="revTx" presStyleIdx="4" presStyleCnt="5"/>
      <dgm:spPr/>
    </dgm:pt>
  </dgm:ptLst>
  <dgm:cxnLst>
    <dgm:cxn modelId="{07A12C04-74F9-F34F-9F60-6F3D65706535}" type="presOf" srcId="{671B4055-4501-4502-A23A-0BE1577C3D58}" destId="{AA209A43-4CDF-3446-AAF1-45F9B98B6436}" srcOrd="0" destOrd="0" presId="urn:microsoft.com/office/officeart/2008/layout/VerticalCircleList"/>
    <dgm:cxn modelId="{4197B734-6DC0-7F47-BA23-5E4B8113D563}" type="presOf" srcId="{3E38E29C-019E-4F9F-96FF-DCD0995C2C1D}" destId="{64940B13-AAD9-7D4C-9914-1C71EF3B225E}" srcOrd="0" destOrd="0" presId="urn:microsoft.com/office/officeart/2008/layout/VerticalCircleList"/>
    <dgm:cxn modelId="{8FA5BA50-BE7D-4B65-AF58-864FB4E9FA0C}" srcId="{3E38E29C-019E-4F9F-96FF-DCD0995C2C1D}" destId="{4B8A6033-2232-4430-B4CC-5267CC391D42}" srcOrd="4" destOrd="0" parTransId="{0D190359-D938-45F2-A469-FE41D0189373}" sibTransId="{5FAF5EA6-FE6B-4141-92AB-7DD20C5F6007}"/>
    <dgm:cxn modelId="{822C8A58-D90C-004A-A115-80DCC267ED99}" type="presOf" srcId="{A22B53EA-7ACF-45B4-AF1C-82EF115E90AF}" destId="{389CD6C6-ADF5-7046-94B3-E5746798EFCE}" srcOrd="0" destOrd="0" presId="urn:microsoft.com/office/officeart/2008/layout/VerticalCircleList"/>
    <dgm:cxn modelId="{BA0B2A7C-A81D-4834-A9A4-F893A149B7C5}" srcId="{3E38E29C-019E-4F9F-96FF-DCD0995C2C1D}" destId="{A22B53EA-7ACF-45B4-AF1C-82EF115E90AF}" srcOrd="2" destOrd="0" parTransId="{84281C56-C4DE-445F-8803-D1249A2F5A66}" sibTransId="{049FC9A9-128A-4A52-8A54-8F55F0DB24EF}"/>
    <dgm:cxn modelId="{90B4508D-068A-46F8-95A9-E3134A1F1DAB}" srcId="{3E38E29C-019E-4F9F-96FF-DCD0995C2C1D}" destId="{137B74BC-0378-44EE-88B1-753512407823}" srcOrd="1" destOrd="0" parTransId="{61E7FB08-C0EB-4F18-87C3-B1787FD0CEFF}" sibTransId="{D3953950-580F-41CF-A6F8-78C13105A8C0}"/>
    <dgm:cxn modelId="{50E50C99-C9F9-074B-96B5-31142EE0F7C3}" type="presOf" srcId="{4B8A6033-2232-4430-B4CC-5267CC391D42}" destId="{01D7B51E-C8FD-8343-A41E-8D1C535D690A}" srcOrd="0" destOrd="0" presId="urn:microsoft.com/office/officeart/2008/layout/VerticalCircleList"/>
    <dgm:cxn modelId="{FB9897A0-6950-2143-B412-DD1B19F28681}" type="presOf" srcId="{137B74BC-0378-44EE-88B1-753512407823}" destId="{0A2E6E2B-2A38-3C41-A863-4E41202A0359}" srcOrd="0" destOrd="0" presId="urn:microsoft.com/office/officeart/2008/layout/VerticalCircleList"/>
    <dgm:cxn modelId="{0D5A56B9-6BA4-2D43-B1DC-B10EA18D9509}" type="presOf" srcId="{E74D5807-7640-47DF-B15A-27B0CCF88CE2}" destId="{6711C356-E0B1-D04D-A3A7-E71DA4DC7D5A}" srcOrd="0" destOrd="0" presId="urn:microsoft.com/office/officeart/2008/layout/VerticalCircleList"/>
    <dgm:cxn modelId="{EF2B38C6-FAB9-414B-A65A-0F9B5DCA79C7}" srcId="{3E38E29C-019E-4F9F-96FF-DCD0995C2C1D}" destId="{E74D5807-7640-47DF-B15A-27B0CCF88CE2}" srcOrd="0" destOrd="0" parTransId="{BC34DE78-42A6-49DC-A427-B31BB102A287}" sibTransId="{F4B0D9CA-6824-4A27-8D0D-FBB9B6680075}"/>
    <dgm:cxn modelId="{9F3389F0-1933-437B-BCA2-8F393AAA4508}" srcId="{3E38E29C-019E-4F9F-96FF-DCD0995C2C1D}" destId="{671B4055-4501-4502-A23A-0BE1577C3D58}" srcOrd="3" destOrd="0" parTransId="{AE2AD655-4C1F-4D58-9D02-39C110EA22F6}" sibTransId="{C3917BAE-C8EA-4C2F-90EE-3A456FC9DA2C}"/>
    <dgm:cxn modelId="{5DF49717-A432-5D40-BA49-29CB24D4591E}" type="presParOf" srcId="{64940B13-AAD9-7D4C-9914-1C71EF3B225E}" destId="{B117FD64-DC3B-A746-91E0-F037111367C2}" srcOrd="0" destOrd="0" presId="urn:microsoft.com/office/officeart/2008/layout/VerticalCircleList"/>
    <dgm:cxn modelId="{80328BF4-A0A8-7148-9CC5-99C8E0F718CF}" type="presParOf" srcId="{B117FD64-DC3B-A746-91E0-F037111367C2}" destId="{0BF04838-7F41-F648-B589-9E797BFFA955}" srcOrd="0" destOrd="0" presId="urn:microsoft.com/office/officeart/2008/layout/VerticalCircleList"/>
    <dgm:cxn modelId="{DD4B8D9D-8155-FE41-8E20-FA69F394D918}" type="presParOf" srcId="{B117FD64-DC3B-A746-91E0-F037111367C2}" destId="{1599885B-B024-B446-ADD8-534976E1154C}" srcOrd="1" destOrd="0" presId="urn:microsoft.com/office/officeart/2008/layout/VerticalCircleList"/>
    <dgm:cxn modelId="{9A5B73F6-4E7E-9D4D-873E-341879EC20B2}" type="presParOf" srcId="{B117FD64-DC3B-A746-91E0-F037111367C2}" destId="{6711C356-E0B1-D04D-A3A7-E71DA4DC7D5A}" srcOrd="2" destOrd="0" presId="urn:microsoft.com/office/officeart/2008/layout/VerticalCircleList"/>
    <dgm:cxn modelId="{0C6A2010-DB7F-3F41-84A3-E76D971D7F17}" type="presParOf" srcId="{64940B13-AAD9-7D4C-9914-1C71EF3B225E}" destId="{90DADC27-1FC8-0841-88A0-23D5C05A2B51}" srcOrd="1" destOrd="0" presId="urn:microsoft.com/office/officeart/2008/layout/VerticalCircleList"/>
    <dgm:cxn modelId="{C723B99D-CD8A-5143-9DFF-7D0EE08FF007}" type="presParOf" srcId="{90DADC27-1FC8-0841-88A0-23D5C05A2B51}" destId="{D699F07C-6613-B34B-92EA-467D753B555D}" srcOrd="0" destOrd="0" presId="urn:microsoft.com/office/officeart/2008/layout/VerticalCircleList"/>
    <dgm:cxn modelId="{EBD53FC9-3B3C-ED49-AB60-002E93C1D09A}" type="presParOf" srcId="{90DADC27-1FC8-0841-88A0-23D5C05A2B51}" destId="{C318FBD7-2451-584A-9780-C9A85AF14672}" srcOrd="1" destOrd="0" presId="urn:microsoft.com/office/officeart/2008/layout/VerticalCircleList"/>
    <dgm:cxn modelId="{29FD2C11-8C3C-8F4A-8854-0BE452D36AEF}" type="presParOf" srcId="{90DADC27-1FC8-0841-88A0-23D5C05A2B51}" destId="{0A2E6E2B-2A38-3C41-A863-4E41202A0359}" srcOrd="2" destOrd="0" presId="urn:microsoft.com/office/officeart/2008/layout/VerticalCircleList"/>
    <dgm:cxn modelId="{666E8959-E599-F345-A3F8-96CB0DE8B0CF}" type="presParOf" srcId="{64940B13-AAD9-7D4C-9914-1C71EF3B225E}" destId="{12820127-6BB4-2943-97CE-B9A44208D047}" srcOrd="2" destOrd="0" presId="urn:microsoft.com/office/officeart/2008/layout/VerticalCircleList"/>
    <dgm:cxn modelId="{430E9EE6-DCA8-5740-B0C9-8EA54DB4549B}" type="presParOf" srcId="{12820127-6BB4-2943-97CE-B9A44208D047}" destId="{E8497EED-5D9E-C346-A354-5C7FB8EBF35B}" srcOrd="0" destOrd="0" presId="urn:microsoft.com/office/officeart/2008/layout/VerticalCircleList"/>
    <dgm:cxn modelId="{2F8139FA-ED93-854C-B45F-12239BDD7A15}" type="presParOf" srcId="{12820127-6BB4-2943-97CE-B9A44208D047}" destId="{FB0DDA0E-40E3-F647-AE8F-0A77C2F62222}" srcOrd="1" destOrd="0" presId="urn:microsoft.com/office/officeart/2008/layout/VerticalCircleList"/>
    <dgm:cxn modelId="{08F614C5-42DA-3F4F-BE2A-3F780D660F5D}" type="presParOf" srcId="{12820127-6BB4-2943-97CE-B9A44208D047}" destId="{389CD6C6-ADF5-7046-94B3-E5746798EFCE}" srcOrd="2" destOrd="0" presId="urn:microsoft.com/office/officeart/2008/layout/VerticalCircleList"/>
    <dgm:cxn modelId="{2CD2140F-C62A-1F40-9C10-ED40611EEEAE}" type="presParOf" srcId="{64940B13-AAD9-7D4C-9914-1C71EF3B225E}" destId="{35C1386E-48E3-754F-8D3B-800D7C226F68}" srcOrd="3" destOrd="0" presId="urn:microsoft.com/office/officeart/2008/layout/VerticalCircleList"/>
    <dgm:cxn modelId="{B532B6D2-A010-A743-AB47-DEA3CF0183CE}" type="presParOf" srcId="{35C1386E-48E3-754F-8D3B-800D7C226F68}" destId="{8440FD02-D82B-C040-8071-5B51129D65E9}" srcOrd="0" destOrd="0" presId="urn:microsoft.com/office/officeart/2008/layout/VerticalCircleList"/>
    <dgm:cxn modelId="{C156381D-0AEA-5543-95F1-E586AC773589}" type="presParOf" srcId="{35C1386E-48E3-754F-8D3B-800D7C226F68}" destId="{2B2B67CB-2930-D743-A327-1A3AFD3F0748}" srcOrd="1" destOrd="0" presId="urn:microsoft.com/office/officeart/2008/layout/VerticalCircleList"/>
    <dgm:cxn modelId="{323A772A-204B-044B-ADCF-4220EA86194E}" type="presParOf" srcId="{35C1386E-48E3-754F-8D3B-800D7C226F68}" destId="{AA209A43-4CDF-3446-AAF1-45F9B98B6436}" srcOrd="2" destOrd="0" presId="urn:microsoft.com/office/officeart/2008/layout/VerticalCircleList"/>
    <dgm:cxn modelId="{C9CC719C-C292-7541-96DD-491CC41FF033}" type="presParOf" srcId="{64940B13-AAD9-7D4C-9914-1C71EF3B225E}" destId="{EC37C58A-DE15-2944-A5AA-6D301837364B}" srcOrd="4" destOrd="0" presId="urn:microsoft.com/office/officeart/2008/layout/VerticalCircleList"/>
    <dgm:cxn modelId="{A73537B3-76B9-434B-8AB7-6C398CF71361}" type="presParOf" srcId="{EC37C58A-DE15-2944-A5AA-6D301837364B}" destId="{C8EAA2CC-8BD4-774A-97D4-521BE05065DC}" srcOrd="0" destOrd="0" presId="urn:microsoft.com/office/officeart/2008/layout/VerticalCircleList"/>
    <dgm:cxn modelId="{3A06D6B8-ADDB-094E-A841-A935993401D1}" type="presParOf" srcId="{EC37C58A-DE15-2944-A5AA-6D301837364B}" destId="{CBE700F7-70FB-8143-AA94-3BE5209C4D47}" srcOrd="1" destOrd="0" presId="urn:microsoft.com/office/officeart/2008/layout/VerticalCircleList"/>
    <dgm:cxn modelId="{D863BAAE-7DC1-3E47-8901-E87E5E8AFE97}" type="presParOf" srcId="{EC37C58A-DE15-2944-A5AA-6D301837364B}" destId="{01D7B51E-C8FD-8343-A41E-8D1C535D690A}" srcOrd="2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4C719DE3-77C9-4493-BA82-AA0EA44BAD2A}" type="doc">
      <dgm:prSet loTypeId="urn:microsoft.com/office/officeart/2005/8/layout/hierarchy4" qsTypeId="urn:microsoft.com/office/officeart/2005/8/quickstyle/simple2" csTypeId="urn:microsoft.com/office/officeart/2005/8/colors/accent1_2"/>
      <dgm:spPr/>
    </dgm:pt>
    <dgm:pt modelId="{2449BDA1-7D22-4A9D-A346-CA51D744D4F4}">
      <dgm:prSet/>
      <dgm:spPr/>
      <dgm:t>
        <a:bodyPr/>
        <a:lstStyle/>
        <a:p>
          <a:r>
            <a:t>Customer insight</a:t>
          </a:r>
        </a:p>
      </dgm:t>
    </dgm:pt>
    <dgm:pt modelId="{5D041A8A-5DAA-453F-A4B4-9E83FB4BC8CE}" type="parTrans" cxnId="{418A77EE-D522-4BB7-B311-4E4F8F564719}">
      <dgm:prSet/>
      <dgm:spPr/>
      <dgm:t>
        <a:bodyPr/>
        <a:lstStyle/>
        <a:p>
          <a:endParaRPr/>
        </a:p>
      </dgm:t>
    </dgm:pt>
    <dgm:pt modelId="{40EC7BA1-D019-412F-9417-877976CF785B}" type="sibTrans" cxnId="{418A77EE-D522-4BB7-B311-4E4F8F564719}">
      <dgm:prSet/>
      <dgm:spPr/>
      <dgm:t>
        <a:bodyPr/>
        <a:lstStyle/>
        <a:p>
          <a:endParaRPr/>
        </a:p>
      </dgm:t>
    </dgm:pt>
    <dgm:pt modelId="{2C791BA1-7122-4F9F-B40C-6A7CAB45FC45}">
      <dgm:prSet/>
      <dgm:spPr/>
      <dgm:t>
        <a:bodyPr/>
        <a:lstStyle/>
        <a:p>
          <a:r>
            <a:t>Product concept</a:t>
          </a:r>
        </a:p>
      </dgm:t>
    </dgm:pt>
    <dgm:pt modelId="{9C21BBF8-03A0-4C27-8754-9F2DE6E8BD55}" type="parTrans" cxnId="{6AE54431-F422-494E-B379-F4083AABE65B}">
      <dgm:prSet/>
      <dgm:spPr/>
      <dgm:t>
        <a:bodyPr/>
        <a:lstStyle/>
        <a:p>
          <a:endParaRPr/>
        </a:p>
      </dgm:t>
    </dgm:pt>
    <dgm:pt modelId="{C16CDA9D-3316-4516-9D32-105B31F83EEC}" type="sibTrans" cxnId="{6AE54431-F422-494E-B379-F4083AABE65B}">
      <dgm:prSet/>
      <dgm:spPr/>
      <dgm:t>
        <a:bodyPr/>
        <a:lstStyle/>
        <a:p>
          <a:endParaRPr/>
        </a:p>
      </dgm:t>
    </dgm:pt>
    <dgm:pt modelId="{3C3A7951-EF25-4C1C-AF05-76F941809F2E}">
      <dgm:prSet/>
      <dgm:spPr/>
      <dgm:t>
        <a:bodyPr/>
        <a:lstStyle/>
        <a:p>
          <a:r>
            <a:t>Prototype</a:t>
          </a:r>
        </a:p>
      </dgm:t>
    </dgm:pt>
    <dgm:pt modelId="{61437943-0673-406F-A2D1-110EAD43126D}" type="parTrans" cxnId="{EA873100-20B7-41D9-AAE9-D5FE3F3C5E09}">
      <dgm:prSet/>
      <dgm:spPr/>
      <dgm:t>
        <a:bodyPr/>
        <a:lstStyle/>
        <a:p>
          <a:endParaRPr/>
        </a:p>
      </dgm:t>
    </dgm:pt>
    <dgm:pt modelId="{3E97934B-AEF9-4DB3-B0B3-9BFD242745CE}" type="sibTrans" cxnId="{EA873100-20B7-41D9-AAE9-D5FE3F3C5E09}">
      <dgm:prSet/>
      <dgm:spPr/>
      <dgm:t>
        <a:bodyPr/>
        <a:lstStyle/>
        <a:p>
          <a:endParaRPr/>
        </a:p>
      </dgm:t>
    </dgm:pt>
    <dgm:pt modelId="{1DF8A2D1-FC6C-4C2C-9FBE-9E20861756F3}">
      <dgm:prSet/>
      <dgm:spPr/>
      <dgm:t>
        <a:bodyPr/>
        <a:lstStyle/>
        <a:p>
          <a:r>
            <a:t>Feedback</a:t>
          </a:r>
        </a:p>
      </dgm:t>
    </dgm:pt>
    <dgm:pt modelId="{BDB8CE28-5013-4BC8-AEA7-42F98B0442B2}" type="parTrans" cxnId="{842C4DE2-BED5-4086-B779-AF89FFEE6E3C}">
      <dgm:prSet/>
      <dgm:spPr/>
      <dgm:t>
        <a:bodyPr/>
        <a:lstStyle/>
        <a:p>
          <a:endParaRPr/>
        </a:p>
      </dgm:t>
    </dgm:pt>
    <dgm:pt modelId="{49BCA75F-7AC8-4B90-B229-641B08C8BE6F}" type="sibTrans" cxnId="{842C4DE2-BED5-4086-B779-AF89FFEE6E3C}">
      <dgm:prSet/>
      <dgm:spPr/>
      <dgm:t>
        <a:bodyPr/>
        <a:lstStyle/>
        <a:p>
          <a:endParaRPr/>
        </a:p>
      </dgm:t>
    </dgm:pt>
    <dgm:pt modelId="{355A6B45-DFC6-4327-9CD4-A038AEB70742}">
      <dgm:prSet/>
      <dgm:spPr/>
      <dgm:t>
        <a:bodyPr/>
        <a:lstStyle/>
        <a:p>
          <a:r>
            <a:t>Next step</a:t>
          </a:r>
        </a:p>
      </dgm:t>
    </dgm:pt>
    <dgm:pt modelId="{FE4A6A61-5F08-4B2E-95A3-BAF3CD1A0E03}" type="parTrans" cxnId="{B4CF45F6-9655-4BF0-83BA-F5224F1B85C3}">
      <dgm:prSet/>
      <dgm:spPr/>
      <dgm:t>
        <a:bodyPr/>
        <a:lstStyle/>
        <a:p>
          <a:endParaRPr/>
        </a:p>
      </dgm:t>
    </dgm:pt>
    <dgm:pt modelId="{F365ED6F-79E6-4B17-AE1A-57D4422BEF72}" type="sibTrans" cxnId="{B4CF45F6-9655-4BF0-83BA-F5224F1B85C3}">
      <dgm:prSet/>
      <dgm:spPr/>
      <dgm:t>
        <a:bodyPr/>
        <a:lstStyle/>
        <a:p>
          <a:endParaRPr/>
        </a:p>
      </dgm:t>
    </dgm:pt>
    <dgm:pt modelId="{61599CFC-6AF9-1446-9105-3F42C35E53E8}" type="pres">
      <dgm:prSet presAssocID="{4C719DE3-77C9-4493-BA82-AA0EA44BAD2A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BCC195B-E6F6-8C43-B37A-898E4DB7AC56}" type="pres">
      <dgm:prSet presAssocID="{2449BDA1-7D22-4A9D-A346-CA51D744D4F4}" presName="vertOne" presStyleCnt="0"/>
      <dgm:spPr/>
    </dgm:pt>
    <dgm:pt modelId="{73F0164D-6452-D746-A554-D44C022AA8B1}" type="pres">
      <dgm:prSet presAssocID="{2449BDA1-7D22-4A9D-A346-CA51D744D4F4}" presName="txOne" presStyleLbl="node0" presStyleIdx="0" presStyleCnt="5">
        <dgm:presLayoutVars>
          <dgm:chPref val="3"/>
        </dgm:presLayoutVars>
      </dgm:prSet>
      <dgm:spPr/>
    </dgm:pt>
    <dgm:pt modelId="{6DF06ED4-590C-CD42-8529-3C2A07ABA2E2}" type="pres">
      <dgm:prSet presAssocID="{2449BDA1-7D22-4A9D-A346-CA51D744D4F4}" presName="horzOne" presStyleCnt="0"/>
      <dgm:spPr/>
    </dgm:pt>
    <dgm:pt modelId="{946CD64D-593B-B342-9FB3-F0CDAD87E254}" type="pres">
      <dgm:prSet presAssocID="{40EC7BA1-D019-412F-9417-877976CF785B}" presName="sibSpaceOne" presStyleCnt="0"/>
      <dgm:spPr/>
    </dgm:pt>
    <dgm:pt modelId="{3ABFD229-5B9F-434B-B785-ACE7EB7DEBFE}" type="pres">
      <dgm:prSet presAssocID="{2C791BA1-7122-4F9F-B40C-6A7CAB45FC45}" presName="vertOne" presStyleCnt="0"/>
      <dgm:spPr/>
    </dgm:pt>
    <dgm:pt modelId="{D21C5C0F-41EB-D94E-AADC-182394E5BC9F}" type="pres">
      <dgm:prSet presAssocID="{2C791BA1-7122-4F9F-B40C-6A7CAB45FC45}" presName="txOne" presStyleLbl="node0" presStyleIdx="1" presStyleCnt="5">
        <dgm:presLayoutVars>
          <dgm:chPref val="3"/>
        </dgm:presLayoutVars>
      </dgm:prSet>
      <dgm:spPr/>
    </dgm:pt>
    <dgm:pt modelId="{9407DA70-308E-B449-AAED-48E85D7BC27B}" type="pres">
      <dgm:prSet presAssocID="{2C791BA1-7122-4F9F-B40C-6A7CAB45FC45}" presName="horzOne" presStyleCnt="0"/>
      <dgm:spPr/>
    </dgm:pt>
    <dgm:pt modelId="{A36DA5B5-455F-A74D-88EC-684065CAD6E3}" type="pres">
      <dgm:prSet presAssocID="{C16CDA9D-3316-4516-9D32-105B31F83EEC}" presName="sibSpaceOne" presStyleCnt="0"/>
      <dgm:spPr/>
    </dgm:pt>
    <dgm:pt modelId="{7251CEEF-838F-6241-8F0E-0517007A0331}" type="pres">
      <dgm:prSet presAssocID="{3C3A7951-EF25-4C1C-AF05-76F941809F2E}" presName="vertOne" presStyleCnt="0"/>
      <dgm:spPr/>
    </dgm:pt>
    <dgm:pt modelId="{77D02F94-F418-0249-A37B-0D6F74BB24AE}" type="pres">
      <dgm:prSet presAssocID="{3C3A7951-EF25-4C1C-AF05-76F941809F2E}" presName="txOne" presStyleLbl="node0" presStyleIdx="2" presStyleCnt="5">
        <dgm:presLayoutVars>
          <dgm:chPref val="3"/>
        </dgm:presLayoutVars>
      </dgm:prSet>
      <dgm:spPr/>
    </dgm:pt>
    <dgm:pt modelId="{F28278DE-EC3F-444B-9D14-A98B47EE3D12}" type="pres">
      <dgm:prSet presAssocID="{3C3A7951-EF25-4C1C-AF05-76F941809F2E}" presName="horzOne" presStyleCnt="0"/>
      <dgm:spPr/>
    </dgm:pt>
    <dgm:pt modelId="{E6EEE9C1-C1E8-6E48-990C-4CB46A86A5A3}" type="pres">
      <dgm:prSet presAssocID="{3E97934B-AEF9-4DB3-B0B3-9BFD242745CE}" presName="sibSpaceOne" presStyleCnt="0"/>
      <dgm:spPr/>
    </dgm:pt>
    <dgm:pt modelId="{1F01A60B-2309-B048-8659-86EFBD1E1602}" type="pres">
      <dgm:prSet presAssocID="{1DF8A2D1-FC6C-4C2C-9FBE-9E20861756F3}" presName="vertOne" presStyleCnt="0"/>
      <dgm:spPr/>
    </dgm:pt>
    <dgm:pt modelId="{CC43F840-65E7-1747-89B5-43BFE2F8FF34}" type="pres">
      <dgm:prSet presAssocID="{1DF8A2D1-FC6C-4C2C-9FBE-9E20861756F3}" presName="txOne" presStyleLbl="node0" presStyleIdx="3" presStyleCnt="5">
        <dgm:presLayoutVars>
          <dgm:chPref val="3"/>
        </dgm:presLayoutVars>
      </dgm:prSet>
      <dgm:spPr/>
    </dgm:pt>
    <dgm:pt modelId="{094E8BCD-C3F7-0745-AB9B-ADE0CCAF4958}" type="pres">
      <dgm:prSet presAssocID="{1DF8A2D1-FC6C-4C2C-9FBE-9E20861756F3}" presName="horzOne" presStyleCnt="0"/>
      <dgm:spPr/>
    </dgm:pt>
    <dgm:pt modelId="{8CB7BAA6-FA57-4843-990E-69F6E57D9E2F}" type="pres">
      <dgm:prSet presAssocID="{49BCA75F-7AC8-4B90-B229-641B08C8BE6F}" presName="sibSpaceOne" presStyleCnt="0"/>
      <dgm:spPr/>
    </dgm:pt>
    <dgm:pt modelId="{755C0971-8C2F-894D-981B-5642185D5E9E}" type="pres">
      <dgm:prSet presAssocID="{355A6B45-DFC6-4327-9CD4-A038AEB70742}" presName="vertOne" presStyleCnt="0"/>
      <dgm:spPr/>
    </dgm:pt>
    <dgm:pt modelId="{E66F15AC-800F-2D41-BD8A-D7D2B42BD8E2}" type="pres">
      <dgm:prSet presAssocID="{355A6B45-DFC6-4327-9CD4-A038AEB70742}" presName="txOne" presStyleLbl="node0" presStyleIdx="4" presStyleCnt="5">
        <dgm:presLayoutVars>
          <dgm:chPref val="3"/>
        </dgm:presLayoutVars>
      </dgm:prSet>
      <dgm:spPr/>
    </dgm:pt>
    <dgm:pt modelId="{EA29D86C-6611-0E40-B502-1C4C99CDA7BF}" type="pres">
      <dgm:prSet presAssocID="{355A6B45-DFC6-4327-9CD4-A038AEB70742}" presName="horzOne" presStyleCnt="0"/>
      <dgm:spPr/>
    </dgm:pt>
  </dgm:ptLst>
  <dgm:cxnLst>
    <dgm:cxn modelId="{EA873100-20B7-41D9-AAE9-D5FE3F3C5E09}" srcId="{4C719DE3-77C9-4493-BA82-AA0EA44BAD2A}" destId="{3C3A7951-EF25-4C1C-AF05-76F941809F2E}" srcOrd="2" destOrd="0" parTransId="{61437943-0673-406F-A2D1-110EAD43126D}" sibTransId="{3E97934B-AEF9-4DB3-B0B3-9BFD242745CE}"/>
    <dgm:cxn modelId="{C469051E-7D5F-9949-B4B9-E3F84D2E4A35}" type="presOf" srcId="{2449BDA1-7D22-4A9D-A346-CA51D744D4F4}" destId="{73F0164D-6452-D746-A554-D44C022AA8B1}" srcOrd="0" destOrd="0" presId="urn:microsoft.com/office/officeart/2005/8/layout/hierarchy4"/>
    <dgm:cxn modelId="{6AE54431-F422-494E-B379-F4083AABE65B}" srcId="{4C719DE3-77C9-4493-BA82-AA0EA44BAD2A}" destId="{2C791BA1-7122-4F9F-B40C-6A7CAB45FC45}" srcOrd="1" destOrd="0" parTransId="{9C21BBF8-03A0-4C27-8754-9F2DE6E8BD55}" sibTransId="{C16CDA9D-3316-4516-9D32-105B31F83EEC}"/>
    <dgm:cxn modelId="{D1B8904B-563C-8F46-B09C-D347513A4640}" type="presOf" srcId="{355A6B45-DFC6-4327-9CD4-A038AEB70742}" destId="{E66F15AC-800F-2D41-BD8A-D7D2B42BD8E2}" srcOrd="0" destOrd="0" presId="urn:microsoft.com/office/officeart/2005/8/layout/hierarchy4"/>
    <dgm:cxn modelId="{E0155052-8B54-3244-9441-7FCAB1402DF5}" type="presOf" srcId="{3C3A7951-EF25-4C1C-AF05-76F941809F2E}" destId="{77D02F94-F418-0249-A37B-0D6F74BB24AE}" srcOrd="0" destOrd="0" presId="urn:microsoft.com/office/officeart/2005/8/layout/hierarchy4"/>
    <dgm:cxn modelId="{6185276E-A029-B14C-B11A-D95566D72684}" type="presOf" srcId="{4C719DE3-77C9-4493-BA82-AA0EA44BAD2A}" destId="{61599CFC-6AF9-1446-9105-3F42C35E53E8}" srcOrd="0" destOrd="0" presId="urn:microsoft.com/office/officeart/2005/8/layout/hierarchy4"/>
    <dgm:cxn modelId="{AB28DDCF-E059-064B-8C2D-624AF37F1A53}" type="presOf" srcId="{2C791BA1-7122-4F9F-B40C-6A7CAB45FC45}" destId="{D21C5C0F-41EB-D94E-AADC-182394E5BC9F}" srcOrd="0" destOrd="0" presId="urn:microsoft.com/office/officeart/2005/8/layout/hierarchy4"/>
    <dgm:cxn modelId="{0FFC50D2-73B9-3645-AF6E-87BE04E95EBE}" type="presOf" srcId="{1DF8A2D1-FC6C-4C2C-9FBE-9E20861756F3}" destId="{CC43F840-65E7-1747-89B5-43BFE2F8FF34}" srcOrd="0" destOrd="0" presId="urn:microsoft.com/office/officeart/2005/8/layout/hierarchy4"/>
    <dgm:cxn modelId="{842C4DE2-BED5-4086-B779-AF89FFEE6E3C}" srcId="{4C719DE3-77C9-4493-BA82-AA0EA44BAD2A}" destId="{1DF8A2D1-FC6C-4C2C-9FBE-9E20861756F3}" srcOrd="3" destOrd="0" parTransId="{BDB8CE28-5013-4BC8-AEA7-42F98B0442B2}" sibTransId="{49BCA75F-7AC8-4B90-B229-641B08C8BE6F}"/>
    <dgm:cxn modelId="{418A77EE-D522-4BB7-B311-4E4F8F564719}" srcId="{4C719DE3-77C9-4493-BA82-AA0EA44BAD2A}" destId="{2449BDA1-7D22-4A9D-A346-CA51D744D4F4}" srcOrd="0" destOrd="0" parTransId="{5D041A8A-5DAA-453F-A4B4-9E83FB4BC8CE}" sibTransId="{40EC7BA1-D019-412F-9417-877976CF785B}"/>
    <dgm:cxn modelId="{B4CF45F6-9655-4BF0-83BA-F5224F1B85C3}" srcId="{4C719DE3-77C9-4493-BA82-AA0EA44BAD2A}" destId="{355A6B45-DFC6-4327-9CD4-A038AEB70742}" srcOrd="4" destOrd="0" parTransId="{FE4A6A61-5F08-4B2E-95A3-BAF3CD1A0E03}" sibTransId="{F365ED6F-79E6-4B17-AE1A-57D4422BEF72}"/>
    <dgm:cxn modelId="{7D6FCD2F-88E8-1944-956B-8C8353A4E155}" type="presParOf" srcId="{61599CFC-6AF9-1446-9105-3F42C35E53E8}" destId="{0BCC195B-E6F6-8C43-B37A-898E4DB7AC56}" srcOrd="0" destOrd="0" presId="urn:microsoft.com/office/officeart/2005/8/layout/hierarchy4"/>
    <dgm:cxn modelId="{C55BA103-86E6-B447-80BB-3AD63FEFF1C9}" type="presParOf" srcId="{0BCC195B-E6F6-8C43-B37A-898E4DB7AC56}" destId="{73F0164D-6452-D746-A554-D44C022AA8B1}" srcOrd="0" destOrd="0" presId="urn:microsoft.com/office/officeart/2005/8/layout/hierarchy4"/>
    <dgm:cxn modelId="{94E6A46D-345B-9C43-BD9A-2B5A46E0F9DC}" type="presParOf" srcId="{0BCC195B-E6F6-8C43-B37A-898E4DB7AC56}" destId="{6DF06ED4-590C-CD42-8529-3C2A07ABA2E2}" srcOrd="1" destOrd="0" presId="urn:microsoft.com/office/officeart/2005/8/layout/hierarchy4"/>
    <dgm:cxn modelId="{59FF823A-B132-5645-BD40-28ABA0A850FD}" type="presParOf" srcId="{61599CFC-6AF9-1446-9105-3F42C35E53E8}" destId="{946CD64D-593B-B342-9FB3-F0CDAD87E254}" srcOrd="1" destOrd="0" presId="urn:microsoft.com/office/officeart/2005/8/layout/hierarchy4"/>
    <dgm:cxn modelId="{F2CF7D77-A119-BF4A-B0E2-5598EA06C574}" type="presParOf" srcId="{61599CFC-6AF9-1446-9105-3F42C35E53E8}" destId="{3ABFD229-5B9F-434B-B785-ACE7EB7DEBFE}" srcOrd="2" destOrd="0" presId="urn:microsoft.com/office/officeart/2005/8/layout/hierarchy4"/>
    <dgm:cxn modelId="{95625986-8D6F-9C40-838D-E26478A9ECF6}" type="presParOf" srcId="{3ABFD229-5B9F-434B-B785-ACE7EB7DEBFE}" destId="{D21C5C0F-41EB-D94E-AADC-182394E5BC9F}" srcOrd="0" destOrd="0" presId="urn:microsoft.com/office/officeart/2005/8/layout/hierarchy4"/>
    <dgm:cxn modelId="{F709722E-BC7F-374C-85FF-898FED9D10E1}" type="presParOf" srcId="{3ABFD229-5B9F-434B-B785-ACE7EB7DEBFE}" destId="{9407DA70-308E-B449-AAED-48E85D7BC27B}" srcOrd="1" destOrd="0" presId="urn:microsoft.com/office/officeart/2005/8/layout/hierarchy4"/>
    <dgm:cxn modelId="{622D8E7A-91CE-1B44-AAE6-E9BF2D550F72}" type="presParOf" srcId="{61599CFC-6AF9-1446-9105-3F42C35E53E8}" destId="{A36DA5B5-455F-A74D-88EC-684065CAD6E3}" srcOrd="3" destOrd="0" presId="urn:microsoft.com/office/officeart/2005/8/layout/hierarchy4"/>
    <dgm:cxn modelId="{17285E2D-AE45-A44E-ABF8-0D558B5F03FA}" type="presParOf" srcId="{61599CFC-6AF9-1446-9105-3F42C35E53E8}" destId="{7251CEEF-838F-6241-8F0E-0517007A0331}" srcOrd="4" destOrd="0" presId="urn:microsoft.com/office/officeart/2005/8/layout/hierarchy4"/>
    <dgm:cxn modelId="{A939D344-C831-8342-BCB5-DD74DF93AA4C}" type="presParOf" srcId="{7251CEEF-838F-6241-8F0E-0517007A0331}" destId="{77D02F94-F418-0249-A37B-0D6F74BB24AE}" srcOrd="0" destOrd="0" presId="urn:microsoft.com/office/officeart/2005/8/layout/hierarchy4"/>
    <dgm:cxn modelId="{C941C234-F4E8-C046-9978-B10680BEDCAC}" type="presParOf" srcId="{7251CEEF-838F-6241-8F0E-0517007A0331}" destId="{F28278DE-EC3F-444B-9D14-A98B47EE3D12}" srcOrd="1" destOrd="0" presId="urn:microsoft.com/office/officeart/2005/8/layout/hierarchy4"/>
    <dgm:cxn modelId="{9452B34C-AB79-4148-9178-BA9BD5FD244C}" type="presParOf" srcId="{61599CFC-6AF9-1446-9105-3F42C35E53E8}" destId="{E6EEE9C1-C1E8-6E48-990C-4CB46A86A5A3}" srcOrd="5" destOrd="0" presId="urn:microsoft.com/office/officeart/2005/8/layout/hierarchy4"/>
    <dgm:cxn modelId="{E24A4D9E-0726-2A46-BA7E-C00D8E86206A}" type="presParOf" srcId="{61599CFC-6AF9-1446-9105-3F42C35E53E8}" destId="{1F01A60B-2309-B048-8659-86EFBD1E1602}" srcOrd="6" destOrd="0" presId="urn:microsoft.com/office/officeart/2005/8/layout/hierarchy4"/>
    <dgm:cxn modelId="{B98BD1B2-909D-F945-9DCA-0C9B53866C20}" type="presParOf" srcId="{1F01A60B-2309-B048-8659-86EFBD1E1602}" destId="{CC43F840-65E7-1747-89B5-43BFE2F8FF34}" srcOrd="0" destOrd="0" presId="urn:microsoft.com/office/officeart/2005/8/layout/hierarchy4"/>
    <dgm:cxn modelId="{501A9B6B-19BA-9943-8F72-6537ACB34E27}" type="presParOf" srcId="{1F01A60B-2309-B048-8659-86EFBD1E1602}" destId="{094E8BCD-C3F7-0745-AB9B-ADE0CCAF4958}" srcOrd="1" destOrd="0" presId="urn:microsoft.com/office/officeart/2005/8/layout/hierarchy4"/>
    <dgm:cxn modelId="{2C8AFE87-835B-5146-B27C-0A8A790368FE}" type="presParOf" srcId="{61599CFC-6AF9-1446-9105-3F42C35E53E8}" destId="{8CB7BAA6-FA57-4843-990E-69F6E57D9E2F}" srcOrd="7" destOrd="0" presId="urn:microsoft.com/office/officeart/2005/8/layout/hierarchy4"/>
    <dgm:cxn modelId="{8324BD7B-9E55-2948-9C06-B2B281AC6AB2}" type="presParOf" srcId="{61599CFC-6AF9-1446-9105-3F42C35E53E8}" destId="{755C0971-8C2F-894D-981B-5642185D5E9E}" srcOrd="8" destOrd="0" presId="urn:microsoft.com/office/officeart/2005/8/layout/hierarchy4"/>
    <dgm:cxn modelId="{3E777564-6B25-C541-96FB-0F396119C974}" type="presParOf" srcId="{755C0971-8C2F-894D-981B-5642185D5E9E}" destId="{E66F15AC-800F-2D41-BD8A-D7D2B42BD8E2}" srcOrd="0" destOrd="0" presId="urn:microsoft.com/office/officeart/2005/8/layout/hierarchy4"/>
    <dgm:cxn modelId="{DD6A12CF-7C05-ED43-AB70-F64DDD86F39E}" type="presParOf" srcId="{755C0971-8C2F-894D-981B-5642185D5E9E}" destId="{EA29D86C-6611-0E40-B502-1C4C99CDA7B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D37D546E-B5BA-41F0-93D6-5F146B413EFC}" type="doc">
      <dgm:prSet loTypeId="urn:microsoft.com/office/officeart/2005/8/layout/architecture" qsTypeId="urn:microsoft.com/office/officeart/2005/8/quickstyle/simple2" csTypeId="urn:microsoft.com/office/officeart/2005/8/colors/accent1_2"/>
      <dgm:spPr/>
    </dgm:pt>
    <dgm:pt modelId="{0EEF6ACA-3069-4A56-B57B-87653245D53C}">
      <dgm:prSet/>
      <dgm:spPr/>
      <dgm:t>
        <a:bodyPr/>
        <a:lstStyle/>
        <a:p>
          <a:r>
            <a:t>Customer insight</a:t>
          </a:r>
        </a:p>
      </dgm:t>
    </dgm:pt>
    <dgm:pt modelId="{0819DA6D-6D06-466C-A459-4E4E99ECE1AA}" type="parTrans" cxnId="{5A4E17C2-CD07-4690-824B-488EE80BC85B}">
      <dgm:prSet/>
      <dgm:spPr/>
      <dgm:t>
        <a:bodyPr/>
        <a:lstStyle/>
        <a:p>
          <a:endParaRPr/>
        </a:p>
      </dgm:t>
    </dgm:pt>
    <dgm:pt modelId="{39501158-48A5-4E1B-A752-C50FC445E54A}" type="sibTrans" cxnId="{5A4E17C2-CD07-4690-824B-488EE80BC85B}">
      <dgm:prSet/>
      <dgm:spPr/>
      <dgm:t>
        <a:bodyPr/>
        <a:lstStyle/>
        <a:p>
          <a:endParaRPr/>
        </a:p>
      </dgm:t>
    </dgm:pt>
    <dgm:pt modelId="{1CF76116-629F-400D-8434-E36753D4EF08}">
      <dgm:prSet/>
      <dgm:spPr/>
      <dgm:t>
        <a:bodyPr/>
        <a:lstStyle/>
        <a:p>
          <a:r>
            <a:t>Product concept</a:t>
          </a:r>
        </a:p>
      </dgm:t>
    </dgm:pt>
    <dgm:pt modelId="{FE781CE8-8991-4DA6-902F-0844F555E2B9}" type="parTrans" cxnId="{79AA7F68-7887-443D-B449-6F1EE67270CD}">
      <dgm:prSet/>
      <dgm:spPr/>
      <dgm:t>
        <a:bodyPr/>
        <a:lstStyle/>
        <a:p>
          <a:endParaRPr/>
        </a:p>
      </dgm:t>
    </dgm:pt>
    <dgm:pt modelId="{56AF539F-6F0F-4B4D-A161-E75048C1A371}" type="sibTrans" cxnId="{79AA7F68-7887-443D-B449-6F1EE67270CD}">
      <dgm:prSet/>
      <dgm:spPr/>
      <dgm:t>
        <a:bodyPr/>
        <a:lstStyle/>
        <a:p>
          <a:endParaRPr/>
        </a:p>
      </dgm:t>
    </dgm:pt>
    <dgm:pt modelId="{A0732C2F-50C6-45BE-B612-DCE33CD56921}">
      <dgm:prSet/>
      <dgm:spPr/>
      <dgm:t>
        <a:bodyPr/>
        <a:lstStyle/>
        <a:p>
          <a:r>
            <a:t>Prototype</a:t>
          </a:r>
        </a:p>
      </dgm:t>
    </dgm:pt>
    <dgm:pt modelId="{4C0040FB-F466-4F1B-AC16-8DD68862491F}" type="parTrans" cxnId="{06DD80B6-0309-403A-A241-03757FBA167F}">
      <dgm:prSet/>
      <dgm:spPr/>
      <dgm:t>
        <a:bodyPr/>
        <a:lstStyle/>
        <a:p>
          <a:endParaRPr/>
        </a:p>
      </dgm:t>
    </dgm:pt>
    <dgm:pt modelId="{A3D702B1-3745-450D-BA4B-9C7A265C41CE}" type="sibTrans" cxnId="{06DD80B6-0309-403A-A241-03757FBA167F}">
      <dgm:prSet/>
      <dgm:spPr/>
      <dgm:t>
        <a:bodyPr/>
        <a:lstStyle/>
        <a:p>
          <a:endParaRPr/>
        </a:p>
      </dgm:t>
    </dgm:pt>
    <dgm:pt modelId="{EA7B7D25-3DD7-4456-8351-9D97358ECE2C}">
      <dgm:prSet/>
      <dgm:spPr/>
      <dgm:t>
        <a:bodyPr/>
        <a:lstStyle/>
        <a:p>
          <a:r>
            <a:t>Feedback</a:t>
          </a:r>
        </a:p>
      </dgm:t>
    </dgm:pt>
    <dgm:pt modelId="{724FD0AD-90C5-436A-9360-FFEDAEF2352A}" type="parTrans" cxnId="{96DBF7AD-F0E8-4664-98A4-86C246529E32}">
      <dgm:prSet/>
      <dgm:spPr/>
      <dgm:t>
        <a:bodyPr/>
        <a:lstStyle/>
        <a:p>
          <a:endParaRPr/>
        </a:p>
      </dgm:t>
    </dgm:pt>
    <dgm:pt modelId="{FA8D0BD8-27F9-448B-8EF6-F7A923527951}" type="sibTrans" cxnId="{96DBF7AD-F0E8-4664-98A4-86C246529E32}">
      <dgm:prSet/>
      <dgm:spPr/>
      <dgm:t>
        <a:bodyPr/>
        <a:lstStyle/>
        <a:p>
          <a:endParaRPr/>
        </a:p>
      </dgm:t>
    </dgm:pt>
    <dgm:pt modelId="{21F55FF2-5B36-4622-9D1A-8E66F56ADB98}">
      <dgm:prSet/>
      <dgm:spPr/>
      <dgm:t>
        <a:bodyPr/>
        <a:lstStyle/>
        <a:p>
          <a:r>
            <a:t>Next step</a:t>
          </a:r>
        </a:p>
      </dgm:t>
    </dgm:pt>
    <dgm:pt modelId="{04772876-30E1-4DB7-B334-3E0D6B9D2AB3}" type="parTrans" cxnId="{F2EDE5F9-6799-4C21-ABC7-74BA75E3EB86}">
      <dgm:prSet/>
      <dgm:spPr/>
      <dgm:t>
        <a:bodyPr/>
        <a:lstStyle/>
        <a:p>
          <a:endParaRPr/>
        </a:p>
      </dgm:t>
    </dgm:pt>
    <dgm:pt modelId="{B3357154-FF79-4F72-AD49-1A724E69383E}" type="sibTrans" cxnId="{F2EDE5F9-6799-4C21-ABC7-74BA75E3EB86}">
      <dgm:prSet/>
      <dgm:spPr/>
      <dgm:t>
        <a:bodyPr/>
        <a:lstStyle/>
        <a:p>
          <a:endParaRPr/>
        </a:p>
      </dgm:t>
    </dgm:pt>
    <dgm:pt modelId="{002A3040-02A4-794E-953C-E83F46E74D00}" type="pres">
      <dgm:prSet presAssocID="{D37D546E-B5BA-41F0-93D6-5F146B413EF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B4D2D3D-DC07-7441-B262-DDBB58512071}" type="pres">
      <dgm:prSet presAssocID="{0EEF6ACA-3069-4A56-B57B-87653245D53C}" presName="vertOne" presStyleCnt="0"/>
      <dgm:spPr/>
    </dgm:pt>
    <dgm:pt modelId="{B8AFC51F-EF01-6545-89BD-A2200CDDB58C}" type="pres">
      <dgm:prSet presAssocID="{0EEF6ACA-3069-4A56-B57B-87653245D53C}" presName="txOne" presStyleLbl="node0" presStyleIdx="0" presStyleCnt="5">
        <dgm:presLayoutVars>
          <dgm:chPref val="3"/>
        </dgm:presLayoutVars>
      </dgm:prSet>
      <dgm:spPr/>
    </dgm:pt>
    <dgm:pt modelId="{011D4A9F-6A35-F342-804E-028F9F44B72C}" type="pres">
      <dgm:prSet presAssocID="{0EEF6ACA-3069-4A56-B57B-87653245D53C}" presName="horzOne" presStyleCnt="0"/>
      <dgm:spPr/>
    </dgm:pt>
    <dgm:pt modelId="{C88F05F8-8483-3941-ACB1-2D3A5065A35E}" type="pres">
      <dgm:prSet presAssocID="{39501158-48A5-4E1B-A752-C50FC445E54A}" presName="sibSpaceOne" presStyleCnt="0"/>
      <dgm:spPr/>
    </dgm:pt>
    <dgm:pt modelId="{BF994B97-65A0-5548-A203-7184C814A227}" type="pres">
      <dgm:prSet presAssocID="{1CF76116-629F-400D-8434-E36753D4EF08}" presName="vertOne" presStyleCnt="0"/>
      <dgm:spPr/>
    </dgm:pt>
    <dgm:pt modelId="{50FF83FF-5A51-D74C-8539-11FBAEAA6956}" type="pres">
      <dgm:prSet presAssocID="{1CF76116-629F-400D-8434-E36753D4EF08}" presName="txOne" presStyleLbl="node0" presStyleIdx="1" presStyleCnt="5">
        <dgm:presLayoutVars>
          <dgm:chPref val="3"/>
        </dgm:presLayoutVars>
      </dgm:prSet>
      <dgm:spPr/>
    </dgm:pt>
    <dgm:pt modelId="{743F2E07-8013-674B-B8CE-31EA5A138302}" type="pres">
      <dgm:prSet presAssocID="{1CF76116-629F-400D-8434-E36753D4EF08}" presName="horzOne" presStyleCnt="0"/>
      <dgm:spPr/>
    </dgm:pt>
    <dgm:pt modelId="{D2DEEC04-E08E-2B4C-B03C-030A806D9BFE}" type="pres">
      <dgm:prSet presAssocID="{56AF539F-6F0F-4B4D-A161-E75048C1A371}" presName="sibSpaceOne" presStyleCnt="0"/>
      <dgm:spPr/>
    </dgm:pt>
    <dgm:pt modelId="{9352E234-9EB9-9C44-9E13-5C5EEACF1C98}" type="pres">
      <dgm:prSet presAssocID="{A0732C2F-50C6-45BE-B612-DCE33CD56921}" presName="vertOne" presStyleCnt="0"/>
      <dgm:spPr/>
    </dgm:pt>
    <dgm:pt modelId="{A28507C9-11C7-634D-A22D-1C3D77112ED9}" type="pres">
      <dgm:prSet presAssocID="{A0732C2F-50C6-45BE-B612-DCE33CD56921}" presName="txOne" presStyleLbl="node0" presStyleIdx="2" presStyleCnt="5">
        <dgm:presLayoutVars>
          <dgm:chPref val="3"/>
        </dgm:presLayoutVars>
      </dgm:prSet>
      <dgm:spPr/>
    </dgm:pt>
    <dgm:pt modelId="{6CEDF2EA-0921-AD42-8584-DA545743C233}" type="pres">
      <dgm:prSet presAssocID="{A0732C2F-50C6-45BE-B612-DCE33CD56921}" presName="horzOne" presStyleCnt="0"/>
      <dgm:spPr/>
    </dgm:pt>
    <dgm:pt modelId="{C140D395-0026-AC4B-8187-3ECF87A88569}" type="pres">
      <dgm:prSet presAssocID="{A3D702B1-3745-450D-BA4B-9C7A265C41CE}" presName="sibSpaceOne" presStyleCnt="0"/>
      <dgm:spPr/>
    </dgm:pt>
    <dgm:pt modelId="{B478F0D5-6F49-9945-BBC0-B187CDF103E5}" type="pres">
      <dgm:prSet presAssocID="{EA7B7D25-3DD7-4456-8351-9D97358ECE2C}" presName="vertOne" presStyleCnt="0"/>
      <dgm:spPr/>
    </dgm:pt>
    <dgm:pt modelId="{D7BE9448-2A95-CF40-9E3D-F4FB6F12C98C}" type="pres">
      <dgm:prSet presAssocID="{EA7B7D25-3DD7-4456-8351-9D97358ECE2C}" presName="txOne" presStyleLbl="node0" presStyleIdx="3" presStyleCnt="5">
        <dgm:presLayoutVars>
          <dgm:chPref val="3"/>
        </dgm:presLayoutVars>
      </dgm:prSet>
      <dgm:spPr/>
    </dgm:pt>
    <dgm:pt modelId="{494A514E-BEF4-6342-80E8-4C44B4622845}" type="pres">
      <dgm:prSet presAssocID="{EA7B7D25-3DD7-4456-8351-9D97358ECE2C}" presName="horzOne" presStyleCnt="0"/>
      <dgm:spPr/>
    </dgm:pt>
    <dgm:pt modelId="{D8AB5BAB-59E5-8D40-9799-A72261AF9C49}" type="pres">
      <dgm:prSet presAssocID="{FA8D0BD8-27F9-448B-8EF6-F7A923527951}" presName="sibSpaceOne" presStyleCnt="0"/>
      <dgm:spPr/>
    </dgm:pt>
    <dgm:pt modelId="{54A5EFED-1699-1A43-960B-F3BA147FE82B}" type="pres">
      <dgm:prSet presAssocID="{21F55FF2-5B36-4622-9D1A-8E66F56ADB98}" presName="vertOne" presStyleCnt="0"/>
      <dgm:spPr/>
    </dgm:pt>
    <dgm:pt modelId="{3A059CAE-C6F3-9341-BC99-82DC36802F07}" type="pres">
      <dgm:prSet presAssocID="{21F55FF2-5B36-4622-9D1A-8E66F56ADB98}" presName="txOne" presStyleLbl="node0" presStyleIdx="4" presStyleCnt="5">
        <dgm:presLayoutVars>
          <dgm:chPref val="3"/>
        </dgm:presLayoutVars>
      </dgm:prSet>
      <dgm:spPr/>
    </dgm:pt>
    <dgm:pt modelId="{8A766EF7-B7BA-0046-9134-A1CC86F3EA1B}" type="pres">
      <dgm:prSet presAssocID="{21F55FF2-5B36-4622-9D1A-8E66F56ADB98}" presName="horzOne" presStyleCnt="0"/>
      <dgm:spPr/>
    </dgm:pt>
  </dgm:ptLst>
  <dgm:cxnLst>
    <dgm:cxn modelId="{FB836317-AEB1-AE43-951C-30108AAB9FA0}" type="presOf" srcId="{21F55FF2-5B36-4622-9D1A-8E66F56ADB98}" destId="{3A059CAE-C6F3-9341-BC99-82DC36802F07}" srcOrd="0" destOrd="0" presId="urn:microsoft.com/office/officeart/2005/8/layout/architecture"/>
    <dgm:cxn modelId="{4FBFD559-A7B0-3B40-A399-A283368ACA64}" type="presOf" srcId="{A0732C2F-50C6-45BE-B612-DCE33CD56921}" destId="{A28507C9-11C7-634D-A22D-1C3D77112ED9}" srcOrd="0" destOrd="0" presId="urn:microsoft.com/office/officeart/2005/8/layout/architecture"/>
    <dgm:cxn modelId="{79AA7F68-7887-443D-B449-6F1EE67270CD}" srcId="{D37D546E-B5BA-41F0-93D6-5F146B413EFC}" destId="{1CF76116-629F-400D-8434-E36753D4EF08}" srcOrd="1" destOrd="0" parTransId="{FE781CE8-8991-4DA6-902F-0844F555E2B9}" sibTransId="{56AF539F-6F0F-4B4D-A161-E75048C1A371}"/>
    <dgm:cxn modelId="{A15D3F7A-A8F0-4342-A3F8-51B0F0D83ACD}" type="presOf" srcId="{0EEF6ACA-3069-4A56-B57B-87653245D53C}" destId="{B8AFC51F-EF01-6545-89BD-A2200CDDB58C}" srcOrd="0" destOrd="0" presId="urn:microsoft.com/office/officeart/2005/8/layout/architecture"/>
    <dgm:cxn modelId="{96DBF7AD-F0E8-4664-98A4-86C246529E32}" srcId="{D37D546E-B5BA-41F0-93D6-5F146B413EFC}" destId="{EA7B7D25-3DD7-4456-8351-9D97358ECE2C}" srcOrd="3" destOrd="0" parTransId="{724FD0AD-90C5-436A-9360-FFEDAEF2352A}" sibTransId="{FA8D0BD8-27F9-448B-8EF6-F7A923527951}"/>
    <dgm:cxn modelId="{06DD80B6-0309-403A-A241-03757FBA167F}" srcId="{D37D546E-B5BA-41F0-93D6-5F146B413EFC}" destId="{A0732C2F-50C6-45BE-B612-DCE33CD56921}" srcOrd="2" destOrd="0" parTransId="{4C0040FB-F466-4F1B-AC16-8DD68862491F}" sibTransId="{A3D702B1-3745-450D-BA4B-9C7A265C41CE}"/>
    <dgm:cxn modelId="{B787FCB9-0FDA-6E4D-BA10-E446660400DF}" type="presOf" srcId="{EA7B7D25-3DD7-4456-8351-9D97358ECE2C}" destId="{D7BE9448-2A95-CF40-9E3D-F4FB6F12C98C}" srcOrd="0" destOrd="0" presId="urn:microsoft.com/office/officeart/2005/8/layout/architecture"/>
    <dgm:cxn modelId="{5A4E17C2-CD07-4690-824B-488EE80BC85B}" srcId="{D37D546E-B5BA-41F0-93D6-5F146B413EFC}" destId="{0EEF6ACA-3069-4A56-B57B-87653245D53C}" srcOrd="0" destOrd="0" parTransId="{0819DA6D-6D06-466C-A459-4E4E99ECE1AA}" sibTransId="{39501158-48A5-4E1B-A752-C50FC445E54A}"/>
    <dgm:cxn modelId="{C6144AF1-CD09-C443-911F-C125A0AC7AE6}" type="presOf" srcId="{1CF76116-629F-400D-8434-E36753D4EF08}" destId="{50FF83FF-5A51-D74C-8539-11FBAEAA6956}" srcOrd="0" destOrd="0" presId="urn:microsoft.com/office/officeart/2005/8/layout/architecture"/>
    <dgm:cxn modelId="{6A08A3F1-9CEE-924E-A20F-005F0C7AEA6F}" type="presOf" srcId="{D37D546E-B5BA-41F0-93D6-5F146B413EFC}" destId="{002A3040-02A4-794E-953C-E83F46E74D00}" srcOrd="0" destOrd="0" presId="urn:microsoft.com/office/officeart/2005/8/layout/architecture"/>
    <dgm:cxn modelId="{F2EDE5F9-6799-4C21-ABC7-74BA75E3EB86}" srcId="{D37D546E-B5BA-41F0-93D6-5F146B413EFC}" destId="{21F55FF2-5B36-4622-9D1A-8E66F56ADB98}" srcOrd="4" destOrd="0" parTransId="{04772876-30E1-4DB7-B334-3E0D6B9D2AB3}" sibTransId="{B3357154-FF79-4F72-AD49-1A724E69383E}"/>
    <dgm:cxn modelId="{99D19CEB-C1C6-B84B-9431-5570C31F220D}" type="presParOf" srcId="{002A3040-02A4-794E-953C-E83F46E74D00}" destId="{6B4D2D3D-DC07-7441-B262-DDBB58512071}" srcOrd="0" destOrd="0" presId="urn:microsoft.com/office/officeart/2005/8/layout/architecture"/>
    <dgm:cxn modelId="{F7DF181C-5163-F640-818D-612DDBD39A67}" type="presParOf" srcId="{6B4D2D3D-DC07-7441-B262-DDBB58512071}" destId="{B8AFC51F-EF01-6545-89BD-A2200CDDB58C}" srcOrd="0" destOrd="0" presId="urn:microsoft.com/office/officeart/2005/8/layout/architecture"/>
    <dgm:cxn modelId="{80ACBBCE-E75D-7F41-A42A-79DC2DB73A16}" type="presParOf" srcId="{6B4D2D3D-DC07-7441-B262-DDBB58512071}" destId="{011D4A9F-6A35-F342-804E-028F9F44B72C}" srcOrd="1" destOrd="0" presId="urn:microsoft.com/office/officeart/2005/8/layout/architecture"/>
    <dgm:cxn modelId="{AD9D9A37-B2F5-694A-8DF6-E14D570CDDAF}" type="presParOf" srcId="{002A3040-02A4-794E-953C-E83F46E74D00}" destId="{C88F05F8-8483-3941-ACB1-2D3A5065A35E}" srcOrd="1" destOrd="0" presId="urn:microsoft.com/office/officeart/2005/8/layout/architecture"/>
    <dgm:cxn modelId="{AD2D9ED8-8FFF-A944-BED6-373ABD1A673C}" type="presParOf" srcId="{002A3040-02A4-794E-953C-E83F46E74D00}" destId="{BF994B97-65A0-5548-A203-7184C814A227}" srcOrd="2" destOrd="0" presId="urn:microsoft.com/office/officeart/2005/8/layout/architecture"/>
    <dgm:cxn modelId="{BBD0DA92-A34A-014E-8CFE-7EDE69BC3A2B}" type="presParOf" srcId="{BF994B97-65A0-5548-A203-7184C814A227}" destId="{50FF83FF-5A51-D74C-8539-11FBAEAA6956}" srcOrd="0" destOrd="0" presId="urn:microsoft.com/office/officeart/2005/8/layout/architecture"/>
    <dgm:cxn modelId="{6CFEB6BA-D645-574E-B7B9-873EAC96E581}" type="presParOf" srcId="{BF994B97-65A0-5548-A203-7184C814A227}" destId="{743F2E07-8013-674B-B8CE-31EA5A138302}" srcOrd="1" destOrd="0" presId="urn:microsoft.com/office/officeart/2005/8/layout/architecture"/>
    <dgm:cxn modelId="{4B56B2F8-2315-384B-A2F9-BBE2E85B6033}" type="presParOf" srcId="{002A3040-02A4-794E-953C-E83F46E74D00}" destId="{D2DEEC04-E08E-2B4C-B03C-030A806D9BFE}" srcOrd="3" destOrd="0" presId="urn:microsoft.com/office/officeart/2005/8/layout/architecture"/>
    <dgm:cxn modelId="{A689E474-36FD-1A4E-959F-D852416ACA49}" type="presParOf" srcId="{002A3040-02A4-794E-953C-E83F46E74D00}" destId="{9352E234-9EB9-9C44-9E13-5C5EEACF1C98}" srcOrd="4" destOrd="0" presId="urn:microsoft.com/office/officeart/2005/8/layout/architecture"/>
    <dgm:cxn modelId="{5C5F06B3-71AE-0D48-97AF-128667E79CEA}" type="presParOf" srcId="{9352E234-9EB9-9C44-9E13-5C5EEACF1C98}" destId="{A28507C9-11C7-634D-A22D-1C3D77112ED9}" srcOrd="0" destOrd="0" presId="urn:microsoft.com/office/officeart/2005/8/layout/architecture"/>
    <dgm:cxn modelId="{8ADF10E1-E3F4-A949-B28F-549CB4013F30}" type="presParOf" srcId="{9352E234-9EB9-9C44-9E13-5C5EEACF1C98}" destId="{6CEDF2EA-0921-AD42-8584-DA545743C233}" srcOrd="1" destOrd="0" presId="urn:microsoft.com/office/officeart/2005/8/layout/architecture"/>
    <dgm:cxn modelId="{7776081D-80D3-1148-8F0A-6BED83A6C77D}" type="presParOf" srcId="{002A3040-02A4-794E-953C-E83F46E74D00}" destId="{C140D395-0026-AC4B-8187-3ECF87A88569}" srcOrd="5" destOrd="0" presId="urn:microsoft.com/office/officeart/2005/8/layout/architecture"/>
    <dgm:cxn modelId="{46AEC3C4-22ED-5342-B8F1-2CA84778728E}" type="presParOf" srcId="{002A3040-02A4-794E-953C-E83F46E74D00}" destId="{B478F0D5-6F49-9945-BBC0-B187CDF103E5}" srcOrd="6" destOrd="0" presId="urn:microsoft.com/office/officeart/2005/8/layout/architecture"/>
    <dgm:cxn modelId="{AF0A1B66-9AD2-9D45-92F2-FF54B406A86D}" type="presParOf" srcId="{B478F0D5-6F49-9945-BBC0-B187CDF103E5}" destId="{D7BE9448-2A95-CF40-9E3D-F4FB6F12C98C}" srcOrd="0" destOrd="0" presId="urn:microsoft.com/office/officeart/2005/8/layout/architecture"/>
    <dgm:cxn modelId="{40BCB8D9-BDBC-1F45-A0ED-E19349085A64}" type="presParOf" srcId="{B478F0D5-6F49-9945-BBC0-B187CDF103E5}" destId="{494A514E-BEF4-6342-80E8-4C44B4622845}" srcOrd="1" destOrd="0" presId="urn:microsoft.com/office/officeart/2005/8/layout/architecture"/>
    <dgm:cxn modelId="{3029AD0A-8481-4041-91BC-B583D2D740EF}" type="presParOf" srcId="{002A3040-02A4-794E-953C-E83F46E74D00}" destId="{D8AB5BAB-59E5-8D40-9799-A72261AF9C49}" srcOrd="7" destOrd="0" presId="urn:microsoft.com/office/officeart/2005/8/layout/architecture"/>
    <dgm:cxn modelId="{7A82EB23-63BB-A741-8D14-92B6224C8763}" type="presParOf" srcId="{002A3040-02A4-794E-953C-E83F46E74D00}" destId="{54A5EFED-1699-1A43-960B-F3BA147FE82B}" srcOrd="8" destOrd="0" presId="urn:microsoft.com/office/officeart/2005/8/layout/architecture"/>
    <dgm:cxn modelId="{F19845EC-5630-E045-BA1C-4E623F2F4777}" type="presParOf" srcId="{54A5EFED-1699-1A43-960B-F3BA147FE82B}" destId="{3A059CAE-C6F3-9341-BC99-82DC36802F07}" srcOrd="0" destOrd="0" presId="urn:microsoft.com/office/officeart/2005/8/layout/architecture"/>
    <dgm:cxn modelId="{C4607AF0-DC82-F844-8B0A-C0A62A91894E}" type="presParOf" srcId="{54A5EFED-1699-1A43-960B-F3BA147FE82B}" destId="{8A766EF7-B7BA-0046-9134-A1CC86F3EA1B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02F7315E-A2A2-427B-99FE-8950D3506D31}" type="doc">
      <dgm:prSet loTypeId="urn:microsoft.com/office/officeart/2005/8/layout/process1" qsTypeId="urn:microsoft.com/office/officeart/2005/8/quickstyle/simple2" csTypeId="urn:microsoft.com/office/officeart/2005/8/colors/accent1_2"/>
      <dgm:spPr/>
    </dgm:pt>
    <dgm:pt modelId="{1C09A05F-ED48-41B3-8187-F66A9B6A1AB2}">
      <dgm:prSet/>
      <dgm:spPr/>
      <dgm:t>
        <a:bodyPr/>
        <a:lstStyle/>
        <a:p>
          <a:r>
            <a:t>Discover</a:t>
          </a:r>
        </a:p>
      </dgm:t>
    </dgm:pt>
    <dgm:pt modelId="{8EC0E189-A4DF-4BC3-A27F-D0F19791A05A}" type="parTrans" cxnId="{1B41A30E-D995-4901-B4B9-999D5BAD62F7}">
      <dgm:prSet/>
      <dgm:spPr/>
      <dgm:t>
        <a:bodyPr/>
        <a:lstStyle/>
        <a:p>
          <a:endParaRPr/>
        </a:p>
      </dgm:t>
    </dgm:pt>
    <dgm:pt modelId="{A98A679D-5F21-4DA1-9E06-9E2B101FC570}" type="sibTrans" cxnId="{1B41A30E-D995-4901-B4B9-999D5BAD62F7}">
      <dgm:prSet/>
      <dgm:spPr/>
      <dgm:t>
        <a:bodyPr/>
        <a:lstStyle/>
        <a:p>
          <a:endParaRPr/>
        </a:p>
      </dgm:t>
    </dgm:pt>
    <dgm:pt modelId="{EF2BC9DC-D6E2-4D9B-A933-832DE55BD65A}">
      <dgm:prSet/>
      <dgm:spPr/>
      <dgm:t>
        <a:bodyPr/>
        <a:lstStyle/>
        <a:p>
          <a:r>
            <a:t>Define</a:t>
          </a:r>
        </a:p>
      </dgm:t>
    </dgm:pt>
    <dgm:pt modelId="{9935E4A6-4F4F-4F3A-A248-F48769C31956}" type="parTrans" cxnId="{5C22B499-33F1-4CA0-A5B1-9F61F0BE3A0F}">
      <dgm:prSet/>
      <dgm:spPr/>
      <dgm:t>
        <a:bodyPr/>
        <a:lstStyle/>
        <a:p>
          <a:endParaRPr/>
        </a:p>
      </dgm:t>
    </dgm:pt>
    <dgm:pt modelId="{8A8659C2-80D8-485A-BA78-E15C1F522ACD}" type="sibTrans" cxnId="{5C22B499-33F1-4CA0-A5B1-9F61F0BE3A0F}">
      <dgm:prSet/>
      <dgm:spPr/>
      <dgm:t>
        <a:bodyPr/>
        <a:lstStyle/>
        <a:p>
          <a:endParaRPr/>
        </a:p>
      </dgm:t>
    </dgm:pt>
    <dgm:pt modelId="{3EE29D72-ECF5-4E79-9ED6-F6EAD419C6DF}">
      <dgm:prSet/>
      <dgm:spPr/>
      <dgm:t>
        <a:bodyPr/>
        <a:lstStyle/>
        <a:p>
          <a:r>
            <a:t>Build</a:t>
          </a:r>
        </a:p>
      </dgm:t>
    </dgm:pt>
    <dgm:pt modelId="{E4635AEC-C98A-4755-8CA2-17E2CC1529F8}" type="parTrans" cxnId="{E9F2773E-F084-4479-9022-28758AC5A62F}">
      <dgm:prSet/>
      <dgm:spPr/>
      <dgm:t>
        <a:bodyPr/>
        <a:lstStyle/>
        <a:p>
          <a:endParaRPr/>
        </a:p>
      </dgm:t>
    </dgm:pt>
    <dgm:pt modelId="{1396C194-922C-4CCD-B6C8-58184DE312CF}" type="sibTrans" cxnId="{E9F2773E-F084-4479-9022-28758AC5A62F}">
      <dgm:prSet/>
      <dgm:spPr/>
      <dgm:t>
        <a:bodyPr/>
        <a:lstStyle/>
        <a:p>
          <a:endParaRPr/>
        </a:p>
      </dgm:t>
    </dgm:pt>
    <dgm:pt modelId="{18B6A86A-F787-440E-BFBB-E46A9DD608E3}">
      <dgm:prSet/>
      <dgm:spPr/>
      <dgm:t>
        <a:bodyPr/>
        <a:lstStyle/>
        <a:p>
          <a:r>
            <a:t>Launch</a:t>
          </a:r>
        </a:p>
      </dgm:t>
    </dgm:pt>
    <dgm:pt modelId="{70CA91BC-A606-4932-A981-7F569360E38E}" type="parTrans" cxnId="{F49D0BBA-D9D1-4F71-934B-F703386A1AE8}">
      <dgm:prSet/>
      <dgm:spPr/>
      <dgm:t>
        <a:bodyPr/>
        <a:lstStyle/>
        <a:p>
          <a:endParaRPr/>
        </a:p>
      </dgm:t>
    </dgm:pt>
    <dgm:pt modelId="{6EE748F4-765A-4546-B021-9513C2B3F94C}" type="sibTrans" cxnId="{F49D0BBA-D9D1-4F71-934B-F703386A1AE8}">
      <dgm:prSet/>
      <dgm:spPr/>
      <dgm:t>
        <a:bodyPr/>
        <a:lstStyle/>
        <a:p>
          <a:endParaRPr/>
        </a:p>
      </dgm:t>
    </dgm:pt>
    <dgm:pt modelId="{88A09A58-C5A4-47B0-A11F-127D39F947CF}">
      <dgm:prSet/>
      <dgm:spPr/>
      <dgm:t>
        <a:bodyPr/>
        <a:lstStyle/>
        <a:p>
          <a:r>
            <a:t>Learn</a:t>
          </a:r>
        </a:p>
      </dgm:t>
    </dgm:pt>
    <dgm:pt modelId="{589A299A-F55C-426A-BC1D-B71BB80E3EFB}" type="parTrans" cxnId="{CD184890-819A-4866-9A99-F6AE0DEDA864}">
      <dgm:prSet/>
      <dgm:spPr/>
      <dgm:t>
        <a:bodyPr/>
        <a:lstStyle/>
        <a:p>
          <a:endParaRPr/>
        </a:p>
      </dgm:t>
    </dgm:pt>
    <dgm:pt modelId="{FBC6D0AA-50DB-4841-9846-C0AEC306F7A7}" type="sibTrans" cxnId="{CD184890-819A-4866-9A99-F6AE0DEDA864}">
      <dgm:prSet/>
      <dgm:spPr/>
      <dgm:t>
        <a:bodyPr/>
        <a:lstStyle/>
        <a:p>
          <a:endParaRPr/>
        </a:p>
      </dgm:t>
    </dgm:pt>
    <dgm:pt modelId="{F60551C7-0C75-AB45-8155-FF09DD411984}" type="pres">
      <dgm:prSet presAssocID="{02F7315E-A2A2-427B-99FE-8950D3506D31}" presName="Name0" presStyleCnt="0">
        <dgm:presLayoutVars>
          <dgm:dir/>
          <dgm:resizeHandles val="exact"/>
        </dgm:presLayoutVars>
      </dgm:prSet>
      <dgm:spPr/>
    </dgm:pt>
    <dgm:pt modelId="{2E42060A-3661-2346-9BE9-BA9D05164972}" type="pres">
      <dgm:prSet presAssocID="{1C09A05F-ED48-41B3-8187-F66A9B6A1AB2}" presName="node" presStyleLbl="node1" presStyleIdx="0" presStyleCnt="5">
        <dgm:presLayoutVars>
          <dgm:bulletEnabled val="1"/>
        </dgm:presLayoutVars>
      </dgm:prSet>
      <dgm:spPr/>
    </dgm:pt>
    <dgm:pt modelId="{D709FC38-E7D2-0448-BDEA-729450C74570}" type="pres">
      <dgm:prSet presAssocID="{A98A679D-5F21-4DA1-9E06-9E2B101FC570}" presName="sibTrans" presStyleLbl="sibTrans2D1" presStyleIdx="0" presStyleCnt="4"/>
      <dgm:spPr/>
    </dgm:pt>
    <dgm:pt modelId="{B22BA12C-5641-6E49-B70C-5A1C65F7B916}" type="pres">
      <dgm:prSet presAssocID="{A98A679D-5F21-4DA1-9E06-9E2B101FC570}" presName="connectorText" presStyleLbl="sibTrans2D1" presStyleIdx="0" presStyleCnt="4"/>
      <dgm:spPr/>
    </dgm:pt>
    <dgm:pt modelId="{50D58630-5597-0B4E-80A3-9A5028F4E37C}" type="pres">
      <dgm:prSet presAssocID="{EF2BC9DC-D6E2-4D9B-A933-832DE55BD65A}" presName="node" presStyleLbl="node1" presStyleIdx="1" presStyleCnt="5">
        <dgm:presLayoutVars>
          <dgm:bulletEnabled val="1"/>
        </dgm:presLayoutVars>
      </dgm:prSet>
      <dgm:spPr/>
    </dgm:pt>
    <dgm:pt modelId="{269B3660-D76E-324D-9B00-5750943700D1}" type="pres">
      <dgm:prSet presAssocID="{8A8659C2-80D8-485A-BA78-E15C1F522ACD}" presName="sibTrans" presStyleLbl="sibTrans2D1" presStyleIdx="1" presStyleCnt="4"/>
      <dgm:spPr/>
    </dgm:pt>
    <dgm:pt modelId="{E3A60F4C-1CD2-9643-9229-B7DA76103EA1}" type="pres">
      <dgm:prSet presAssocID="{8A8659C2-80D8-485A-BA78-E15C1F522ACD}" presName="connectorText" presStyleLbl="sibTrans2D1" presStyleIdx="1" presStyleCnt="4"/>
      <dgm:spPr/>
    </dgm:pt>
    <dgm:pt modelId="{FF2DA934-B9E8-9B43-B471-36F42CA0FBFC}" type="pres">
      <dgm:prSet presAssocID="{3EE29D72-ECF5-4E79-9ED6-F6EAD419C6DF}" presName="node" presStyleLbl="node1" presStyleIdx="2" presStyleCnt="5">
        <dgm:presLayoutVars>
          <dgm:bulletEnabled val="1"/>
        </dgm:presLayoutVars>
      </dgm:prSet>
      <dgm:spPr/>
    </dgm:pt>
    <dgm:pt modelId="{DB8F9110-5E7C-014E-B948-BAE7ED63BCF5}" type="pres">
      <dgm:prSet presAssocID="{1396C194-922C-4CCD-B6C8-58184DE312CF}" presName="sibTrans" presStyleLbl="sibTrans2D1" presStyleIdx="2" presStyleCnt="4"/>
      <dgm:spPr/>
    </dgm:pt>
    <dgm:pt modelId="{3BF29A61-77E5-7545-853B-525E5BFD3557}" type="pres">
      <dgm:prSet presAssocID="{1396C194-922C-4CCD-B6C8-58184DE312CF}" presName="connectorText" presStyleLbl="sibTrans2D1" presStyleIdx="2" presStyleCnt="4"/>
      <dgm:spPr/>
    </dgm:pt>
    <dgm:pt modelId="{B7AA4517-9980-2441-9E8F-8CB3B75E3B86}" type="pres">
      <dgm:prSet presAssocID="{18B6A86A-F787-440E-BFBB-E46A9DD608E3}" presName="node" presStyleLbl="node1" presStyleIdx="3" presStyleCnt="5">
        <dgm:presLayoutVars>
          <dgm:bulletEnabled val="1"/>
        </dgm:presLayoutVars>
      </dgm:prSet>
      <dgm:spPr/>
    </dgm:pt>
    <dgm:pt modelId="{1DB37DF2-AA69-C948-AA93-A48595559276}" type="pres">
      <dgm:prSet presAssocID="{6EE748F4-765A-4546-B021-9513C2B3F94C}" presName="sibTrans" presStyleLbl="sibTrans2D1" presStyleIdx="3" presStyleCnt="4"/>
      <dgm:spPr/>
    </dgm:pt>
    <dgm:pt modelId="{FC13A774-45D7-D648-8C41-32D781171FE1}" type="pres">
      <dgm:prSet presAssocID="{6EE748F4-765A-4546-B021-9513C2B3F94C}" presName="connectorText" presStyleLbl="sibTrans2D1" presStyleIdx="3" presStyleCnt="4"/>
      <dgm:spPr/>
    </dgm:pt>
    <dgm:pt modelId="{D00AB1B7-08C0-8C4C-94BD-5ED4060F00DF}" type="pres">
      <dgm:prSet presAssocID="{88A09A58-C5A4-47B0-A11F-127D39F947CF}" presName="node" presStyleLbl="node1" presStyleIdx="4" presStyleCnt="5">
        <dgm:presLayoutVars>
          <dgm:bulletEnabled val="1"/>
        </dgm:presLayoutVars>
      </dgm:prSet>
      <dgm:spPr/>
    </dgm:pt>
  </dgm:ptLst>
  <dgm:cxnLst>
    <dgm:cxn modelId="{540E3002-A630-CC41-8BB0-1162FAD976F0}" type="presOf" srcId="{1C09A05F-ED48-41B3-8187-F66A9B6A1AB2}" destId="{2E42060A-3661-2346-9BE9-BA9D05164972}" srcOrd="0" destOrd="0" presId="urn:microsoft.com/office/officeart/2005/8/layout/process1"/>
    <dgm:cxn modelId="{1B41A30E-D995-4901-B4B9-999D5BAD62F7}" srcId="{02F7315E-A2A2-427B-99FE-8950D3506D31}" destId="{1C09A05F-ED48-41B3-8187-F66A9B6A1AB2}" srcOrd="0" destOrd="0" parTransId="{8EC0E189-A4DF-4BC3-A27F-D0F19791A05A}" sibTransId="{A98A679D-5F21-4DA1-9E06-9E2B101FC570}"/>
    <dgm:cxn modelId="{053F4917-D4E7-1D43-A5EE-366D257B5F72}" type="presOf" srcId="{A98A679D-5F21-4DA1-9E06-9E2B101FC570}" destId="{D709FC38-E7D2-0448-BDEA-729450C74570}" srcOrd="0" destOrd="0" presId="urn:microsoft.com/office/officeart/2005/8/layout/process1"/>
    <dgm:cxn modelId="{14B1381B-6D45-F949-B289-16454C2DEDBE}" type="presOf" srcId="{8A8659C2-80D8-485A-BA78-E15C1F522ACD}" destId="{269B3660-D76E-324D-9B00-5750943700D1}" srcOrd="0" destOrd="0" presId="urn:microsoft.com/office/officeart/2005/8/layout/process1"/>
    <dgm:cxn modelId="{53EFA424-2331-F346-9C8E-75463D4494FF}" type="presOf" srcId="{18B6A86A-F787-440E-BFBB-E46A9DD608E3}" destId="{B7AA4517-9980-2441-9E8F-8CB3B75E3B86}" srcOrd="0" destOrd="0" presId="urn:microsoft.com/office/officeart/2005/8/layout/process1"/>
    <dgm:cxn modelId="{E9F2773E-F084-4479-9022-28758AC5A62F}" srcId="{02F7315E-A2A2-427B-99FE-8950D3506D31}" destId="{3EE29D72-ECF5-4E79-9ED6-F6EAD419C6DF}" srcOrd="2" destOrd="0" parTransId="{E4635AEC-C98A-4755-8CA2-17E2CC1529F8}" sibTransId="{1396C194-922C-4CCD-B6C8-58184DE312CF}"/>
    <dgm:cxn modelId="{EBE62B4B-50E4-534B-BC90-74B27B446CA1}" type="presOf" srcId="{1396C194-922C-4CCD-B6C8-58184DE312CF}" destId="{DB8F9110-5E7C-014E-B948-BAE7ED63BCF5}" srcOrd="0" destOrd="0" presId="urn:microsoft.com/office/officeart/2005/8/layout/process1"/>
    <dgm:cxn modelId="{52F12C4B-BCE0-514C-A2D1-FBB7F947DC74}" type="presOf" srcId="{6EE748F4-765A-4546-B021-9513C2B3F94C}" destId="{1DB37DF2-AA69-C948-AA93-A48595559276}" srcOrd="0" destOrd="0" presId="urn:microsoft.com/office/officeart/2005/8/layout/process1"/>
    <dgm:cxn modelId="{5ED8875B-60DA-2C4A-ABE8-F1EBCBE90379}" type="presOf" srcId="{EF2BC9DC-D6E2-4D9B-A933-832DE55BD65A}" destId="{50D58630-5597-0B4E-80A3-9A5028F4E37C}" srcOrd="0" destOrd="0" presId="urn:microsoft.com/office/officeart/2005/8/layout/process1"/>
    <dgm:cxn modelId="{22B85566-3F44-344E-81A2-72771AC5BC83}" type="presOf" srcId="{A98A679D-5F21-4DA1-9E06-9E2B101FC570}" destId="{B22BA12C-5641-6E49-B70C-5A1C65F7B916}" srcOrd="1" destOrd="0" presId="urn:microsoft.com/office/officeart/2005/8/layout/process1"/>
    <dgm:cxn modelId="{4C810668-11D5-0D4D-A7FD-0DCB560CB14D}" type="presOf" srcId="{1396C194-922C-4CCD-B6C8-58184DE312CF}" destId="{3BF29A61-77E5-7545-853B-525E5BFD3557}" srcOrd="1" destOrd="0" presId="urn:microsoft.com/office/officeart/2005/8/layout/process1"/>
    <dgm:cxn modelId="{FF36E288-D2FC-CD43-86ED-A5CF2A8EF77F}" type="presOf" srcId="{02F7315E-A2A2-427B-99FE-8950D3506D31}" destId="{F60551C7-0C75-AB45-8155-FF09DD411984}" srcOrd="0" destOrd="0" presId="urn:microsoft.com/office/officeart/2005/8/layout/process1"/>
    <dgm:cxn modelId="{CD184890-819A-4866-9A99-F6AE0DEDA864}" srcId="{02F7315E-A2A2-427B-99FE-8950D3506D31}" destId="{88A09A58-C5A4-47B0-A11F-127D39F947CF}" srcOrd="4" destOrd="0" parTransId="{589A299A-F55C-426A-BC1D-B71BB80E3EFB}" sibTransId="{FBC6D0AA-50DB-4841-9846-C0AEC306F7A7}"/>
    <dgm:cxn modelId="{91301B92-EE8F-CA48-AC1F-8FFF5E068EC4}" type="presOf" srcId="{3EE29D72-ECF5-4E79-9ED6-F6EAD419C6DF}" destId="{FF2DA934-B9E8-9B43-B471-36F42CA0FBFC}" srcOrd="0" destOrd="0" presId="urn:microsoft.com/office/officeart/2005/8/layout/process1"/>
    <dgm:cxn modelId="{5C22B499-33F1-4CA0-A5B1-9F61F0BE3A0F}" srcId="{02F7315E-A2A2-427B-99FE-8950D3506D31}" destId="{EF2BC9DC-D6E2-4D9B-A933-832DE55BD65A}" srcOrd="1" destOrd="0" parTransId="{9935E4A6-4F4F-4F3A-A248-F48769C31956}" sibTransId="{8A8659C2-80D8-485A-BA78-E15C1F522ACD}"/>
    <dgm:cxn modelId="{F87CA9A6-5A0F-F442-B496-5C329ED15DA2}" type="presOf" srcId="{8A8659C2-80D8-485A-BA78-E15C1F522ACD}" destId="{E3A60F4C-1CD2-9643-9229-B7DA76103EA1}" srcOrd="1" destOrd="0" presId="urn:microsoft.com/office/officeart/2005/8/layout/process1"/>
    <dgm:cxn modelId="{8E4376AE-7499-6843-AB45-52620B892E23}" type="presOf" srcId="{6EE748F4-765A-4546-B021-9513C2B3F94C}" destId="{FC13A774-45D7-D648-8C41-32D781171FE1}" srcOrd="1" destOrd="0" presId="urn:microsoft.com/office/officeart/2005/8/layout/process1"/>
    <dgm:cxn modelId="{F49D0BBA-D9D1-4F71-934B-F703386A1AE8}" srcId="{02F7315E-A2A2-427B-99FE-8950D3506D31}" destId="{18B6A86A-F787-440E-BFBB-E46A9DD608E3}" srcOrd="3" destOrd="0" parTransId="{70CA91BC-A606-4932-A981-7F569360E38E}" sibTransId="{6EE748F4-765A-4546-B021-9513C2B3F94C}"/>
    <dgm:cxn modelId="{F4B83ED3-4215-9446-ACFB-F6105E37D644}" type="presOf" srcId="{88A09A58-C5A4-47B0-A11F-127D39F947CF}" destId="{D00AB1B7-08C0-8C4C-94BD-5ED4060F00DF}" srcOrd="0" destOrd="0" presId="urn:microsoft.com/office/officeart/2005/8/layout/process1"/>
    <dgm:cxn modelId="{0A3CE10E-2357-D542-BF7A-FB31220BDC77}" type="presParOf" srcId="{F60551C7-0C75-AB45-8155-FF09DD411984}" destId="{2E42060A-3661-2346-9BE9-BA9D05164972}" srcOrd="0" destOrd="0" presId="urn:microsoft.com/office/officeart/2005/8/layout/process1"/>
    <dgm:cxn modelId="{6C9B5616-1F37-5F46-9DA5-AE67E6E75374}" type="presParOf" srcId="{F60551C7-0C75-AB45-8155-FF09DD411984}" destId="{D709FC38-E7D2-0448-BDEA-729450C74570}" srcOrd="1" destOrd="0" presId="urn:microsoft.com/office/officeart/2005/8/layout/process1"/>
    <dgm:cxn modelId="{539F38A8-6C73-904F-BECC-28930059D108}" type="presParOf" srcId="{D709FC38-E7D2-0448-BDEA-729450C74570}" destId="{B22BA12C-5641-6E49-B70C-5A1C65F7B916}" srcOrd="0" destOrd="0" presId="urn:microsoft.com/office/officeart/2005/8/layout/process1"/>
    <dgm:cxn modelId="{C3111AF4-9EA4-3B47-97DE-0DB746D3A120}" type="presParOf" srcId="{F60551C7-0C75-AB45-8155-FF09DD411984}" destId="{50D58630-5597-0B4E-80A3-9A5028F4E37C}" srcOrd="2" destOrd="0" presId="urn:microsoft.com/office/officeart/2005/8/layout/process1"/>
    <dgm:cxn modelId="{2BC298F8-6132-F844-849F-BE153F025D82}" type="presParOf" srcId="{F60551C7-0C75-AB45-8155-FF09DD411984}" destId="{269B3660-D76E-324D-9B00-5750943700D1}" srcOrd="3" destOrd="0" presId="urn:microsoft.com/office/officeart/2005/8/layout/process1"/>
    <dgm:cxn modelId="{E2908160-1938-AC4E-800E-DF12C550C070}" type="presParOf" srcId="{269B3660-D76E-324D-9B00-5750943700D1}" destId="{E3A60F4C-1CD2-9643-9229-B7DA76103EA1}" srcOrd="0" destOrd="0" presId="urn:microsoft.com/office/officeart/2005/8/layout/process1"/>
    <dgm:cxn modelId="{5062DA23-D6CC-E84E-9566-5E5E7EE4615D}" type="presParOf" srcId="{F60551C7-0C75-AB45-8155-FF09DD411984}" destId="{FF2DA934-B9E8-9B43-B471-36F42CA0FBFC}" srcOrd="4" destOrd="0" presId="urn:microsoft.com/office/officeart/2005/8/layout/process1"/>
    <dgm:cxn modelId="{41B4C2F0-0B2B-4B43-8EEA-F80AD3E0A225}" type="presParOf" srcId="{F60551C7-0C75-AB45-8155-FF09DD411984}" destId="{DB8F9110-5E7C-014E-B948-BAE7ED63BCF5}" srcOrd="5" destOrd="0" presId="urn:microsoft.com/office/officeart/2005/8/layout/process1"/>
    <dgm:cxn modelId="{941DB0CC-E1CC-1246-87E9-3834E84CD42E}" type="presParOf" srcId="{DB8F9110-5E7C-014E-B948-BAE7ED63BCF5}" destId="{3BF29A61-77E5-7545-853B-525E5BFD3557}" srcOrd="0" destOrd="0" presId="urn:microsoft.com/office/officeart/2005/8/layout/process1"/>
    <dgm:cxn modelId="{B48B4BE5-3BBE-8C40-A1EE-45459C09AF82}" type="presParOf" srcId="{F60551C7-0C75-AB45-8155-FF09DD411984}" destId="{B7AA4517-9980-2441-9E8F-8CB3B75E3B86}" srcOrd="6" destOrd="0" presId="urn:microsoft.com/office/officeart/2005/8/layout/process1"/>
    <dgm:cxn modelId="{C3FF2C1B-3CAA-514B-AE57-1EEE89FCDE39}" type="presParOf" srcId="{F60551C7-0C75-AB45-8155-FF09DD411984}" destId="{1DB37DF2-AA69-C948-AA93-A48595559276}" srcOrd="7" destOrd="0" presId="urn:microsoft.com/office/officeart/2005/8/layout/process1"/>
    <dgm:cxn modelId="{589AC07C-AD64-3044-BD31-B67D6A8075F3}" type="presParOf" srcId="{1DB37DF2-AA69-C948-AA93-A48595559276}" destId="{FC13A774-45D7-D648-8C41-32D781171FE1}" srcOrd="0" destOrd="0" presId="urn:microsoft.com/office/officeart/2005/8/layout/process1"/>
    <dgm:cxn modelId="{9F507966-B763-9C45-8745-13D6D65D752D}" type="presParOf" srcId="{F60551C7-0C75-AB45-8155-FF09DD411984}" destId="{D00AB1B7-08C0-8C4C-94BD-5ED4060F00DF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1017B6DE-F579-4F56-8838-B44CE4535A06}" type="doc">
      <dgm:prSet loTypeId="urn:microsoft.com/office/officeart/2009/3/layout/StepUpProcess" qsTypeId="urn:microsoft.com/office/officeart/2005/8/quickstyle/simple2" csTypeId="urn:microsoft.com/office/officeart/2005/8/colors/accent1_2"/>
      <dgm:spPr/>
    </dgm:pt>
    <dgm:pt modelId="{312B6FFA-B821-4813-BFED-3EDBB2F5C66C}">
      <dgm:prSet/>
      <dgm:spPr/>
      <dgm:t>
        <a:bodyPr/>
        <a:lstStyle/>
        <a:p>
          <a:r>
            <a:t>Discover</a:t>
          </a:r>
        </a:p>
      </dgm:t>
    </dgm:pt>
    <dgm:pt modelId="{7B82A6A5-295A-4FA4-AE47-4C3473CA4513}" type="parTrans" cxnId="{CDFCCBCD-B9A6-442C-8BCF-43284159CDFB}">
      <dgm:prSet/>
      <dgm:spPr/>
      <dgm:t>
        <a:bodyPr/>
        <a:lstStyle/>
        <a:p>
          <a:endParaRPr/>
        </a:p>
      </dgm:t>
    </dgm:pt>
    <dgm:pt modelId="{33238836-9D1C-4155-A819-9EF39D55285E}" type="sibTrans" cxnId="{CDFCCBCD-B9A6-442C-8BCF-43284159CDFB}">
      <dgm:prSet/>
      <dgm:spPr/>
      <dgm:t>
        <a:bodyPr/>
        <a:lstStyle/>
        <a:p>
          <a:endParaRPr/>
        </a:p>
      </dgm:t>
    </dgm:pt>
    <dgm:pt modelId="{D2D28165-CE92-46A0-B02B-36069A5B9E75}">
      <dgm:prSet/>
      <dgm:spPr/>
      <dgm:t>
        <a:bodyPr/>
        <a:lstStyle/>
        <a:p>
          <a:r>
            <a:t>Define</a:t>
          </a:r>
        </a:p>
      </dgm:t>
    </dgm:pt>
    <dgm:pt modelId="{442B2AD2-1E4B-42B7-97A0-4EEE3773D29D}" type="parTrans" cxnId="{0271F95A-04E9-4C3E-8B73-84ECEC12B506}">
      <dgm:prSet/>
      <dgm:spPr/>
      <dgm:t>
        <a:bodyPr/>
        <a:lstStyle/>
        <a:p>
          <a:endParaRPr/>
        </a:p>
      </dgm:t>
    </dgm:pt>
    <dgm:pt modelId="{6F32D04B-9C0E-4B3E-BC13-7A80FF89FBF3}" type="sibTrans" cxnId="{0271F95A-04E9-4C3E-8B73-84ECEC12B506}">
      <dgm:prSet/>
      <dgm:spPr/>
      <dgm:t>
        <a:bodyPr/>
        <a:lstStyle/>
        <a:p>
          <a:endParaRPr/>
        </a:p>
      </dgm:t>
    </dgm:pt>
    <dgm:pt modelId="{73C869DC-53E7-4222-A3B2-4DF1F619EAA3}">
      <dgm:prSet/>
      <dgm:spPr/>
      <dgm:t>
        <a:bodyPr/>
        <a:lstStyle/>
        <a:p>
          <a:r>
            <a:t>Build</a:t>
          </a:r>
        </a:p>
      </dgm:t>
    </dgm:pt>
    <dgm:pt modelId="{39B1D845-C32D-44E4-9F09-423FAC7B5C7A}" type="parTrans" cxnId="{C2D7E2F3-1702-41E7-8552-123A9A685DEB}">
      <dgm:prSet/>
      <dgm:spPr/>
      <dgm:t>
        <a:bodyPr/>
        <a:lstStyle/>
        <a:p>
          <a:endParaRPr/>
        </a:p>
      </dgm:t>
    </dgm:pt>
    <dgm:pt modelId="{38354914-062B-4C08-B397-E9658390924E}" type="sibTrans" cxnId="{C2D7E2F3-1702-41E7-8552-123A9A685DEB}">
      <dgm:prSet/>
      <dgm:spPr/>
      <dgm:t>
        <a:bodyPr/>
        <a:lstStyle/>
        <a:p>
          <a:endParaRPr/>
        </a:p>
      </dgm:t>
    </dgm:pt>
    <dgm:pt modelId="{D9718559-A838-4707-8590-F9A9F95F08F9}">
      <dgm:prSet/>
      <dgm:spPr/>
      <dgm:t>
        <a:bodyPr/>
        <a:lstStyle/>
        <a:p>
          <a:r>
            <a:t>Launch</a:t>
          </a:r>
        </a:p>
      </dgm:t>
    </dgm:pt>
    <dgm:pt modelId="{B21158BF-7856-4FD4-9EFA-01F724A39031}" type="parTrans" cxnId="{5032AD7F-8F57-431F-B6FE-71010C3347B0}">
      <dgm:prSet/>
      <dgm:spPr/>
      <dgm:t>
        <a:bodyPr/>
        <a:lstStyle/>
        <a:p>
          <a:endParaRPr/>
        </a:p>
      </dgm:t>
    </dgm:pt>
    <dgm:pt modelId="{9E830751-AE23-4CC9-BA24-EB27640F6938}" type="sibTrans" cxnId="{5032AD7F-8F57-431F-B6FE-71010C3347B0}">
      <dgm:prSet/>
      <dgm:spPr/>
      <dgm:t>
        <a:bodyPr/>
        <a:lstStyle/>
        <a:p>
          <a:endParaRPr/>
        </a:p>
      </dgm:t>
    </dgm:pt>
    <dgm:pt modelId="{F50EF030-EF6B-47A1-8582-004E277DE9C3}">
      <dgm:prSet/>
      <dgm:spPr/>
      <dgm:t>
        <a:bodyPr/>
        <a:lstStyle/>
        <a:p>
          <a:r>
            <a:t>Learn</a:t>
          </a:r>
        </a:p>
      </dgm:t>
    </dgm:pt>
    <dgm:pt modelId="{1106854D-DE0E-4A97-AF31-71BED5951E67}" type="parTrans" cxnId="{F052D8B1-B5A9-41C4-9753-4797E3FC6076}">
      <dgm:prSet/>
      <dgm:spPr/>
      <dgm:t>
        <a:bodyPr/>
        <a:lstStyle/>
        <a:p>
          <a:endParaRPr/>
        </a:p>
      </dgm:t>
    </dgm:pt>
    <dgm:pt modelId="{0603A4C2-A753-4E46-9E3E-9E3A339D2B67}" type="sibTrans" cxnId="{F052D8B1-B5A9-41C4-9753-4797E3FC6076}">
      <dgm:prSet/>
      <dgm:spPr/>
      <dgm:t>
        <a:bodyPr/>
        <a:lstStyle/>
        <a:p>
          <a:endParaRPr/>
        </a:p>
      </dgm:t>
    </dgm:pt>
    <dgm:pt modelId="{1BB71772-1CEB-7C4B-9859-6339A7959F6E}" type="pres">
      <dgm:prSet presAssocID="{1017B6DE-F579-4F56-8838-B44CE4535A06}" presName="rootnode" presStyleCnt="0">
        <dgm:presLayoutVars>
          <dgm:chMax/>
          <dgm:chPref/>
          <dgm:dir/>
          <dgm:animLvl val="lvl"/>
        </dgm:presLayoutVars>
      </dgm:prSet>
      <dgm:spPr/>
    </dgm:pt>
    <dgm:pt modelId="{51B01BF7-11D5-4548-BEE6-2616F8D23A7D}" type="pres">
      <dgm:prSet presAssocID="{312B6FFA-B821-4813-BFED-3EDBB2F5C66C}" presName="composite" presStyleCnt="0"/>
      <dgm:spPr/>
    </dgm:pt>
    <dgm:pt modelId="{C507CE52-D669-EF43-91ED-35B2B40F9A37}" type="pres">
      <dgm:prSet presAssocID="{312B6FFA-B821-4813-BFED-3EDBB2F5C66C}" presName="LShape" presStyleLbl="alignNode1" presStyleIdx="0" presStyleCnt="9"/>
      <dgm:spPr/>
    </dgm:pt>
    <dgm:pt modelId="{62DF611B-18A4-3F42-A5A2-DA841A9910D8}" type="pres">
      <dgm:prSet presAssocID="{312B6FFA-B821-4813-BFED-3EDBB2F5C66C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B78C4C24-FA7C-7E48-BEDC-0F6C9B770DA2}" type="pres">
      <dgm:prSet presAssocID="{312B6FFA-B821-4813-BFED-3EDBB2F5C66C}" presName="Triangle" presStyleLbl="alignNode1" presStyleIdx="1" presStyleCnt="9"/>
      <dgm:spPr/>
    </dgm:pt>
    <dgm:pt modelId="{EB18FD45-E0C8-9E4F-A458-05EB37D67412}" type="pres">
      <dgm:prSet presAssocID="{33238836-9D1C-4155-A819-9EF39D55285E}" presName="sibTrans" presStyleCnt="0"/>
      <dgm:spPr/>
    </dgm:pt>
    <dgm:pt modelId="{FD7F9603-D5D5-9F49-9C7A-7A69C1516887}" type="pres">
      <dgm:prSet presAssocID="{33238836-9D1C-4155-A819-9EF39D55285E}" presName="space" presStyleCnt="0"/>
      <dgm:spPr/>
    </dgm:pt>
    <dgm:pt modelId="{9E3AEF7F-17E7-5546-82DE-E3E4201D33FE}" type="pres">
      <dgm:prSet presAssocID="{D2D28165-CE92-46A0-B02B-36069A5B9E75}" presName="composite" presStyleCnt="0"/>
      <dgm:spPr/>
    </dgm:pt>
    <dgm:pt modelId="{0F3307E9-C647-804A-95C0-4828B894AB4A}" type="pres">
      <dgm:prSet presAssocID="{D2D28165-CE92-46A0-B02B-36069A5B9E75}" presName="LShape" presStyleLbl="alignNode1" presStyleIdx="2" presStyleCnt="9"/>
      <dgm:spPr/>
    </dgm:pt>
    <dgm:pt modelId="{7E8AAA55-E4D5-F94E-80D6-48217B95C4C1}" type="pres">
      <dgm:prSet presAssocID="{D2D28165-CE92-46A0-B02B-36069A5B9E75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3B48CD0A-9E9B-A741-B15F-5F6C7BE3922F}" type="pres">
      <dgm:prSet presAssocID="{D2D28165-CE92-46A0-B02B-36069A5B9E75}" presName="Triangle" presStyleLbl="alignNode1" presStyleIdx="3" presStyleCnt="9"/>
      <dgm:spPr/>
    </dgm:pt>
    <dgm:pt modelId="{E328FD3A-1C47-8541-B9BB-ED00000AE302}" type="pres">
      <dgm:prSet presAssocID="{6F32D04B-9C0E-4B3E-BC13-7A80FF89FBF3}" presName="sibTrans" presStyleCnt="0"/>
      <dgm:spPr/>
    </dgm:pt>
    <dgm:pt modelId="{53CA1BA1-90FB-7346-A6CD-47B3D3231B83}" type="pres">
      <dgm:prSet presAssocID="{6F32D04B-9C0E-4B3E-BC13-7A80FF89FBF3}" presName="space" presStyleCnt="0"/>
      <dgm:spPr/>
    </dgm:pt>
    <dgm:pt modelId="{B83E2D64-BF21-FF47-BB3C-71A4E1B04D67}" type="pres">
      <dgm:prSet presAssocID="{73C869DC-53E7-4222-A3B2-4DF1F619EAA3}" presName="composite" presStyleCnt="0"/>
      <dgm:spPr/>
    </dgm:pt>
    <dgm:pt modelId="{A8E01CDC-C79D-B74B-BF1B-8FC5799DFD5D}" type="pres">
      <dgm:prSet presAssocID="{73C869DC-53E7-4222-A3B2-4DF1F619EAA3}" presName="LShape" presStyleLbl="alignNode1" presStyleIdx="4" presStyleCnt="9"/>
      <dgm:spPr/>
    </dgm:pt>
    <dgm:pt modelId="{5D53C1C7-99E5-7B45-AC5B-B2E9BE512F55}" type="pres">
      <dgm:prSet presAssocID="{73C869DC-53E7-4222-A3B2-4DF1F619EAA3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A4899A1D-6497-FC4E-A8A6-C1B1B83493E5}" type="pres">
      <dgm:prSet presAssocID="{73C869DC-53E7-4222-A3B2-4DF1F619EAA3}" presName="Triangle" presStyleLbl="alignNode1" presStyleIdx="5" presStyleCnt="9"/>
      <dgm:spPr/>
    </dgm:pt>
    <dgm:pt modelId="{3138156F-D55A-4E41-AF69-D9AF62C95CAF}" type="pres">
      <dgm:prSet presAssocID="{38354914-062B-4C08-B397-E9658390924E}" presName="sibTrans" presStyleCnt="0"/>
      <dgm:spPr/>
    </dgm:pt>
    <dgm:pt modelId="{BB311F67-8D75-B64E-BE99-E2B827AE644B}" type="pres">
      <dgm:prSet presAssocID="{38354914-062B-4C08-B397-E9658390924E}" presName="space" presStyleCnt="0"/>
      <dgm:spPr/>
    </dgm:pt>
    <dgm:pt modelId="{7C1927AA-11A5-CB4F-99F4-C1F6F2748F2D}" type="pres">
      <dgm:prSet presAssocID="{D9718559-A838-4707-8590-F9A9F95F08F9}" presName="composite" presStyleCnt="0"/>
      <dgm:spPr/>
    </dgm:pt>
    <dgm:pt modelId="{681D8AE7-0A0F-D44C-B161-E938910A89DD}" type="pres">
      <dgm:prSet presAssocID="{D9718559-A838-4707-8590-F9A9F95F08F9}" presName="LShape" presStyleLbl="alignNode1" presStyleIdx="6" presStyleCnt="9"/>
      <dgm:spPr/>
    </dgm:pt>
    <dgm:pt modelId="{CD086D06-D416-FF4A-8797-CF3E750E8E1C}" type="pres">
      <dgm:prSet presAssocID="{D9718559-A838-4707-8590-F9A9F95F08F9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D2DE89BF-D427-5D4B-B6F7-FD2BEF8DCC67}" type="pres">
      <dgm:prSet presAssocID="{D9718559-A838-4707-8590-F9A9F95F08F9}" presName="Triangle" presStyleLbl="alignNode1" presStyleIdx="7" presStyleCnt="9"/>
      <dgm:spPr/>
    </dgm:pt>
    <dgm:pt modelId="{96C3F67D-578E-904C-A076-0BED90D6FAC7}" type="pres">
      <dgm:prSet presAssocID="{9E830751-AE23-4CC9-BA24-EB27640F6938}" presName="sibTrans" presStyleCnt="0"/>
      <dgm:spPr/>
    </dgm:pt>
    <dgm:pt modelId="{DF16D019-4A66-E740-8A26-FF6FECD2A854}" type="pres">
      <dgm:prSet presAssocID="{9E830751-AE23-4CC9-BA24-EB27640F6938}" presName="space" presStyleCnt="0"/>
      <dgm:spPr/>
    </dgm:pt>
    <dgm:pt modelId="{D35F2533-D735-3343-97C0-0A003DF657AC}" type="pres">
      <dgm:prSet presAssocID="{F50EF030-EF6B-47A1-8582-004E277DE9C3}" presName="composite" presStyleCnt="0"/>
      <dgm:spPr/>
    </dgm:pt>
    <dgm:pt modelId="{6A7C48C6-510F-F542-AEDF-0D926DED19B5}" type="pres">
      <dgm:prSet presAssocID="{F50EF030-EF6B-47A1-8582-004E277DE9C3}" presName="LShape" presStyleLbl="alignNode1" presStyleIdx="8" presStyleCnt="9"/>
      <dgm:spPr/>
    </dgm:pt>
    <dgm:pt modelId="{259FF2DF-B1CB-FF41-BA12-626824C846D5}" type="pres">
      <dgm:prSet presAssocID="{F50EF030-EF6B-47A1-8582-004E277DE9C3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1ED7A73B-646C-0141-8A2B-8DA1F9A02778}" type="presOf" srcId="{1017B6DE-F579-4F56-8838-B44CE4535A06}" destId="{1BB71772-1CEB-7C4B-9859-6339A7959F6E}" srcOrd="0" destOrd="0" presId="urn:microsoft.com/office/officeart/2009/3/layout/StepUpProcess"/>
    <dgm:cxn modelId="{0271F95A-04E9-4C3E-8B73-84ECEC12B506}" srcId="{1017B6DE-F579-4F56-8838-B44CE4535A06}" destId="{D2D28165-CE92-46A0-B02B-36069A5B9E75}" srcOrd="1" destOrd="0" parTransId="{442B2AD2-1E4B-42B7-97A0-4EEE3773D29D}" sibTransId="{6F32D04B-9C0E-4B3E-BC13-7A80FF89FBF3}"/>
    <dgm:cxn modelId="{0A2C4F65-4629-3147-A06E-D69DF2718A2C}" type="presOf" srcId="{312B6FFA-B821-4813-BFED-3EDBB2F5C66C}" destId="{62DF611B-18A4-3F42-A5A2-DA841A9910D8}" srcOrd="0" destOrd="0" presId="urn:microsoft.com/office/officeart/2009/3/layout/StepUpProcess"/>
    <dgm:cxn modelId="{5D04306B-6B47-A64F-84B0-3C2488B12D30}" type="presOf" srcId="{F50EF030-EF6B-47A1-8582-004E277DE9C3}" destId="{259FF2DF-B1CB-FF41-BA12-626824C846D5}" srcOrd="0" destOrd="0" presId="urn:microsoft.com/office/officeart/2009/3/layout/StepUpProcess"/>
    <dgm:cxn modelId="{5032AD7F-8F57-431F-B6FE-71010C3347B0}" srcId="{1017B6DE-F579-4F56-8838-B44CE4535A06}" destId="{D9718559-A838-4707-8590-F9A9F95F08F9}" srcOrd="3" destOrd="0" parTransId="{B21158BF-7856-4FD4-9EFA-01F724A39031}" sibTransId="{9E830751-AE23-4CC9-BA24-EB27640F6938}"/>
    <dgm:cxn modelId="{C6D6769D-610C-7D46-BD3D-649681AF44DC}" type="presOf" srcId="{73C869DC-53E7-4222-A3B2-4DF1F619EAA3}" destId="{5D53C1C7-99E5-7B45-AC5B-B2E9BE512F55}" srcOrd="0" destOrd="0" presId="urn:microsoft.com/office/officeart/2009/3/layout/StepUpProcess"/>
    <dgm:cxn modelId="{F0ACE9AB-8722-AE48-AE33-E7CD5A8FF5DF}" type="presOf" srcId="{D2D28165-CE92-46A0-B02B-36069A5B9E75}" destId="{7E8AAA55-E4D5-F94E-80D6-48217B95C4C1}" srcOrd="0" destOrd="0" presId="urn:microsoft.com/office/officeart/2009/3/layout/StepUpProcess"/>
    <dgm:cxn modelId="{F052D8B1-B5A9-41C4-9753-4797E3FC6076}" srcId="{1017B6DE-F579-4F56-8838-B44CE4535A06}" destId="{F50EF030-EF6B-47A1-8582-004E277DE9C3}" srcOrd="4" destOrd="0" parTransId="{1106854D-DE0E-4A97-AF31-71BED5951E67}" sibTransId="{0603A4C2-A753-4E46-9E3E-9E3A339D2B67}"/>
    <dgm:cxn modelId="{FA02E4BE-7D01-F844-894E-409991198A1B}" type="presOf" srcId="{D9718559-A838-4707-8590-F9A9F95F08F9}" destId="{CD086D06-D416-FF4A-8797-CF3E750E8E1C}" srcOrd="0" destOrd="0" presId="urn:microsoft.com/office/officeart/2009/3/layout/StepUpProcess"/>
    <dgm:cxn modelId="{CDFCCBCD-B9A6-442C-8BCF-43284159CDFB}" srcId="{1017B6DE-F579-4F56-8838-B44CE4535A06}" destId="{312B6FFA-B821-4813-BFED-3EDBB2F5C66C}" srcOrd="0" destOrd="0" parTransId="{7B82A6A5-295A-4FA4-AE47-4C3473CA4513}" sibTransId="{33238836-9D1C-4155-A819-9EF39D55285E}"/>
    <dgm:cxn modelId="{C2D7E2F3-1702-41E7-8552-123A9A685DEB}" srcId="{1017B6DE-F579-4F56-8838-B44CE4535A06}" destId="{73C869DC-53E7-4222-A3B2-4DF1F619EAA3}" srcOrd="2" destOrd="0" parTransId="{39B1D845-C32D-44E4-9F09-423FAC7B5C7A}" sibTransId="{38354914-062B-4C08-B397-E9658390924E}"/>
    <dgm:cxn modelId="{815E88A5-928E-3542-9D15-D6C3D7E272CF}" type="presParOf" srcId="{1BB71772-1CEB-7C4B-9859-6339A7959F6E}" destId="{51B01BF7-11D5-4548-BEE6-2616F8D23A7D}" srcOrd="0" destOrd="0" presId="urn:microsoft.com/office/officeart/2009/3/layout/StepUpProcess"/>
    <dgm:cxn modelId="{64201C28-2DC5-1E47-82FB-A1ADD1646898}" type="presParOf" srcId="{51B01BF7-11D5-4548-BEE6-2616F8D23A7D}" destId="{C507CE52-D669-EF43-91ED-35B2B40F9A37}" srcOrd="0" destOrd="0" presId="urn:microsoft.com/office/officeart/2009/3/layout/StepUpProcess"/>
    <dgm:cxn modelId="{35B5FC4F-B438-0B48-81D2-62EB4B812547}" type="presParOf" srcId="{51B01BF7-11D5-4548-BEE6-2616F8D23A7D}" destId="{62DF611B-18A4-3F42-A5A2-DA841A9910D8}" srcOrd="1" destOrd="0" presId="urn:microsoft.com/office/officeart/2009/3/layout/StepUpProcess"/>
    <dgm:cxn modelId="{89A34778-A018-124F-8D54-8FC6A843411D}" type="presParOf" srcId="{51B01BF7-11D5-4548-BEE6-2616F8D23A7D}" destId="{B78C4C24-FA7C-7E48-BEDC-0F6C9B770DA2}" srcOrd="2" destOrd="0" presId="urn:microsoft.com/office/officeart/2009/3/layout/StepUpProcess"/>
    <dgm:cxn modelId="{545716AE-15B1-5A45-962C-269B9AFEAEAC}" type="presParOf" srcId="{1BB71772-1CEB-7C4B-9859-6339A7959F6E}" destId="{EB18FD45-E0C8-9E4F-A458-05EB37D67412}" srcOrd="1" destOrd="0" presId="urn:microsoft.com/office/officeart/2009/3/layout/StepUpProcess"/>
    <dgm:cxn modelId="{176343D4-31DF-9B49-932F-D208393769E3}" type="presParOf" srcId="{EB18FD45-E0C8-9E4F-A458-05EB37D67412}" destId="{FD7F9603-D5D5-9F49-9C7A-7A69C1516887}" srcOrd="0" destOrd="0" presId="urn:microsoft.com/office/officeart/2009/3/layout/StepUpProcess"/>
    <dgm:cxn modelId="{4E219572-45BF-1946-A9B5-998F3A45C582}" type="presParOf" srcId="{1BB71772-1CEB-7C4B-9859-6339A7959F6E}" destId="{9E3AEF7F-17E7-5546-82DE-E3E4201D33FE}" srcOrd="2" destOrd="0" presId="urn:microsoft.com/office/officeart/2009/3/layout/StepUpProcess"/>
    <dgm:cxn modelId="{0FB26760-3740-6B4D-903F-36AEB240B04C}" type="presParOf" srcId="{9E3AEF7F-17E7-5546-82DE-E3E4201D33FE}" destId="{0F3307E9-C647-804A-95C0-4828B894AB4A}" srcOrd="0" destOrd="0" presId="urn:microsoft.com/office/officeart/2009/3/layout/StepUpProcess"/>
    <dgm:cxn modelId="{5C77CF46-F1ED-9A4C-B20C-232A7F3AFF5C}" type="presParOf" srcId="{9E3AEF7F-17E7-5546-82DE-E3E4201D33FE}" destId="{7E8AAA55-E4D5-F94E-80D6-48217B95C4C1}" srcOrd="1" destOrd="0" presId="urn:microsoft.com/office/officeart/2009/3/layout/StepUpProcess"/>
    <dgm:cxn modelId="{ACB0F416-E4DB-0246-AA7E-9016B523A005}" type="presParOf" srcId="{9E3AEF7F-17E7-5546-82DE-E3E4201D33FE}" destId="{3B48CD0A-9E9B-A741-B15F-5F6C7BE3922F}" srcOrd="2" destOrd="0" presId="urn:microsoft.com/office/officeart/2009/3/layout/StepUpProcess"/>
    <dgm:cxn modelId="{FAD6FA7C-DD9C-B642-A7BF-6072EE753F24}" type="presParOf" srcId="{1BB71772-1CEB-7C4B-9859-6339A7959F6E}" destId="{E328FD3A-1C47-8541-B9BB-ED00000AE302}" srcOrd="3" destOrd="0" presId="urn:microsoft.com/office/officeart/2009/3/layout/StepUpProcess"/>
    <dgm:cxn modelId="{1EA1BADE-68C3-DE44-91CB-93861BA02C1F}" type="presParOf" srcId="{E328FD3A-1C47-8541-B9BB-ED00000AE302}" destId="{53CA1BA1-90FB-7346-A6CD-47B3D3231B83}" srcOrd="0" destOrd="0" presId="urn:microsoft.com/office/officeart/2009/3/layout/StepUpProcess"/>
    <dgm:cxn modelId="{F0A8E35F-D5B9-FE40-B0D6-414C26560853}" type="presParOf" srcId="{1BB71772-1CEB-7C4B-9859-6339A7959F6E}" destId="{B83E2D64-BF21-FF47-BB3C-71A4E1B04D67}" srcOrd="4" destOrd="0" presId="urn:microsoft.com/office/officeart/2009/3/layout/StepUpProcess"/>
    <dgm:cxn modelId="{29E8C451-3C1D-A24D-9BD3-976EAB6A08E1}" type="presParOf" srcId="{B83E2D64-BF21-FF47-BB3C-71A4E1B04D67}" destId="{A8E01CDC-C79D-B74B-BF1B-8FC5799DFD5D}" srcOrd="0" destOrd="0" presId="urn:microsoft.com/office/officeart/2009/3/layout/StepUpProcess"/>
    <dgm:cxn modelId="{B819D782-9C10-6E47-A58E-1061DA75BB57}" type="presParOf" srcId="{B83E2D64-BF21-FF47-BB3C-71A4E1B04D67}" destId="{5D53C1C7-99E5-7B45-AC5B-B2E9BE512F55}" srcOrd="1" destOrd="0" presId="urn:microsoft.com/office/officeart/2009/3/layout/StepUpProcess"/>
    <dgm:cxn modelId="{51D17444-4691-7E46-BA58-31092B4724EF}" type="presParOf" srcId="{B83E2D64-BF21-FF47-BB3C-71A4E1B04D67}" destId="{A4899A1D-6497-FC4E-A8A6-C1B1B83493E5}" srcOrd="2" destOrd="0" presId="urn:microsoft.com/office/officeart/2009/3/layout/StepUpProcess"/>
    <dgm:cxn modelId="{1724DAF7-35CE-2241-B0AF-19C0E2668F8B}" type="presParOf" srcId="{1BB71772-1CEB-7C4B-9859-6339A7959F6E}" destId="{3138156F-D55A-4E41-AF69-D9AF62C95CAF}" srcOrd="5" destOrd="0" presId="urn:microsoft.com/office/officeart/2009/3/layout/StepUpProcess"/>
    <dgm:cxn modelId="{FC49B661-442D-9541-A67B-F2A56F1A368A}" type="presParOf" srcId="{3138156F-D55A-4E41-AF69-D9AF62C95CAF}" destId="{BB311F67-8D75-B64E-BE99-E2B827AE644B}" srcOrd="0" destOrd="0" presId="urn:microsoft.com/office/officeart/2009/3/layout/StepUpProcess"/>
    <dgm:cxn modelId="{E3A8A9CD-E724-4446-A9D7-7633FF7F8207}" type="presParOf" srcId="{1BB71772-1CEB-7C4B-9859-6339A7959F6E}" destId="{7C1927AA-11A5-CB4F-99F4-C1F6F2748F2D}" srcOrd="6" destOrd="0" presId="urn:microsoft.com/office/officeart/2009/3/layout/StepUpProcess"/>
    <dgm:cxn modelId="{8AA44F36-FC0B-5441-8C93-58BC66C49865}" type="presParOf" srcId="{7C1927AA-11A5-CB4F-99F4-C1F6F2748F2D}" destId="{681D8AE7-0A0F-D44C-B161-E938910A89DD}" srcOrd="0" destOrd="0" presId="urn:microsoft.com/office/officeart/2009/3/layout/StepUpProcess"/>
    <dgm:cxn modelId="{965F919A-2CD6-454B-91BA-54B155283B42}" type="presParOf" srcId="{7C1927AA-11A5-CB4F-99F4-C1F6F2748F2D}" destId="{CD086D06-D416-FF4A-8797-CF3E750E8E1C}" srcOrd="1" destOrd="0" presId="urn:microsoft.com/office/officeart/2009/3/layout/StepUpProcess"/>
    <dgm:cxn modelId="{E149D382-12E6-9646-A5A2-08D6CE8F67DE}" type="presParOf" srcId="{7C1927AA-11A5-CB4F-99F4-C1F6F2748F2D}" destId="{D2DE89BF-D427-5D4B-B6F7-FD2BEF8DCC67}" srcOrd="2" destOrd="0" presId="urn:microsoft.com/office/officeart/2009/3/layout/StepUpProcess"/>
    <dgm:cxn modelId="{AB7773D1-D8BB-334E-B301-2295B26B8158}" type="presParOf" srcId="{1BB71772-1CEB-7C4B-9859-6339A7959F6E}" destId="{96C3F67D-578E-904C-A076-0BED90D6FAC7}" srcOrd="7" destOrd="0" presId="urn:microsoft.com/office/officeart/2009/3/layout/StepUpProcess"/>
    <dgm:cxn modelId="{B2FB3E96-039D-F94F-9687-9C788B02B2A8}" type="presParOf" srcId="{96C3F67D-578E-904C-A076-0BED90D6FAC7}" destId="{DF16D019-4A66-E740-8A26-FF6FECD2A854}" srcOrd="0" destOrd="0" presId="urn:microsoft.com/office/officeart/2009/3/layout/StepUpProcess"/>
    <dgm:cxn modelId="{EE002BAD-5425-A84C-AA42-2BBBC8DE9F75}" type="presParOf" srcId="{1BB71772-1CEB-7C4B-9859-6339A7959F6E}" destId="{D35F2533-D735-3343-97C0-0A003DF657AC}" srcOrd="8" destOrd="0" presId="urn:microsoft.com/office/officeart/2009/3/layout/StepUpProcess"/>
    <dgm:cxn modelId="{0E8DDEB0-91F7-D942-A889-D2792451EB53}" type="presParOf" srcId="{D35F2533-D735-3343-97C0-0A003DF657AC}" destId="{6A7C48C6-510F-F542-AEDF-0D926DED19B5}" srcOrd="0" destOrd="0" presId="urn:microsoft.com/office/officeart/2009/3/layout/StepUpProcess"/>
    <dgm:cxn modelId="{9961BCD8-091E-604C-9F70-8518C25BB1C5}" type="presParOf" srcId="{D35F2533-D735-3343-97C0-0A003DF657AC}" destId="{259FF2DF-B1CB-FF41-BA12-626824C846D5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DBB343C7-38E5-4772-952E-0D65A31801EB}" type="doc">
      <dgm:prSet loTypeId="urn:microsoft.com/office/officeart/2005/8/layout/StepDownProcess" qsTypeId="urn:microsoft.com/office/officeart/2005/8/quickstyle/simple2" csTypeId="urn:microsoft.com/office/officeart/2005/8/colors/accent1_2"/>
      <dgm:spPr/>
    </dgm:pt>
    <dgm:pt modelId="{6E8CC5ED-13C0-4DC9-B0BD-A51383421D27}">
      <dgm:prSet/>
      <dgm:spPr/>
      <dgm:t>
        <a:bodyPr/>
        <a:lstStyle/>
        <a:p>
          <a:r>
            <a:t>Discover</a:t>
          </a:r>
        </a:p>
      </dgm:t>
    </dgm:pt>
    <dgm:pt modelId="{A735992F-F4C9-41BF-928F-317D10FCC5FC}" type="parTrans" cxnId="{62148A93-57C0-403F-AD23-6584662AE19F}">
      <dgm:prSet/>
      <dgm:spPr/>
      <dgm:t>
        <a:bodyPr/>
        <a:lstStyle/>
        <a:p>
          <a:endParaRPr/>
        </a:p>
      </dgm:t>
    </dgm:pt>
    <dgm:pt modelId="{E2BAA039-BC50-4B9C-B5C0-EEDE96C83653}" type="sibTrans" cxnId="{62148A93-57C0-403F-AD23-6584662AE19F}">
      <dgm:prSet/>
      <dgm:spPr/>
      <dgm:t>
        <a:bodyPr/>
        <a:lstStyle/>
        <a:p>
          <a:endParaRPr/>
        </a:p>
      </dgm:t>
    </dgm:pt>
    <dgm:pt modelId="{661FF0E0-61A8-4A14-AB82-46029EE523BE}">
      <dgm:prSet/>
      <dgm:spPr/>
      <dgm:t>
        <a:bodyPr/>
        <a:lstStyle/>
        <a:p>
          <a:r>
            <a:t>Define</a:t>
          </a:r>
        </a:p>
      </dgm:t>
    </dgm:pt>
    <dgm:pt modelId="{BF845462-914F-458B-A11B-1A8E6ADEA32F}" type="parTrans" cxnId="{4F72BEFE-A05B-4E02-91F5-2A74CF808EF7}">
      <dgm:prSet/>
      <dgm:spPr/>
      <dgm:t>
        <a:bodyPr/>
        <a:lstStyle/>
        <a:p>
          <a:endParaRPr/>
        </a:p>
      </dgm:t>
    </dgm:pt>
    <dgm:pt modelId="{BB714409-1D04-43B1-BFBD-B1043524DE5C}" type="sibTrans" cxnId="{4F72BEFE-A05B-4E02-91F5-2A74CF808EF7}">
      <dgm:prSet/>
      <dgm:spPr/>
      <dgm:t>
        <a:bodyPr/>
        <a:lstStyle/>
        <a:p>
          <a:endParaRPr/>
        </a:p>
      </dgm:t>
    </dgm:pt>
    <dgm:pt modelId="{D427CAF1-FF6D-49B6-8E9A-EDCBE12B0672}">
      <dgm:prSet/>
      <dgm:spPr/>
      <dgm:t>
        <a:bodyPr/>
        <a:lstStyle/>
        <a:p>
          <a:r>
            <a:t>Build</a:t>
          </a:r>
        </a:p>
      </dgm:t>
    </dgm:pt>
    <dgm:pt modelId="{B164CF7D-2636-48D9-B737-0A9A99CD648F}" type="parTrans" cxnId="{BFB32293-BD33-46EE-87B6-9FB52CFE0DF2}">
      <dgm:prSet/>
      <dgm:spPr/>
      <dgm:t>
        <a:bodyPr/>
        <a:lstStyle/>
        <a:p>
          <a:endParaRPr/>
        </a:p>
      </dgm:t>
    </dgm:pt>
    <dgm:pt modelId="{B4200165-1413-44CE-9BD0-194D1908C563}" type="sibTrans" cxnId="{BFB32293-BD33-46EE-87B6-9FB52CFE0DF2}">
      <dgm:prSet/>
      <dgm:spPr/>
      <dgm:t>
        <a:bodyPr/>
        <a:lstStyle/>
        <a:p>
          <a:endParaRPr/>
        </a:p>
      </dgm:t>
    </dgm:pt>
    <dgm:pt modelId="{2537B0D8-F9C0-4C09-AE38-4795319E4232}">
      <dgm:prSet/>
      <dgm:spPr/>
      <dgm:t>
        <a:bodyPr/>
        <a:lstStyle/>
        <a:p>
          <a:r>
            <a:t>Launch</a:t>
          </a:r>
        </a:p>
      </dgm:t>
    </dgm:pt>
    <dgm:pt modelId="{208B51C5-D39B-4BA0-A527-FA468C662F9B}" type="parTrans" cxnId="{2D6DAE1D-B6A6-4B73-B410-8196ECCA5DE8}">
      <dgm:prSet/>
      <dgm:spPr/>
      <dgm:t>
        <a:bodyPr/>
        <a:lstStyle/>
        <a:p>
          <a:endParaRPr/>
        </a:p>
      </dgm:t>
    </dgm:pt>
    <dgm:pt modelId="{32D99529-7E92-4321-A919-C4D35BAA73FA}" type="sibTrans" cxnId="{2D6DAE1D-B6A6-4B73-B410-8196ECCA5DE8}">
      <dgm:prSet/>
      <dgm:spPr/>
      <dgm:t>
        <a:bodyPr/>
        <a:lstStyle/>
        <a:p>
          <a:endParaRPr/>
        </a:p>
      </dgm:t>
    </dgm:pt>
    <dgm:pt modelId="{28088A6B-4AD4-4DB0-9A1A-4CB519745B02}">
      <dgm:prSet/>
      <dgm:spPr/>
      <dgm:t>
        <a:bodyPr/>
        <a:lstStyle/>
        <a:p>
          <a:r>
            <a:t>Learn</a:t>
          </a:r>
        </a:p>
      </dgm:t>
    </dgm:pt>
    <dgm:pt modelId="{9504655D-4B10-4269-A291-444D8B4B92C0}" type="parTrans" cxnId="{FFEFFFE5-E84B-48A8-81C7-5BF1C4137CB3}">
      <dgm:prSet/>
      <dgm:spPr/>
      <dgm:t>
        <a:bodyPr/>
        <a:lstStyle/>
        <a:p>
          <a:endParaRPr/>
        </a:p>
      </dgm:t>
    </dgm:pt>
    <dgm:pt modelId="{51EB30B7-4E6E-43FE-B136-99898D1027B3}" type="sibTrans" cxnId="{FFEFFFE5-E84B-48A8-81C7-5BF1C4137CB3}">
      <dgm:prSet/>
      <dgm:spPr/>
      <dgm:t>
        <a:bodyPr/>
        <a:lstStyle/>
        <a:p>
          <a:endParaRPr/>
        </a:p>
      </dgm:t>
    </dgm:pt>
    <dgm:pt modelId="{1C5AC1F5-D62B-134C-A575-860207A293EC}" type="pres">
      <dgm:prSet presAssocID="{DBB343C7-38E5-4772-952E-0D65A31801EB}" presName="rootnode" presStyleCnt="0">
        <dgm:presLayoutVars>
          <dgm:chMax/>
          <dgm:chPref/>
          <dgm:dir/>
          <dgm:animLvl val="lvl"/>
        </dgm:presLayoutVars>
      </dgm:prSet>
      <dgm:spPr/>
    </dgm:pt>
    <dgm:pt modelId="{E9067F44-CFA4-2C42-B09C-C681646CBC60}" type="pres">
      <dgm:prSet presAssocID="{6E8CC5ED-13C0-4DC9-B0BD-A51383421D27}" presName="composite" presStyleCnt="0"/>
      <dgm:spPr/>
    </dgm:pt>
    <dgm:pt modelId="{D851E298-7684-B140-9D56-F5C3143620FB}" type="pres">
      <dgm:prSet presAssocID="{6E8CC5ED-13C0-4DC9-B0BD-A51383421D27}" presName="bentUpArrow1" presStyleLbl="alignImgPlace1" presStyleIdx="0" presStyleCnt="4"/>
      <dgm:spPr/>
    </dgm:pt>
    <dgm:pt modelId="{DAED59C4-71C1-F147-8518-CCFBCFE38DE4}" type="pres">
      <dgm:prSet presAssocID="{6E8CC5ED-13C0-4DC9-B0BD-A51383421D27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73907BAA-BD8B-3F4F-BD30-E5A79E7C90BA}" type="pres">
      <dgm:prSet presAssocID="{6E8CC5ED-13C0-4DC9-B0BD-A51383421D27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1FA2FD10-3763-BE49-8165-815667FD2A1F}" type="pres">
      <dgm:prSet presAssocID="{E2BAA039-BC50-4B9C-B5C0-EEDE96C83653}" presName="sibTrans" presStyleCnt="0"/>
      <dgm:spPr/>
    </dgm:pt>
    <dgm:pt modelId="{D826F566-C76C-1F47-8E35-360A88AA4D07}" type="pres">
      <dgm:prSet presAssocID="{661FF0E0-61A8-4A14-AB82-46029EE523BE}" presName="composite" presStyleCnt="0"/>
      <dgm:spPr/>
    </dgm:pt>
    <dgm:pt modelId="{77C41CE4-62FD-2544-B743-CCEB3C4F566A}" type="pres">
      <dgm:prSet presAssocID="{661FF0E0-61A8-4A14-AB82-46029EE523BE}" presName="bentUpArrow1" presStyleLbl="alignImgPlace1" presStyleIdx="1" presStyleCnt="4"/>
      <dgm:spPr/>
    </dgm:pt>
    <dgm:pt modelId="{104D9C04-9446-D54F-9F62-2368E8E7FBBB}" type="pres">
      <dgm:prSet presAssocID="{661FF0E0-61A8-4A14-AB82-46029EE523BE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394EEBE2-0007-504B-9BE4-A07919557332}" type="pres">
      <dgm:prSet presAssocID="{661FF0E0-61A8-4A14-AB82-46029EE523BE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0EBF8EFF-4515-CF42-953B-8789BE0165E6}" type="pres">
      <dgm:prSet presAssocID="{BB714409-1D04-43B1-BFBD-B1043524DE5C}" presName="sibTrans" presStyleCnt="0"/>
      <dgm:spPr/>
    </dgm:pt>
    <dgm:pt modelId="{C18C80B2-D40C-1E46-A2C8-5C6CB46E56A2}" type="pres">
      <dgm:prSet presAssocID="{D427CAF1-FF6D-49B6-8E9A-EDCBE12B0672}" presName="composite" presStyleCnt="0"/>
      <dgm:spPr/>
    </dgm:pt>
    <dgm:pt modelId="{0267CD0A-0DE4-6244-95BE-D5A226A781D2}" type="pres">
      <dgm:prSet presAssocID="{D427CAF1-FF6D-49B6-8E9A-EDCBE12B0672}" presName="bentUpArrow1" presStyleLbl="alignImgPlace1" presStyleIdx="2" presStyleCnt="4"/>
      <dgm:spPr/>
    </dgm:pt>
    <dgm:pt modelId="{E13378F5-84C6-604E-9AA7-44C2DBE76A04}" type="pres">
      <dgm:prSet presAssocID="{D427CAF1-FF6D-49B6-8E9A-EDCBE12B0672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9223CA9F-138C-4E49-A0C1-410942CF13E9}" type="pres">
      <dgm:prSet presAssocID="{D427CAF1-FF6D-49B6-8E9A-EDCBE12B0672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AB40ECE5-73F4-6746-A06A-48C1841881AD}" type="pres">
      <dgm:prSet presAssocID="{B4200165-1413-44CE-9BD0-194D1908C563}" presName="sibTrans" presStyleCnt="0"/>
      <dgm:spPr/>
    </dgm:pt>
    <dgm:pt modelId="{F48FBEEC-2E60-3F4D-BCBA-D7DC8E21EF0B}" type="pres">
      <dgm:prSet presAssocID="{2537B0D8-F9C0-4C09-AE38-4795319E4232}" presName="composite" presStyleCnt="0"/>
      <dgm:spPr/>
    </dgm:pt>
    <dgm:pt modelId="{1E937E84-41E3-5043-A989-E95E0237992D}" type="pres">
      <dgm:prSet presAssocID="{2537B0D8-F9C0-4C09-AE38-4795319E4232}" presName="bentUpArrow1" presStyleLbl="alignImgPlace1" presStyleIdx="3" presStyleCnt="4"/>
      <dgm:spPr/>
    </dgm:pt>
    <dgm:pt modelId="{58ADAFCB-5E04-DC41-A61A-A0DD44560793}" type="pres">
      <dgm:prSet presAssocID="{2537B0D8-F9C0-4C09-AE38-4795319E4232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1C8CE2E1-CCF5-3445-A623-26E750112CE0}" type="pres">
      <dgm:prSet presAssocID="{2537B0D8-F9C0-4C09-AE38-4795319E4232}" presName="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F9665921-1AD4-7845-87BC-D39947443CE5}" type="pres">
      <dgm:prSet presAssocID="{32D99529-7E92-4321-A919-C4D35BAA73FA}" presName="sibTrans" presStyleCnt="0"/>
      <dgm:spPr/>
    </dgm:pt>
    <dgm:pt modelId="{F17EB56B-870E-D942-A6FF-5582E5CFFF68}" type="pres">
      <dgm:prSet presAssocID="{28088A6B-4AD4-4DB0-9A1A-4CB519745B02}" presName="composite" presStyleCnt="0"/>
      <dgm:spPr/>
    </dgm:pt>
    <dgm:pt modelId="{7ADC6D17-F594-D149-88D7-14F5AB9F6A42}" type="pres">
      <dgm:prSet presAssocID="{28088A6B-4AD4-4DB0-9A1A-4CB519745B02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71DA9A16-D856-E845-8AF8-6942B62425A8}" type="presOf" srcId="{28088A6B-4AD4-4DB0-9A1A-4CB519745B02}" destId="{7ADC6D17-F594-D149-88D7-14F5AB9F6A42}" srcOrd="0" destOrd="0" presId="urn:microsoft.com/office/officeart/2005/8/layout/StepDownProcess"/>
    <dgm:cxn modelId="{2D6DAE1D-B6A6-4B73-B410-8196ECCA5DE8}" srcId="{DBB343C7-38E5-4772-952E-0D65A31801EB}" destId="{2537B0D8-F9C0-4C09-AE38-4795319E4232}" srcOrd="3" destOrd="0" parTransId="{208B51C5-D39B-4BA0-A527-FA468C662F9B}" sibTransId="{32D99529-7E92-4321-A919-C4D35BAA73FA}"/>
    <dgm:cxn modelId="{63BEC436-04E5-E14E-9F31-A19B932BDBF7}" type="presOf" srcId="{6E8CC5ED-13C0-4DC9-B0BD-A51383421D27}" destId="{DAED59C4-71C1-F147-8518-CCFBCFE38DE4}" srcOrd="0" destOrd="0" presId="urn:microsoft.com/office/officeart/2005/8/layout/StepDownProcess"/>
    <dgm:cxn modelId="{FCAA5C47-DC4C-EB43-82FD-76280F01F067}" type="presOf" srcId="{D427CAF1-FF6D-49B6-8E9A-EDCBE12B0672}" destId="{E13378F5-84C6-604E-9AA7-44C2DBE76A04}" srcOrd="0" destOrd="0" presId="urn:microsoft.com/office/officeart/2005/8/layout/StepDownProcess"/>
    <dgm:cxn modelId="{1C96986A-340C-4648-8DAA-FB037AB5466A}" type="presOf" srcId="{661FF0E0-61A8-4A14-AB82-46029EE523BE}" destId="{104D9C04-9446-D54F-9F62-2368E8E7FBBB}" srcOrd="0" destOrd="0" presId="urn:microsoft.com/office/officeart/2005/8/layout/StepDownProcess"/>
    <dgm:cxn modelId="{BFB32293-BD33-46EE-87B6-9FB52CFE0DF2}" srcId="{DBB343C7-38E5-4772-952E-0D65A31801EB}" destId="{D427CAF1-FF6D-49B6-8E9A-EDCBE12B0672}" srcOrd="2" destOrd="0" parTransId="{B164CF7D-2636-48D9-B737-0A9A99CD648F}" sibTransId="{B4200165-1413-44CE-9BD0-194D1908C563}"/>
    <dgm:cxn modelId="{62148A93-57C0-403F-AD23-6584662AE19F}" srcId="{DBB343C7-38E5-4772-952E-0D65A31801EB}" destId="{6E8CC5ED-13C0-4DC9-B0BD-A51383421D27}" srcOrd="0" destOrd="0" parTransId="{A735992F-F4C9-41BF-928F-317D10FCC5FC}" sibTransId="{E2BAA039-BC50-4B9C-B5C0-EEDE96C83653}"/>
    <dgm:cxn modelId="{A5C01AB6-AD3D-C246-BE26-B9B608EEDA0A}" type="presOf" srcId="{2537B0D8-F9C0-4C09-AE38-4795319E4232}" destId="{58ADAFCB-5E04-DC41-A61A-A0DD44560793}" srcOrd="0" destOrd="0" presId="urn:microsoft.com/office/officeart/2005/8/layout/StepDownProcess"/>
    <dgm:cxn modelId="{31AB54DA-9BDB-1D48-BB3B-B8E9188B6B5F}" type="presOf" srcId="{DBB343C7-38E5-4772-952E-0D65A31801EB}" destId="{1C5AC1F5-D62B-134C-A575-860207A293EC}" srcOrd="0" destOrd="0" presId="urn:microsoft.com/office/officeart/2005/8/layout/StepDownProcess"/>
    <dgm:cxn modelId="{FFEFFFE5-E84B-48A8-81C7-5BF1C4137CB3}" srcId="{DBB343C7-38E5-4772-952E-0D65A31801EB}" destId="{28088A6B-4AD4-4DB0-9A1A-4CB519745B02}" srcOrd="4" destOrd="0" parTransId="{9504655D-4B10-4269-A291-444D8B4B92C0}" sibTransId="{51EB30B7-4E6E-43FE-B136-99898D1027B3}"/>
    <dgm:cxn modelId="{4F72BEFE-A05B-4E02-91F5-2A74CF808EF7}" srcId="{DBB343C7-38E5-4772-952E-0D65A31801EB}" destId="{661FF0E0-61A8-4A14-AB82-46029EE523BE}" srcOrd="1" destOrd="0" parTransId="{BF845462-914F-458B-A11B-1A8E6ADEA32F}" sibTransId="{BB714409-1D04-43B1-BFBD-B1043524DE5C}"/>
    <dgm:cxn modelId="{8A2BDFA6-C850-C04E-997A-99007E3BC725}" type="presParOf" srcId="{1C5AC1F5-D62B-134C-A575-860207A293EC}" destId="{E9067F44-CFA4-2C42-B09C-C681646CBC60}" srcOrd="0" destOrd="0" presId="urn:microsoft.com/office/officeart/2005/8/layout/StepDownProcess"/>
    <dgm:cxn modelId="{8D3D31F3-A051-2B48-A7EE-848FA6778F16}" type="presParOf" srcId="{E9067F44-CFA4-2C42-B09C-C681646CBC60}" destId="{D851E298-7684-B140-9D56-F5C3143620FB}" srcOrd="0" destOrd="0" presId="urn:microsoft.com/office/officeart/2005/8/layout/StepDownProcess"/>
    <dgm:cxn modelId="{10CE457C-55FC-7A4E-8B26-1C8B0E9CF187}" type="presParOf" srcId="{E9067F44-CFA4-2C42-B09C-C681646CBC60}" destId="{DAED59C4-71C1-F147-8518-CCFBCFE38DE4}" srcOrd="1" destOrd="0" presId="urn:microsoft.com/office/officeart/2005/8/layout/StepDownProcess"/>
    <dgm:cxn modelId="{E0ECFCC6-774D-DD43-B80C-E1E243127047}" type="presParOf" srcId="{E9067F44-CFA4-2C42-B09C-C681646CBC60}" destId="{73907BAA-BD8B-3F4F-BD30-E5A79E7C90BA}" srcOrd="2" destOrd="0" presId="urn:microsoft.com/office/officeart/2005/8/layout/StepDownProcess"/>
    <dgm:cxn modelId="{D6948C55-2FEC-5A4B-B959-A7A0FF36EC87}" type="presParOf" srcId="{1C5AC1F5-D62B-134C-A575-860207A293EC}" destId="{1FA2FD10-3763-BE49-8165-815667FD2A1F}" srcOrd="1" destOrd="0" presId="urn:microsoft.com/office/officeart/2005/8/layout/StepDownProcess"/>
    <dgm:cxn modelId="{6CEFBC65-AB20-BA42-AA36-70837D34D767}" type="presParOf" srcId="{1C5AC1F5-D62B-134C-A575-860207A293EC}" destId="{D826F566-C76C-1F47-8E35-360A88AA4D07}" srcOrd="2" destOrd="0" presId="urn:microsoft.com/office/officeart/2005/8/layout/StepDownProcess"/>
    <dgm:cxn modelId="{2A9C425F-8F59-6446-9AAC-4786D7E45DC2}" type="presParOf" srcId="{D826F566-C76C-1F47-8E35-360A88AA4D07}" destId="{77C41CE4-62FD-2544-B743-CCEB3C4F566A}" srcOrd="0" destOrd="0" presId="urn:microsoft.com/office/officeart/2005/8/layout/StepDownProcess"/>
    <dgm:cxn modelId="{F1036F96-BC01-DB45-B0CD-4B63C9833A77}" type="presParOf" srcId="{D826F566-C76C-1F47-8E35-360A88AA4D07}" destId="{104D9C04-9446-D54F-9F62-2368E8E7FBBB}" srcOrd="1" destOrd="0" presId="urn:microsoft.com/office/officeart/2005/8/layout/StepDownProcess"/>
    <dgm:cxn modelId="{B8E787F9-FBC7-5B49-91FB-F305FF23D87A}" type="presParOf" srcId="{D826F566-C76C-1F47-8E35-360A88AA4D07}" destId="{394EEBE2-0007-504B-9BE4-A07919557332}" srcOrd="2" destOrd="0" presId="urn:microsoft.com/office/officeart/2005/8/layout/StepDownProcess"/>
    <dgm:cxn modelId="{64433762-7CE9-A14D-8F2B-F0DD6D2FE57F}" type="presParOf" srcId="{1C5AC1F5-D62B-134C-A575-860207A293EC}" destId="{0EBF8EFF-4515-CF42-953B-8789BE0165E6}" srcOrd="3" destOrd="0" presId="urn:microsoft.com/office/officeart/2005/8/layout/StepDownProcess"/>
    <dgm:cxn modelId="{ED5C2F97-41AD-144D-B1AC-4ACB08442A83}" type="presParOf" srcId="{1C5AC1F5-D62B-134C-A575-860207A293EC}" destId="{C18C80B2-D40C-1E46-A2C8-5C6CB46E56A2}" srcOrd="4" destOrd="0" presId="urn:microsoft.com/office/officeart/2005/8/layout/StepDownProcess"/>
    <dgm:cxn modelId="{38F081AE-5845-CD4F-BA38-D385C2330259}" type="presParOf" srcId="{C18C80B2-D40C-1E46-A2C8-5C6CB46E56A2}" destId="{0267CD0A-0DE4-6244-95BE-D5A226A781D2}" srcOrd="0" destOrd="0" presId="urn:microsoft.com/office/officeart/2005/8/layout/StepDownProcess"/>
    <dgm:cxn modelId="{D74C7218-6EEE-1948-B7CC-351512A74E6C}" type="presParOf" srcId="{C18C80B2-D40C-1E46-A2C8-5C6CB46E56A2}" destId="{E13378F5-84C6-604E-9AA7-44C2DBE76A04}" srcOrd="1" destOrd="0" presId="urn:microsoft.com/office/officeart/2005/8/layout/StepDownProcess"/>
    <dgm:cxn modelId="{3B29CD77-2649-D14B-BD5D-133A6E374478}" type="presParOf" srcId="{C18C80B2-D40C-1E46-A2C8-5C6CB46E56A2}" destId="{9223CA9F-138C-4E49-A0C1-410942CF13E9}" srcOrd="2" destOrd="0" presId="urn:microsoft.com/office/officeart/2005/8/layout/StepDownProcess"/>
    <dgm:cxn modelId="{DC8826E3-89BF-4F47-938F-DB2B9BCD7F1D}" type="presParOf" srcId="{1C5AC1F5-D62B-134C-A575-860207A293EC}" destId="{AB40ECE5-73F4-6746-A06A-48C1841881AD}" srcOrd="5" destOrd="0" presId="urn:microsoft.com/office/officeart/2005/8/layout/StepDownProcess"/>
    <dgm:cxn modelId="{32EAABD6-C178-E247-A611-5A4DB46F00BA}" type="presParOf" srcId="{1C5AC1F5-D62B-134C-A575-860207A293EC}" destId="{F48FBEEC-2E60-3F4D-BCBA-D7DC8E21EF0B}" srcOrd="6" destOrd="0" presId="urn:microsoft.com/office/officeart/2005/8/layout/StepDownProcess"/>
    <dgm:cxn modelId="{B033C880-F168-F940-8790-F258E12AB81F}" type="presParOf" srcId="{F48FBEEC-2E60-3F4D-BCBA-D7DC8E21EF0B}" destId="{1E937E84-41E3-5043-A989-E95E0237992D}" srcOrd="0" destOrd="0" presId="urn:microsoft.com/office/officeart/2005/8/layout/StepDownProcess"/>
    <dgm:cxn modelId="{B063C394-96C8-D745-A8D6-50BE3ACC55A8}" type="presParOf" srcId="{F48FBEEC-2E60-3F4D-BCBA-D7DC8E21EF0B}" destId="{58ADAFCB-5E04-DC41-A61A-A0DD44560793}" srcOrd="1" destOrd="0" presId="urn:microsoft.com/office/officeart/2005/8/layout/StepDownProcess"/>
    <dgm:cxn modelId="{A433CCF1-5A10-FE49-8678-3B36100FFB11}" type="presParOf" srcId="{F48FBEEC-2E60-3F4D-BCBA-D7DC8E21EF0B}" destId="{1C8CE2E1-CCF5-3445-A623-26E750112CE0}" srcOrd="2" destOrd="0" presId="urn:microsoft.com/office/officeart/2005/8/layout/StepDownProcess"/>
    <dgm:cxn modelId="{591D28FD-8874-1542-BDA9-14A9FCC0928B}" type="presParOf" srcId="{1C5AC1F5-D62B-134C-A575-860207A293EC}" destId="{F9665921-1AD4-7845-87BC-D39947443CE5}" srcOrd="7" destOrd="0" presId="urn:microsoft.com/office/officeart/2005/8/layout/StepDownProcess"/>
    <dgm:cxn modelId="{CDBB2ABD-FE06-A143-9657-6811E1366685}" type="presParOf" srcId="{1C5AC1F5-D62B-134C-A575-860207A293EC}" destId="{F17EB56B-870E-D942-A6FF-5582E5CFFF68}" srcOrd="8" destOrd="0" presId="urn:microsoft.com/office/officeart/2005/8/layout/StepDownProcess"/>
    <dgm:cxn modelId="{575997D8-55AF-B24F-9BD7-04410CEA2D91}" type="presParOf" srcId="{F17EB56B-870E-D942-A6FF-5582E5CFFF68}" destId="{7ADC6D17-F594-D149-88D7-14F5AB9F6A42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9CC7F006-88B3-4C77-8E78-416D324A7C81}" type="doc">
      <dgm:prSet loTypeId="urn:microsoft.com/office/officeart/2005/8/layout/process3" qsTypeId="urn:microsoft.com/office/officeart/2005/8/quickstyle/simple2" csTypeId="urn:microsoft.com/office/officeart/2005/8/colors/accent1_2"/>
      <dgm:spPr/>
    </dgm:pt>
    <dgm:pt modelId="{3646A7D8-F402-4D40-A36F-40BA9BE10F42}">
      <dgm:prSet/>
      <dgm:spPr/>
      <dgm:t>
        <a:bodyPr/>
        <a:lstStyle/>
        <a:p>
          <a:r>
            <a:t>Discover</a:t>
          </a:r>
        </a:p>
      </dgm:t>
    </dgm:pt>
    <dgm:pt modelId="{5F474B38-8179-453C-94CC-7CA0E8D7D2A3}" type="parTrans" cxnId="{F6432EC4-70E4-4E94-B591-F7E0FD5E6CA4}">
      <dgm:prSet/>
      <dgm:spPr/>
      <dgm:t>
        <a:bodyPr/>
        <a:lstStyle/>
        <a:p>
          <a:endParaRPr/>
        </a:p>
      </dgm:t>
    </dgm:pt>
    <dgm:pt modelId="{EAC97828-33AB-4AAA-B6EF-306033B98E01}" type="sibTrans" cxnId="{F6432EC4-70E4-4E94-B591-F7E0FD5E6CA4}">
      <dgm:prSet/>
      <dgm:spPr/>
      <dgm:t>
        <a:bodyPr/>
        <a:lstStyle/>
        <a:p>
          <a:endParaRPr/>
        </a:p>
      </dgm:t>
    </dgm:pt>
    <dgm:pt modelId="{52363317-DAE8-4D4F-94D6-10D46678EF72}">
      <dgm:prSet/>
      <dgm:spPr/>
      <dgm:t>
        <a:bodyPr/>
        <a:lstStyle/>
        <a:p>
          <a:r>
            <a:t>Define</a:t>
          </a:r>
        </a:p>
      </dgm:t>
    </dgm:pt>
    <dgm:pt modelId="{2729D0E0-9708-40FF-A118-E47E6ED498BB}" type="parTrans" cxnId="{06286B60-5E84-4107-9C5D-A7793BC30746}">
      <dgm:prSet/>
      <dgm:spPr/>
      <dgm:t>
        <a:bodyPr/>
        <a:lstStyle/>
        <a:p>
          <a:endParaRPr/>
        </a:p>
      </dgm:t>
    </dgm:pt>
    <dgm:pt modelId="{33A04D71-AA5C-4990-AD91-A757CC3C47EF}" type="sibTrans" cxnId="{06286B60-5E84-4107-9C5D-A7793BC30746}">
      <dgm:prSet/>
      <dgm:spPr/>
      <dgm:t>
        <a:bodyPr/>
        <a:lstStyle/>
        <a:p>
          <a:endParaRPr/>
        </a:p>
      </dgm:t>
    </dgm:pt>
    <dgm:pt modelId="{440ABA1B-A337-4529-8225-F841BB7B0919}">
      <dgm:prSet/>
      <dgm:spPr/>
      <dgm:t>
        <a:bodyPr/>
        <a:lstStyle/>
        <a:p>
          <a:r>
            <a:t>Build</a:t>
          </a:r>
        </a:p>
      </dgm:t>
    </dgm:pt>
    <dgm:pt modelId="{D233BDA6-C2CF-4AF7-A35F-610497AA1D61}" type="parTrans" cxnId="{918462D5-4333-4C8C-A4D4-8C1798ADD3E0}">
      <dgm:prSet/>
      <dgm:spPr/>
      <dgm:t>
        <a:bodyPr/>
        <a:lstStyle/>
        <a:p>
          <a:endParaRPr/>
        </a:p>
      </dgm:t>
    </dgm:pt>
    <dgm:pt modelId="{382633FD-0AA0-4EFC-88A3-D7180AF1387E}" type="sibTrans" cxnId="{918462D5-4333-4C8C-A4D4-8C1798ADD3E0}">
      <dgm:prSet/>
      <dgm:spPr/>
      <dgm:t>
        <a:bodyPr/>
        <a:lstStyle/>
        <a:p>
          <a:endParaRPr/>
        </a:p>
      </dgm:t>
    </dgm:pt>
    <dgm:pt modelId="{9063316B-E3D5-408F-9F81-FC2946BFB07D}">
      <dgm:prSet/>
      <dgm:spPr/>
      <dgm:t>
        <a:bodyPr/>
        <a:lstStyle/>
        <a:p>
          <a:r>
            <a:t>Launch</a:t>
          </a:r>
        </a:p>
      </dgm:t>
    </dgm:pt>
    <dgm:pt modelId="{9E63DBD3-8156-4A4C-B698-5BFE4E476AD6}" type="parTrans" cxnId="{43160C06-71A7-45CF-989B-D4F8A60582C0}">
      <dgm:prSet/>
      <dgm:spPr/>
      <dgm:t>
        <a:bodyPr/>
        <a:lstStyle/>
        <a:p>
          <a:endParaRPr/>
        </a:p>
      </dgm:t>
    </dgm:pt>
    <dgm:pt modelId="{71319C5C-4E51-4DF7-9805-209974B1A0F9}" type="sibTrans" cxnId="{43160C06-71A7-45CF-989B-D4F8A60582C0}">
      <dgm:prSet/>
      <dgm:spPr/>
      <dgm:t>
        <a:bodyPr/>
        <a:lstStyle/>
        <a:p>
          <a:endParaRPr/>
        </a:p>
      </dgm:t>
    </dgm:pt>
    <dgm:pt modelId="{1DB143FF-41FD-42D0-8B96-B3DB44780793}">
      <dgm:prSet/>
      <dgm:spPr/>
      <dgm:t>
        <a:bodyPr/>
        <a:lstStyle/>
        <a:p>
          <a:r>
            <a:t>Learn</a:t>
          </a:r>
        </a:p>
      </dgm:t>
    </dgm:pt>
    <dgm:pt modelId="{74E5C420-F5FA-4DCB-A9E5-8A8DEB10677A}" type="parTrans" cxnId="{62B656E1-A3ED-4634-88D0-C58B42023744}">
      <dgm:prSet/>
      <dgm:spPr/>
      <dgm:t>
        <a:bodyPr/>
        <a:lstStyle/>
        <a:p>
          <a:endParaRPr/>
        </a:p>
      </dgm:t>
    </dgm:pt>
    <dgm:pt modelId="{78CD1B19-AB61-4FCC-9DC6-64BBC9EC7371}" type="sibTrans" cxnId="{62B656E1-A3ED-4634-88D0-C58B42023744}">
      <dgm:prSet/>
      <dgm:spPr/>
      <dgm:t>
        <a:bodyPr/>
        <a:lstStyle/>
        <a:p>
          <a:endParaRPr/>
        </a:p>
      </dgm:t>
    </dgm:pt>
    <dgm:pt modelId="{F6B7D55C-6820-6044-9F1F-F92A6A1E6399}" type="pres">
      <dgm:prSet presAssocID="{9CC7F006-88B3-4C77-8E78-416D324A7C81}" presName="linearFlow" presStyleCnt="0">
        <dgm:presLayoutVars>
          <dgm:dir/>
          <dgm:animLvl val="lvl"/>
          <dgm:resizeHandles val="exact"/>
        </dgm:presLayoutVars>
      </dgm:prSet>
      <dgm:spPr/>
    </dgm:pt>
    <dgm:pt modelId="{6ECE460D-F453-894F-906E-A28BF9D5A22A}" type="pres">
      <dgm:prSet presAssocID="{3646A7D8-F402-4D40-A36F-40BA9BE10F42}" presName="composite" presStyleCnt="0"/>
      <dgm:spPr/>
    </dgm:pt>
    <dgm:pt modelId="{06EFD0CD-4B79-654A-A4D6-7A6050D3720E}" type="pres">
      <dgm:prSet presAssocID="{3646A7D8-F402-4D40-A36F-40BA9BE10F42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38DE2EE6-A7DF-054C-A9F4-9B75880C8FDB}" type="pres">
      <dgm:prSet presAssocID="{3646A7D8-F402-4D40-A36F-40BA9BE10F42}" presName="parSh" presStyleLbl="node1" presStyleIdx="0" presStyleCnt="5"/>
      <dgm:spPr/>
    </dgm:pt>
    <dgm:pt modelId="{3C174C67-D992-AE45-A131-514015B62A4C}" type="pres">
      <dgm:prSet presAssocID="{3646A7D8-F402-4D40-A36F-40BA9BE10F42}" presName="desTx" presStyleLbl="fgAcc1" presStyleIdx="0" presStyleCnt="5">
        <dgm:presLayoutVars>
          <dgm:bulletEnabled val="1"/>
        </dgm:presLayoutVars>
      </dgm:prSet>
      <dgm:spPr/>
    </dgm:pt>
    <dgm:pt modelId="{8184FADE-A088-3A4E-9CEE-462FC48D2517}" type="pres">
      <dgm:prSet presAssocID="{EAC97828-33AB-4AAA-B6EF-306033B98E01}" presName="sibTrans" presStyleLbl="sibTrans2D1" presStyleIdx="0" presStyleCnt="4"/>
      <dgm:spPr/>
    </dgm:pt>
    <dgm:pt modelId="{161622C6-2D4E-684E-896A-2D42256EBA62}" type="pres">
      <dgm:prSet presAssocID="{EAC97828-33AB-4AAA-B6EF-306033B98E01}" presName="connTx" presStyleLbl="sibTrans2D1" presStyleIdx="0" presStyleCnt="4"/>
      <dgm:spPr/>
    </dgm:pt>
    <dgm:pt modelId="{AFCEEE5F-BB44-1D48-9293-5BCF48117F25}" type="pres">
      <dgm:prSet presAssocID="{52363317-DAE8-4D4F-94D6-10D46678EF72}" presName="composite" presStyleCnt="0"/>
      <dgm:spPr/>
    </dgm:pt>
    <dgm:pt modelId="{B4F1A8D9-FBA7-7A44-AF37-FC5D50EB96C2}" type="pres">
      <dgm:prSet presAssocID="{52363317-DAE8-4D4F-94D6-10D46678EF72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46EFC432-65C0-ED4C-B5DF-5478163F0A4B}" type="pres">
      <dgm:prSet presAssocID="{52363317-DAE8-4D4F-94D6-10D46678EF72}" presName="parSh" presStyleLbl="node1" presStyleIdx="1" presStyleCnt="5"/>
      <dgm:spPr/>
    </dgm:pt>
    <dgm:pt modelId="{35C63068-06A0-FD43-BF48-2B377476E6D0}" type="pres">
      <dgm:prSet presAssocID="{52363317-DAE8-4D4F-94D6-10D46678EF72}" presName="desTx" presStyleLbl="fgAcc1" presStyleIdx="1" presStyleCnt="5">
        <dgm:presLayoutVars>
          <dgm:bulletEnabled val="1"/>
        </dgm:presLayoutVars>
      </dgm:prSet>
      <dgm:spPr/>
    </dgm:pt>
    <dgm:pt modelId="{833E2A19-DE66-C645-8A78-576C182142B2}" type="pres">
      <dgm:prSet presAssocID="{33A04D71-AA5C-4990-AD91-A757CC3C47EF}" presName="sibTrans" presStyleLbl="sibTrans2D1" presStyleIdx="1" presStyleCnt="4"/>
      <dgm:spPr/>
    </dgm:pt>
    <dgm:pt modelId="{4C51739D-B443-494D-A86F-8B8C3952386B}" type="pres">
      <dgm:prSet presAssocID="{33A04D71-AA5C-4990-AD91-A757CC3C47EF}" presName="connTx" presStyleLbl="sibTrans2D1" presStyleIdx="1" presStyleCnt="4"/>
      <dgm:spPr/>
    </dgm:pt>
    <dgm:pt modelId="{E26428BF-28AA-9840-95DE-440CE6AB118C}" type="pres">
      <dgm:prSet presAssocID="{440ABA1B-A337-4529-8225-F841BB7B0919}" presName="composite" presStyleCnt="0"/>
      <dgm:spPr/>
    </dgm:pt>
    <dgm:pt modelId="{4336BC83-AC24-B74A-B998-029F0FCF5E24}" type="pres">
      <dgm:prSet presAssocID="{440ABA1B-A337-4529-8225-F841BB7B0919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0DA0BFC8-C6B0-0344-B5D2-9FC0CFB660A2}" type="pres">
      <dgm:prSet presAssocID="{440ABA1B-A337-4529-8225-F841BB7B0919}" presName="parSh" presStyleLbl="node1" presStyleIdx="2" presStyleCnt="5"/>
      <dgm:spPr/>
    </dgm:pt>
    <dgm:pt modelId="{DB80302E-5095-5A4E-B247-DDA55FE3C99B}" type="pres">
      <dgm:prSet presAssocID="{440ABA1B-A337-4529-8225-F841BB7B0919}" presName="desTx" presStyleLbl="fgAcc1" presStyleIdx="2" presStyleCnt="5">
        <dgm:presLayoutVars>
          <dgm:bulletEnabled val="1"/>
        </dgm:presLayoutVars>
      </dgm:prSet>
      <dgm:spPr/>
    </dgm:pt>
    <dgm:pt modelId="{6772641B-7705-D74E-9D18-4B65D0B1AA34}" type="pres">
      <dgm:prSet presAssocID="{382633FD-0AA0-4EFC-88A3-D7180AF1387E}" presName="sibTrans" presStyleLbl="sibTrans2D1" presStyleIdx="2" presStyleCnt="4"/>
      <dgm:spPr/>
    </dgm:pt>
    <dgm:pt modelId="{9AB06D8A-E57A-884E-80A3-610D7A70A538}" type="pres">
      <dgm:prSet presAssocID="{382633FD-0AA0-4EFC-88A3-D7180AF1387E}" presName="connTx" presStyleLbl="sibTrans2D1" presStyleIdx="2" presStyleCnt="4"/>
      <dgm:spPr/>
    </dgm:pt>
    <dgm:pt modelId="{88B9DD24-6034-924E-9AC3-BE69E8226C5A}" type="pres">
      <dgm:prSet presAssocID="{9063316B-E3D5-408F-9F81-FC2946BFB07D}" presName="composite" presStyleCnt="0"/>
      <dgm:spPr/>
    </dgm:pt>
    <dgm:pt modelId="{6846E0FA-4926-1C4C-BDAC-35AD423C249A}" type="pres">
      <dgm:prSet presAssocID="{9063316B-E3D5-408F-9F81-FC2946BFB07D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8907452-5577-234C-AA2D-8E94B78BB654}" type="pres">
      <dgm:prSet presAssocID="{9063316B-E3D5-408F-9F81-FC2946BFB07D}" presName="parSh" presStyleLbl="node1" presStyleIdx="3" presStyleCnt="5"/>
      <dgm:spPr/>
    </dgm:pt>
    <dgm:pt modelId="{185D2D71-24D5-324D-B7EE-4456E4821D19}" type="pres">
      <dgm:prSet presAssocID="{9063316B-E3D5-408F-9F81-FC2946BFB07D}" presName="desTx" presStyleLbl="fgAcc1" presStyleIdx="3" presStyleCnt="5">
        <dgm:presLayoutVars>
          <dgm:bulletEnabled val="1"/>
        </dgm:presLayoutVars>
      </dgm:prSet>
      <dgm:spPr/>
    </dgm:pt>
    <dgm:pt modelId="{F4EDFFC0-A178-4447-8312-D5E6D90B6A4E}" type="pres">
      <dgm:prSet presAssocID="{71319C5C-4E51-4DF7-9805-209974B1A0F9}" presName="sibTrans" presStyleLbl="sibTrans2D1" presStyleIdx="3" presStyleCnt="4"/>
      <dgm:spPr/>
    </dgm:pt>
    <dgm:pt modelId="{D1B1CD0C-1527-114F-9958-61C1A8ACFEA8}" type="pres">
      <dgm:prSet presAssocID="{71319C5C-4E51-4DF7-9805-209974B1A0F9}" presName="connTx" presStyleLbl="sibTrans2D1" presStyleIdx="3" presStyleCnt="4"/>
      <dgm:spPr/>
    </dgm:pt>
    <dgm:pt modelId="{DC8C27C8-2FBF-1E4E-840C-992E56C373ED}" type="pres">
      <dgm:prSet presAssocID="{1DB143FF-41FD-42D0-8B96-B3DB44780793}" presName="composite" presStyleCnt="0"/>
      <dgm:spPr/>
    </dgm:pt>
    <dgm:pt modelId="{43F2E203-4732-844A-BB45-791B89CF15EA}" type="pres">
      <dgm:prSet presAssocID="{1DB143FF-41FD-42D0-8B96-B3DB44780793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88FA69C-4CDE-9047-99E7-AECCE78DDAEA}" type="pres">
      <dgm:prSet presAssocID="{1DB143FF-41FD-42D0-8B96-B3DB44780793}" presName="parSh" presStyleLbl="node1" presStyleIdx="4" presStyleCnt="5"/>
      <dgm:spPr/>
    </dgm:pt>
    <dgm:pt modelId="{10D305DB-D019-4D45-8A3D-D7089D8B38E6}" type="pres">
      <dgm:prSet presAssocID="{1DB143FF-41FD-42D0-8B96-B3DB44780793}" presName="desTx" presStyleLbl="fgAcc1" presStyleIdx="4" presStyleCnt="5">
        <dgm:presLayoutVars>
          <dgm:bulletEnabled val="1"/>
        </dgm:presLayoutVars>
      </dgm:prSet>
      <dgm:spPr/>
    </dgm:pt>
  </dgm:ptLst>
  <dgm:cxnLst>
    <dgm:cxn modelId="{43160C06-71A7-45CF-989B-D4F8A60582C0}" srcId="{9CC7F006-88B3-4C77-8E78-416D324A7C81}" destId="{9063316B-E3D5-408F-9F81-FC2946BFB07D}" srcOrd="3" destOrd="0" parTransId="{9E63DBD3-8156-4A4C-B698-5BFE4E476AD6}" sibTransId="{71319C5C-4E51-4DF7-9805-209974B1A0F9}"/>
    <dgm:cxn modelId="{F2D8F40F-5FAC-514F-A388-3DD8BF3E3DE1}" type="presOf" srcId="{33A04D71-AA5C-4990-AD91-A757CC3C47EF}" destId="{833E2A19-DE66-C645-8A78-576C182142B2}" srcOrd="0" destOrd="0" presId="urn:microsoft.com/office/officeart/2005/8/layout/process3"/>
    <dgm:cxn modelId="{128E921E-E80B-CF43-AA3F-6CA25033673F}" type="presOf" srcId="{440ABA1B-A337-4529-8225-F841BB7B0919}" destId="{0DA0BFC8-C6B0-0344-B5D2-9FC0CFB660A2}" srcOrd="1" destOrd="0" presId="urn:microsoft.com/office/officeart/2005/8/layout/process3"/>
    <dgm:cxn modelId="{2F9D1035-B3BD-1B42-9418-98BADE1F4BD8}" type="presOf" srcId="{9CC7F006-88B3-4C77-8E78-416D324A7C81}" destId="{F6B7D55C-6820-6044-9F1F-F92A6A1E6399}" srcOrd="0" destOrd="0" presId="urn:microsoft.com/office/officeart/2005/8/layout/process3"/>
    <dgm:cxn modelId="{0B93653F-DF79-EE42-9128-BE5130ED6DEB}" type="presOf" srcId="{1DB143FF-41FD-42D0-8B96-B3DB44780793}" destId="{088FA69C-4CDE-9047-99E7-AECCE78DDAEA}" srcOrd="1" destOrd="0" presId="urn:microsoft.com/office/officeart/2005/8/layout/process3"/>
    <dgm:cxn modelId="{E654555E-0951-2F4E-BAE6-9A668A24859C}" type="presOf" srcId="{440ABA1B-A337-4529-8225-F841BB7B0919}" destId="{4336BC83-AC24-B74A-B998-029F0FCF5E24}" srcOrd="0" destOrd="0" presId="urn:microsoft.com/office/officeart/2005/8/layout/process3"/>
    <dgm:cxn modelId="{06286B60-5E84-4107-9C5D-A7793BC30746}" srcId="{9CC7F006-88B3-4C77-8E78-416D324A7C81}" destId="{52363317-DAE8-4D4F-94D6-10D46678EF72}" srcOrd="1" destOrd="0" parTransId="{2729D0E0-9708-40FF-A118-E47E6ED498BB}" sibTransId="{33A04D71-AA5C-4990-AD91-A757CC3C47EF}"/>
    <dgm:cxn modelId="{DD64AE63-3707-5E4F-BEE0-6BFBFA26395C}" type="presOf" srcId="{3646A7D8-F402-4D40-A36F-40BA9BE10F42}" destId="{38DE2EE6-A7DF-054C-A9F4-9B75880C8FDB}" srcOrd="1" destOrd="0" presId="urn:microsoft.com/office/officeart/2005/8/layout/process3"/>
    <dgm:cxn modelId="{8C9F0C73-BE37-9B48-9D76-10389574E3BF}" type="presOf" srcId="{1DB143FF-41FD-42D0-8B96-B3DB44780793}" destId="{43F2E203-4732-844A-BB45-791B89CF15EA}" srcOrd="0" destOrd="0" presId="urn:microsoft.com/office/officeart/2005/8/layout/process3"/>
    <dgm:cxn modelId="{7CF4C47C-0FB2-504C-B3AA-17440883CBDF}" type="presOf" srcId="{382633FD-0AA0-4EFC-88A3-D7180AF1387E}" destId="{6772641B-7705-D74E-9D18-4B65D0B1AA34}" srcOrd="0" destOrd="0" presId="urn:microsoft.com/office/officeart/2005/8/layout/process3"/>
    <dgm:cxn modelId="{34992B88-8DCC-3049-AADA-BB0CEF0865C1}" type="presOf" srcId="{9063316B-E3D5-408F-9F81-FC2946BFB07D}" destId="{08907452-5577-234C-AA2D-8E94B78BB654}" srcOrd="1" destOrd="0" presId="urn:microsoft.com/office/officeart/2005/8/layout/process3"/>
    <dgm:cxn modelId="{57519B91-AB3B-0B44-AF0D-F5CBCB306DB5}" type="presOf" srcId="{382633FD-0AA0-4EFC-88A3-D7180AF1387E}" destId="{9AB06D8A-E57A-884E-80A3-610D7A70A538}" srcOrd="1" destOrd="0" presId="urn:microsoft.com/office/officeart/2005/8/layout/process3"/>
    <dgm:cxn modelId="{B8542EA0-BC5B-004C-876C-02257CA2744C}" type="presOf" srcId="{52363317-DAE8-4D4F-94D6-10D46678EF72}" destId="{B4F1A8D9-FBA7-7A44-AF37-FC5D50EB96C2}" srcOrd="0" destOrd="0" presId="urn:microsoft.com/office/officeart/2005/8/layout/process3"/>
    <dgm:cxn modelId="{B62220A9-23D4-7541-9317-49F5749CCC32}" type="presOf" srcId="{EAC97828-33AB-4AAA-B6EF-306033B98E01}" destId="{8184FADE-A088-3A4E-9CEE-462FC48D2517}" srcOrd="0" destOrd="0" presId="urn:microsoft.com/office/officeart/2005/8/layout/process3"/>
    <dgm:cxn modelId="{403ED4BA-798D-B54B-8C16-5DCDE507D39B}" type="presOf" srcId="{52363317-DAE8-4D4F-94D6-10D46678EF72}" destId="{46EFC432-65C0-ED4C-B5DF-5478163F0A4B}" srcOrd="1" destOrd="0" presId="urn:microsoft.com/office/officeart/2005/8/layout/process3"/>
    <dgm:cxn modelId="{11D77FC0-6926-274C-A0D8-2268D51833C8}" type="presOf" srcId="{3646A7D8-F402-4D40-A36F-40BA9BE10F42}" destId="{06EFD0CD-4B79-654A-A4D6-7A6050D3720E}" srcOrd="0" destOrd="0" presId="urn:microsoft.com/office/officeart/2005/8/layout/process3"/>
    <dgm:cxn modelId="{F6432EC4-70E4-4E94-B591-F7E0FD5E6CA4}" srcId="{9CC7F006-88B3-4C77-8E78-416D324A7C81}" destId="{3646A7D8-F402-4D40-A36F-40BA9BE10F42}" srcOrd="0" destOrd="0" parTransId="{5F474B38-8179-453C-94CC-7CA0E8D7D2A3}" sibTransId="{EAC97828-33AB-4AAA-B6EF-306033B98E01}"/>
    <dgm:cxn modelId="{EB5AA1CB-3017-CA43-9AB0-F023343417D0}" type="presOf" srcId="{EAC97828-33AB-4AAA-B6EF-306033B98E01}" destId="{161622C6-2D4E-684E-896A-2D42256EBA62}" srcOrd="1" destOrd="0" presId="urn:microsoft.com/office/officeart/2005/8/layout/process3"/>
    <dgm:cxn modelId="{918462D5-4333-4C8C-A4D4-8C1798ADD3E0}" srcId="{9CC7F006-88B3-4C77-8E78-416D324A7C81}" destId="{440ABA1B-A337-4529-8225-F841BB7B0919}" srcOrd="2" destOrd="0" parTransId="{D233BDA6-C2CF-4AF7-A35F-610497AA1D61}" sibTransId="{382633FD-0AA0-4EFC-88A3-D7180AF1387E}"/>
    <dgm:cxn modelId="{62B656E1-A3ED-4634-88D0-C58B42023744}" srcId="{9CC7F006-88B3-4C77-8E78-416D324A7C81}" destId="{1DB143FF-41FD-42D0-8B96-B3DB44780793}" srcOrd="4" destOrd="0" parTransId="{74E5C420-F5FA-4DCB-A9E5-8A8DEB10677A}" sibTransId="{78CD1B19-AB61-4FCC-9DC6-64BBC9EC7371}"/>
    <dgm:cxn modelId="{BCD569E7-E029-3E4B-9FA4-C6F3BD4A9463}" type="presOf" srcId="{9063316B-E3D5-408F-9F81-FC2946BFB07D}" destId="{6846E0FA-4926-1C4C-BDAC-35AD423C249A}" srcOrd="0" destOrd="0" presId="urn:microsoft.com/office/officeart/2005/8/layout/process3"/>
    <dgm:cxn modelId="{1D0F21F2-8EBD-FD4F-AE0F-B08974535D56}" type="presOf" srcId="{71319C5C-4E51-4DF7-9805-209974B1A0F9}" destId="{F4EDFFC0-A178-4447-8312-D5E6D90B6A4E}" srcOrd="0" destOrd="0" presId="urn:microsoft.com/office/officeart/2005/8/layout/process3"/>
    <dgm:cxn modelId="{8274BDF2-FDAF-C448-B270-E773977E5D75}" type="presOf" srcId="{71319C5C-4E51-4DF7-9805-209974B1A0F9}" destId="{D1B1CD0C-1527-114F-9958-61C1A8ACFEA8}" srcOrd="1" destOrd="0" presId="urn:microsoft.com/office/officeart/2005/8/layout/process3"/>
    <dgm:cxn modelId="{C1CE25FB-A91C-C14D-92F4-15D3E685CDC4}" type="presOf" srcId="{33A04D71-AA5C-4990-AD91-A757CC3C47EF}" destId="{4C51739D-B443-494D-A86F-8B8C3952386B}" srcOrd="1" destOrd="0" presId="urn:microsoft.com/office/officeart/2005/8/layout/process3"/>
    <dgm:cxn modelId="{771D6301-26A1-D14C-99D2-59AE69985AE4}" type="presParOf" srcId="{F6B7D55C-6820-6044-9F1F-F92A6A1E6399}" destId="{6ECE460D-F453-894F-906E-A28BF9D5A22A}" srcOrd="0" destOrd="0" presId="urn:microsoft.com/office/officeart/2005/8/layout/process3"/>
    <dgm:cxn modelId="{03A06A95-D9C7-1F4B-B376-3A3C767B13CF}" type="presParOf" srcId="{6ECE460D-F453-894F-906E-A28BF9D5A22A}" destId="{06EFD0CD-4B79-654A-A4D6-7A6050D3720E}" srcOrd="0" destOrd="0" presId="urn:microsoft.com/office/officeart/2005/8/layout/process3"/>
    <dgm:cxn modelId="{0E6A9360-CB54-6446-9AC6-4B52111BC408}" type="presParOf" srcId="{6ECE460D-F453-894F-906E-A28BF9D5A22A}" destId="{38DE2EE6-A7DF-054C-A9F4-9B75880C8FDB}" srcOrd="1" destOrd="0" presId="urn:microsoft.com/office/officeart/2005/8/layout/process3"/>
    <dgm:cxn modelId="{E524F93A-B8AE-3F4C-AA52-4E05823B35CE}" type="presParOf" srcId="{6ECE460D-F453-894F-906E-A28BF9D5A22A}" destId="{3C174C67-D992-AE45-A131-514015B62A4C}" srcOrd="2" destOrd="0" presId="urn:microsoft.com/office/officeart/2005/8/layout/process3"/>
    <dgm:cxn modelId="{CFC2ABA2-1B5B-EE42-92F3-8CEA1472ED64}" type="presParOf" srcId="{F6B7D55C-6820-6044-9F1F-F92A6A1E6399}" destId="{8184FADE-A088-3A4E-9CEE-462FC48D2517}" srcOrd="1" destOrd="0" presId="urn:microsoft.com/office/officeart/2005/8/layout/process3"/>
    <dgm:cxn modelId="{BF0EA143-47AE-3247-B230-8B9B96C126C4}" type="presParOf" srcId="{8184FADE-A088-3A4E-9CEE-462FC48D2517}" destId="{161622C6-2D4E-684E-896A-2D42256EBA62}" srcOrd="0" destOrd="0" presId="urn:microsoft.com/office/officeart/2005/8/layout/process3"/>
    <dgm:cxn modelId="{E557A303-4CB6-514E-B467-8B4D0327726D}" type="presParOf" srcId="{F6B7D55C-6820-6044-9F1F-F92A6A1E6399}" destId="{AFCEEE5F-BB44-1D48-9293-5BCF48117F25}" srcOrd="2" destOrd="0" presId="urn:microsoft.com/office/officeart/2005/8/layout/process3"/>
    <dgm:cxn modelId="{26AE0125-9468-324A-8224-935DAC544ED4}" type="presParOf" srcId="{AFCEEE5F-BB44-1D48-9293-5BCF48117F25}" destId="{B4F1A8D9-FBA7-7A44-AF37-FC5D50EB96C2}" srcOrd="0" destOrd="0" presId="urn:microsoft.com/office/officeart/2005/8/layout/process3"/>
    <dgm:cxn modelId="{2B1F9D42-A362-6D4E-9576-9FF28956791E}" type="presParOf" srcId="{AFCEEE5F-BB44-1D48-9293-5BCF48117F25}" destId="{46EFC432-65C0-ED4C-B5DF-5478163F0A4B}" srcOrd="1" destOrd="0" presId="urn:microsoft.com/office/officeart/2005/8/layout/process3"/>
    <dgm:cxn modelId="{8398CCAC-B66C-DE4B-AAA0-FB89CDCCAE82}" type="presParOf" srcId="{AFCEEE5F-BB44-1D48-9293-5BCF48117F25}" destId="{35C63068-06A0-FD43-BF48-2B377476E6D0}" srcOrd="2" destOrd="0" presId="urn:microsoft.com/office/officeart/2005/8/layout/process3"/>
    <dgm:cxn modelId="{3AABC86E-456E-6146-B660-868864515680}" type="presParOf" srcId="{F6B7D55C-6820-6044-9F1F-F92A6A1E6399}" destId="{833E2A19-DE66-C645-8A78-576C182142B2}" srcOrd="3" destOrd="0" presId="urn:microsoft.com/office/officeart/2005/8/layout/process3"/>
    <dgm:cxn modelId="{87CD2ABA-C39A-1841-A207-3B634EAE9D09}" type="presParOf" srcId="{833E2A19-DE66-C645-8A78-576C182142B2}" destId="{4C51739D-B443-494D-A86F-8B8C3952386B}" srcOrd="0" destOrd="0" presId="urn:microsoft.com/office/officeart/2005/8/layout/process3"/>
    <dgm:cxn modelId="{7A75313A-9038-5E41-BF54-07796CCD44F0}" type="presParOf" srcId="{F6B7D55C-6820-6044-9F1F-F92A6A1E6399}" destId="{E26428BF-28AA-9840-95DE-440CE6AB118C}" srcOrd="4" destOrd="0" presId="urn:microsoft.com/office/officeart/2005/8/layout/process3"/>
    <dgm:cxn modelId="{EB547F6E-617A-644A-9A19-A7309C368C7F}" type="presParOf" srcId="{E26428BF-28AA-9840-95DE-440CE6AB118C}" destId="{4336BC83-AC24-B74A-B998-029F0FCF5E24}" srcOrd="0" destOrd="0" presId="urn:microsoft.com/office/officeart/2005/8/layout/process3"/>
    <dgm:cxn modelId="{6D67E249-C569-4F48-B107-7A09C01F3F96}" type="presParOf" srcId="{E26428BF-28AA-9840-95DE-440CE6AB118C}" destId="{0DA0BFC8-C6B0-0344-B5D2-9FC0CFB660A2}" srcOrd="1" destOrd="0" presId="urn:microsoft.com/office/officeart/2005/8/layout/process3"/>
    <dgm:cxn modelId="{9566CC64-470C-A74C-9650-BD45E41DFFAF}" type="presParOf" srcId="{E26428BF-28AA-9840-95DE-440CE6AB118C}" destId="{DB80302E-5095-5A4E-B247-DDA55FE3C99B}" srcOrd="2" destOrd="0" presId="urn:microsoft.com/office/officeart/2005/8/layout/process3"/>
    <dgm:cxn modelId="{4573235E-4823-D344-AA16-1EB7696163EC}" type="presParOf" srcId="{F6B7D55C-6820-6044-9F1F-F92A6A1E6399}" destId="{6772641B-7705-D74E-9D18-4B65D0B1AA34}" srcOrd="5" destOrd="0" presId="urn:microsoft.com/office/officeart/2005/8/layout/process3"/>
    <dgm:cxn modelId="{741832EE-B0C3-1B4D-A6E1-46F1A4DB84AD}" type="presParOf" srcId="{6772641B-7705-D74E-9D18-4B65D0B1AA34}" destId="{9AB06D8A-E57A-884E-80A3-610D7A70A538}" srcOrd="0" destOrd="0" presId="urn:microsoft.com/office/officeart/2005/8/layout/process3"/>
    <dgm:cxn modelId="{978ADB5C-F54E-D041-88DA-A0C9AF186F9A}" type="presParOf" srcId="{F6B7D55C-6820-6044-9F1F-F92A6A1E6399}" destId="{88B9DD24-6034-924E-9AC3-BE69E8226C5A}" srcOrd="6" destOrd="0" presId="urn:microsoft.com/office/officeart/2005/8/layout/process3"/>
    <dgm:cxn modelId="{C08037BF-9164-264E-B478-05AF1B1BE2BA}" type="presParOf" srcId="{88B9DD24-6034-924E-9AC3-BE69E8226C5A}" destId="{6846E0FA-4926-1C4C-BDAC-35AD423C249A}" srcOrd="0" destOrd="0" presId="urn:microsoft.com/office/officeart/2005/8/layout/process3"/>
    <dgm:cxn modelId="{33D3457F-E6D4-A94B-B719-54446D3442F5}" type="presParOf" srcId="{88B9DD24-6034-924E-9AC3-BE69E8226C5A}" destId="{08907452-5577-234C-AA2D-8E94B78BB654}" srcOrd="1" destOrd="0" presId="urn:microsoft.com/office/officeart/2005/8/layout/process3"/>
    <dgm:cxn modelId="{11DDBB34-CBB2-6241-B62E-280D7D8383B0}" type="presParOf" srcId="{88B9DD24-6034-924E-9AC3-BE69E8226C5A}" destId="{185D2D71-24D5-324D-B7EE-4456E4821D19}" srcOrd="2" destOrd="0" presId="urn:microsoft.com/office/officeart/2005/8/layout/process3"/>
    <dgm:cxn modelId="{49428603-38C2-194E-A300-61E2B2D4B212}" type="presParOf" srcId="{F6B7D55C-6820-6044-9F1F-F92A6A1E6399}" destId="{F4EDFFC0-A178-4447-8312-D5E6D90B6A4E}" srcOrd="7" destOrd="0" presId="urn:microsoft.com/office/officeart/2005/8/layout/process3"/>
    <dgm:cxn modelId="{A2D733E2-15C7-254D-BD2B-8CB340A0D1CE}" type="presParOf" srcId="{F4EDFFC0-A178-4447-8312-D5E6D90B6A4E}" destId="{D1B1CD0C-1527-114F-9958-61C1A8ACFEA8}" srcOrd="0" destOrd="0" presId="urn:microsoft.com/office/officeart/2005/8/layout/process3"/>
    <dgm:cxn modelId="{218513FE-A23D-844B-B081-AF5A5B7BCA0B}" type="presParOf" srcId="{F6B7D55C-6820-6044-9F1F-F92A6A1E6399}" destId="{DC8C27C8-2FBF-1E4E-840C-992E56C373ED}" srcOrd="8" destOrd="0" presId="urn:microsoft.com/office/officeart/2005/8/layout/process3"/>
    <dgm:cxn modelId="{5E182FC5-26A5-3749-ACB4-23BE85A72986}" type="presParOf" srcId="{DC8C27C8-2FBF-1E4E-840C-992E56C373ED}" destId="{43F2E203-4732-844A-BB45-791B89CF15EA}" srcOrd="0" destOrd="0" presId="urn:microsoft.com/office/officeart/2005/8/layout/process3"/>
    <dgm:cxn modelId="{8D837895-D07D-334B-9A64-999DBEEF260D}" type="presParOf" srcId="{DC8C27C8-2FBF-1E4E-840C-992E56C373ED}" destId="{088FA69C-4CDE-9047-99E7-AECCE78DDAEA}" srcOrd="1" destOrd="0" presId="urn:microsoft.com/office/officeart/2005/8/layout/process3"/>
    <dgm:cxn modelId="{88EDAA49-738A-A34F-BD0A-672C64EC346E}" type="presParOf" srcId="{DC8C27C8-2FBF-1E4E-840C-992E56C373ED}" destId="{10D305DB-D019-4D45-8A3D-D7089D8B38E6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C2402FD6-5EC6-451B-9F01-D547E7AA201F}" type="doc">
      <dgm:prSet loTypeId="urn:microsoft.com/office/officeart/2005/8/layout/hProcess10" qsTypeId="urn:microsoft.com/office/officeart/2005/8/quickstyle/simple2" csTypeId="urn:microsoft.com/office/officeart/2005/8/colors/accent1_2"/>
      <dgm:spPr/>
    </dgm:pt>
    <dgm:pt modelId="{AE76C3F9-665A-466E-A1E5-4280905435ED}">
      <dgm:prSet/>
      <dgm:spPr/>
      <dgm:t>
        <a:bodyPr/>
        <a:lstStyle/>
        <a:p>
          <a:r>
            <a:t>Discover</a:t>
          </a:r>
        </a:p>
      </dgm:t>
    </dgm:pt>
    <dgm:pt modelId="{5D279FB6-7847-478F-9B12-AE52EFB27E83}" type="parTrans" cxnId="{78E824E4-AC23-480D-AE4B-EA17587D5F91}">
      <dgm:prSet/>
      <dgm:spPr/>
      <dgm:t>
        <a:bodyPr/>
        <a:lstStyle/>
        <a:p>
          <a:endParaRPr/>
        </a:p>
      </dgm:t>
    </dgm:pt>
    <dgm:pt modelId="{BB0AD3A8-A63A-40D5-8826-0145E98DE566}" type="sibTrans" cxnId="{78E824E4-AC23-480D-AE4B-EA17587D5F91}">
      <dgm:prSet/>
      <dgm:spPr/>
      <dgm:t>
        <a:bodyPr/>
        <a:lstStyle/>
        <a:p>
          <a:endParaRPr/>
        </a:p>
      </dgm:t>
    </dgm:pt>
    <dgm:pt modelId="{068641A0-7A40-44DD-979B-87A21C7C77DD}">
      <dgm:prSet/>
      <dgm:spPr/>
      <dgm:t>
        <a:bodyPr/>
        <a:lstStyle/>
        <a:p>
          <a:r>
            <a:t>Define</a:t>
          </a:r>
        </a:p>
      </dgm:t>
    </dgm:pt>
    <dgm:pt modelId="{C3D2425B-0216-42D1-807D-818D7D8219BF}" type="parTrans" cxnId="{181512E1-1557-4FFB-90DF-9B57E281E221}">
      <dgm:prSet/>
      <dgm:spPr/>
      <dgm:t>
        <a:bodyPr/>
        <a:lstStyle/>
        <a:p>
          <a:endParaRPr/>
        </a:p>
      </dgm:t>
    </dgm:pt>
    <dgm:pt modelId="{CE54E604-72BB-458D-ABB6-934831745692}" type="sibTrans" cxnId="{181512E1-1557-4FFB-90DF-9B57E281E221}">
      <dgm:prSet/>
      <dgm:spPr/>
      <dgm:t>
        <a:bodyPr/>
        <a:lstStyle/>
        <a:p>
          <a:endParaRPr/>
        </a:p>
      </dgm:t>
    </dgm:pt>
    <dgm:pt modelId="{B9F2A6E0-2C28-4CED-8332-C9DC03135CCD}">
      <dgm:prSet/>
      <dgm:spPr/>
      <dgm:t>
        <a:bodyPr/>
        <a:lstStyle/>
        <a:p>
          <a:r>
            <a:t>Build</a:t>
          </a:r>
        </a:p>
      </dgm:t>
    </dgm:pt>
    <dgm:pt modelId="{41F79DE1-B8EF-447A-9271-ED42D4B19E70}" type="parTrans" cxnId="{35AF7471-CB5F-47C9-B38D-75049D96FE9C}">
      <dgm:prSet/>
      <dgm:spPr/>
      <dgm:t>
        <a:bodyPr/>
        <a:lstStyle/>
        <a:p>
          <a:endParaRPr/>
        </a:p>
      </dgm:t>
    </dgm:pt>
    <dgm:pt modelId="{4DF2B523-D4B7-4721-9493-A9106F7B8B61}" type="sibTrans" cxnId="{35AF7471-CB5F-47C9-B38D-75049D96FE9C}">
      <dgm:prSet/>
      <dgm:spPr/>
      <dgm:t>
        <a:bodyPr/>
        <a:lstStyle/>
        <a:p>
          <a:endParaRPr/>
        </a:p>
      </dgm:t>
    </dgm:pt>
    <dgm:pt modelId="{5997B1E5-264A-475B-ABB5-265899A48D0C}">
      <dgm:prSet/>
      <dgm:spPr/>
      <dgm:t>
        <a:bodyPr/>
        <a:lstStyle/>
        <a:p>
          <a:r>
            <a:t>Launch</a:t>
          </a:r>
        </a:p>
      </dgm:t>
    </dgm:pt>
    <dgm:pt modelId="{13ADDE8E-44FF-4F44-9E00-3222E4FDCCC4}" type="parTrans" cxnId="{716D75DF-56C5-4723-A9D7-7C6329B24248}">
      <dgm:prSet/>
      <dgm:spPr/>
      <dgm:t>
        <a:bodyPr/>
        <a:lstStyle/>
        <a:p>
          <a:endParaRPr/>
        </a:p>
      </dgm:t>
    </dgm:pt>
    <dgm:pt modelId="{32AEA25E-33D7-4D5D-80B3-D1B2CAC02531}" type="sibTrans" cxnId="{716D75DF-56C5-4723-A9D7-7C6329B24248}">
      <dgm:prSet/>
      <dgm:spPr/>
      <dgm:t>
        <a:bodyPr/>
        <a:lstStyle/>
        <a:p>
          <a:endParaRPr/>
        </a:p>
      </dgm:t>
    </dgm:pt>
    <dgm:pt modelId="{5790D160-56F8-4AF8-BAED-01EB4FFD080D}">
      <dgm:prSet/>
      <dgm:spPr/>
      <dgm:t>
        <a:bodyPr/>
        <a:lstStyle/>
        <a:p>
          <a:r>
            <a:t>Learn</a:t>
          </a:r>
        </a:p>
      </dgm:t>
    </dgm:pt>
    <dgm:pt modelId="{9D2108BF-5079-4857-8C2E-753AB1043959}" type="parTrans" cxnId="{5D42110E-4048-4591-94DC-3E634D97F6DF}">
      <dgm:prSet/>
      <dgm:spPr/>
      <dgm:t>
        <a:bodyPr/>
        <a:lstStyle/>
        <a:p>
          <a:endParaRPr/>
        </a:p>
      </dgm:t>
    </dgm:pt>
    <dgm:pt modelId="{62649119-B927-4B03-B8BB-6ABA5AA3DF54}" type="sibTrans" cxnId="{5D42110E-4048-4591-94DC-3E634D97F6DF}">
      <dgm:prSet/>
      <dgm:spPr/>
      <dgm:t>
        <a:bodyPr/>
        <a:lstStyle/>
        <a:p>
          <a:endParaRPr/>
        </a:p>
      </dgm:t>
    </dgm:pt>
    <dgm:pt modelId="{511BB007-50CC-47EB-A4EF-BFDA13311913}" type="pres">
      <dgm:prSet presAssocID="{C2402FD6-5EC6-451B-9F01-D547E7AA201F}" presName="Name0" presStyleCnt="0">
        <dgm:presLayoutVars>
          <dgm:dir/>
          <dgm:resizeHandles val="exact"/>
        </dgm:presLayoutVars>
      </dgm:prSet>
      <dgm:spPr/>
    </dgm:pt>
    <dgm:pt modelId="{AAF1D6F0-24F4-4F30-82E1-930ADCC6F7D6}" type="pres">
      <dgm:prSet presAssocID="{AE76C3F9-665A-466E-A1E5-4280905435ED}" presName="composite" presStyleCnt="0"/>
      <dgm:spPr/>
    </dgm:pt>
    <dgm:pt modelId="{D80A4808-CBBF-40EC-AA1A-4DED4F377294}" type="pres">
      <dgm:prSet presAssocID="{AE76C3F9-665A-466E-A1E5-4280905435ED}" presName="imagSh" presStyleLbl="bgImgPlace1" presStyleIdx="0" presStyleCnt="5"/>
      <dgm:spPr/>
    </dgm:pt>
    <dgm:pt modelId="{538445ED-48C0-4957-867A-9335F85AD1E9}" type="pres">
      <dgm:prSet presAssocID="{AE76C3F9-665A-466E-A1E5-4280905435ED}" presName="txNode" presStyleLbl="node1" presStyleIdx="0" presStyleCnt="5">
        <dgm:presLayoutVars>
          <dgm:bulletEnabled val="1"/>
        </dgm:presLayoutVars>
      </dgm:prSet>
      <dgm:spPr/>
    </dgm:pt>
    <dgm:pt modelId="{11CA54E3-D1E3-4744-ADA8-5C47FC080AF6}" type="pres">
      <dgm:prSet presAssocID="{BB0AD3A8-A63A-40D5-8826-0145E98DE566}" presName="sibTrans" presStyleLbl="sibTrans2D1" presStyleIdx="0" presStyleCnt="4"/>
      <dgm:spPr/>
    </dgm:pt>
    <dgm:pt modelId="{405F9724-BBA6-C140-AA6A-DB35CFEA6636}" type="pres">
      <dgm:prSet presAssocID="{BB0AD3A8-A63A-40D5-8826-0145E98DE566}" presName="connTx" presStyleLbl="sibTrans2D1" presStyleIdx="0" presStyleCnt="4"/>
      <dgm:spPr/>
    </dgm:pt>
    <dgm:pt modelId="{5A419E79-1136-4EC2-A9B3-A10A0E717C2E}" type="pres">
      <dgm:prSet presAssocID="{068641A0-7A40-44DD-979B-87A21C7C77DD}" presName="composite" presStyleCnt="0"/>
      <dgm:spPr/>
    </dgm:pt>
    <dgm:pt modelId="{9A3CB6DA-F3AB-4191-87A6-01A6C0F8B7C9}" type="pres">
      <dgm:prSet presAssocID="{068641A0-7A40-44DD-979B-87A21C7C77DD}" presName="imagSh" presStyleLbl="bgImgPlace1" presStyleIdx="1" presStyleCnt="5"/>
      <dgm:spPr/>
    </dgm:pt>
    <dgm:pt modelId="{45675DE3-AF94-49B3-87AB-36CC114AC4E7}" type="pres">
      <dgm:prSet presAssocID="{068641A0-7A40-44DD-979B-87A21C7C77DD}" presName="txNode" presStyleLbl="node1" presStyleIdx="1" presStyleCnt="5">
        <dgm:presLayoutVars>
          <dgm:bulletEnabled val="1"/>
        </dgm:presLayoutVars>
      </dgm:prSet>
      <dgm:spPr/>
    </dgm:pt>
    <dgm:pt modelId="{AA0C0C7A-858A-4D3F-B690-EC4482B71A19}" type="pres">
      <dgm:prSet presAssocID="{CE54E604-72BB-458D-ABB6-934831745692}" presName="sibTrans" presStyleLbl="sibTrans2D1" presStyleIdx="1" presStyleCnt="4"/>
      <dgm:spPr/>
    </dgm:pt>
    <dgm:pt modelId="{5EAF4670-7D21-9A40-98BE-E32B6FCE2124}" type="pres">
      <dgm:prSet presAssocID="{CE54E604-72BB-458D-ABB6-934831745692}" presName="connTx" presStyleLbl="sibTrans2D1" presStyleIdx="1" presStyleCnt="4"/>
      <dgm:spPr/>
    </dgm:pt>
    <dgm:pt modelId="{E41D9B57-46A0-4B80-9C3A-C5A2D3CB5946}" type="pres">
      <dgm:prSet presAssocID="{B9F2A6E0-2C28-4CED-8332-C9DC03135CCD}" presName="composite" presStyleCnt="0"/>
      <dgm:spPr/>
    </dgm:pt>
    <dgm:pt modelId="{537C371E-C0DA-4497-BE01-BA77D92C6998}" type="pres">
      <dgm:prSet presAssocID="{B9F2A6E0-2C28-4CED-8332-C9DC03135CCD}" presName="imagSh" presStyleLbl="bgImgPlace1" presStyleIdx="2" presStyleCnt="5"/>
      <dgm:spPr/>
    </dgm:pt>
    <dgm:pt modelId="{9F1472C1-58D2-4DEF-BF1B-8F79C04946ED}" type="pres">
      <dgm:prSet presAssocID="{B9F2A6E0-2C28-4CED-8332-C9DC03135CCD}" presName="txNode" presStyleLbl="node1" presStyleIdx="2" presStyleCnt="5">
        <dgm:presLayoutVars>
          <dgm:bulletEnabled val="1"/>
        </dgm:presLayoutVars>
      </dgm:prSet>
      <dgm:spPr/>
    </dgm:pt>
    <dgm:pt modelId="{C0F7725A-14C0-4E41-894F-10C909748B92}" type="pres">
      <dgm:prSet presAssocID="{4DF2B523-D4B7-4721-9493-A9106F7B8B61}" presName="sibTrans" presStyleLbl="sibTrans2D1" presStyleIdx="2" presStyleCnt="4"/>
      <dgm:spPr/>
    </dgm:pt>
    <dgm:pt modelId="{05D407D4-43B2-3840-B8D4-C5E50118A79A}" type="pres">
      <dgm:prSet presAssocID="{4DF2B523-D4B7-4721-9493-A9106F7B8B61}" presName="connTx" presStyleLbl="sibTrans2D1" presStyleIdx="2" presStyleCnt="4"/>
      <dgm:spPr/>
    </dgm:pt>
    <dgm:pt modelId="{10B19364-C510-4296-A574-09C1D43BDC95}" type="pres">
      <dgm:prSet presAssocID="{5997B1E5-264A-475B-ABB5-265899A48D0C}" presName="composite" presStyleCnt="0"/>
      <dgm:spPr/>
    </dgm:pt>
    <dgm:pt modelId="{51059DA0-A77F-47CE-90EF-F280F30B3876}" type="pres">
      <dgm:prSet presAssocID="{5997B1E5-264A-475B-ABB5-265899A48D0C}" presName="imagSh" presStyleLbl="bgImgPlace1" presStyleIdx="3" presStyleCnt="5"/>
      <dgm:spPr/>
    </dgm:pt>
    <dgm:pt modelId="{2CE01E87-86ED-4800-9FC5-43DBC9154234}" type="pres">
      <dgm:prSet presAssocID="{5997B1E5-264A-475B-ABB5-265899A48D0C}" presName="txNode" presStyleLbl="node1" presStyleIdx="3" presStyleCnt="5">
        <dgm:presLayoutVars>
          <dgm:bulletEnabled val="1"/>
        </dgm:presLayoutVars>
      </dgm:prSet>
      <dgm:spPr/>
    </dgm:pt>
    <dgm:pt modelId="{E683CF89-9A52-47D4-927C-5DD129000236}" type="pres">
      <dgm:prSet presAssocID="{32AEA25E-33D7-4D5D-80B3-D1B2CAC02531}" presName="sibTrans" presStyleLbl="sibTrans2D1" presStyleIdx="3" presStyleCnt="4"/>
      <dgm:spPr/>
    </dgm:pt>
    <dgm:pt modelId="{F68E222E-9C41-D94B-BFBF-FD8F82EA5E75}" type="pres">
      <dgm:prSet presAssocID="{32AEA25E-33D7-4D5D-80B3-D1B2CAC02531}" presName="connTx" presStyleLbl="sibTrans2D1" presStyleIdx="3" presStyleCnt="4"/>
      <dgm:spPr/>
    </dgm:pt>
    <dgm:pt modelId="{FF07421F-205C-40EC-AC8B-B41674BE654A}" type="pres">
      <dgm:prSet presAssocID="{5790D160-56F8-4AF8-BAED-01EB4FFD080D}" presName="composite" presStyleCnt="0"/>
      <dgm:spPr/>
    </dgm:pt>
    <dgm:pt modelId="{C4648E53-CF43-4CEA-89D7-9619229DE90D}" type="pres">
      <dgm:prSet presAssocID="{5790D160-56F8-4AF8-BAED-01EB4FFD080D}" presName="imagSh" presStyleLbl="bgImgPlace1" presStyleIdx="4" presStyleCnt="5"/>
      <dgm:spPr/>
    </dgm:pt>
    <dgm:pt modelId="{50F23D52-E8E5-459A-A6DB-1A7B47586004}" type="pres">
      <dgm:prSet presAssocID="{5790D160-56F8-4AF8-BAED-01EB4FFD080D}" presName="txNode" presStyleLbl="node1" presStyleIdx="4" presStyleCnt="5">
        <dgm:presLayoutVars>
          <dgm:bulletEnabled val="1"/>
        </dgm:presLayoutVars>
      </dgm:prSet>
      <dgm:spPr/>
    </dgm:pt>
  </dgm:ptLst>
  <dgm:cxnLst>
    <dgm:cxn modelId="{5D42110E-4048-4591-94DC-3E634D97F6DF}" srcId="{C2402FD6-5EC6-451B-9F01-D547E7AA201F}" destId="{5790D160-56F8-4AF8-BAED-01EB4FFD080D}" srcOrd="4" destOrd="0" parTransId="{9D2108BF-5079-4857-8C2E-753AB1043959}" sibTransId="{62649119-B927-4B03-B8BB-6ABA5AA3DF54}"/>
    <dgm:cxn modelId="{56963F21-E0A8-7E4A-86A8-A7BC863FA2C3}" type="presOf" srcId="{4DF2B523-D4B7-4721-9493-A9106F7B8B61}" destId="{C0F7725A-14C0-4E41-894F-10C909748B92}" srcOrd="0" destOrd="0" presId="urn:microsoft.com/office/officeart/2005/8/layout/hProcess10"/>
    <dgm:cxn modelId="{D768783A-60C5-42FF-B47E-5BA71C79CCC1}" type="presOf" srcId="{C2402FD6-5EC6-451B-9F01-D547E7AA201F}" destId="{511BB007-50CC-47EB-A4EF-BFDA13311913}" srcOrd="0" destOrd="0" presId="urn:microsoft.com/office/officeart/2005/8/layout/hProcess10"/>
    <dgm:cxn modelId="{F964294E-D808-4DFD-8C86-2946E13D4C58}" type="presOf" srcId="{5997B1E5-264A-475B-ABB5-265899A48D0C}" destId="{2CE01E87-86ED-4800-9FC5-43DBC9154234}" srcOrd="0" destOrd="0" presId="urn:microsoft.com/office/officeart/2005/8/layout/hProcess10"/>
    <dgm:cxn modelId="{579F5E55-3B3B-044B-B001-02398E57A45C}" type="presOf" srcId="{CE54E604-72BB-458D-ABB6-934831745692}" destId="{5EAF4670-7D21-9A40-98BE-E32B6FCE2124}" srcOrd="1" destOrd="0" presId="urn:microsoft.com/office/officeart/2005/8/layout/hProcess10"/>
    <dgm:cxn modelId="{0C788A55-43E1-4A35-B6BA-EBA12E3291D9}" type="presOf" srcId="{AE76C3F9-665A-466E-A1E5-4280905435ED}" destId="{538445ED-48C0-4957-867A-9335F85AD1E9}" srcOrd="0" destOrd="0" presId="urn:microsoft.com/office/officeart/2005/8/layout/hProcess10"/>
    <dgm:cxn modelId="{35AF7471-CB5F-47C9-B38D-75049D96FE9C}" srcId="{C2402FD6-5EC6-451B-9F01-D547E7AA201F}" destId="{B9F2A6E0-2C28-4CED-8332-C9DC03135CCD}" srcOrd="2" destOrd="0" parTransId="{41F79DE1-B8EF-447A-9271-ED42D4B19E70}" sibTransId="{4DF2B523-D4B7-4721-9493-A9106F7B8B61}"/>
    <dgm:cxn modelId="{33937588-BE5D-B042-8F68-E2132CD27656}" type="presOf" srcId="{BB0AD3A8-A63A-40D5-8826-0145E98DE566}" destId="{405F9724-BBA6-C140-AA6A-DB35CFEA6636}" srcOrd="1" destOrd="0" presId="urn:microsoft.com/office/officeart/2005/8/layout/hProcess10"/>
    <dgm:cxn modelId="{31617EA2-8D9E-40EF-9A1F-3095544DB70E}" type="presOf" srcId="{5790D160-56F8-4AF8-BAED-01EB4FFD080D}" destId="{50F23D52-E8E5-459A-A6DB-1A7B47586004}" srcOrd="0" destOrd="0" presId="urn:microsoft.com/office/officeart/2005/8/layout/hProcess10"/>
    <dgm:cxn modelId="{74B6DEA6-6A05-144D-A87A-92895A224DAA}" type="presOf" srcId="{BB0AD3A8-A63A-40D5-8826-0145E98DE566}" destId="{11CA54E3-D1E3-4744-ADA8-5C47FC080AF6}" srcOrd="0" destOrd="0" presId="urn:microsoft.com/office/officeart/2005/8/layout/hProcess10"/>
    <dgm:cxn modelId="{41DAA1AA-044C-4F9A-AD08-77654110DBD4}" type="presOf" srcId="{B9F2A6E0-2C28-4CED-8332-C9DC03135CCD}" destId="{9F1472C1-58D2-4DEF-BF1B-8F79C04946ED}" srcOrd="0" destOrd="0" presId="urn:microsoft.com/office/officeart/2005/8/layout/hProcess10"/>
    <dgm:cxn modelId="{716D75DF-56C5-4723-A9D7-7C6329B24248}" srcId="{C2402FD6-5EC6-451B-9F01-D547E7AA201F}" destId="{5997B1E5-264A-475B-ABB5-265899A48D0C}" srcOrd="3" destOrd="0" parTransId="{13ADDE8E-44FF-4F44-9E00-3222E4FDCCC4}" sibTransId="{32AEA25E-33D7-4D5D-80B3-D1B2CAC02531}"/>
    <dgm:cxn modelId="{181512E1-1557-4FFB-90DF-9B57E281E221}" srcId="{C2402FD6-5EC6-451B-9F01-D547E7AA201F}" destId="{068641A0-7A40-44DD-979B-87A21C7C77DD}" srcOrd="1" destOrd="0" parTransId="{C3D2425B-0216-42D1-807D-818D7D8219BF}" sibTransId="{CE54E604-72BB-458D-ABB6-934831745692}"/>
    <dgm:cxn modelId="{78E824E4-AC23-480D-AE4B-EA17587D5F91}" srcId="{C2402FD6-5EC6-451B-9F01-D547E7AA201F}" destId="{AE76C3F9-665A-466E-A1E5-4280905435ED}" srcOrd="0" destOrd="0" parTransId="{5D279FB6-7847-478F-9B12-AE52EFB27E83}" sibTransId="{BB0AD3A8-A63A-40D5-8826-0145E98DE566}"/>
    <dgm:cxn modelId="{DCC511EE-2354-724D-8828-58669BE488FE}" type="presOf" srcId="{CE54E604-72BB-458D-ABB6-934831745692}" destId="{AA0C0C7A-858A-4D3F-B690-EC4482B71A19}" srcOrd="0" destOrd="0" presId="urn:microsoft.com/office/officeart/2005/8/layout/hProcess10"/>
    <dgm:cxn modelId="{E7FBBEF0-1334-FA4B-A56C-10EF41787E67}" type="presOf" srcId="{32AEA25E-33D7-4D5D-80B3-D1B2CAC02531}" destId="{F68E222E-9C41-D94B-BFBF-FD8F82EA5E75}" srcOrd="1" destOrd="0" presId="urn:microsoft.com/office/officeart/2005/8/layout/hProcess10"/>
    <dgm:cxn modelId="{5B38C0F5-89F4-F843-BE9F-476781FD7E68}" type="presOf" srcId="{32AEA25E-33D7-4D5D-80B3-D1B2CAC02531}" destId="{E683CF89-9A52-47D4-927C-5DD129000236}" srcOrd="0" destOrd="0" presId="urn:microsoft.com/office/officeart/2005/8/layout/hProcess10"/>
    <dgm:cxn modelId="{F4E283F6-946A-3E43-8047-54395E07B231}" type="presOf" srcId="{4DF2B523-D4B7-4721-9493-A9106F7B8B61}" destId="{05D407D4-43B2-3840-B8D4-C5E50118A79A}" srcOrd="1" destOrd="0" presId="urn:microsoft.com/office/officeart/2005/8/layout/hProcess10"/>
    <dgm:cxn modelId="{61B711F8-704A-4CC9-948D-C4AC1D957C12}" type="presOf" srcId="{068641A0-7A40-44DD-979B-87A21C7C77DD}" destId="{45675DE3-AF94-49B3-87AB-36CC114AC4E7}" srcOrd="0" destOrd="0" presId="urn:microsoft.com/office/officeart/2005/8/layout/hProcess10"/>
    <dgm:cxn modelId="{BB418F05-1081-49AD-BCAB-A2B514644DE2}" type="presParOf" srcId="{511BB007-50CC-47EB-A4EF-BFDA13311913}" destId="{AAF1D6F0-24F4-4F30-82E1-930ADCC6F7D6}" srcOrd="0" destOrd="0" presId="urn:microsoft.com/office/officeart/2005/8/layout/hProcess10"/>
    <dgm:cxn modelId="{8206D87C-C172-4A7C-9AAE-D9D1AF3DED18}" type="presParOf" srcId="{AAF1D6F0-24F4-4F30-82E1-930ADCC6F7D6}" destId="{D80A4808-CBBF-40EC-AA1A-4DED4F377294}" srcOrd="0" destOrd="0" presId="urn:microsoft.com/office/officeart/2005/8/layout/hProcess10"/>
    <dgm:cxn modelId="{7F6BDA33-ED63-4856-AE26-C5533DDEC58B}" type="presParOf" srcId="{AAF1D6F0-24F4-4F30-82E1-930ADCC6F7D6}" destId="{538445ED-48C0-4957-867A-9335F85AD1E9}" srcOrd="1" destOrd="0" presId="urn:microsoft.com/office/officeart/2005/8/layout/hProcess10"/>
    <dgm:cxn modelId="{B2B4986E-D1BD-4ACE-8A1A-702AE55FA14D}" type="presParOf" srcId="{511BB007-50CC-47EB-A4EF-BFDA13311913}" destId="{11CA54E3-D1E3-4744-ADA8-5C47FC080AF6}" srcOrd="1" destOrd="0" presId="urn:microsoft.com/office/officeart/2005/8/layout/hProcess10"/>
    <dgm:cxn modelId="{9F291DAB-E3D4-E541-B546-8E35FBCD9B7D}" type="presParOf" srcId="{11CA54E3-D1E3-4744-ADA8-5C47FC080AF6}" destId="{405F9724-BBA6-C140-AA6A-DB35CFEA6636}" srcOrd="0" destOrd="0" presId="urn:microsoft.com/office/officeart/2005/8/layout/hProcess10"/>
    <dgm:cxn modelId="{46630AFD-EFC8-47C5-B418-1C15FDDCEA77}" type="presParOf" srcId="{511BB007-50CC-47EB-A4EF-BFDA13311913}" destId="{5A419E79-1136-4EC2-A9B3-A10A0E717C2E}" srcOrd="2" destOrd="0" presId="urn:microsoft.com/office/officeart/2005/8/layout/hProcess10"/>
    <dgm:cxn modelId="{656D08D1-671C-40B5-AFBA-93109A80E28F}" type="presParOf" srcId="{5A419E79-1136-4EC2-A9B3-A10A0E717C2E}" destId="{9A3CB6DA-F3AB-4191-87A6-01A6C0F8B7C9}" srcOrd="0" destOrd="0" presId="urn:microsoft.com/office/officeart/2005/8/layout/hProcess10"/>
    <dgm:cxn modelId="{227441F1-8CAF-421D-B125-C97DCACD5AE8}" type="presParOf" srcId="{5A419E79-1136-4EC2-A9B3-A10A0E717C2E}" destId="{45675DE3-AF94-49B3-87AB-36CC114AC4E7}" srcOrd="1" destOrd="0" presId="urn:microsoft.com/office/officeart/2005/8/layout/hProcess10"/>
    <dgm:cxn modelId="{897D26A7-6AB3-4401-9283-D3FEC23451AD}" type="presParOf" srcId="{511BB007-50CC-47EB-A4EF-BFDA13311913}" destId="{AA0C0C7A-858A-4D3F-B690-EC4482B71A19}" srcOrd="3" destOrd="0" presId="urn:microsoft.com/office/officeart/2005/8/layout/hProcess10"/>
    <dgm:cxn modelId="{7A20C578-8BFB-B447-88F4-68DF30C6FB50}" type="presParOf" srcId="{AA0C0C7A-858A-4D3F-B690-EC4482B71A19}" destId="{5EAF4670-7D21-9A40-98BE-E32B6FCE2124}" srcOrd="0" destOrd="0" presId="urn:microsoft.com/office/officeart/2005/8/layout/hProcess10"/>
    <dgm:cxn modelId="{1BBC2D90-927B-444E-838C-96E5891632F4}" type="presParOf" srcId="{511BB007-50CC-47EB-A4EF-BFDA13311913}" destId="{E41D9B57-46A0-4B80-9C3A-C5A2D3CB5946}" srcOrd="4" destOrd="0" presId="urn:microsoft.com/office/officeart/2005/8/layout/hProcess10"/>
    <dgm:cxn modelId="{C3A9EFF3-D756-474C-9231-7DA47ED84CAA}" type="presParOf" srcId="{E41D9B57-46A0-4B80-9C3A-C5A2D3CB5946}" destId="{537C371E-C0DA-4497-BE01-BA77D92C6998}" srcOrd="0" destOrd="0" presId="urn:microsoft.com/office/officeart/2005/8/layout/hProcess10"/>
    <dgm:cxn modelId="{E0053771-3EF4-42A1-AE4A-697839B6A7E4}" type="presParOf" srcId="{E41D9B57-46A0-4B80-9C3A-C5A2D3CB5946}" destId="{9F1472C1-58D2-4DEF-BF1B-8F79C04946ED}" srcOrd="1" destOrd="0" presId="urn:microsoft.com/office/officeart/2005/8/layout/hProcess10"/>
    <dgm:cxn modelId="{BD911DAB-8046-435F-B640-D7A359DD60B6}" type="presParOf" srcId="{511BB007-50CC-47EB-A4EF-BFDA13311913}" destId="{C0F7725A-14C0-4E41-894F-10C909748B92}" srcOrd="5" destOrd="0" presId="urn:microsoft.com/office/officeart/2005/8/layout/hProcess10"/>
    <dgm:cxn modelId="{50D8BA85-8078-8A46-B8AE-C590F83C70CA}" type="presParOf" srcId="{C0F7725A-14C0-4E41-894F-10C909748B92}" destId="{05D407D4-43B2-3840-B8D4-C5E50118A79A}" srcOrd="0" destOrd="0" presId="urn:microsoft.com/office/officeart/2005/8/layout/hProcess10"/>
    <dgm:cxn modelId="{864C6B00-6E29-4668-886B-578EE22B96F5}" type="presParOf" srcId="{511BB007-50CC-47EB-A4EF-BFDA13311913}" destId="{10B19364-C510-4296-A574-09C1D43BDC95}" srcOrd="6" destOrd="0" presId="urn:microsoft.com/office/officeart/2005/8/layout/hProcess10"/>
    <dgm:cxn modelId="{622BFFCE-7475-4DC4-A021-1ACA8B51E5B7}" type="presParOf" srcId="{10B19364-C510-4296-A574-09C1D43BDC95}" destId="{51059DA0-A77F-47CE-90EF-F280F30B3876}" srcOrd="0" destOrd="0" presId="urn:microsoft.com/office/officeart/2005/8/layout/hProcess10"/>
    <dgm:cxn modelId="{377E508C-2A9B-4C34-8A05-37D16575829F}" type="presParOf" srcId="{10B19364-C510-4296-A574-09C1D43BDC95}" destId="{2CE01E87-86ED-4800-9FC5-43DBC9154234}" srcOrd="1" destOrd="0" presId="urn:microsoft.com/office/officeart/2005/8/layout/hProcess10"/>
    <dgm:cxn modelId="{0502726A-F196-45B8-BD10-24FBA8AF5B9A}" type="presParOf" srcId="{511BB007-50CC-47EB-A4EF-BFDA13311913}" destId="{E683CF89-9A52-47D4-927C-5DD129000236}" srcOrd="7" destOrd="0" presId="urn:microsoft.com/office/officeart/2005/8/layout/hProcess10"/>
    <dgm:cxn modelId="{820BB36C-90DD-ED41-B6A1-AAF1B4B9688C}" type="presParOf" srcId="{E683CF89-9A52-47D4-927C-5DD129000236}" destId="{F68E222E-9C41-D94B-BFBF-FD8F82EA5E75}" srcOrd="0" destOrd="0" presId="urn:microsoft.com/office/officeart/2005/8/layout/hProcess10"/>
    <dgm:cxn modelId="{286CD7AB-7466-41B1-B09B-76625C0F7AA2}" type="presParOf" srcId="{511BB007-50CC-47EB-A4EF-BFDA13311913}" destId="{FF07421F-205C-40EC-AC8B-B41674BE654A}" srcOrd="8" destOrd="0" presId="urn:microsoft.com/office/officeart/2005/8/layout/hProcess10"/>
    <dgm:cxn modelId="{44DA6CED-D8C9-4124-83C7-91CBCC9F9B6C}" type="presParOf" srcId="{FF07421F-205C-40EC-AC8B-B41674BE654A}" destId="{C4648E53-CF43-4CEA-89D7-9619229DE90D}" srcOrd="0" destOrd="0" presId="urn:microsoft.com/office/officeart/2005/8/layout/hProcess10"/>
    <dgm:cxn modelId="{CAC25773-6FBE-490A-87D0-3B14AF4D10CF}" type="presParOf" srcId="{FF07421F-205C-40EC-AC8B-B41674BE654A}" destId="{50F23D52-E8E5-459A-A6DB-1A7B47586004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C602C267-7288-4BAA-AF03-60FEC4496804}" type="doc">
      <dgm:prSet loTypeId="urn:microsoft.com/office/officeart/2005/8/layout/hProcess4" qsTypeId="urn:microsoft.com/office/officeart/2005/8/quickstyle/simple2" csTypeId="urn:microsoft.com/office/officeart/2005/8/colors/accent1_2"/>
      <dgm:spPr/>
    </dgm:pt>
    <dgm:pt modelId="{90ED72EE-74DA-46C6-AF63-BD98CCA74D95}">
      <dgm:prSet/>
      <dgm:spPr/>
      <dgm:t>
        <a:bodyPr/>
        <a:lstStyle/>
        <a:p>
          <a:r>
            <a:t>Discover</a:t>
          </a:r>
        </a:p>
      </dgm:t>
    </dgm:pt>
    <dgm:pt modelId="{D55B4BFA-7ED8-4D80-B3B3-91DF1E3A02BC}" type="parTrans" cxnId="{C5B26EA9-AABC-40E2-ABE3-54529F01CDBC}">
      <dgm:prSet/>
      <dgm:spPr/>
      <dgm:t>
        <a:bodyPr/>
        <a:lstStyle/>
        <a:p>
          <a:endParaRPr/>
        </a:p>
      </dgm:t>
    </dgm:pt>
    <dgm:pt modelId="{CB2ABE65-2B46-47FE-8FA7-ED5E827F19E2}" type="sibTrans" cxnId="{C5B26EA9-AABC-40E2-ABE3-54529F01CDBC}">
      <dgm:prSet/>
      <dgm:spPr/>
      <dgm:t>
        <a:bodyPr/>
        <a:lstStyle/>
        <a:p>
          <a:endParaRPr/>
        </a:p>
      </dgm:t>
    </dgm:pt>
    <dgm:pt modelId="{A61B342B-DDAB-4BDE-8D77-F0A636A65C9A}">
      <dgm:prSet/>
      <dgm:spPr/>
      <dgm:t>
        <a:bodyPr/>
        <a:lstStyle/>
        <a:p>
          <a:r>
            <a:t>Define</a:t>
          </a:r>
        </a:p>
      </dgm:t>
    </dgm:pt>
    <dgm:pt modelId="{BA3B3D6D-E1BE-4088-9796-3236271A5CCA}" type="parTrans" cxnId="{18713F2D-A00F-4D0F-AA8A-E5926A61509C}">
      <dgm:prSet/>
      <dgm:spPr/>
      <dgm:t>
        <a:bodyPr/>
        <a:lstStyle/>
        <a:p>
          <a:endParaRPr/>
        </a:p>
      </dgm:t>
    </dgm:pt>
    <dgm:pt modelId="{6434173E-5CC3-4CA6-9135-E63A9ACD7B3A}" type="sibTrans" cxnId="{18713F2D-A00F-4D0F-AA8A-E5926A61509C}">
      <dgm:prSet/>
      <dgm:spPr/>
      <dgm:t>
        <a:bodyPr/>
        <a:lstStyle/>
        <a:p>
          <a:endParaRPr/>
        </a:p>
      </dgm:t>
    </dgm:pt>
    <dgm:pt modelId="{9364F674-4EB0-46CC-AAF0-CD958050166C}">
      <dgm:prSet/>
      <dgm:spPr/>
      <dgm:t>
        <a:bodyPr/>
        <a:lstStyle/>
        <a:p>
          <a:r>
            <a:t>Build</a:t>
          </a:r>
        </a:p>
      </dgm:t>
    </dgm:pt>
    <dgm:pt modelId="{4AED4EFA-0E59-4521-B841-62E928B62FC8}" type="parTrans" cxnId="{97934ADB-02EB-4371-9B4C-C644CDCAA585}">
      <dgm:prSet/>
      <dgm:spPr/>
      <dgm:t>
        <a:bodyPr/>
        <a:lstStyle/>
        <a:p>
          <a:endParaRPr/>
        </a:p>
      </dgm:t>
    </dgm:pt>
    <dgm:pt modelId="{1F7755B0-C046-44F6-89A6-DA28474DB958}" type="sibTrans" cxnId="{97934ADB-02EB-4371-9B4C-C644CDCAA585}">
      <dgm:prSet/>
      <dgm:spPr/>
      <dgm:t>
        <a:bodyPr/>
        <a:lstStyle/>
        <a:p>
          <a:endParaRPr/>
        </a:p>
      </dgm:t>
    </dgm:pt>
    <dgm:pt modelId="{05BEAE87-9725-4DF7-9CF7-2E9F144CEC27}">
      <dgm:prSet/>
      <dgm:spPr/>
      <dgm:t>
        <a:bodyPr/>
        <a:lstStyle/>
        <a:p>
          <a:r>
            <a:t>Launch</a:t>
          </a:r>
        </a:p>
      </dgm:t>
    </dgm:pt>
    <dgm:pt modelId="{AE184FDE-D634-4D2A-9ACB-A951E30887CB}" type="parTrans" cxnId="{FFDC31A0-E2B7-4873-99FA-5AB66391E739}">
      <dgm:prSet/>
      <dgm:spPr/>
      <dgm:t>
        <a:bodyPr/>
        <a:lstStyle/>
        <a:p>
          <a:endParaRPr/>
        </a:p>
      </dgm:t>
    </dgm:pt>
    <dgm:pt modelId="{7052490B-189C-4174-9EC3-6D221E541B07}" type="sibTrans" cxnId="{FFDC31A0-E2B7-4873-99FA-5AB66391E739}">
      <dgm:prSet/>
      <dgm:spPr/>
      <dgm:t>
        <a:bodyPr/>
        <a:lstStyle/>
        <a:p>
          <a:endParaRPr/>
        </a:p>
      </dgm:t>
    </dgm:pt>
    <dgm:pt modelId="{05B6B1B6-7E82-416B-99FF-4349519DC5BC}">
      <dgm:prSet/>
      <dgm:spPr/>
      <dgm:t>
        <a:bodyPr/>
        <a:lstStyle/>
        <a:p>
          <a:r>
            <a:t>Learn</a:t>
          </a:r>
        </a:p>
      </dgm:t>
    </dgm:pt>
    <dgm:pt modelId="{03F99920-F3EF-46E3-B9AC-3BB8D8007E54}" type="parTrans" cxnId="{E3BF1AA7-A100-4FE1-9FD7-6475DC328AB6}">
      <dgm:prSet/>
      <dgm:spPr/>
      <dgm:t>
        <a:bodyPr/>
        <a:lstStyle/>
        <a:p>
          <a:endParaRPr/>
        </a:p>
      </dgm:t>
    </dgm:pt>
    <dgm:pt modelId="{490B611F-2759-43C0-B47D-1CDF9E7A015A}" type="sibTrans" cxnId="{E3BF1AA7-A100-4FE1-9FD7-6475DC328AB6}">
      <dgm:prSet/>
      <dgm:spPr/>
      <dgm:t>
        <a:bodyPr/>
        <a:lstStyle/>
        <a:p>
          <a:endParaRPr/>
        </a:p>
      </dgm:t>
    </dgm:pt>
    <dgm:pt modelId="{BB73B72C-C829-524D-97AD-C3BA9B15307E}" type="pres">
      <dgm:prSet presAssocID="{C602C267-7288-4BAA-AF03-60FEC4496804}" presName="Name0" presStyleCnt="0">
        <dgm:presLayoutVars>
          <dgm:dir/>
          <dgm:animLvl val="lvl"/>
          <dgm:resizeHandles val="exact"/>
        </dgm:presLayoutVars>
      </dgm:prSet>
      <dgm:spPr/>
    </dgm:pt>
    <dgm:pt modelId="{ABBA16EF-4EC1-BD4C-93FB-F405D7FA68C7}" type="pres">
      <dgm:prSet presAssocID="{C602C267-7288-4BAA-AF03-60FEC4496804}" presName="tSp" presStyleCnt="0"/>
      <dgm:spPr/>
    </dgm:pt>
    <dgm:pt modelId="{5C98DCD2-D0CB-1343-8E09-150D5284F71C}" type="pres">
      <dgm:prSet presAssocID="{C602C267-7288-4BAA-AF03-60FEC4496804}" presName="bSp" presStyleCnt="0"/>
      <dgm:spPr/>
    </dgm:pt>
    <dgm:pt modelId="{E74B2483-E4A8-EA4D-A457-370BEE75B9E5}" type="pres">
      <dgm:prSet presAssocID="{C602C267-7288-4BAA-AF03-60FEC4496804}" presName="process" presStyleCnt="0"/>
      <dgm:spPr/>
    </dgm:pt>
    <dgm:pt modelId="{710F830F-2BEC-8846-8BDD-EFB3089126DB}" type="pres">
      <dgm:prSet presAssocID="{90ED72EE-74DA-46C6-AF63-BD98CCA74D95}" presName="composite1" presStyleCnt="0"/>
      <dgm:spPr/>
    </dgm:pt>
    <dgm:pt modelId="{5DB6C559-B6B9-DC4C-91E0-872A722723BB}" type="pres">
      <dgm:prSet presAssocID="{90ED72EE-74DA-46C6-AF63-BD98CCA74D95}" presName="dummyNode1" presStyleLbl="node1" presStyleIdx="0" presStyleCnt="5"/>
      <dgm:spPr/>
    </dgm:pt>
    <dgm:pt modelId="{79711199-3E3A-E443-9B6C-9078753A0938}" type="pres">
      <dgm:prSet presAssocID="{90ED72EE-74DA-46C6-AF63-BD98CCA74D95}" presName="childNode1" presStyleLbl="bgAcc1" presStyleIdx="0" presStyleCnt="5">
        <dgm:presLayoutVars>
          <dgm:bulletEnabled val="1"/>
        </dgm:presLayoutVars>
      </dgm:prSet>
      <dgm:spPr/>
    </dgm:pt>
    <dgm:pt modelId="{9E635988-25B5-A04A-9DAA-723A85265D64}" type="pres">
      <dgm:prSet presAssocID="{90ED72EE-74DA-46C6-AF63-BD98CCA74D95}" presName="childNode1tx" presStyleLbl="bgAcc1" presStyleIdx="0" presStyleCnt="5">
        <dgm:presLayoutVars>
          <dgm:bulletEnabled val="1"/>
        </dgm:presLayoutVars>
      </dgm:prSet>
      <dgm:spPr/>
    </dgm:pt>
    <dgm:pt modelId="{769D95F9-04C5-B446-BA6C-D80345A03E32}" type="pres">
      <dgm:prSet presAssocID="{90ED72EE-74DA-46C6-AF63-BD98CCA74D95}" presName="parentNode1" presStyleLbl="node1" presStyleIdx="0" presStyleCnt="5">
        <dgm:presLayoutVars>
          <dgm:chMax val="1"/>
          <dgm:bulletEnabled val="1"/>
        </dgm:presLayoutVars>
      </dgm:prSet>
      <dgm:spPr/>
    </dgm:pt>
    <dgm:pt modelId="{EA49E61A-4383-F144-AF39-0E2A4B4AA94F}" type="pres">
      <dgm:prSet presAssocID="{90ED72EE-74DA-46C6-AF63-BD98CCA74D95}" presName="connSite1" presStyleCnt="0"/>
      <dgm:spPr/>
    </dgm:pt>
    <dgm:pt modelId="{5F50B11E-8AE1-B841-9B6E-83EC45F112F1}" type="pres">
      <dgm:prSet presAssocID="{CB2ABE65-2B46-47FE-8FA7-ED5E827F19E2}" presName="Name9" presStyleLbl="sibTrans2D1" presStyleIdx="0" presStyleCnt="4"/>
      <dgm:spPr/>
    </dgm:pt>
    <dgm:pt modelId="{00887DF4-75BE-BB47-A144-543DA3EA8129}" type="pres">
      <dgm:prSet presAssocID="{A61B342B-DDAB-4BDE-8D77-F0A636A65C9A}" presName="composite2" presStyleCnt="0"/>
      <dgm:spPr/>
    </dgm:pt>
    <dgm:pt modelId="{CEED0832-7506-BE43-81EC-0472B76F062E}" type="pres">
      <dgm:prSet presAssocID="{A61B342B-DDAB-4BDE-8D77-F0A636A65C9A}" presName="dummyNode2" presStyleLbl="node1" presStyleIdx="0" presStyleCnt="5"/>
      <dgm:spPr/>
    </dgm:pt>
    <dgm:pt modelId="{0D0161AB-7060-8B46-9F5D-7384D2F3927C}" type="pres">
      <dgm:prSet presAssocID="{A61B342B-DDAB-4BDE-8D77-F0A636A65C9A}" presName="childNode2" presStyleLbl="bgAcc1" presStyleIdx="1" presStyleCnt="5">
        <dgm:presLayoutVars>
          <dgm:bulletEnabled val="1"/>
        </dgm:presLayoutVars>
      </dgm:prSet>
      <dgm:spPr/>
    </dgm:pt>
    <dgm:pt modelId="{1F30847B-B3A8-8745-ACB8-D9D56A97FD6A}" type="pres">
      <dgm:prSet presAssocID="{A61B342B-DDAB-4BDE-8D77-F0A636A65C9A}" presName="childNode2tx" presStyleLbl="bgAcc1" presStyleIdx="1" presStyleCnt="5">
        <dgm:presLayoutVars>
          <dgm:bulletEnabled val="1"/>
        </dgm:presLayoutVars>
      </dgm:prSet>
      <dgm:spPr/>
    </dgm:pt>
    <dgm:pt modelId="{D4F7CC67-7153-404B-A35A-5E519DE20A98}" type="pres">
      <dgm:prSet presAssocID="{A61B342B-DDAB-4BDE-8D77-F0A636A65C9A}" presName="parentNode2" presStyleLbl="node1" presStyleIdx="1" presStyleCnt="5">
        <dgm:presLayoutVars>
          <dgm:chMax val="0"/>
          <dgm:bulletEnabled val="1"/>
        </dgm:presLayoutVars>
      </dgm:prSet>
      <dgm:spPr/>
    </dgm:pt>
    <dgm:pt modelId="{5C211A5C-AADD-DC43-AF15-73C71D02FA49}" type="pres">
      <dgm:prSet presAssocID="{A61B342B-DDAB-4BDE-8D77-F0A636A65C9A}" presName="connSite2" presStyleCnt="0"/>
      <dgm:spPr/>
    </dgm:pt>
    <dgm:pt modelId="{53BCEF7D-F44A-7144-86C5-2B9A164D6FC5}" type="pres">
      <dgm:prSet presAssocID="{6434173E-5CC3-4CA6-9135-E63A9ACD7B3A}" presName="Name18" presStyleLbl="sibTrans2D1" presStyleIdx="1" presStyleCnt="4"/>
      <dgm:spPr/>
    </dgm:pt>
    <dgm:pt modelId="{37A882E8-5094-AE4E-B6E9-C5C98425D890}" type="pres">
      <dgm:prSet presAssocID="{9364F674-4EB0-46CC-AAF0-CD958050166C}" presName="composite1" presStyleCnt="0"/>
      <dgm:spPr/>
    </dgm:pt>
    <dgm:pt modelId="{CEB8047C-1ED1-7142-9B45-3F90AC88632B}" type="pres">
      <dgm:prSet presAssocID="{9364F674-4EB0-46CC-AAF0-CD958050166C}" presName="dummyNode1" presStyleLbl="node1" presStyleIdx="1" presStyleCnt="5"/>
      <dgm:spPr/>
    </dgm:pt>
    <dgm:pt modelId="{4FBABBB6-E717-6C4B-89C3-2758FF308DA5}" type="pres">
      <dgm:prSet presAssocID="{9364F674-4EB0-46CC-AAF0-CD958050166C}" presName="childNode1" presStyleLbl="bgAcc1" presStyleIdx="2" presStyleCnt="5">
        <dgm:presLayoutVars>
          <dgm:bulletEnabled val="1"/>
        </dgm:presLayoutVars>
      </dgm:prSet>
      <dgm:spPr/>
    </dgm:pt>
    <dgm:pt modelId="{B8719F3F-7D73-BE4B-9209-261225671D5C}" type="pres">
      <dgm:prSet presAssocID="{9364F674-4EB0-46CC-AAF0-CD958050166C}" presName="childNode1tx" presStyleLbl="bgAcc1" presStyleIdx="2" presStyleCnt="5">
        <dgm:presLayoutVars>
          <dgm:bulletEnabled val="1"/>
        </dgm:presLayoutVars>
      </dgm:prSet>
      <dgm:spPr/>
    </dgm:pt>
    <dgm:pt modelId="{F22E55C7-698E-4C49-ADF8-53D8EE435645}" type="pres">
      <dgm:prSet presAssocID="{9364F674-4EB0-46CC-AAF0-CD958050166C}" presName="parentNode1" presStyleLbl="node1" presStyleIdx="2" presStyleCnt="5">
        <dgm:presLayoutVars>
          <dgm:chMax val="1"/>
          <dgm:bulletEnabled val="1"/>
        </dgm:presLayoutVars>
      </dgm:prSet>
      <dgm:spPr/>
    </dgm:pt>
    <dgm:pt modelId="{166B9D17-6A4C-A247-B824-81D2A5F65B88}" type="pres">
      <dgm:prSet presAssocID="{9364F674-4EB0-46CC-AAF0-CD958050166C}" presName="connSite1" presStyleCnt="0"/>
      <dgm:spPr/>
    </dgm:pt>
    <dgm:pt modelId="{A0874FCA-F260-2D4A-8A44-CA63ABFA3D6F}" type="pres">
      <dgm:prSet presAssocID="{1F7755B0-C046-44F6-89A6-DA28474DB958}" presName="Name9" presStyleLbl="sibTrans2D1" presStyleIdx="2" presStyleCnt="4"/>
      <dgm:spPr/>
    </dgm:pt>
    <dgm:pt modelId="{A6BC60BF-51A5-6947-B62C-BB062B3A99CA}" type="pres">
      <dgm:prSet presAssocID="{05BEAE87-9725-4DF7-9CF7-2E9F144CEC27}" presName="composite2" presStyleCnt="0"/>
      <dgm:spPr/>
    </dgm:pt>
    <dgm:pt modelId="{6A5B1809-3AA5-C84E-A711-88FD66687467}" type="pres">
      <dgm:prSet presAssocID="{05BEAE87-9725-4DF7-9CF7-2E9F144CEC27}" presName="dummyNode2" presStyleLbl="node1" presStyleIdx="2" presStyleCnt="5"/>
      <dgm:spPr/>
    </dgm:pt>
    <dgm:pt modelId="{B1509CFB-5508-7C40-B8C6-6AF312826EF4}" type="pres">
      <dgm:prSet presAssocID="{05BEAE87-9725-4DF7-9CF7-2E9F144CEC27}" presName="childNode2" presStyleLbl="bgAcc1" presStyleIdx="3" presStyleCnt="5">
        <dgm:presLayoutVars>
          <dgm:bulletEnabled val="1"/>
        </dgm:presLayoutVars>
      </dgm:prSet>
      <dgm:spPr/>
    </dgm:pt>
    <dgm:pt modelId="{E7530FE9-BBCE-394E-A07B-F2F204589370}" type="pres">
      <dgm:prSet presAssocID="{05BEAE87-9725-4DF7-9CF7-2E9F144CEC27}" presName="childNode2tx" presStyleLbl="bgAcc1" presStyleIdx="3" presStyleCnt="5">
        <dgm:presLayoutVars>
          <dgm:bulletEnabled val="1"/>
        </dgm:presLayoutVars>
      </dgm:prSet>
      <dgm:spPr/>
    </dgm:pt>
    <dgm:pt modelId="{B0384E90-43DE-2949-90A2-AB0C01462989}" type="pres">
      <dgm:prSet presAssocID="{05BEAE87-9725-4DF7-9CF7-2E9F144CEC27}" presName="parentNode2" presStyleLbl="node1" presStyleIdx="3" presStyleCnt="5">
        <dgm:presLayoutVars>
          <dgm:chMax val="0"/>
          <dgm:bulletEnabled val="1"/>
        </dgm:presLayoutVars>
      </dgm:prSet>
      <dgm:spPr/>
    </dgm:pt>
    <dgm:pt modelId="{F9B4D196-D74C-704B-B4E1-551B3C414366}" type="pres">
      <dgm:prSet presAssocID="{05BEAE87-9725-4DF7-9CF7-2E9F144CEC27}" presName="connSite2" presStyleCnt="0"/>
      <dgm:spPr/>
    </dgm:pt>
    <dgm:pt modelId="{58BA54E4-4124-904B-B3F9-7488A6B08721}" type="pres">
      <dgm:prSet presAssocID="{7052490B-189C-4174-9EC3-6D221E541B07}" presName="Name18" presStyleLbl="sibTrans2D1" presStyleIdx="3" presStyleCnt="4"/>
      <dgm:spPr/>
    </dgm:pt>
    <dgm:pt modelId="{CF0E5934-B1FB-164B-87DE-132D04329508}" type="pres">
      <dgm:prSet presAssocID="{05B6B1B6-7E82-416B-99FF-4349519DC5BC}" presName="composite1" presStyleCnt="0"/>
      <dgm:spPr/>
    </dgm:pt>
    <dgm:pt modelId="{63C1F728-1FB1-E146-95C8-EB94D0A4561A}" type="pres">
      <dgm:prSet presAssocID="{05B6B1B6-7E82-416B-99FF-4349519DC5BC}" presName="dummyNode1" presStyleLbl="node1" presStyleIdx="3" presStyleCnt="5"/>
      <dgm:spPr/>
    </dgm:pt>
    <dgm:pt modelId="{A91DA9FE-199F-804F-9617-C164FE611633}" type="pres">
      <dgm:prSet presAssocID="{05B6B1B6-7E82-416B-99FF-4349519DC5BC}" presName="childNode1" presStyleLbl="bgAcc1" presStyleIdx="4" presStyleCnt="5">
        <dgm:presLayoutVars>
          <dgm:bulletEnabled val="1"/>
        </dgm:presLayoutVars>
      </dgm:prSet>
      <dgm:spPr/>
    </dgm:pt>
    <dgm:pt modelId="{AD6B5D74-97FC-1049-9027-EF48FFE6E6DD}" type="pres">
      <dgm:prSet presAssocID="{05B6B1B6-7E82-416B-99FF-4349519DC5BC}" presName="childNode1tx" presStyleLbl="bgAcc1" presStyleIdx="4" presStyleCnt="5">
        <dgm:presLayoutVars>
          <dgm:bulletEnabled val="1"/>
        </dgm:presLayoutVars>
      </dgm:prSet>
      <dgm:spPr/>
    </dgm:pt>
    <dgm:pt modelId="{E343A41F-74A2-744E-B272-0D0133B6231E}" type="pres">
      <dgm:prSet presAssocID="{05B6B1B6-7E82-416B-99FF-4349519DC5BC}" presName="parentNode1" presStyleLbl="node1" presStyleIdx="4" presStyleCnt="5">
        <dgm:presLayoutVars>
          <dgm:chMax val="1"/>
          <dgm:bulletEnabled val="1"/>
        </dgm:presLayoutVars>
      </dgm:prSet>
      <dgm:spPr/>
    </dgm:pt>
    <dgm:pt modelId="{4B8343A5-3486-6349-BE33-2C578C7F0DFF}" type="pres">
      <dgm:prSet presAssocID="{05B6B1B6-7E82-416B-99FF-4349519DC5BC}" presName="connSite1" presStyleCnt="0"/>
      <dgm:spPr/>
    </dgm:pt>
  </dgm:ptLst>
  <dgm:cxnLst>
    <dgm:cxn modelId="{9CA9E20C-CA34-4A47-BE6C-3AEE06BD639D}" type="presOf" srcId="{6434173E-5CC3-4CA6-9135-E63A9ACD7B3A}" destId="{53BCEF7D-F44A-7144-86C5-2B9A164D6FC5}" srcOrd="0" destOrd="0" presId="urn:microsoft.com/office/officeart/2005/8/layout/hProcess4"/>
    <dgm:cxn modelId="{3549DE1B-260D-4A41-AF0E-C288A4BA6A91}" type="presOf" srcId="{A61B342B-DDAB-4BDE-8D77-F0A636A65C9A}" destId="{D4F7CC67-7153-404B-A35A-5E519DE20A98}" srcOrd="0" destOrd="0" presId="urn:microsoft.com/office/officeart/2005/8/layout/hProcess4"/>
    <dgm:cxn modelId="{18713F2D-A00F-4D0F-AA8A-E5926A61509C}" srcId="{C602C267-7288-4BAA-AF03-60FEC4496804}" destId="{A61B342B-DDAB-4BDE-8D77-F0A636A65C9A}" srcOrd="1" destOrd="0" parTransId="{BA3B3D6D-E1BE-4088-9796-3236271A5CCA}" sibTransId="{6434173E-5CC3-4CA6-9135-E63A9ACD7B3A}"/>
    <dgm:cxn modelId="{E03DD22D-BA53-A94D-BDD7-9EE16C454326}" type="presOf" srcId="{05BEAE87-9725-4DF7-9CF7-2E9F144CEC27}" destId="{B0384E90-43DE-2949-90A2-AB0C01462989}" srcOrd="0" destOrd="0" presId="urn:microsoft.com/office/officeart/2005/8/layout/hProcess4"/>
    <dgm:cxn modelId="{C81CB82F-F29D-204D-A1AE-1F9D3B971CC1}" type="presOf" srcId="{1F7755B0-C046-44F6-89A6-DA28474DB958}" destId="{A0874FCA-F260-2D4A-8A44-CA63ABFA3D6F}" srcOrd="0" destOrd="0" presId="urn:microsoft.com/office/officeart/2005/8/layout/hProcess4"/>
    <dgm:cxn modelId="{639A1533-990E-4B49-B49A-C20ECA685961}" type="presOf" srcId="{9364F674-4EB0-46CC-AAF0-CD958050166C}" destId="{F22E55C7-698E-4C49-ADF8-53D8EE435645}" srcOrd="0" destOrd="0" presId="urn:microsoft.com/office/officeart/2005/8/layout/hProcess4"/>
    <dgm:cxn modelId="{1F6F5636-DECA-6C4F-81CD-BEDA6BB9AE33}" type="presOf" srcId="{90ED72EE-74DA-46C6-AF63-BD98CCA74D95}" destId="{769D95F9-04C5-B446-BA6C-D80345A03E32}" srcOrd="0" destOrd="0" presId="urn:microsoft.com/office/officeart/2005/8/layout/hProcess4"/>
    <dgm:cxn modelId="{E39DD071-FD83-344A-9948-5218C3C0BA33}" type="presOf" srcId="{C602C267-7288-4BAA-AF03-60FEC4496804}" destId="{BB73B72C-C829-524D-97AD-C3BA9B15307E}" srcOrd="0" destOrd="0" presId="urn:microsoft.com/office/officeart/2005/8/layout/hProcess4"/>
    <dgm:cxn modelId="{B4B00D75-F8D1-A14D-8EBF-3709672E78AA}" type="presOf" srcId="{CB2ABE65-2B46-47FE-8FA7-ED5E827F19E2}" destId="{5F50B11E-8AE1-B841-9B6E-83EC45F112F1}" srcOrd="0" destOrd="0" presId="urn:microsoft.com/office/officeart/2005/8/layout/hProcess4"/>
    <dgm:cxn modelId="{DC64A287-2FD8-4544-9DCF-6E121B73A28E}" type="presOf" srcId="{05B6B1B6-7E82-416B-99FF-4349519DC5BC}" destId="{E343A41F-74A2-744E-B272-0D0133B6231E}" srcOrd="0" destOrd="0" presId="urn:microsoft.com/office/officeart/2005/8/layout/hProcess4"/>
    <dgm:cxn modelId="{FFDC31A0-E2B7-4873-99FA-5AB66391E739}" srcId="{C602C267-7288-4BAA-AF03-60FEC4496804}" destId="{05BEAE87-9725-4DF7-9CF7-2E9F144CEC27}" srcOrd="3" destOrd="0" parTransId="{AE184FDE-D634-4D2A-9ACB-A951E30887CB}" sibTransId="{7052490B-189C-4174-9EC3-6D221E541B07}"/>
    <dgm:cxn modelId="{E3BF1AA7-A100-4FE1-9FD7-6475DC328AB6}" srcId="{C602C267-7288-4BAA-AF03-60FEC4496804}" destId="{05B6B1B6-7E82-416B-99FF-4349519DC5BC}" srcOrd="4" destOrd="0" parTransId="{03F99920-F3EF-46E3-B9AC-3BB8D8007E54}" sibTransId="{490B611F-2759-43C0-B47D-1CDF9E7A015A}"/>
    <dgm:cxn modelId="{C5B26EA9-AABC-40E2-ABE3-54529F01CDBC}" srcId="{C602C267-7288-4BAA-AF03-60FEC4496804}" destId="{90ED72EE-74DA-46C6-AF63-BD98CCA74D95}" srcOrd="0" destOrd="0" parTransId="{D55B4BFA-7ED8-4D80-B3B3-91DF1E3A02BC}" sibTransId="{CB2ABE65-2B46-47FE-8FA7-ED5E827F19E2}"/>
    <dgm:cxn modelId="{97934ADB-02EB-4371-9B4C-C644CDCAA585}" srcId="{C602C267-7288-4BAA-AF03-60FEC4496804}" destId="{9364F674-4EB0-46CC-AAF0-CD958050166C}" srcOrd="2" destOrd="0" parTransId="{4AED4EFA-0E59-4521-B841-62E928B62FC8}" sibTransId="{1F7755B0-C046-44F6-89A6-DA28474DB958}"/>
    <dgm:cxn modelId="{943116DE-4621-8B4C-A29A-02743B89AA1C}" type="presOf" srcId="{7052490B-189C-4174-9EC3-6D221E541B07}" destId="{58BA54E4-4124-904B-B3F9-7488A6B08721}" srcOrd="0" destOrd="0" presId="urn:microsoft.com/office/officeart/2005/8/layout/hProcess4"/>
    <dgm:cxn modelId="{CECB0836-A349-1444-A3C8-0AFD0BA1994A}" type="presParOf" srcId="{BB73B72C-C829-524D-97AD-C3BA9B15307E}" destId="{ABBA16EF-4EC1-BD4C-93FB-F405D7FA68C7}" srcOrd="0" destOrd="0" presId="urn:microsoft.com/office/officeart/2005/8/layout/hProcess4"/>
    <dgm:cxn modelId="{94AAE5F1-1C6A-A542-BDC1-E326664AB4D3}" type="presParOf" srcId="{BB73B72C-C829-524D-97AD-C3BA9B15307E}" destId="{5C98DCD2-D0CB-1343-8E09-150D5284F71C}" srcOrd="1" destOrd="0" presId="urn:microsoft.com/office/officeart/2005/8/layout/hProcess4"/>
    <dgm:cxn modelId="{16DAAE33-5BAD-3048-9E5C-7C156BBB3F19}" type="presParOf" srcId="{BB73B72C-C829-524D-97AD-C3BA9B15307E}" destId="{E74B2483-E4A8-EA4D-A457-370BEE75B9E5}" srcOrd="2" destOrd="0" presId="urn:microsoft.com/office/officeart/2005/8/layout/hProcess4"/>
    <dgm:cxn modelId="{AF9ECB9F-B131-DC40-A254-998B62676C5E}" type="presParOf" srcId="{E74B2483-E4A8-EA4D-A457-370BEE75B9E5}" destId="{710F830F-2BEC-8846-8BDD-EFB3089126DB}" srcOrd="0" destOrd="0" presId="urn:microsoft.com/office/officeart/2005/8/layout/hProcess4"/>
    <dgm:cxn modelId="{5B6AB274-9F51-5C41-B9A5-0B561E3DCA50}" type="presParOf" srcId="{710F830F-2BEC-8846-8BDD-EFB3089126DB}" destId="{5DB6C559-B6B9-DC4C-91E0-872A722723BB}" srcOrd="0" destOrd="0" presId="urn:microsoft.com/office/officeart/2005/8/layout/hProcess4"/>
    <dgm:cxn modelId="{2C688E39-DFE4-BE4D-9638-75719A3964F5}" type="presParOf" srcId="{710F830F-2BEC-8846-8BDD-EFB3089126DB}" destId="{79711199-3E3A-E443-9B6C-9078753A0938}" srcOrd="1" destOrd="0" presId="urn:microsoft.com/office/officeart/2005/8/layout/hProcess4"/>
    <dgm:cxn modelId="{0DC67A72-854A-A643-9D86-48FC9391E9D7}" type="presParOf" srcId="{710F830F-2BEC-8846-8BDD-EFB3089126DB}" destId="{9E635988-25B5-A04A-9DAA-723A85265D64}" srcOrd="2" destOrd="0" presId="urn:microsoft.com/office/officeart/2005/8/layout/hProcess4"/>
    <dgm:cxn modelId="{D84BD668-4AF3-904D-851B-F37DFA5E6771}" type="presParOf" srcId="{710F830F-2BEC-8846-8BDD-EFB3089126DB}" destId="{769D95F9-04C5-B446-BA6C-D80345A03E32}" srcOrd="3" destOrd="0" presId="urn:microsoft.com/office/officeart/2005/8/layout/hProcess4"/>
    <dgm:cxn modelId="{35255992-85FF-2B40-ABF9-0A3FD975464E}" type="presParOf" srcId="{710F830F-2BEC-8846-8BDD-EFB3089126DB}" destId="{EA49E61A-4383-F144-AF39-0E2A4B4AA94F}" srcOrd="4" destOrd="0" presId="urn:microsoft.com/office/officeart/2005/8/layout/hProcess4"/>
    <dgm:cxn modelId="{0BFC28A3-A4D6-F941-AF0F-F5563A5337BF}" type="presParOf" srcId="{E74B2483-E4A8-EA4D-A457-370BEE75B9E5}" destId="{5F50B11E-8AE1-B841-9B6E-83EC45F112F1}" srcOrd="1" destOrd="0" presId="urn:microsoft.com/office/officeart/2005/8/layout/hProcess4"/>
    <dgm:cxn modelId="{8158ADA7-CB26-A447-B9B6-6ABACB3DCF6D}" type="presParOf" srcId="{E74B2483-E4A8-EA4D-A457-370BEE75B9E5}" destId="{00887DF4-75BE-BB47-A144-543DA3EA8129}" srcOrd="2" destOrd="0" presId="urn:microsoft.com/office/officeart/2005/8/layout/hProcess4"/>
    <dgm:cxn modelId="{A72E93F0-AAD9-9E48-AE4C-162581398085}" type="presParOf" srcId="{00887DF4-75BE-BB47-A144-543DA3EA8129}" destId="{CEED0832-7506-BE43-81EC-0472B76F062E}" srcOrd="0" destOrd="0" presId="urn:microsoft.com/office/officeart/2005/8/layout/hProcess4"/>
    <dgm:cxn modelId="{76D49384-E212-DB40-B882-34A35C3B1D00}" type="presParOf" srcId="{00887DF4-75BE-BB47-A144-543DA3EA8129}" destId="{0D0161AB-7060-8B46-9F5D-7384D2F3927C}" srcOrd="1" destOrd="0" presId="urn:microsoft.com/office/officeart/2005/8/layout/hProcess4"/>
    <dgm:cxn modelId="{F9D80838-F054-4F4C-946D-2A93902C0859}" type="presParOf" srcId="{00887DF4-75BE-BB47-A144-543DA3EA8129}" destId="{1F30847B-B3A8-8745-ACB8-D9D56A97FD6A}" srcOrd="2" destOrd="0" presId="urn:microsoft.com/office/officeart/2005/8/layout/hProcess4"/>
    <dgm:cxn modelId="{23C4385D-89E8-AD4D-ABD8-3823703AD7F9}" type="presParOf" srcId="{00887DF4-75BE-BB47-A144-543DA3EA8129}" destId="{D4F7CC67-7153-404B-A35A-5E519DE20A98}" srcOrd="3" destOrd="0" presId="urn:microsoft.com/office/officeart/2005/8/layout/hProcess4"/>
    <dgm:cxn modelId="{D893923C-BBCF-0A47-9A5C-785D8DD28696}" type="presParOf" srcId="{00887DF4-75BE-BB47-A144-543DA3EA8129}" destId="{5C211A5C-AADD-DC43-AF15-73C71D02FA49}" srcOrd="4" destOrd="0" presId="urn:microsoft.com/office/officeart/2005/8/layout/hProcess4"/>
    <dgm:cxn modelId="{E3F6911D-4677-9246-8FFE-57A53AF194F6}" type="presParOf" srcId="{E74B2483-E4A8-EA4D-A457-370BEE75B9E5}" destId="{53BCEF7D-F44A-7144-86C5-2B9A164D6FC5}" srcOrd="3" destOrd="0" presId="urn:microsoft.com/office/officeart/2005/8/layout/hProcess4"/>
    <dgm:cxn modelId="{E4070149-55B8-0046-9E28-A06D5C19B513}" type="presParOf" srcId="{E74B2483-E4A8-EA4D-A457-370BEE75B9E5}" destId="{37A882E8-5094-AE4E-B6E9-C5C98425D890}" srcOrd="4" destOrd="0" presId="urn:microsoft.com/office/officeart/2005/8/layout/hProcess4"/>
    <dgm:cxn modelId="{87B3CA38-D414-004B-8E55-D2875554F32F}" type="presParOf" srcId="{37A882E8-5094-AE4E-B6E9-C5C98425D890}" destId="{CEB8047C-1ED1-7142-9B45-3F90AC88632B}" srcOrd="0" destOrd="0" presId="urn:microsoft.com/office/officeart/2005/8/layout/hProcess4"/>
    <dgm:cxn modelId="{1BB43E1C-CD35-394F-A54B-B31BE8635CCE}" type="presParOf" srcId="{37A882E8-5094-AE4E-B6E9-C5C98425D890}" destId="{4FBABBB6-E717-6C4B-89C3-2758FF308DA5}" srcOrd="1" destOrd="0" presId="urn:microsoft.com/office/officeart/2005/8/layout/hProcess4"/>
    <dgm:cxn modelId="{53897BB1-F790-944F-978A-861554401D82}" type="presParOf" srcId="{37A882E8-5094-AE4E-B6E9-C5C98425D890}" destId="{B8719F3F-7D73-BE4B-9209-261225671D5C}" srcOrd="2" destOrd="0" presId="urn:microsoft.com/office/officeart/2005/8/layout/hProcess4"/>
    <dgm:cxn modelId="{3A4EC06F-8569-A64C-8D75-10E0FCEC8D82}" type="presParOf" srcId="{37A882E8-5094-AE4E-B6E9-C5C98425D890}" destId="{F22E55C7-698E-4C49-ADF8-53D8EE435645}" srcOrd="3" destOrd="0" presId="urn:microsoft.com/office/officeart/2005/8/layout/hProcess4"/>
    <dgm:cxn modelId="{640F70A0-6A37-4247-BF40-840CE9E69377}" type="presParOf" srcId="{37A882E8-5094-AE4E-B6E9-C5C98425D890}" destId="{166B9D17-6A4C-A247-B824-81D2A5F65B88}" srcOrd="4" destOrd="0" presId="urn:microsoft.com/office/officeart/2005/8/layout/hProcess4"/>
    <dgm:cxn modelId="{E8C4D882-6D02-B445-81F3-96DA60EF9117}" type="presParOf" srcId="{E74B2483-E4A8-EA4D-A457-370BEE75B9E5}" destId="{A0874FCA-F260-2D4A-8A44-CA63ABFA3D6F}" srcOrd="5" destOrd="0" presId="urn:microsoft.com/office/officeart/2005/8/layout/hProcess4"/>
    <dgm:cxn modelId="{D4AD0058-8067-1341-958A-CC006F9AAA89}" type="presParOf" srcId="{E74B2483-E4A8-EA4D-A457-370BEE75B9E5}" destId="{A6BC60BF-51A5-6947-B62C-BB062B3A99CA}" srcOrd="6" destOrd="0" presId="urn:microsoft.com/office/officeart/2005/8/layout/hProcess4"/>
    <dgm:cxn modelId="{3C145855-0A8C-624F-9321-8EEC06E15575}" type="presParOf" srcId="{A6BC60BF-51A5-6947-B62C-BB062B3A99CA}" destId="{6A5B1809-3AA5-C84E-A711-88FD66687467}" srcOrd="0" destOrd="0" presId="urn:microsoft.com/office/officeart/2005/8/layout/hProcess4"/>
    <dgm:cxn modelId="{55728FE7-5E8C-2345-8D44-C76DDF8D1589}" type="presParOf" srcId="{A6BC60BF-51A5-6947-B62C-BB062B3A99CA}" destId="{B1509CFB-5508-7C40-B8C6-6AF312826EF4}" srcOrd="1" destOrd="0" presId="urn:microsoft.com/office/officeart/2005/8/layout/hProcess4"/>
    <dgm:cxn modelId="{EF297051-8761-C544-ACDD-CED42BD94B2D}" type="presParOf" srcId="{A6BC60BF-51A5-6947-B62C-BB062B3A99CA}" destId="{E7530FE9-BBCE-394E-A07B-F2F204589370}" srcOrd="2" destOrd="0" presId="urn:microsoft.com/office/officeart/2005/8/layout/hProcess4"/>
    <dgm:cxn modelId="{096A5360-02A3-1E4B-9F6F-57C9DC857131}" type="presParOf" srcId="{A6BC60BF-51A5-6947-B62C-BB062B3A99CA}" destId="{B0384E90-43DE-2949-90A2-AB0C01462989}" srcOrd="3" destOrd="0" presId="urn:microsoft.com/office/officeart/2005/8/layout/hProcess4"/>
    <dgm:cxn modelId="{C4688DB7-DFCE-4F42-92C2-09D9240234BE}" type="presParOf" srcId="{A6BC60BF-51A5-6947-B62C-BB062B3A99CA}" destId="{F9B4D196-D74C-704B-B4E1-551B3C414366}" srcOrd="4" destOrd="0" presId="urn:microsoft.com/office/officeart/2005/8/layout/hProcess4"/>
    <dgm:cxn modelId="{22E0AD86-6F80-A84C-89FB-2E0EF366F71B}" type="presParOf" srcId="{E74B2483-E4A8-EA4D-A457-370BEE75B9E5}" destId="{58BA54E4-4124-904B-B3F9-7488A6B08721}" srcOrd="7" destOrd="0" presId="urn:microsoft.com/office/officeart/2005/8/layout/hProcess4"/>
    <dgm:cxn modelId="{5AAD748D-B8C4-5849-BE0C-4CC65843F7A8}" type="presParOf" srcId="{E74B2483-E4A8-EA4D-A457-370BEE75B9E5}" destId="{CF0E5934-B1FB-164B-87DE-132D04329508}" srcOrd="8" destOrd="0" presId="urn:microsoft.com/office/officeart/2005/8/layout/hProcess4"/>
    <dgm:cxn modelId="{159F15E0-F068-6743-B046-BA7640064F2C}" type="presParOf" srcId="{CF0E5934-B1FB-164B-87DE-132D04329508}" destId="{63C1F728-1FB1-E146-95C8-EB94D0A4561A}" srcOrd="0" destOrd="0" presId="urn:microsoft.com/office/officeart/2005/8/layout/hProcess4"/>
    <dgm:cxn modelId="{FA68541C-7387-604C-ACD6-673873741F70}" type="presParOf" srcId="{CF0E5934-B1FB-164B-87DE-132D04329508}" destId="{A91DA9FE-199F-804F-9617-C164FE611633}" srcOrd="1" destOrd="0" presId="urn:microsoft.com/office/officeart/2005/8/layout/hProcess4"/>
    <dgm:cxn modelId="{3B720566-8DCF-A742-9265-F3B0A5AC744C}" type="presParOf" srcId="{CF0E5934-B1FB-164B-87DE-132D04329508}" destId="{AD6B5D74-97FC-1049-9027-EF48FFE6E6DD}" srcOrd="2" destOrd="0" presId="urn:microsoft.com/office/officeart/2005/8/layout/hProcess4"/>
    <dgm:cxn modelId="{EE79D100-9671-1346-B95A-0ADA60534D2F}" type="presParOf" srcId="{CF0E5934-B1FB-164B-87DE-132D04329508}" destId="{E343A41F-74A2-744E-B272-0D0133B6231E}" srcOrd="3" destOrd="0" presId="urn:microsoft.com/office/officeart/2005/8/layout/hProcess4"/>
    <dgm:cxn modelId="{C1C8D060-9FE6-FA41-AD98-6C7E70FD4D94}" type="presParOf" srcId="{CF0E5934-B1FB-164B-87DE-132D04329508}" destId="{4B8343A5-3486-6349-BE33-2C578C7F0DFF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A1547763-F1B3-448B-A0B4-CE5D6756171F}" type="doc">
      <dgm:prSet loTypeId="urn:microsoft.com/office/officeart/2005/8/layout/hProcess9" qsTypeId="urn:microsoft.com/office/officeart/2005/8/quickstyle/simple2" csTypeId="urn:microsoft.com/office/officeart/2005/8/colors/accent1_2"/>
      <dgm:spPr/>
    </dgm:pt>
    <dgm:pt modelId="{C0CE881B-020C-46A3-B5A4-63C70B0B5FFF}">
      <dgm:prSet/>
      <dgm:spPr/>
      <dgm:t>
        <a:bodyPr/>
        <a:lstStyle/>
        <a:p>
          <a:r>
            <a:t>Discover</a:t>
          </a:r>
        </a:p>
      </dgm:t>
    </dgm:pt>
    <dgm:pt modelId="{B0F19508-074D-48ED-B416-327674A1F6FA}" type="parTrans" cxnId="{F9708D32-4C54-4306-AFE5-0C7E2DA8426F}">
      <dgm:prSet/>
      <dgm:spPr/>
      <dgm:t>
        <a:bodyPr/>
        <a:lstStyle/>
        <a:p>
          <a:endParaRPr/>
        </a:p>
      </dgm:t>
    </dgm:pt>
    <dgm:pt modelId="{7C9D4071-8170-4FB8-B1FE-24E6DB63669C}" type="sibTrans" cxnId="{F9708D32-4C54-4306-AFE5-0C7E2DA8426F}">
      <dgm:prSet/>
      <dgm:spPr/>
      <dgm:t>
        <a:bodyPr/>
        <a:lstStyle/>
        <a:p>
          <a:endParaRPr/>
        </a:p>
      </dgm:t>
    </dgm:pt>
    <dgm:pt modelId="{F0D22FCA-8EBE-446F-80F9-B0CCD0F617E6}">
      <dgm:prSet/>
      <dgm:spPr/>
      <dgm:t>
        <a:bodyPr/>
        <a:lstStyle/>
        <a:p>
          <a:r>
            <a:t>Define</a:t>
          </a:r>
        </a:p>
      </dgm:t>
    </dgm:pt>
    <dgm:pt modelId="{5BD291CA-631B-4FD4-8B1D-6D3081AC4806}" type="parTrans" cxnId="{69FFB0A4-CD3E-480D-97CB-7D7574807822}">
      <dgm:prSet/>
      <dgm:spPr/>
      <dgm:t>
        <a:bodyPr/>
        <a:lstStyle/>
        <a:p>
          <a:endParaRPr/>
        </a:p>
      </dgm:t>
    </dgm:pt>
    <dgm:pt modelId="{8A346D53-EFF0-4E78-8592-8E6B47479534}" type="sibTrans" cxnId="{69FFB0A4-CD3E-480D-97CB-7D7574807822}">
      <dgm:prSet/>
      <dgm:spPr/>
      <dgm:t>
        <a:bodyPr/>
        <a:lstStyle/>
        <a:p>
          <a:endParaRPr/>
        </a:p>
      </dgm:t>
    </dgm:pt>
    <dgm:pt modelId="{87B02B72-9BCE-4214-B7FD-863757FD0F35}">
      <dgm:prSet/>
      <dgm:spPr/>
      <dgm:t>
        <a:bodyPr/>
        <a:lstStyle/>
        <a:p>
          <a:r>
            <a:t>Build</a:t>
          </a:r>
        </a:p>
      </dgm:t>
    </dgm:pt>
    <dgm:pt modelId="{48D2E209-081D-4ED6-BDF4-A4EA24F31D86}" type="parTrans" cxnId="{39998BBE-DDB8-47A2-961E-18955A49475E}">
      <dgm:prSet/>
      <dgm:spPr/>
      <dgm:t>
        <a:bodyPr/>
        <a:lstStyle/>
        <a:p>
          <a:endParaRPr/>
        </a:p>
      </dgm:t>
    </dgm:pt>
    <dgm:pt modelId="{D9A8D1C5-529E-4124-872E-21FC9403ABCB}" type="sibTrans" cxnId="{39998BBE-DDB8-47A2-961E-18955A49475E}">
      <dgm:prSet/>
      <dgm:spPr/>
      <dgm:t>
        <a:bodyPr/>
        <a:lstStyle/>
        <a:p>
          <a:endParaRPr/>
        </a:p>
      </dgm:t>
    </dgm:pt>
    <dgm:pt modelId="{241B0516-4414-4155-BC03-8B325471E232}">
      <dgm:prSet/>
      <dgm:spPr/>
      <dgm:t>
        <a:bodyPr/>
        <a:lstStyle/>
        <a:p>
          <a:r>
            <a:t>Launch</a:t>
          </a:r>
        </a:p>
      </dgm:t>
    </dgm:pt>
    <dgm:pt modelId="{009C9F07-3736-418A-9D6D-40E43BAEFF10}" type="parTrans" cxnId="{9BE410FA-6A6E-430A-905C-F840AC2566A0}">
      <dgm:prSet/>
      <dgm:spPr/>
      <dgm:t>
        <a:bodyPr/>
        <a:lstStyle/>
        <a:p>
          <a:endParaRPr/>
        </a:p>
      </dgm:t>
    </dgm:pt>
    <dgm:pt modelId="{6D909CC7-1FF3-473F-96AE-D66E401582D7}" type="sibTrans" cxnId="{9BE410FA-6A6E-430A-905C-F840AC2566A0}">
      <dgm:prSet/>
      <dgm:spPr/>
      <dgm:t>
        <a:bodyPr/>
        <a:lstStyle/>
        <a:p>
          <a:endParaRPr/>
        </a:p>
      </dgm:t>
    </dgm:pt>
    <dgm:pt modelId="{272A62B1-A89A-4E08-B3FB-68C73BBACEA0}">
      <dgm:prSet/>
      <dgm:spPr/>
      <dgm:t>
        <a:bodyPr/>
        <a:lstStyle/>
        <a:p>
          <a:r>
            <a:t>Learn</a:t>
          </a:r>
        </a:p>
      </dgm:t>
    </dgm:pt>
    <dgm:pt modelId="{31BE726A-D7DD-4E05-8C68-A26A0F51E56F}" type="parTrans" cxnId="{410A557B-2478-4648-BD8B-B19793A0DC7E}">
      <dgm:prSet/>
      <dgm:spPr/>
      <dgm:t>
        <a:bodyPr/>
        <a:lstStyle/>
        <a:p>
          <a:endParaRPr/>
        </a:p>
      </dgm:t>
    </dgm:pt>
    <dgm:pt modelId="{B9B737C1-16EA-4723-9A6F-4A5986F72D05}" type="sibTrans" cxnId="{410A557B-2478-4648-BD8B-B19793A0DC7E}">
      <dgm:prSet/>
      <dgm:spPr/>
      <dgm:t>
        <a:bodyPr/>
        <a:lstStyle/>
        <a:p>
          <a:endParaRPr/>
        </a:p>
      </dgm:t>
    </dgm:pt>
    <dgm:pt modelId="{747FA0DC-A549-8B41-ACFC-ABE66718BA3D}" type="pres">
      <dgm:prSet presAssocID="{A1547763-F1B3-448B-A0B4-CE5D6756171F}" presName="CompostProcess" presStyleCnt="0">
        <dgm:presLayoutVars>
          <dgm:dir/>
          <dgm:resizeHandles val="exact"/>
        </dgm:presLayoutVars>
      </dgm:prSet>
      <dgm:spPr/>
    </dgm:pt>
    <dgm:pt modelId="{A03C3CD7-4DED-C444-99D7-C46E80862E4F}" type="pres">
      <dgm:prSet presAssocID="{A1547763-F1B3-448B-A0B4-CE5D6756171F}" presName="arrow" presStyleLbl="bgShp" presStyleIdx="0" presStyleCnt="1"/>
      <dgm:spPr/>
    </dgm:pt>
    <dgm:pt modelId="{8E0E7EEC-6C0D-9946-81DB-3E87204A2E31}" type="pres">
      <dgm:prSet presAssocID="{A1547763-F1B3-448B-A0B4-CE5D6756171F}" presName="linearProcess" presStyleCnt="0"/>
      <dgm:spPr/>
    </dgm:pt>
    <dgm:pt modelId="{97D9A1BD-8771-B14C-AA43-B703BEB1AF22}" type="pres">
      <dgm:prSet presAssocID="{C0CE881B-020C-46A3-B5A4-63C70B0B5FFF}" presName="textNode" presStyleLbl="node1" presStyleIdx="0" presStyleCnt="5">
        <dgm:presLayoutVars>
          <dgm:bulletEnabled val="1"/>
        </dgm:presLayoutVars>
      </dgm:prSet>
      <dgm:spPr/>
    </dgm:pt>
    <dgm:pt modelId="{DCC01256-8894-CC41-BA5C-7615751C5D52}" type="pres">
      <dgm:prSet presAssocID="{7C9D4071-8170-4FB8-B1FE-24E6DB63669C}" presName="sibTrans" presStyleCnt="0"/>
      <dgm:spPr/>
    </dgm:pt>
    <dgm:pt modelId="{5419C9C3-5FA6-1942-809F-A3320340E36C}" type="pres">
      <dgm:prSet presAssocID="{F0D22FCA-8EBE-446F-80F9-B0CCD0F617E6}" presName="textNode" presStyleLbl="node1" presStyleIdx="1" presStyleCnt="5">
        <dgm:presLayoutVars>
          <dgm:bulletEnabled val="1"/>
        </dgm:presLayoutVars>
      </dgm:prSet>
      <dgm:spPr/>
    </dgm:pt>
    <dgm:pt modelId="{B3A02442-0B6D-7348-9318-8782A2051A8E}" type="pres">
      <dgm:prSet presAssocID="{8A346D53-EFF0-4E78-8592-8E6B47479534}" presName="sibTrans" presStyleCnt="0"/>
      <dgm:spPr/>
    </dgm:pt>
    <dgm:pt modelId="{D59DE797-68E5-A245-94A9-92202E011426}" type="pres">
      <dgm:prSet presAssocID="{87B02B72-9BCE-4214-B7FD-863757FD0F35}" presName="textNode" presStyleLbl="node1" presStyleIdx="2" presStyleCnt="5">
        <dgm:presLayoutVars>
          <dgm:bulletEnabled val="1"/>
        </dgm:presLayoutVars>
      </dgm:prSet>
      <dgm:spPr/>
    </dgm:pt>
    <dgm:pt modelId="{E57FCA57-414E-324F-B4AF-61EB9DEB90A6}" type="pres">
      <dgm:prSet presAssocID="{D9A8D1C5-529E-4124-872E-21FC9403ABCB}" presName="sibTrans" presStyleCnt="0"/>
      <dgm:spPr/>
    </dgm:pt>
    <dgm:pt modelId="{36056FD2-DDC5-4042-8B76-FC88D9C85F06}" type="pres">
      <dgm:prSet presAssocID="{241B0516-4414-4155-BC03-8B325471E232}" presName="textNode" presStyleLbl="node1" presStyleIdx="3" presStyleCnt="5">
        <dgm:presLayoutVars>
          <dgm:bulletEnabled val="1"/>
        </dgm:presLayoutVars>
      </dgm:prSet>
      <dgm:spPr/>
    </dgm:pt>
    <dgm:pt modelId="{EB0C3536-9AAF-A64D-930C-E79AA70568F8}" type="pres">
      <dgm:prSet presAssocID="{6D909CC7-1FF3-473F-96AE-D66E401582D7}" presName="sibTrans" presStyleCnt="0"/>
      <dgm:spPr/>
    </dgm:pt>
    <dgm:pt modelId="{BA5F8132-E6CE-DA49-B1EF-3ED7DDFD921E}" type="pres">
      <dgm:prSet presAssocID="{272A62B1-A89A-4E08-B3FB-68C73BBACEA0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E9FD2C0F-26AE-4349-807F-F917287B7B37}" type="presOf" srcId="{C0CE881B-020C-46A3-B5A4-63C70B0B5FFF}" destId="{97D9A1BD-8771-B14C-AA43-B703BEB1AF22}" srcOrd="0" destOrd="0" presId="urn:microsoft.com/office/officeart/2005/8/layout/hProcess9"/>
    <dgm:cxn modelId="{587AE719-C475-B34E-B300-0F7D238C2997}" type="presOf" srcId="{241B0516-4414-4155-BC03-8B325471E232}" destId="{36056FD2-DDC5-4042-8B76-FC88D9C85F06}" srcOrd="0" destOrd="0" presId="urn:microsoft.com/office/officeart/2005/8/layout/hProcess9"/>
    <dgm:cxn modelId="{64275B1B-6682-CD44-BC26-5FBC6EB4F1A0}" type="presOf" srcId="{87B02B72-9BCE-4214-B7FD-863757FD0F35}" destId="{D59DE797-68E5-A245-94A9-92202E011426}" srcOrd="0" destOrd="0" presId="urn:microsoft.com/office/officeart/2005/8/layout/hProcess9"/>
    <dgm:cxn modelId="{BA4F9228-E429-444F-B589-95A19A24E6E0}" type="presOf" srcId="{272A62B1-A89A-4E08-B3FB-68C73BBACEA0}" destId="{BA5F8132-E6CE-DA49-B1EF-3ED7DDFD921E}" srcOrd="0" destOrd="0" presId="urn:microsoft.com/office/officeart/2005/8/layout/hProcess9"/>
    <dgm:cxn modelId="{F9708D32-4C54-4306-AFE5-0C7E2DA8426F}" srcId="{A1547763-F1B3-448B-A0B4-CE5D6756171F}" destId="{C0CE881B-020C-46A3-B5A4-63C70B0B5FFF}" srcOrd="0" destOrd="0" parTransId="{B0F19508-074D-48ED-B416-327674A1F6FA}" sibTransId="{7C9D4071-8170-4FB8-B1FE-24E6DB63669C}"/>
    <dgm:cxn modelId="{9697666F-DB97-1247-8865-B4B1C53F3982}" type="presOf" srcId="{A1547763-F1B3-448B-A0B4-CE5D6756171F}" destId="{747FA0DC-A549-8B41-ACFC-ABE66718BA3D}" srcOrd="0" destOrd="0" presId="urn:microsoft.com/office/officeart/2005/8/layout/hProcess9"/>
    <dgm:cxn modelId="{410A557B-2478-4648-BD8B-B19793A0DC7E}" srcId="{A1547763-F1B3-448B-A0B4-CE5D6756171F}" destId="{272A62B1-A89A-4E08-B3FB-68C73BBACEA0}" srcOrd="4" destOrd="0" parTransId="{31BE726A-D7DD-4E05-8C68-A26A0F51E56F}" sibTransId="{B9B737C1-16EA-4723-9A6F-4A5986F72D05}"/>
    <dgm:cxn modelId="{69FFB0A4-CD3E-480D-97CB-7D7574807822}" srcId="{A1547763-F1B3-448B-A0B4-CE5D6756171F}" destId="{F0D22FCA-8EBE-446F-80F9-B0CCD0F617E6}" srcOrd="1" destOrd="0" parTransId="{5BD291CA-631B-4FD4-8B1D-6D3081AC4806}" sibTransId="{8A346D53-EFF0-4E78-8592-8E6B47479534}"/>
    <dgm:cxn modelId="{39998BBE-DDB8-47A2-961E-18955A49475E}" srcId="{A1547763-F1B3-448B-A0B4-CE5D6756171F}" destId="{87B02B72-9BCE-4214-B7FD-863757FD0F35}" srcOrd="2" destOrd="0" parTransId="{48D2E209-081D-4ED6-BDF4-A4EA24F31D86}" sibTransId="{D9A8D1C5-529E-4124-872E-21FC9403ABCB}"/>
    <dgm:cxn modelId="{EA92E4DE-5A86-CC4F-843A-3EE6113FC300}" type="presOf" srcId="{F0D22FCA-8EBE-446F-80F9-B0CCD0F617E6}" destId="{5419C9C3-5FA6-1942-809F-A3320340E36C}" srcOrd="0" destOrd="0" presId="urn:microsoft.com/office/officeart/2005/8/layout/hProcess9"/>
    <dgm:cxn modelId="{9BE410FA-6A6E-430A-905C-F840AC2566A0}" srcId="{A1547763-F1B3-448B-A0B4-CE5D6756171F}" destId="{241B0516-4414-4155-BC03-8B325471E232}" srcOrd="3" destOrd="0" parTransId="{009C9F07-3736-418A-9D6D-40E43BAEFF10}" sibTransId="{6D909CC7-1FF3-473F-96AE-D66E401582D7}"/>
    <dgm:cxn modelId="{BAFBCF41-0B30-084E-8E20-4C0EB92C0771}" type="presParOf" srcId="{747FA0DC-A549-8B41-ACFC-ABE66718BA3D}" destId="{A03C3CD7-4DED-C444-99D7-C46E80862E4F}" srcOrd="0" destOrd="0" presId="urn:microsoft.com/office/officeart/2005/8/layout/hProcess9"/>
    <dgm:cxn modelId="{96D99C49-120D-CE46-8841-32F976C0C8B9}" type="presParOf" srcId="{747FA0DC-A549-8B41-ACFC-ABE66718BA3D}" destId="{8E0E7EEC-6C0D-9946-81DB-3E87204A2E31}" srcOrd="1" destOrd="0" presId="urn:microsoft.com/office/officeart/2005/8/layout/hProcess9"/>
    <dgm:cxn modelId="{A7A7CFA8-7D76-464B-B9BF-4BC2FC6049A6}" type="presParOf" srcId="{8E0E7EEC-6C0D-9946-81DB-3E87204A2E31}" destId="{97D9A1BD-8771-B14C-AA43-B703BEB1AF22}" srcOrd="0" destOrd="0" presId="urn:microsoft.com/office/officeart/2005/8/layout/hProcess9"/>
    <dgm:cxn modelId="{B16DCB36-9360-B14A-81C4-0CEE5C9C412A}" type="presParOf" srcId="{8E0E7EEC-6C0D-9946-81DB-3E87204A2E31}" destId="{DCC01256-8894-CC41-BA5C-7615751C5D52}" srcOrd="1" destOrd="0" presId="urn:microsoft.com/office/officeart/2005/8/layout/hProcess9"/>
    <dgm:cxn modelId="{79A64F52-A5C2-DC4F-B456-BFC88AAF633F}" type="presParOf" srcId="{8E0E7EEC-6C0D-9946-81DB-3E87204A2E31}" destId="{5419C9C3-5FA6-1942-809F-A3320340E36C}" srcOrd="2" destOrd="0" presId="urn:microsoft.com/office/officeart/2005/8/layout/hProcess9"/>
    <dgm:cxn modelId="{4581727D-CABB-304E-AF0D-619FC802F9A8}" type="presParOf" srcId="{8E0E7EEC-6C0D-9946-81DB-3E87204A2E31}" destId="{B3A02442-0B6D-7348-9318-8782A2051A8E}" srcOrd="3" destOrd="0" presId="urn:microsoft.com/office/officeart/2005/8/layout/hProcess9"/>
    <dgm:cxn modelId="{B0B0C8FC-114E-7242-BCE5-E1F9F474A9C2}" type="presParOf" srcId="{8E0E7EEC-6C0D-9946-81DB-3E87204A2E31}" destId="{D59DE797-68E5-A245-94A9-92202E011426}" srcOrd="4" destOrd="0" presId="urn:microsoft.com/office/officeart/2005/8/layout/hProcess9"/>
    <dgm:cxn modelId="{0F3BC949-C572-9E41-8223-613F58B6C986}" type="presParOf" srcId="{8E0E7EEC-6C0D-9946-81DB-3E87204A2E31}" destId="{E57FCA57-414E-324F-B4AF-61EB9DEB90A6}" srcOrd="5" destOrd="0" presId="urn:microsoft.com/office/officeart/2005/8/layout/hProcess9"/>
    <dgm:cxn modelId="{DE604A5D-47F7-0540-A225-B145F6C2C2B7}" type="presParOf" srcId="{8E0E7EEC-6C0D-9946-81DB-3E87204A2E31}" destId="{36056FD2-DDC5-4042-8B76-FC88D9C85F06}" srcOrd="6" destOrd="0" presId="urn:microsoft.com/office/officeart/2005/8/layout/hProcess9"/>
    <dgm:cxn modelId="{5C4239A7-9DC6-E84F-B595-3EBEFD4BD06A}" type="presParOf" srcId="{8E0E7EEC-6C0D-9946-81DB-3E87204A2E31}" destId="{EB0C3536-9AAF-A64D-930C-E79AA70568F8}" srcOrd="7" destOrd="0" presId="urn:microsoft.com/office/officeart/2005/8/layout/hProcess9"/>
    <dgm:cxn modelId="{E7DF1321-92CC-4E4C-9EE0-5E8E53AFA3FF}" type="presParOf" srcId="{8E0E7EEC-6C0D-9946-81DB-3E87204A2E31}" destId="{BA5F8132-E6CE-DA49-B1EF-3ED7DDFD921E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A97EC796-3BE1-4CF4-8852-FDE0B4B28FBD}" type="doc">
      <dgm:prSet loTypeId="urn:microsoft.com/office/officeart/2009/3/layout/IncreasingArrowsProcess" qsTypeId="urn:microsoft.com/office/officeart/2005/8/quickstyle/simple2" csTypeId="urn:microsoft.com/office/officeart/2005/8/colors/accent1_2"/>
      <dgm:spPr/>
    </dgm:pt>
    <dgm:pt modelId="{416BCAD9-2097-41AD-B5D5-EFC8C29CDC35}">
      <dgm:prSet/>
      <dgm:spPr/>
      <dgm:t>
        <a:bodyPr/>
        <a:lstStyle/>
        <a:p>
          <a:r>
            <a:t>Discover</a:t>
          </a:r>
        </a:p>
      </dgm:t>
    </dgm:pt>
    <dgm:pt modelId="{CCC4740E-0734-4B2E-8C2B-679FEAF13B42}" type="parTrans" cxnId="{1B5C70E2-6333-4481-8163-F5649B235C7A}">
      <dgm:prSet/>
      <dgm:spPr/>
      <dgm:t>
        <a:bodyPr/>
        <a:lstStyle/>
        <a:p>
          <a:endParaRPr/>
        </a:p>
      </dgm:t>
    </dgm:pt>
    <dgm:pt modelId="{39598F20-67D8-4711-A6D9-D7871693A0B6}" type="sibTrans" cxnId="{1B5C70E2-6333-4481-8163-F5649B235C7A}">
      <dgm:prSet/>
      <dgm:spPr/>
      <dgm:t>
        <a:bodyPr/>
        <a:lstStyle/>
        <a:p>
          <a:endParaRPr/>
        </a:p>
      </dgm:t>
    </dgm:pt>
    <dgm:pt modelId="{E0B8AE46-C230-4B86-A8FE-946C9D1A833E}">
      <dgm:prSet/>
      <dgm:spPr/>
      <dgm:t>
        <a:bodyPr/>
        <a:lstStyle/>
        <a:p>
          <a:r>
            <a:t>Define</a:t>
          </a:r>
        </a:p>
      </dgm:t>
    </dgm:pt>
    <dgm:pt modelId="{09A4610E-394C-4B2D-84D3-4A174A08BEA9}" type="parTrans" cxnId="{E209A9F6-3E02-459A-88E1-A5E9B9680DEB}">
      <dgm:prSet/>
      <dgm:spPr/>
      <dgm:t>
        <a:bodyPr/>
        <a:lstStyle/>
        <a:p>
          <a:endParaRPr/>
        </a:p>
      </dgm:t>
    </dgm:pt>
    <dgm:pt modelId="{FEAD9EB4-0180-4927-B8B1-55EA260177FD}" type="sibTrans" cxnId="{E209A9F6-3E02-459A-88E1-A5E9B9680DEB}">
      <dgm:prSet/>
      <dgm:spPr/>
      <dgm:t>
        <a:bodyPr/>
        <a:lstStyle/>
        <a:p>
          <a:endParaRPr/>
        </a:p>
      </dgm:t>
    </dgm:pt>
    <dgm:pt modelId="{7BEC73C6-CDFC-403F-99D2-B530D3AC9228}">
      <dgm:prSet/>
      <dgm:spPr/>
      <dgm:t>
        <a:bodyPr/>
        <a:lstStyle/>
        <a:p>
          <a:r>
            <a:t>Build</a:t>
          </a:r>
        </a:p>
      </dgm:t>
    </dgm:pt>
    <dgm:pt modelId="{9F0BF883-F33F-4FBB-8212-182EEE1C67A3}" type="parTrans" cxnId="{AF3DC6E7-2F9F-4784-A767-163C56E81309}">
      <dgm:prSet/>
      <dgm:spPr/>
      <dgm:t>
        <a:bodyPr/>
        <a:lstStyle/>
        <a:p>
          <a:endParaRPr/>
        </a:p>
      </dgm:t>
    </dgm:pt>
    <dgm:pt modelId="{951F5D43-7BB3-4D69-AF29-AE44720048F7}" type="sibTrans" cxnId="{AF3DC6E7-2F9F-4784-A767-163C56E81309}">
      <dgm:prSet/>
      <dgm:spPr/>
      <dgm:t>
        <a:bodyPr/>
        <a:lstStyle/>
        <a:p>
          <a:endParaRPr/>
        </a:p>
      </dgm:t>
    </dgm:pt>
    <dgm:pt modelId="{0FECBAF0-EBC0-42C9-A660-3DAEA72DC787}">
      <dgm:prSet/>
      <dgm:spPr/>
      <dgm:t>
        <a:bodyPr/>
        <a:lstStyle/>
        <a:p>
          <a:r>
            <a:t>Launch</a:t>
          </a:r>
        </a:p>
      </dgm:t>
    </dgm:pt>
    <dgm:pt modelId="{8620FD12-2982-49D7-B135-B647068772CE}" type="parTrans" cxnId="{225F7140-F299-465D-A151-9A851C5B6675}">
      <dgm:prSet/>
      <dgm:spPr/>
      <dgm:t>
        <a:bodyPr/>
        <a:lstStyle/>
        <a:p>
          <a:endParaRPr/>
        </a:p>
      </dgm:t>
    </dgm:pt>
    <dgm:pt modelId="{3CE25DEB-CFA3-4CB4-A4DE-534359E4FE02}" type="sibTrans" cxnId="{225F7140-F299-465D-A151-9A851C5B6675}">
      <dgm:prSet/>
      <dgm:spPr/>
      <dgm:t>
        <a:bodyPr/>
        <a:lstStyle/>
        <a:p>
          <a:endParaRPr/>
        </a:p>
      </dgm:t>
    </dgm:pt>
    <dgm:pt modelId="{EC94A703-08E2-4EC8-B42B-35BB8F1F967A}">
      <dgm:prSet/>
      <dgm:spPr/>
      <dgm:t>
        <a:bodyPr/>
        <a:lstStyle/>
        <a:p>
          <a:r>
            <a:t>Learn</a:t>
          </a:r>
        </a:p>
      </dgm:t>
    </dgm:pt>
    <dgm:pt modelId="{632817B0-36EA-4B68-940A-35DDAD87D481}" type="parTrans" cxnId="{1FB7F5A6-9F86-426C-83AC-84B7A58968E0}">
      <dgm:prSet/>
      <dgm:spPr/>
      <dgm:t>
        <a:bodyPr/>
        <a:lstStyle/>
        <a:p>
          <a:endParaRPr/>
        </a:p>
      </dgm:t>
    </dgm:pt>
    <dgm:pt modelId="{411B3062-152C-4C0B-9BCB-2726342FEA95}" type="sibTrans" cxnId="{1FB7F5A6-9F86-426C-83AC-84B7A58968E0}">
      <dgm:prSet/>
      <dgm:spPr/>
      <dgm:t>
        <a:bodyPr/>
        <a:lstStyle/>
        <a:p>
          <a:endParaRPr/>
        </a:p>
      </dgm:t>
    </dgm:pt>
    <dgm:pt modelId="{205BCC81-EF3A-DD48-8C2F-B496A683B4AF}" type="pres">
      <dgm:prSet presAssocID="{A97EC796-3BE1-4CF4-8852-FDE0B4B28FBD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A4EE91AF-F2B9-B449-A31A-49E905DAA41B}" type="pres">
      <dgm:prSet presAssocID="{416BCAD9-2097-41AD-B5D5-EFC8C29CDC35}" presName="parentText1" presStyleLbl="node1" presStyleIdx="0" presStyleCnt="5">
        <dgm:presLayoutVars>
          <dgm:chMax/>
          <dgm:chPref val="3"/>
          <dgm:bulletEnabled val="1"/>
        </dgm:presLayoutVars>
      </dgm:prSet>
      <dgm:spPr/>
    </dgm:pt>
    <dgm:pt modelId="{BA3F532C-F85C-244F-A9B9-195CD87E0BE7}" type="pres">
      <dgm:prSet presAssocID="{E0B8AE46-C230-4B86-A8FE-946C9D1A833E}" presName="parentText2" presStyleLbl="node1" presStyleIdx="1" presStyleCnt="5">
        <dgm:presLayoutVars>
          <dgm:chMax/>
          <dgm:chPref val="3"/>
          <dgm:bulletEnabled val="1"/>
        </dgm:presLayoutVars>
      </dgm:prSet>
      <dgm:spPr/>
    </dgm:pt>
    <dgm:pt modelId="{064D07DD-5274-A247-A1AA-DAE15CF251A7}" type="pres">
      <dgm:prSet presAssocID="{7BEC73C6-CDFC-403F-99D2-B530D3AC9228}" presName="parentText3" presStyleLbl="node1" presStyleIdx="2" presStyleCnt="5">
        <dgm:presLayoutVars>
          <dgm:chMax/>
          <dgm:chPref val="3"/>
          <dgm:bulletEnabled val="1"/>
        </dgm:presLayoutVars>
      </dgm:prSet>
      <dgm:spPr/>
    </dgm:pt>
    <dgm:pt modelId="{08E5E786-C092-1646-AB70-FC3265DA4454}" type="pres">
      <dgm:prSet presAssocID="{0FECBAF0-EBC0-42C9-A660-3DAEA72DC787}" presName="parentText4" presStyleLbl="node1" presStyleIdx="3" presStyleCnt="5">
        <dgm:presLayoutVars>
          <dgm:chMax/>
          <dgm:chPref val="3"/>
          <dgm:bulletEnabled val="1"/>
        </dgm:presLayoutVars>
      </dgm:prSet>
      <dgm:spPr/>
    </dgm:pt>
    <dgm:pt modelId="{D706AAA9-9A8C-AB44-852E-1E82DFE22997}" type="pres">
      <dgm:prSet presAssocID="{EC94A703-08E2-4EC8-B42B-35BB8F1F967A}" presName="parentText5" presStyleLbl="node1" presStyleIdx="4" presStyleCnt="5">
        <dgm:presLayoutVars>
          <dgm:chMax/>
          <dgm:chPref val="3"/>
          <dgm:bulletEnabled val="1"/>
        </dgm:presLayoutVars>
      </dgm:prSet>
      <dgm:spPr/>
    </dgm:pt>
  </dgm:ptLst>
  <dgm:cxnLst>
    <dgm:cxn modelId="{026E2C03-9E88-404A-BA6D-67D8F402BAC8}" type="presOf" srcId="{E0B8AE46-C230-4B86-A8FE-946C9D1A833E}" destId="{BA3F532C-F85C-244F-A9B9-195CD87E0BE7}" srcOrd="0" destOrd="0" presId="urn:microsoft.com/office/officeart/2009/3/layout/IncreasingArrowsProcess"/>
    <dgm:cxn modelId="{225F7140-F299-465D-A151-9A851C5B6675}" srcId="{A97EC796-3BE1-4CF4-8852-FDE0B4B28FBD}" destId="{0FECBAF0-EBC0-42C9-A660-3DAEA72DC787}" srcOrd="3" destOrd="0" parTransId="{8620FD12-2982-49D7-B135-B647068772CE}" sibTransId="{3CE25DEB-CFA3-4CB4-A4DE-534359E4FE02}"/>
    <dgm:cxn modelId="{7596CB5B-53C9-4A43-8902-12BAECB6965A}" type="presOf" srcId="{7BEC73C6-CDFC-403F-99D2-B530D3AC9228}" destId="{064D07DD-5274-A247-A1AA-DAE15CF251A7}" srcOrd="0" destOrd="0" presId="urn:microsoft.com/office/officeart/2009/3/layout/IncreasingArrowsProcess"/>
    <dgm:cxn modelId="{EC87B8A1-0BC0-0746-9804-01A949FAA46F}" type="presOf" srcId="{416BCAD9-2097-41AD-B5D5-EFC8C29CDC35}" destId="{A4EE91AF-F2B9-B449-A31A-49E905DAA41B}" srcOrd="0" destOrd="0" presId="urn:microsoft.com/office/officeart/2009/3/layout/IncreasingArrowsProcess"/>
    <dgm:cxn modelId="{1FB7F5A6-9F86-426C-83AC-84B7A58968E0}" srcId="{A97EC796-3BE1-4CF4-8852-FDE0B4B28FBD}" destId="{EC94A703-08E2-4EC8-B42B-35BB8F1F967A}" srcOrd="4" destOrd="0" parTransId="{632817B0-36EA-4B68-940A-35DDAD87D481}" sibTransId="{411B3062-152C-4C0B-9BCB-2726342FEA95}"/>
    <dgm:cxn modelId="{D09C31C7-1508-5740-AA4B-1278BE9F6D63}" type="presOf" srcId="{EC94A703-08E2-4EC8-B42B-35BB8F1F967A}" destId="{D706AAA9-9A8C-AB44-852E-1E82DFE22997}" srcOrd="0" destOrd="0" presId="urn:microsoft.com/office/officeart/2009/3/layout/IncreasingArrowsProcess"/>
    <dgm:cxn modelId="{1C5440E2-E39D-584C-B070-FE7C0C1E3BAC}" type="presOf" srcId="{0FECBAF0-EBC0-42C9-A660-3DAEA72DC787}" destId="{08E5E786-C092-1646-AB70-FC3265DA4454}" srcOrd="0" destOrd="0" presId="urn:microsoft.com/office/officeart/2009/3/layout/IncreasingArrowsProcess"/>
    <dgm:cxn modelId="{1B5C70E2-6333-4481-8163-F5649B235C7A}" srcId="{A97EC796-3BE1-4CF4-8852-FDE0B4B28FBD}" destId="{416BCAD9-2097-41AD-B5D5-EFC8C29CDC35}" srcOrd="0" destOrd="0" parTransId="{CCC4740E-0734-4B2E-8C2B-679FEAF13B42}" sibTransId="{39598F20-67D8-4711-A6D9-D7871693A0B6}"/>
    <dgm:cxn modelId="{AF3DC6E7-2F9F-4784-A767-163C56E81309}" srcId="{A97EC796-3BE1-4CF4-8852-FDE0B4B28FBD}" destId="{7BEC73C6-CDFC-403F-99D2-B530D3AC9228}" srcOrd="2" destOrd="0" parTransId="{9F0BF883-F33F-4FBB-8212-182EEE1C67A3}" sibTransId="{951F5D43-7BB3-4D69-AF29-AE44720048F7}"/>
    <dgm:cxn modelId="{34B5C6EB-BC67-BF46-8A74-25AAA52D05B6}" type="presOf" srcId="{A97EC796-3BE1-4CF4-8852-FDE0B4B28FBD}" destId="{205BCC81-EF3A-DD48-8C2F-B496A683B4AF}" srcOrd="0" destOrd="0" presId="urn:microsoft.com/office/officeart/2009/3/layout/IncreasingArrowsProcess"/>
    <dgm:cxn modelId="{E209A9F6-3E02-459A-88E1-A5E9B9680DEB}" srcId="{A97EC796-3BE1-4CF4-8852-FDE0B4B28FBD}" destId="{E0B8AE46-C230-4B86-A8FE-946C9D1A833E}" srcOrd="1" destOrd="0" parTransId="{09A4610E-394C-4B2D-84D3-4A174A08BEA9}" sibTransId="{FEAD9EB4-0180-4927-B8B1-55EA260177FD}"/>
    <dgm:cxn modelId="{502083F6-DCCB-744F-82DE-8AAB7BB334A4}" type="presParOf" srcId="{205BCC81-EF3A-DD48-8C2F-B496A683B4AF}" destId="{A4EE91AF-F2B9-B449-A31A-49E905DAA41B}" srcOrd="0" destOrd="0" presId="urn:microsoft.com/office/officeart/2009/3/layout/IncreasingArrowsProcess"/>
    <dgm:cxn modelId="{FBF600A6-9685-C249-ABF1-13953834AF7E}" type="presParOf" srcId="{205BCC81-EF3A-DD48-8C2F-B496A683B4AF}" destId="{BA3F532C-F85C-244F-A9B9-195CD87E0BE7}" srcOrd="1" destOrd="0" presId="urn:microsoft.com/office/officeart/2009/3/layout/IncreasingArrowsProcess"/>
    <dgm:cxn modelId="{4558D4F6-7452-5243-A419-F7CDA2551FF6}" type="presParOf" srcId="{205BCC81-EF3A-DD48-8C2F-B496A683B4AF}" destId="{064D07DD-5274-A247-A1AA-DAE15CF251A7}" srcOrd="2" destOrd="0" presId="urn:microsoft.com/office/officeart/2009/3/layout/IncreasingArrowsProcess"/>
    <dgm:cxn modelId="{85931266-0855-574A-B552-10323FFC0933}" type="presParOf" srcId="{205BCC81-EF3A-DD48-8C2F-B496A683B4AF}" destId="{08E5E786-C092-1646-AB70-FC3265DA4454}" srcOrd="3" destOrd="0" presId="urn:microsoft.com/office/officeart/2009/3/layout/IncreasingArrowsProcess"/>
    <dgm:cxn modelId="{16AD0BE9-2787-2F47-87A1-609A210E2CD0}" type="presParOf" srcId="{205BCC81-EF3A-DD48-8C2F-B496A683B4AF}" destId="{D706AAA9-9A8C-AB44-852E-1E82DFE22997}" srcOrd="4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419D6252-015F-44C8-BAF3-D5CB78A5CFB7}" type="doc">
      <dgm:prSet loTypeId="urn:microsoft.com/office/officeart/2011/layout/InterconnectedBlockProcess" qsTypeId="urn:microsoft.com/office/officeart/2005/8/quickstyle/simple2" csTypeId="urn:microsoft.com/office/officeart/2005/8/colors/accent1_2"/>
      <dgm:spPr/>
    </dgm:pt>
    <dgm:pt modelId="{E71521BF-B9FE-4661-A1F5-487E18878863}">
      <dgm:prSet/>
      <dgm:spPr/>
      <dgm:t>
        <a:bodyPr/>
        <a:lstStyle/>
        <a:p>
          <a:r>
            <a:t>Discover</a:t>
          </a:r>
        </a:p>
      </dgm:t>
    </dgm:pt>
    <dgm:pt modelId="{1FE71CCF-E46F-43A9-AE98-6748E969E80D}" type="parTrans" cxnId="{5EE26110-DC3E-486C-9B61-B8B6DBC66C1D}">
      <dgm:prSet/>
      <dgm:spPr/>
      <dgm:t>
        <a:bodyPr/>
        <a:lstStyle/>
        <a:p>
          <a:endParaRPr/>
        </a:p>
      </dgm:t>
    </dgm:pt>
    <dgm:pt modelId="{B39E5416-5321-45C1-92E5-BE271A9051AB}" type="sibTrans" cxnId="{5EE26110-DC3E-486C-9B61-B8B6DBC66C1D}">
      <dgm:prSet/>
      <dgm:spPr/>
      <dgm:t>
        <a:bodyPr/>
        <a:lstStyle/>
        <a:p>
          <a:endParaRPr/>
        </a:p>
      </dgm:t>
    </dgm:pt>
    <dgm:pt modelId="{80FA1996-BC1C-44A5-BF8A-AA0B0B9FAD95}">
      <dgm:prSet/>
      <dgm:spPr/>
      <dgm:t>
        <a:bodyPr/>
        <a:lstStyle/>
        <a:p>
          <a:r>
            <a:t>Define</a:t>
          </a:r>
        </a:p>
      </dgm:t>
    </dgm:pt>
    <dgm:pt modelId="{C245E80F-2D09-41C3-99C3-8C7BB1385AAD}" type="parTrans" cxnId="{E464A39E-D93F-4949-BE11-8D4FDE25C739}">
      <dgm:prSet/>
      <dgm:spPr/>
      <dgm:t>
        <a:bodyPr/>
        <a:lstStyle/>
        <a:p>
          <a:endParaRPr/>
        </a:p>
      </dgm:t>
    </dgm:pt>
    <dgm:pt modelId="{B3A1AE47-9DDC-4E73-8EEB-B63DA77421ED}" type="sibTrans" cxnId="{E464A39E-D93F-4949-BE11-8D4FDE25C739}">
      <dgm:prSet/>
      <dgm:spPr/>
      <dgm:t>
        <a:bodyPr/>
        <a:lstStyle/>
        <a:p>
          <a:endParaRPr/>
        </a:p>
      </dgm:t>
    </dgm:pt>
    <dgm:pt modelId="{CA4B338C-6522-4B01-B298-0CFF99D26510}">
      <dgm:prSet/>
      <dgm:spPr/>
      <dgm:t>
        <a:bodyPr/>
        <a:lstStyle/>
        <a:p>
          <a:r>
            <a:t>Build</a:t>
          </a:r>
        </a:p>
      </dgm:t>
    </dgm:pt>
    <dgm:pt modelId="{AB58F306-16CB-4130-B1F3-8FCE4B8FBFCF}" type="parTrans" cxnId="{FB761D7B-2A20-47B8-8F7C-58C007FF12A4}">
      <dgm:prSet/>
      <dgm:spPr/>
      <dgm:t>
        <a:bodyPr/>
        <a:lstStyle/>
        <a:p>
          <a:endParaRPr/>
        </a:p>
      </dgm:t>
    </dgm:pt>
    <dgm:pt modelId="{2EFD6003-6138-4A9B-8356-3931752A518C}" type="sibTrans" cxnId="{FB761D7B-2A20-47B8-8F7C-58C007FF12A4}">
      <dgm:prSet/>
      <dgm:spPr/>
      <dgm:t>
        <a:bodyPr/>
        <a:lstStyle/>
        <a:p>
          <a:endParaRPr/>
        </a:p>
      </dgm:t>
    </dgm:pt>
    <dgm:pt modelId="{6760F8E6-2885-40AE-AB0D-340A47C2BE54}">
      <dgm:prSet/>
      <dgm:spPr/>
      <dgm:t>
        <a:bodyPr/>
        <a:lstStyle/>
        <a:p>
          <a:r>
            <a:t>Launch</a:t>
          </a:r>
        </a:p>
      </dgm:t>
    </dgm:pt>
    <dgm:pt modelId="{C3DC66E4-26EA-4F0D-9A57-6163D71F3E5D}" type="parTrans" cxnId="{E9FF9696-3E13-4A9B-9FF5-4953A1542669}">
      <dgm:prSet/>
      <dgm:spPr/>
      <dgm:t>
        <a:bodyPr/>
        <a:lstStyle/>
        <a:p>
          <a:endParaRPr/>
        </a:p>
      </dgm:t>
    </dgm:pt>
    <dgm:pt modelId="{992B8318-69C8-4D7E-9E44-46A3398D6618}" type="sibTrans" cxnId="{E9FF9696-3E13-4A9B-9FF5-4953A1542669}">
      <dgm:prSet/>
      <dgm:spPr/>
      <dgm:t>
        <a:bodyPr/>
        <a:lstStyle/>
        <a:p>
          <a:endParaRPr/>
        </a:p>
      </dgm:t>
    </dgm:pt>
    <dgm:pt modelId="{3D872860-8680-433D-B290-13389B0F5205}">
      <dgm:prSet/>
      <dgm:spPr/>
      <dgm:t>
        <a:bodyPr/>
        <a:lstStyle/>
        <a:p>
          <a:r>
            <a:t>Learn</a:t>
          </a:r>
        </a:p>
      </dgm:t>
    </dgm:pt>
    <dgm:pt modelId="{20E4EDC1-5724-4B39-B625-1E25BC937850}" type="parTrans" cxnId="{6337EB44-62E0-4D58-986F-953624E0B2EB}">
      <dgm:prSet/>
      <dgm:spPr/>
      <dgm:t>
        <a:bodyPr/>
        <a:lstStyle/>
        <a:p>
          <a:endParaRPr/>
        </a:p>
      </dgm:t>
    </dgm:pt>
    <dgm:pt modelId="{4B2F12E4-F0D9-4D73-805D-6F110ACE8389}" type="sibTrans" cxnId="{6337EB44-62E0-4D58-986F-953624E0B2EB}">
      <dgm:prSet/>
      <dgm:spPr/>
      <dgm:t>
        <a:bodyPr/>
        <a:lstStyle/>
        <a:p>
          <a:endParaRPr/>
        </a:p>
      </dgm:t>
    </dgm:pt>
    <dgm:pt modelId="{4E3FF7A4-5EB7-2244-B4EF-D31476D0AFFC}" type="pres">
      <dgm:prSet presAssocID="{419D6252-015F-44C8-BAF3-D5CB78A5CFB7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801BA075-BFB5-3044-B6AB-95095BC913B6}" type="pres">
      <dgm:prSet presAssocID="{3D872860-8680-433D-B290-13389B0F5205}" presName="ChildAccent5" presStyleCnt="0"/>
      <dgm:spPr/>
    </dgm:pt>
    <dgm:pt modelId="{2CFEFEB4-0717-8D49-B7FF-E37AAFD0F33B}" type="pres">
      <dgm:prSet presAssocID="{3D872860-8680-433D-B290-13389B0F5205}" presName="ChildAccent" presStyleLbl="alignImgPlace1" presStyleIdx="0" presStyleCnt="5"/>
      <dgm:spPr/>
    </dgm:pt>
    <dgm:pt modelId="{498356CD-12FE-284B-A374-46C6004410E0}" type="pres">
      <dgm:prSet presAssocID="{3D872860-8680-433D-B290-13389B0F5205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9084BBE-DA82-284D-B67E-80798997553E}" type="pres">
      <dgm:prSet presAssocID="{3D872860-8680-433D-B290-13389B0F5205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FC028437-FCA5-B948-BDE9-D9A95469EF4F}" type="pres">
      <dgm:prSet presAssocID="{6760F8E6-2885-40AE-AB0D-340A47C2BE54}" presName="ChildAccent4" presStyleCnt="0"/>
      <dgm:spPr/>
    </dgm:pt>
    <dgm:pt modelId="{0AF1458E-2BBF-CD42-BC2D-6373A91FF5D6}" type="pres">
      <dgm:prSet presAssocID="{6760F8E6-2885-40AE-AB0D-340A47C2BE54}" presName="ChildAccent" presStyleLbl="alignImgPlace1" presStyleIdx="1" presStyleCnt="5"/>
      <dgm:spPr/>
    </dgm:pt>
    <dgm:pt modelId="{C9BC5750-F2DC-AE4C-ADAB-19AB01F0896A}" type="pres">
      <dgm:prSet presAssocID="{6760F8E6-2885-40AE-AB0D-340A47C2BE54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015BB68-4D11-8D43-BB61-209B388EEC99}" type="pres">
      <dgm:prSet presAssocID="{6760F8E6-2885-40AE-AB0D-340A47C2BE54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1E07895C-7DCB-3D45-860F-625B1B673955}" type="pres">
      <dgm:prSet presAssocID="{CA4B338C-6522-4B01-B298-0CFF99D26510}" presName="ChildAccent3" presStyleCnt="0"/>
      <dgm:spPr/>
    </dgm:pt>
    <dgm:pt modelId="{EF15DB00-C904-674A-B984-8CCE739B2F54}" type="pres">
      <dgm:prSet presAssocID="{CA4B338C-6522-4B01-B298-0CFF99D26510}" presName="ChildAccent" presStyleLbl="alignImgPlace1" presStyleIdx="2" presStyleCnt="5"/>
      <dgm:spPr/>
    </dgm:pt>
    <dgm:pt modelId="{B5BEAFFD-F8AE-C045-9B1E-4EA799E2477B}" type="pres">
      <dgm:prSet presAssocID="{CA4B338C-6522-4B01-B298-0CFF99D26510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FA9B73C-D1FA-CA40-B148-B1FBEE378AC1}" type="pres">
      <dgm:prSet presAssocID="{CA4B338C-6522-4B01-B298-0CFF99D26510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1D0E2EE1-C9E5-D449-9868-78F9CDDDC815}" type="pres">
      <dgm:prSet presAssocID="{80FA1996-BC1C-44A5-BF8A-AA0B0B9FAD95}" presName="ChildAccent2" presStyleCnt="0"/>
      <dgm:spPr/>
    </dgm:pt>
    <dgm:pt modelId="{8F6D2379-DD82-0F4C-8D8C-24BF3A8C1CC9}" type="pres">
      <dgm:prSet presAssocID="{80FA1996-BC1C-44A5-BF8A-AA0B0B9FAD95}" presName="ChildAccent" presStyleLbl="alignImgPlace1" presStyleIdx="3" presStyleCnt="5"/>
      <dgm:spPr/>
    </dgm:pt>
    <dgm:pt modelId="{3B284644-EE5D-274D-A48B-4D53C689ED2A}" type="pres">
      <dgm:prSet presAssocID="{80FA1996-BC1C-44A5-BF8A-AA0B0B9FAD95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639F681-D577-FE41-B8AC-41283A6CBF37}" type="pres">
      <dgm:prSet presAssocID="{80FA1996-BC1C-44A5-BF8A-AA0B0B9FAD95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DA8E90B6-D48C-8A4C-96F1-4E6A8EDFB5B0}" type="pres">
      <dgm:prSet presAssocID="{E71521BF-B9FE-4661-A1F5-487E18878863}" presName="ChildAccent1" presStyleCnt="0"/>
      <dgm:spPr/>
    </dgm:pt>
    <dgm:pt modelId="{8753A7D7-0165-C640-92E5-102B43CCEC1E}" type="pres">
      <dgm:prSet presAssocID="{E71521BF-B9FE-4661-A1F5-487E18878863}" presName="ChildAccent" presStyleLbl="alignImgPlace1" presStyleIdx="4" presStyleCnt="5"/>
      <dgm:spPr/>
    </dgm:pt>
    <dgm:pt modelId="{797F2073-583B-C044-90BD-C9C6253F7D1C}" type="pres">
      <dgm:prSet presAssocID="{E71521BF-B9FE-4661-A1F5-487E18878863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12FAC53-DD4A-5549-ADAD-7F3B475932FA}" type="pres">
      <dgm:prSet presAssocID="{E71521BF-B9FE-4661-A1F5-487E18878863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5EE26110-DC3E-486C-9B61-B8B6DBC66C1D}" srcId="{419D6252-015F-44C8-BAF3-D5CB78A5CFB7}" destId="{E71521BF-B9FE-4661-A1F5-487E18878863}" srcOrd="0" destOrd="0" parTransId="{1FE71CCF-E46F-43A9-AE98-6748E969E80D}" sibTransId="{B39E5416-5321-45C1-92E5-BE271A9051AB}"/>
    <dgm:cxn modelId="{02080913-1F67-A24B-8534-D8A4D42B2F5E}" type="presOf" srcId="{3D872860-8680-433D-B290-13389B0F5205}" destId="{79084BBE-DA82-284D-B67E-80798997553E}" srcOrd="0" destOrd="0" presId="urn:microsoft.com/office/officeart/2011/layout/InterconnectedBlockProcess"/>
    <dgm:cxn modelId="{B9188C18-75B9-CD46-8E8E-389E6F507FD9}" type="presOf" srcId="{CA4B338C-6522-4B01-B298-0CFF99D26510}" destId="{8FA9B73C-D1FA-CA40-B148-B1FBEE378AC1}" srcOrd="0" destOrd="0" presId="urn:microsoft.com/office/officeart/2011/layout/InterconnectedBlockProcess"/>
    <dgm:cxn modelId="{7221063A-A613-5B4D-9D39-3BB23EBB2887}" type="presOf" srcId="{E71521BF-B9FE-4661-A1F5-487E18878863}" destId="{512FAC53-DD4A-5549-ADAD-7F3B475932FA}" srcOrd="0" destOrd="0" presId="urn:microsoft.com/office/officeart/2011/layout/InterconnectedBlockProcess"/>
    <dgm:cxn modelId="{6337EB44-62E0-4D58-986F-953624E0B2EB}" srcId="{419D6252-015F-44C8-BAF3-D5CB78A5CFB7}" destId="{3D872860-8680-433D-B290-13389B0F5205}" srcOrd="4" destOrd="0" parTransId="{20E4EDC1-5724-4B39-B625-1E25BC937850}" sibTransId="{4B2F12E4-F0D9-4D73-805D-6F110ACE8389}"/>
    <dgm:cxn modelId="{1542BF6E-0F95-3D4B-841B-6360FB948CAA}" type="presOf" srcId="{419D6252-015F-44C8-BAF3-D5CB78A5CFB7}" destId="{4E3FF7A4-5EB7-2244-B4EF-D31476D0AFFC}" srcOrd="0" destOrd="0" presId="urn:microsoft.com/office/officeart/2011/layout/InterconnectedBlockProcess"/>
    <dgm:cxn modelId="{FB761D7B-2A20-47B8-8F7C-58C007FF12A4}" srcId="{419D6252-015F-44C8-BAF3-D5CB78A5CFB7}" destId="{CA4B338C-6522-4B01-B298-0CFF99D26510}" srcOrd="2" destOrd="0" parTransId="{AB58F306-16CB-4130-B1F3-8FCE4B8FBFCF}" sibTransId="{2EFD6003-6138-4A9B-8356-3931752A518C}"/>
    <dgm:cxn modelId="{B5AFD891-A0CC-B74F-BB10-4103D1FE6F0F}" type="presOf" srcId="{6760F8E6-2885-40AE-AB0D-340A47C2BE54}" destId="{F015BB68-4D11-8D43-BB61-209B388EEC99}" srcOrd="0" destOrd="0" presId="urn:microsoft.com/office/officeart/2011/layout/InterconnectedBlockProcess"/>
    <dgm:cxn modelId="{E9FF9696-3E13-4A9B-9FF5-4953A1542669}" srcId="{419D6252-015F-44C8-BAF3-D5CB78A5CFB7}" destId="{6760F8E6-2885-40AE-AB0D-340A47C2BE54}" srcOrd="3" destOrd="0" parTransId="{C3DC66E4-26EA-4F0D-9A57-6163D71F3E5D}" sibTransId="{992B8318-69C8-4D7E-9E44-46A3398D6618}"/>
    <dgm:cxn modelId="{E464A39E-D93F-4949-BE11-8D4FDE25C739}" srcId="{419D6252-015F-44C8-BAF3-D5CB78A5CFB7}" destId="{80FA1996-BC1C-44A5-BF8A-AA0B0B9FAD95}" srcOrd="1" destOrd="0" parTransId="{C245E80F-2D09-41C3-99C3-8C7BB1385AAD}" sibTransId="{B3A1AE47-9DDC-4E73-8EEB-B63DA77421ED}"/>
    <dgm:cxn modelId="{327CEAC8-2700-8E42-82E2-20354A9EA24E}" type="presOf" srcId="{80FA1996-BC1C-44A5-BF8A-AA0B0B9FAD95}" destId="{8639F681-D577-FE41-B8AC-41283A6CBF37}" srcOrd="0" destOrd="0" presId="urn:microsoft.com/office/officeart/2011/layout/InterconnectedBlockProcess"/>
    <dgm:cxn modelId="{8DC3E46C-A9A9-474F-8BC2-8864211247D1}" type="presParOf" srcId="{4E3FF7A4-5EB7-2244-B4EF-D31476D0AFFC}" destId="{801BA075-BFB5-3044-B6AB-95095BC913B6}" srcOrd="0" destOrd="0" presId="urn:microsoft.com/office/officeart/2011/layout/InterconnectedBlockProcess"/>
    <dgm:cxn modelId="{F9A414E1-CF9E-A24E-A78E-55278ED5D537}" type="presParOf" srcId="{801BA075-BFB5-3044-B6AB-95095BC913B6}" destId="{2CFEFEB4-0717-8D49-B7FF-E37AAFD0F33B}" srcOrd="0" destOrd="0" presId="urn:microsoft.com/office/officeart/2011/layout/InterconnectedBlockProcess"/>
    <dgm:cxn modelId="{9E1F31C3-307E-D94D-9FDF-5D2C6F79DCCE}" type="presParOf" srcId="{4E3FF7A4-5EB7-2244-B4EF-D31476D0AFFC}" destId="{498356CD-12FE-284B-A374-46C6004410E0}" srcOrd="1" destOrd="0" presId="urn:microsoft.com/office/officeart/2011/layout/InterconnectedBlockProcess"/>
    <dgm:cxn modelId="{C0BB70BF-6C8B-8A4E-976A-47D1C0654001}" type="presParOf" srcId="{4E3FF7A4-5EB7-2244-B4EF-D31476D0AFFC}" destId="{79084BBE-DA82-284D-B67E-80798997553E}" srcOrd="2" destOrd="0" presId="urn:microsoft.com/office/officeart/2011/layout/InterconnectedBlockProcess"/>
    <dgm:cxn modelId="{7200281E-EB4C-4E44-999B-A45030F32A51}" type="presParOf" srcId="{4E3FF7A4-5EB7-2244-B4EF-D31476D0AFFC}" destId="{FC028437-FCA5-B948-BDE9-D9A95469EF4F}" srcOrd="3" destOrd="0" presId="urn:microsoft.com/office/officeart/2011/layout/InterconnectedBlockProcess"/>
    <dgm:cxn modelId="{0AB916B1-D16F-D14D-8071-6019BEA7B877}" type="presParOf" srcId="{FC028437-FCA5-B948-BDE9-D9A95469EF4F}" destId="{0AF1458E-2BBF-CD42-BC2D-6373A91FF5D6}" srcOrd="0" destOrd="0" presId="urn:microsoft.com/office/officeart/2011/layout/InterconnectedBlockProcess"/>
    <dgm:cxn modelId="{6020E123-D76B-5848-9A62-ACE79CACAEA7}" type="presParOf" srcId="{4E3FF7A4-5EB7-2244-B4EF-D31476D0AFFC}" destId="{C9BC5750-F2DC-AE4C-ADAB-19AB01F0896A}" srcOrd="4" destOrd="0" presId="urn:microsoft.com/office/officeart/2011/layout/InterconnectedBlockProcess"/>
    <dgm:cxn modelId="{4C023324-BEAB-9142-937F-64338CAB6449}" type="presParOf" srcId="{4E3FF7A4-5EB7-2244-B4EF-D31476D0AFFC}" destId="{F015BB68-4D11-8D43-BB61-209B388EEC99}" srcOrd="5" destOrd="0" presId="urn:microsoft.com/office/officeart/2011/layout/InterconnectedBlockProcess"/>
    <dgm:cxn modelId="{630F781F-157E-F742-911F-C495F80CA21D}" type="presParOf" srcId="{4E3FF7A4-5EB7-2244-B4EF-D31476D0AFFC}" destId="{1E07895C-7DCB-3D45-860F-625B1B673955}" srcOrd="6" destOrd="0" presId="urn:microsoft.com/office/officeart/2011/layout/InterconnectedBlockProcess"/>
    <dgm:cxn modelId="{A754B188-A0C5-CF4B-8811-FBC64C6F7538}" type="presParOf" srcId="{1E07895C-7DCB-3D45-860F-625B1B673955}" destId="{EF15DB00-C904-674A-B984-8CCE739B2F54}" srcOrd="0" destOrd="0" presId="urn:microsoft.com/office/officeart/2011/layout/InterconnectedBlockProcess"/>
    <dgm:cxn modelId="{D1861D12-2715-A14D-91E3-A7E381B567B8}" type="presParOf" srcId="{4E3FF7A4-5EB7-2244-B4EF-D31476D0AFFC}" destId="{B5BEAFFD-F8AE-C045-9B1E-4EA799E2477B}" srcOrd="7" destOrd="0" presId="urn:microsoft.com/office/officeart/2011/layout/InterconnectedBlockProcess"/>
    <dgm:cxn modelId="{010213DE-7CBC-8745-939A-FA4B569FAF44}" type="presParOf" srcId="{4E3FF7A4-5EB7-2244-B4EF-D31476D0AFFC}" destId="{8FA9B73C-D1FA-CA40-B148-B1FBEE378AC1}" srcOrd="8" destOrd="0" presId="urn:microsoft.com/office/officeart/2011/layout/InterconnectedBlockProcess"/>
    <dgm:cxn modelId="{AE36A493-33AF-074F-92D7-0ACBEB40AE2B}" type="presParOf" srcId="{4E3FF7A4-5EB7-2244-B4EF-D31476D0AFFC}" destId="{1D0E2EE1-C9E5-D449-9868-78F9CDDDC815}" srcOrd="9" destOrd="0" presId="urn:microsoft.com/office/officeart/2011/layout/InterconnectedBlockProcess"/>
    <dgm:cxn modelId="{906222EA-3E8F-7441-9734-AD6002A8C5A2}" type="presParOf" srcId="{1D0E2EE1-C9E5-D449-9868-78F9CDDDC815}" destId="{8F6D2379-DD82-0F4C-8D8C-24BF3A8C1CC9}" srcOrd="0" destOrd="0" presId="urn:microsoft.com/office/officeart/2011/layout/InterconnectedBlockProcess"/>
    <dgm:cxn modelId="{3CD436F4-6ACC-A948-9E92-05FCB5DE769B}" type="presParOf" srcId="{4E3FF7A4-5EB7-2244-B4EF-D31476D0AFFC}" destId="{3B284644-EE5D-274D-A48B-4D53C689ED2A}" srcOrd="10" destOrd="0" presId="urn:microsoft.com/office/officeart/2011/layout/InterconnectedBlockProcess"/>
    <dgm:cxn modelId="{3DB81AF1-D877-4944-B39D-4155CAB92E72}" type="presParOf" srcId="{4E3FF7A4-5EB7-2244-B4EF-D31476D0AFFC}" destId="{8639F681-D577-FE41-B8AC-41283A6CBF37}" srcOrd="11" destOrd="0" presId="urn:microsoft.com/office/officeart/2011/layout/InterconnectedBlockProcess"/>
    <dgm:cxn modelId="{9360F328-CDFF-3847-BC5C-56E19B4DF277}" type="presParOf" srcId="{4E3FF7A4-5EB7-2244-B4EF-D31476D0AFFC}" destId="{DA8E90B6-D48C-8A4C-96F1-4E6A8EDFB5B0}" srcOrd="12" destOrd="0" presId="urn:microsoft.com/office/officeart/2011/layout/InterconnectedBlockProcess"/>
    <dgm:cxn modelId="{DD59A4A3-3478-8847-91F5-0BE9C4E0D20C}" type="presParOf" srcId="{DA8E90B6-D48C-8A4C-96F1-4E6A8EDFB5B0}" destId="{8753A7D7-0165-C640-92E5-102B43CCEC1E}" srcOrd="0" destOrd="0" presId="urn:microsoft.com/office/officeart/2011/layout/InterconnectedBlockProcess"/>
    <dgm:cxn modelId="{B997F5E9-3010-EF4C-BB68-D6341559C0B1}" type="presParOf" srcId="{4E3FF7A4-5EB7-2244-B4EF-D31476D0AFFC}" destId="{797F2073-583B-C044-90BD-C9C6253F7D1C}" srcOrd="13" destOrd="0" presId="urn:microsoft.com/office/officeart/2011/layout/InterconnectedBlockProcess"/>
    <dgm:cxn modelId="{77BB13E9-9079-5A4D-BF12-914673A6E7D1}" type="presParOf" srcId="{4E3FF7A4-5EB7-2244-B4EF-D31476D0AFFC}" destId="{512FAC53-DD4A-5549-ADAD-7F3B475932FA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4C5022D2-D98B-4F0C-83F4-BA2066121C89}" type="doc">
      <dgm:prSet loTypeId="urn:microsoft.com/office/officeart/2005/8/layout/hProcess3" qsTypeId="urn:microsoft.com/office/officeart/2005/8/quickstyle/simple2" csTypeId="urn:microsoft.com/office/officeart/2005/8/colors/accent1_2"/>
      <dgm:spPr/>
    </dgm:pt>
    <dgm:pt modelId="{39A210A1-1B88-4FB1-9C42-F41E99BB504D}">
      <dgm:prSet/>
      <dgm:spPr/>
      <dgm:t>
        <a:bodyPr/>
        <a:lstStyle/>
        <a:p>
          <a:r>
            <a:t>Discover</a:t>
          </a:r>
        </a:p>
      </dgm:t>
    </dgm:pt>
    <dgm:pt modelId="{142D81EB-B43D-4A61-84DF-189857BAA9D3}" type="parTrans" cxnId="{BE680A40-B9F8-4C5E-B9AF-40BCC265A9B6}">
      <dgm:prSet/>
      <dgm:spPr/>
      <dgm:t>
        <a:bodyPr/>
        <a:lstStyle/>
        <a:p>
          <a:endParaRPr/>
        </a:p>
      </dgm:t>
    </dgm:pt>
    <dgm:pt modelId="{FB53A9D9-4836-4AF8-8CA2-07350D87DC3C}" type="sibTrans" cxnId="{BE680A40-B9F8-4C5E-B9AF-40BCC265A9B6}">
      <dgm:prSet/>
      <dgm:spPr/>
      <dgm:t>
        <a:bodyPr/>
        <a:lstStyle/>
        <a:p>
          <a:endParaRPr/>
        </a:p>
      </dgm:t>
    </dgm:pt>
    <dgm:pt modelId="{D74F26F4-9A5B-44BD-B854-486AD22BDE85}">
      <dgm:prSet/>
      <dgm:spPr/>
      <dgm:t>
        <a:bodyPr/>
        <a:lstStyle/>
        <a:p>
          <a:r>
            <a:t>Define</a:t>
          </a:r>
        </a:p>
      </dgm:t>
    </dgm:pt>
    <dgm:pt modelId="{C9BC46E0-2445-4D47-8663-B4EF67311390}" type="parTrans" cxnId="{AF7076D2-2021-4AF1-89EB-702164E74FA2}">
      <dgm:prSet/>
      <dgm:spPr/>
      <dgm:t>
        <a:bodyPr/>
        <a:lstStyle/>
        <a:p>
          <a:endParaRPr/>
        </a:p>
      </dgm:t>
    </dgm:pt>
    <dgm:pt modelId="{834290C3-957B-451E-983E-357445DF0D4E}" type="sibTrans" cxnId="{AF7076D2-2021-4AF1-89EB-702164E74FA2}">
      <dgm:prSet/>
      <dgm:spPr/>
      <dgm:t>
        <a:bodyPr/>
        <a:lstStyle/>
        <a:p>
          <a:endParaRPr/>
        </a:p>
      </dgm:t>
    </dgm:pt>
    <dgm:pt modelId="{0AAC61C0-4B97-4E38-962D-512FFE5393BF}">
      <dgm:prSet/>
      <dgm:spPr/>
      <dgm:t>
        <a:bodyPr/>
        <a:lstStyle/>
        <a:p>
          <a:r>
            <a:t>Build</a:t>
          </a:r>
        </a:p>
      </dgm:t>
    </dgm:pt>
    <dgm:pt modelId="{B6AEF23C-918A-4EB1-B669-E5354DD308E2}" type="parTrans" cxnId="{02DB7716-0AC1-4E4F-89CD-319E1077BEE3}">
      <dgm:prSet/>
      <dgm:spPr/>
      <dgm:t>
        <a:bodyPr/>
        <a:lstStyle/>
        <a:p>
          <a:endParaRPr/>
        </a:p>
      </dgm:t>
    </dgm:pt>
    <dgm:pt modelId="{3D536E8D-DEC9-4628-8146-6E2EC32C2B81}" type="sibTrans" cxnId="{02DB7716-0AC1-4E4F-89CD-319E1077BEE3}">
      <dgm:prSet/>
      <dgm:spPr/>
      <dgm:t>
        <a:bodyPr/>
        <a:lstStyle/>
        <a:p>
          <a:endParaRPr/>
        </a:p>
      </dgm:t>
    </dgm:pt>
    <dgm:pt modelId="{B53EDF24-AA3B-4506-B664-E90B96EC9B3A}">
      <dgm:prSet/>
      <dgm:spPr/>
      <dgm:t>
        <a:bodyPr/>
        <a:lstStyle/>
        <a:p>
          <a:r>
            <a:t>Launch</a:t>
          </a:r>
        </a:p>
      </dgm:t>
    </dgm:pt>
    <dgm:pt modelId="{0E89420D-5802-461D-83F9-A8AD22F078FC}" type="parTrans" cxnId="{5D6A61BB-F3DF-48B7-BD05-213135E51FC6}">
      <dgm:prSet/>
      <dgm:spPr/>
      <dgm:t>
        <a:bodyPr/>
        <a:lstStyle/>
        <a:p>
          <a:endParaRPr/>
        </a:p>
      </dgm:t>
    </dgm:pt>
    <dgm:pt modelId="{406667F0-13D5-4FDF-A002-1B1F17833612}" type="sibTrans" cxnId="{5D6A61BB-F3DF-48B7-BD05-213135E51FC6}">
      <dgm:prSet/>
      <dgm:spPr/>
      <dgm:t>
        <a:bodyPr/>
        <a:lstStyle/>
        <a:p>
          <a:endParaRPr/>
        </a:p>
      </dgm:t>
    </dgm:pt>
    <dgm:pt modelId="{7086F131-08C1-4776-A2BB-4D19C7859B32}">
      <dgm:prSet/>
      <dgm:spPr/>
      <dgm:t>
        <a:bodyPr/>
        <a:lstStyle/>
        <a:p>
          <a:r>
            <a:t>Learn</a:t>
          </a:r>
        </a:p>
      </dgm:t>
    </dgm:pt>
    <dgm:pt modelId="{5E8E17E1-201B-4A4F-AB4E-E381BBFD2EFE}" type="parTrans" cxnId="{2CBC74F9-85A4-449C-8183-F1A445A118EC}">
      <dgm:prSet/>
      <dgm:spPr/>
      <dgm:t>
        <a:bodyPr/>
        <a:lstStyle/>
        <a:p>
          <a:endParaRPr/>
        </a:p>
      </dgm:t>
    </dgm:pt>
    <dgm:pt modelId="{3C508203-C388-4A58-A7F4-9E6696D36C82}" type="sibTrans" cxnId="{2CBC74F9-85A4-449C-8183-F1A445A118EC}">
      <dgm:prSet/>
      <dgm:spPr/>
      <dgm:t>
        <a:bodyPr/>
        <a:lstStyle/>
        <a:p>
          <a:endParaRPr/>
        </a:p>
      </dgm:t>
    </dgm:pt>
    <dgm:pt modelId="{87CFDFCC-2054-3443-828E-111351D32856}" type="pres">
      <dgm:prSet presAssocID="{4C5022D2-D98B-4F0C-83F4-BA2066121C89}" presName="Name0" presStyleCnt="0">
        <dgm:presLayoutVars>
          <dgm:dir/>
          <dgm:animLvl val="lvl"/>
          <dgm:resizeHandles val="exact"/>
        </dgm:presLayoutVars>
      </dgm:prSet>
      <dgm:spPr/>
    </dgm:pt>
    <dgm:pt modelId="{E7288F72-46F9-984A-86DC-635958469536}" type="pres">
      <dgm:prSet presAssocID="{4C5022D2-D98B-4F0C-83F4-BA2066121C89}" presName="dummy" presStyleCnt="0"/>
      <dgm:spPr/>
    </dgm:pt>
    <dgm:pt modelId="{30F101E8-8D0C-0741-8963-9EB51BCDD1E3}" type="pres">
      <dgm:prSet presAssocID="{4C5022D2-D98B-4F0C-83F4-BA2066121C89}" presName="linH" presStyleCnt="0"/>
      <dgm:spPr/>
    </dgm:pt>
    <dgm:pt modelId="{4B1538BB-817A-0A45-A85B-ABEBA8C0BD59}" type="pres">
      <dgm:prSet presAssocID="{4C5022D2-D98B-4F0C-83F4-BA2066121C89}" presName="padding1" presStyleCnt="0"/>
      <dgm:spPr/>
    </dgm:pt>
    <dgm:pt modelId="{BCB67BDB-8D0D-3241-9279-11C0E4AE3471}" type="pres">
      <dgm:prSet presAssocID="{39A210A1-1B88-4FB1-9C42-F41E99BB504D}" presName="linV" presStyleCnt="0"/>
      <dgm:spPr/>
    </dgm:pt>
    <dgm:pt modelId="{F0706995-2027-814D-AEAB-AA31C6A8EC2A}" type="pres">
      <dgm:prSet presAssocID="{39A210A1-1B88-4FB1-9C42-F41E99BB504D}" presName="spVertical1" presStyleCnt="0"/>
      <dgm:spPr/>
    </dgm:pt>
    <dgm:pt modelId="{3FE5EFFC-6BAE-7345-B9BA-B6F797810E41}" type="pres">
      <dgm:prSet presAssocID="{39A210A1-1B88-4FB1-9C42-F41E99BB504D}" presName="parTx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13BACC42-7D52-D54A-8CDD-20ED730362D8}" type="pres">
      <dgm:prSet presAssocID="{39A210A1-1B88-4FB1-9C42-F41E99BB504D}" presName="spVertical2" presStyleCnt="0"/>
      <dgm:spPr/>
    </dgm:pt>
    <dgm:pt modelId="{FD02B49D-EA9C-764A-8F64-2A47DD4378AD}" type="pres">
      <dgm:prSet presAssocID="{39A210A1-1B88-4FB1-9C42-F41E99BB504D}" presName="spVertical3" presStyleCnt="0"/>
      <dgm:spPr/>
    </dgm:pt>
    <dgm:pt modelId="{9DA7CE95-7AF7-0841-BD76-B299F4FAE72F}" type="pres">
      <dgm:prSet presAssocID="{FB53A9D9-4836-4AF8-8CA2-07350D87DC3C}" presName="space" presStyleCnt="0"/>
      <dgm:spPr/>
    </dgm:pt>
    <dgm:pt modelId="{0ED5540F-EE37-0043-8973-A71DF119F388}" type="pres">
      <dgm:prSet presAssocID="{D74F26F4-9A5B-44BD-B854-486AD22BDE85}" presName="linV" presStyleCnt="0"/>
      <dgm:spPr/>
    </dgm:pt>
    <dgm:pt modelId="{EFB5EA5B-FD46-5443-A5ED-5845675293E2}" type="pres">
      <dgm:prSet presAssocID="{D74F26F4-9A5B-44BD-B854-486AD22BDE85}" presName="spVertical1" presStyleCnt="0"/>
      <dgm:spPr/>
    </dgm:pt>
    <dgm:pt modelId="{BA71FECA-9CEF-B347-B4B4-019291CAD8AF}" type="pres">
      <dgm:prSet presAssocID="{D74F26F4-9A5B-44BD-B854-486AD22BDE85}" presName="parTx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33059D76-4067-A944-ADD0-01DF359FCF6C}" type="pres">
      <dgm:prSet presAssocID="{D74F26F4-9A5B-44BD-B854-486AD22BDE85}" presName="spVertical2" presStyleCnt="0"/>
      <dgm:spPr/>
    </dgm:pt>
    <dgm:pt modelId="{20BF2C1C-9ED3-644D-B932-848AD7A5A394}" type="pres">
      <dgm:prSet presAssocID="{D74F26F4-9A5B-44BD-B854-486AD22BDE85}" presName="spVertical3" presStyleCnt="0"/>
      <dgm:spPr/>
    </dgm:pt>
    <dgm:pt modelId="{BAE83545-7773-9B4F-9497-647ADB861C0A}" type="pres">
      <dgm:prSet presAssocID="{834290C3-957B-451E-983E-357445DF0D4E}" presName="space" presStyleCnt="0"/>
      <dgm:spPr/>
    </dgm:pt>
    <dgm:pt modelId="{F45A3083-3948-9B4C-82BC-FD49D210B97B}" type="pres">
      <dgm:prSet presAssocID="{0AAC61C0-4B97-4E38-962D-512FFE5393BF}" presName="linV" presStyleCnt="0"/>
      <dgm:spPr/>
    </dgm:pt>
    <dgm:pt modelId="{100E7A38-3FFD-CC43-AACD-B1D9956D31FB}" type="pres">
      <dgm:prSet presAssocID="{0AAC61C0-4B97-4E38-962D-512FFE5393BF}" presName="spVertical1" presStyleCnt="0"/>
      <dgm:spPr/>
    </dgm:pt>
    <dgm:pt modelId="{DF017A84-33C3-144D-A586-D1DE74C2777D}" type="pres">
      <dgm:prSet presAssocID="{0AAC61C0-4B97-4E38-962D-512FFE5393BF}" presName="parTx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D0E81A24-B81E-8247-ABA6-34EA0436AE75}" type="pres">
      <dgm:prSet presAssocID="{0AAC61C0-4B97-4E38-962D-512FFE5393BF}" presName="spVertical2" presStyleCnt="0"/>
      <dgm:spPr/>
    </dgm:pt>
    <dgm:pt modelId="{128FEF9C-7A84-5E4E-BCAC-3D90792DBD54}" type="pres">
      <dgm:prSet presAssocID="{0AAC61C0-4B97-4E38-962D-512FFE5393BF}" presName="spVertical3" presStyleCnt="0"/>
      <dgm:spPr/>
    </dgm:pt>
    <dgm:pt modelId="{B30FA565-8761-C446-9346-D2DD3CDABA0F}" type="pres">
      <dgm:prSet presAssocID="{3D536E8D-DEC9-4628-8146-6E2EC32C2B81}" presName="space" presStyleCnt="0"/>
      <dgm:spPr/>
    </dgm:pt>
    <dgm:pt modelId="{6FFF56CF-1BB8-C148-BB1C-1B417D51A467}" type="pres">
      <dgm:prSet presAssocID="{B53EDF24-AA3B-4506-B664-E90B96EC9B3A}" presName="linV" presStyleCnt="0"/>
      <dgm:spPr/>
    </dgm:pt>
    <dgm:pt modelId="{C05314E6-BDF2-F544-B755-91449EEC6AEF}" type="pres">
      <dgm:prSet presAssocID="{B53EDF24-AA3B-4506-B664-E90B96EC9B3A}" presName="spVertical1" presStyleCnt="0"/>
      <dgm:spPr/>
    </dgm:pt>
    <dgm:pt modelId="{2A91E650-2EAB-3347-B5B8-CF833063C06B}" type="pres">
      <dgm:prSet presAssocID="{B53EDF24-AA3B-4506-B664-E90B96EC9B3A}" presName="parTx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D7E6EB86-AB32-494E-B44A-1381845EAC43}" type="pres">
      <dgm:prSet presAssocID="{B53EDF24-AA3B-4506-B664-E90B96EC9B3A}" presName="spVertical2" presStyleCnt="0"/>
      <dgm:spPr/>
    </dgm:pt>
    <dgm:pt modelId="{79AA82B0-CCA3-C84E-A6AD-FBC548772358}" type="pres">
      <dgm:prSet presAssocID="{B53EDF24-AA3B-4506-B664-E90B96EC9B3A}" presName="spVertical3" presStyleCnt="0"/>
      <dgm:spPr/>
    </dgm:pt>
    <dgm:pt modelId="{46378038-FB7E-CC4E-864C-DA9C2845A199}" type="pres">
      <dgm:prSet presAssocID="{406667F0-13D5-4FDF-A002-1B1F17833612}" presName="space" presStyleCnt="0"/>
      <dgm:spPr/>
    </dgm:pt>
    <dgm:pt modelId="{2FC3BF58-1FF6-DA46-8A33-F6C95ACFB75F}" type="pres">
      <dgm:prSet presAssocID="{7086F131-08C1-4776-A2BB-4D19C7859B32}" presName="linV" presStyleCnt="0"/>
      <dgm:spPr/>
    </dgm:pt>
    <dgm:pt modelId="{EDE299A8-1F4D-C745-9811-E3B78CEAD529}" type="pres">
      <dgm:prSet presAssocID="{7086F131-08C1-4776-A2BB-4D19C7859B32}" presName="spVertical1" presStyleCnt="0"/>
      <dgm:spPr/>
    </dgm:pt>
    <dgm:pt modelId="{5C81E729-356B-CA4E-BC6E-5F6367AFE52D}" type="pres">
      <dgm:prSet presAssocID="{7086F131-08C1-4776-A2BB-4D19C7859B32}" presName="parTx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3288A528-763E-BE47-BAAA-77975AE1D0A7}" type="pres">
      <dgm:prSet presAssocID="{7086F131-08C1-4776-A2BB-4D19C7859B32}" presName="spVertical2" presStyleCnt="0"/>
      <dgm:spPr/>
    </dgm:pt>
    <dgm:pt modelId="{70D4B63B-BC88-B044-B34F-72FE9FA7A4AA}" type="pres">
      <dgm:prSet presAssocID="{7086F131-08C1-4776-A2BB-4D19C7859B32}" presName="spVertical3" presStyleCnt="0"/>
      <dgm:spPr/>
    </dgm:pt>
    <dgm:pt modelId="{BC90D970-C3A1-AC41-938D-F832ED61AE85}" type="pres">
      <dgm:prSet presAssocID="{4C5022D2-D98B-4F0C-83F4-BA2066121C89}" presName="padding2" presStyleCnt="0"/>
      <dgm:spPr/>
    </dgm:pt>
    <dgm:pt modelId="{5C564DE5-D6F9-1544-8C19-D3F796E21978}" type="pres">
      <dgm:prSet presAssocID="{4C5022D2-D98B-4F0C-83F4-BA2066121C89}" presName="negArrow" presStyleCnt="0"/>
      <dgm:spPr/>
    </dgm:pt>
    <dgm:pt modelId="{ADB5F829-F74F-DF44-94E5-8C2EDEB446FA}" type="pres">
      <dgm:prSet presAssocID="{4C5022D2-D98B-4F0C-83F4-BA2066121C89}" presName="backgroundArrow" presStyleLbl="node1" presStyleIdx="0" presStyleCnt="1"/>
      <dgm:spPr/>
    </dgm:pt>
  </dgm:ptLst>
  <dgm:cxnLst>
    <dgm:cxn modelId="{CC089704-C161-154B-AB88-54C769152591}" type="presOf" srcId="{D74F26F4-9A5B-44BD-B854-486AD22BDE85}" destId="{BA71FECA-9CEF-B347-B4B4-019291CAD8AF}" srcOrd="0" destOrd="0" presId="urn:microsoft.com/office/officeart/2005/8/layout/hProcess3"/>
    <dgm:cxn modelId="{F6875808-3D91-AE4D-A978-7BF25C555B75}" type="presOf" srcId="{4C5022D2-D98B-4F0C-83F4-BA2066121C89}" destId="{87CFDFCC-2054-3443-828E-111351D32856}" srcOrd="0" destOrd="0" presId="urn:microsoft.com/office/officeart/2005/8/layout/hProcess3"/>
    <dgm:cxn modelId="{02DB7716-0AC1-4E4F-89CD-319E1077BEE3}" srcId="{4C5022D2-D98B-4F0C-83F4-BA2066121C89}" destId="{0AAC61C0-4B97-4E38-962D-512FFE5393BF}" srcOrd="2" destOrd="0" parTransId="{B6AEF23C-918A-4EB1-B669-E5354DD308E2}" sibTransId="{3D536E8D-DEC9-4628-8146-6E2EC32C2B81}"/>
    <dgm:cxn modelId="{C1FA1A32-B94A-C348-9931-903CB2CDE289}" type="presOf" srcId="{B53EDF24-AA3B-4506-B664-E90B96EC9B3A}" destId="{2A91E650-2EAB-3347-B5B8-CF833063C06B}" srcOrd="0" destOrd="0" presId="urn:microsoft.com/office/officeart/2005/8/layout/hProcess3"/>
    <dgm:cxn modelId="{BE680A40-B9F8-4C5E-B9AF-40BCC265A9B6}" srcId="{4C5022D2-D98B-4F0C-83F4-BA2066121C89}" destId="{39A210A1-1B88-4FB1-9C42-F41E99BB504D}" srcOrd="0" destOrd="0" parTransId="{142D81EB-B43D-4A61-84DF-189857BAA9D3}" sibTransId="{FB53A9D9-4836-4AF8-8CA2-07350D87DC3C}"/>
    <dgm:cxn modelId="{ADFFAC66-AA43-7043-A3D5-1534C590AFC3}" type="presOf" srcId="{0AAC61C0-4B97-4E38-962D-512FFE5393BF}" destId="{DF017A84-33C3-144D-A586-D1DE74C2777D}" srcOrd="0" destOrd="0" presId="urn:microsoft.com/office/officeart/2005/8/layout/hProcess3"/>
    <dgm:cxn modelId="{5D6A61BB-F3DF-48B7-BD05-213135E51FC6}" srcId="{4C5022D2-D98B-4F0C-83F4-BA2066121C89}" destId="{B53EDF24-AA3B-4506-B664-E90B96EC9B3A}" srcOrd="3" destOrd="0" parTransId="{0E89420D-5802-461D-83F9-A8AD22F078FC}" sibTransId="{406667F0-13D5-4FDF-A002-1B1F17833612}"/>
    <dgm:cxn modelId="{77CE60C0-E32D-9D42-9317-1EB85120FDBB}" type="presOf" srcId="{7086F131-08C1-4776-A2BB-4D19C7859B32}" destId="{5C81E729-356B-CA4E-BC6E-5F6367AFE52D}" srcOrd="0" destOrd="0" presId="urn:microsoft.com/office/officeart/2005/8/layout/hProcess3"/>
    <dgm:cxn modelId="{AF7076D2-2021-4AF1-89EB-702164E74FA2}" srcId="{4C5022D2-D98B-4F0C-83F4-BA2066121C89}" destId="{D74F26F4-9A5B-44BD-B854-486AD22BDE85}" srcOrd="1" destOrd="0" parTransId="{C9BC46E0-2445-4D47-8663-B4EF67311390}" sibTransId="{834290C3-957B-451E-983E-357445DF0D4E}"/>
    <dgm:cxn modelId="{2CBC74F9-85A4-449C-8183-F1A445A118EC}" srcId="{4C5022D2-D98B-4F0C-83F4-BA2066121C89}" destId="{7086F131-08C1-4776-A2BB-4D19C7859B32}" srcOrd="4" destOrd="0" parTransId="{5E8E17E1-201B-4A4F-AB4E-E381BBFD2EFE}" sibTransId="{3C508203-C388-4A58-A7F4-9E6696D36C82}"/>
    <dgm:cxn modelId="{9516E9FB-F155-004B-9766-3C47590E8812}" type="presOf" srcId="{39A210A1-1B88-4FB1-9C42-F41E99BB504D}" destId="{3FE5EFFC-6BAE-7345-B9BA-B6F797810E41}" srcOrd="0" destOrd="0" presId="urn:microsoft.com/office/officeart/2005/8/layout/hProcess3"/>
    <dgm:cxn modelId="{733AE1D3-7A8A-E844-B651-EFC582A1B38B}" type="presParOf" srcId="{87CFDFCC-2054-3443-828E-111351D32856}" destId="{E7288F72-46F9-984A-86DC-635958469536}" srcOrd="0" destOrd="0" presId="urn:microsoft.com/office/officeart/2005/8/layout/hProcess3"/>
    <dgm:cxn modelId="{A94DDCAA-6E60-404C-AA92-7CA8D204D61B}" type="presParOf" srcId="{87CFDFCC-2054-3443-828E-111351D32856}" destId="{30F101E8-8D0C-0741-8963-9EB51BCDD1E3}" srcOrd="1" destOrd="0" presId="urn:microsoft.com/office/officeart/2005/8/layout/hProcess3"/>
    <dgm:cxn modelId="{3B7032E2-B4B1-1C45-B90E-15FBBE1E7B09}" type="presParOf" srcId="{30F101E8-8D0C-0741-8963-9EB51BCDD1E3}" destId="{4B1538BB-817A-0A45-A85B-ABEBA8C0BD59}" srcOrd="0" destOrd="0" presId="urn:microsoft.com/office/officeart/2005/8/layout/hProcess3"/>
    <dgm:cxn modelId="{20BFAFF3-2B32-674B-ACB1-C2D5D9D9555D}" type="presParOf" srcId="{30F101E8-8D0C-0741-8963-9EB51BCDD1E3}" destId="{BCB67BDB-8D0D-3241-9279-11C0E4AE3471}" srcOrd="1" destOrd="0" presId="urn:microsoft.com/office/officeart/2005/8/layout/hProcess3"/>
    <dgm:cxn modelId="{707B0F8E-1222-A74B-95A2-47EE4F9438BD}" type="presParOf" srcId="{BCB67BDB-8D0D-3241-9279-11C0E4AE3471}" destId="{F0706995-2027-814D-AEAB-AA31C6A8EC2A}" srcOrd="0" destOrd="0" presId="urn:microsoft.com/office/officeart/2005/8/layout/hProcess3"/>
    <dgm:cxn modelId="{3D0A61F4-17BC-FF49-9E24-51E43C2CED3D}" type="presParOf" srcId="{BCB67BDB-8D0D-3241-9279-11C0E4AE3471}" destId="{3FE5EFFC-6BAE-7345-B9BA-B6F797810E41}" srcOrd="1" destOrd="0" presId="urn:microsoft.com/office/officeart/2005/8/layout/hProcess3"/>
    <dgm:cxn modelId="{5EA2C8C5-3518-4C42-B04B-BECBC50BD438}" type="presParOf" srcId="{BCB67BDB-8D0D-3241-9279-11C0E4AE3471}" destId="{13BACC42-7D52-D54A-8CDD-20ED730362D8}" srcOrd="2" destOrd="0" presId="urn:microsoft.com/office/officeart/2005/8/layout/hProcess3"/>
    <dgm:cxn modelId="{62F8F1B1-F88F-3044-9CA6-53B0FE89B898}" type="presParOf" srcId="{BCB67BDB-8D0D-3241-9279-11C0E4AE3471}" destId="{FD02B49D-EA9C-764A-8F64-2A47DD4378AD}" srcOrd="3" destOrd="0" presId="urn:microsoft.com/office/officeart/2005/8/layout/hProcess3"/>
    <dgm:cxn modelId="{7791EE48-EC87-E34E-9717-981C7EA92572}" type="presParOf" srcId="{30F101E8-8D0C-0741-8963-9EB51BCDD1E3}" destId="{9DA7CE95-7AF7-0841-BD76-B299F4FAE72F}" srcOrd="2" destOrd="0" presId="urn:microsoft.com/office/officeart/2005/8/layout/hProcess3"/>
    <dgm:cxn modelId="{ADDF5AD7-8FCD-6A49-B751-8CA56F64371A}" type="presParOf" srcId="{30F101E8-8D0C-0741-8963-9EB51BCDD1E3}" destId="{0ED5540F-EE37-0043-8973-A71DF119F388}" srcOrd="3" destOrd="0" presId="urn:microsoft.com/office/officeart/2005/8/layout/hProcess3"/>
    <dgm:cxn modelId="{9AFFB822-75D1-6F48-B182-2F54636C7D9F}" type="presParOf" srcId="{0ED5540F-EE37-0043-8973-A71DF119F388}" destId="{EFB5EA5B-FD46-5443-A5ED-5845675293E2}" srcOrd="0" destOrd="0" presId="urn:microsoft.com/office/officeart/2005/8/layout/hProcess3"/>
    <dgm:cxn modelId="{EDF33D0C-72E3-464F-AE5A-8E5A83AC3121}" type="presParOf" srcId="{0ED5540F-EE37-0043-8973-A71DF119F388}" destId="{BA71FECA-9CEF-B347-B4B4-019291CAD8AF}" srcOrd="1" destOrd="0" presId="urn:microsoft.com/office/officeart/2005/8/layout/hProcess3"/>
    <dgm:cxn modelId="{9F8C8A88-C241-DC4F-BBDD-3B28F6EDAE04}" type="presParOf" srcId="{0ED5540F-EE37-0043-8973-A71DF119F388}" destId="{33059D76-4067-A944-ADD0-01DF359FCF6C}" srcOrd="2" destOrd="0" presId="urn:microsoft.com/office/officeart/2005/8/layout/hProcess3"/>
    <dgm:cxn modelId="{5328C993-23E8-1146-998A-3B861EF5C145}" type="presParOf" srcId="{0ED5540F-EE37-0043-8973-A71DF119F388}" destId="{20BF2C1C-9ED3-644D-B932-848AD7A5A394}" srcOrd="3" destOrd="0" presId="urn:microsoft.com/office/officeart/2005/8/layout/hProcess3"/>
    <dgm:cxn modelId="{9AEC9E1D-A02F-9849-A5F9-8263EC2417EA}" type="presParOf" srcId="{30F101E8-8D0C-0741-8963-9EB51BCDD1E3}" destId="{BAE83545-7773-9B4F-9497-647ADB861C0A}" srcOrd="4" destOrd="0" presId="urn:microsoft.com/office/officeart/2005/8/layout/hProcess3"/>
    <dgm:cxn modelId="{67AE67BB-2875-6C4D-8488-14B39A69DB1E}" type="presParOf" srcId="{30F101E8-8D0C-0741-8963-9EB51BCDD1E3}" destId="{F45A3083-3948-9B4C-82BC-FD49D210B97B}" srcOrd="5" destOrd="0" presId="urn:microsoft.com/office/officeart/2005/8/layout/hProcess3"/>
    <dgm:cxn modelId="{A79AC614-8C37-6145-BD72-7BEA746A4B5C}" type="presParOf" srcId="{F45A3083-3948-9B4C-82BC-FD49D210B97B}" destId="{100E7A38-3FFD-CC43-AACD-B1D9956D31FB}" srcOrd="0" destOrd="0" presId="urn:microsoft.com/office/officeart/2005/8/layout/hProcess3"/>
    <dgm:cxn modelId="{89CFF691-7361-BB4B-87BC-1E29C5157411}" type="presParOf" srcId="{F45A3083-3948-9B4C-82BC-FD49D210B97B}" destId="{DF017A84-33C3-144D-A586-D1DE74C2777D}" srcOrd="1" destOrd="0" presId="urn:microsoft.com/office/officeart/2005/8/layout/hProcess3"/>
    <dgm:cxn modelId="{63E35B5A-E2BB-8646-B4F7-C14312CABA05}" type="presParOf" srcId="{F45A3083-3948-9B4C-82BC-FD49D210B97B}" destId="{D0E81A24-B81E-8247-ABA6-34EA0436AE75}" srcOrd="2" destOrd="0" presId="urn:microsoft.com/office/officeart/2005/8/layout/hProcess3"/>
    <dgm:cxn modelId="{3CA8AF25-5120-EA4B-9223-58E3A8C41B8A}" type="presParOf" srcId="{F45A3083-3948-9B4C-82BC-FD49D210B97B}" destId="{128FEF9C-7A84-5E4E-BCAC-3D90792DBD54}" srcOrd="3" destOrd="0" presId="urn:microsoft.com/office/officeart/2005/8/layout/hProcess3"/>
    <dgm:cxn modelId="{0E808E53-500C-C147-AAA7-EF19FDE3F448}" type="presParOf" srcId="{30F101E8-8D0C-0741-8963-9EB51BCDD1E3}" destId="{B30FA565-8761-C446-9346-D2DD3CDABA0F}" srcOrd="6" destOrd="0" presId="urn:microsoft.com/office/officeart/2005/8/layout/hProcess3"/>
    <dgm:cxn modelId="{D25199F9-D7A1-1D4D-A632-2FAF4D37D26A}" type="presParOf" srcId="{30F101E8-8D0C-0741-8963-9EB51BCDD1E3}" destId="{6FFF56CF-1BB8-C148-BB1C-1B417D51A467}" srcOrd="7" destOrd="0" presId="urn:microsoft.com/office/officeart/2005/8/layout/hProcess3"/>
    <dgm:cxn modelId="{79DFA660-EE37-6F4E-ADB3-00BEB5892EE1}" type="presParOf" srcId="{6FFF56CF-1BB8-C148-BB1C-1B417D51A467}" destId="{C05314E6-BDF2-F544-B755-91449EEC6AEF}" srcOrd="0" destOrd="0" presId="urn:microsoft.com/office/officeart/2005/8/layout/hProcess3"/>
    <dgm:cxn modelId="{7C0F6E8E-0FFD-204F-992D-47BA492DF63C}" type="presParOf" srcId="{6FFF56CF-1BB8-C148-BB1C-1B417D51A467}" destId="{2A91E650-2EAB-3347-B5B8-CF833063C06B}" srcOrd="1" destOrd="0" presId="urn:microsoft.com/office/officeart/2005/8/layout/hProcess3"/>
    <dgm:cxn modelId="{3B6BC4DD-C6FC-E347-A56E-E95895AB42FF}" type="presParOf" srcId="{6FFF56CF-1BB8-C148-BB1C-1B417D51A467}" destId="{D7E6EB86-AB32-494E-B44A-1381845EAC43}" srcOrd="2" destOrd="0" presId="urn:microsoft.com/office/officeart/2005/8/layout/hProcess3"/>
    <dgm:cxn modelId="{F1778C4A-56BC-534A-BD3D-5EF424311087}" type="presParOf" srcId="{6FFF56CF-1BB8-C148-BB1C-1B417D51A467}" destId="{79AA82B0-CCA3-C84E-A6AD-FBC548772358}" srcOrd="3" destOrd="0" presId="urn:microsoft.com/office/officeart/2005/8/layout/hProcess3"/>
    <dgm:cxn modelId="{55843713-434B-3640-9BCA-D9265FF575EB}" type="presParOf" srcId="{30F101E8-8D0C-0741-8963-9EB51BCDD1E3}" destId="{46378038-FB7E-CC4E-864C-DA9C2845A199}" srcOrd="8" destOrd="0" presId="urn:microsoft.com/office/officeart/2005/8/layout/hProcess3"/>
    <dgm:cxn modelId="{D700E77C-F048-7F42-A09D-D610EE949E67}" type="presParOf" srcId="{30F101E8-8D0C-0741-8963-9EB51BCDD1E3}" destId="{2FC3BF58-1FF6-DA46-8A33-F6C95ACFB75F}" srcOrd="9" destOrd="0" presId="urn:microsoft.com/office/officeart/2005/8/layout/hProcess3"/>
    <dgm:cxn modelId="{3AB38C7A-0A7F-094D-9FEF-F7424FB1B33D}" type="presParOf" srcId="{2FC3BF58-1FF6-DA46-8A33-F6C95ACFB75F}" destId="{EDE299A8-1F4D-C745-9811-E3B78CEAD529}" srcOrd="0" destOrd="0" presId="urn:microsoft.com/office/officeart/2005/8/layout/hProcess3"/>
    <dgm:cxn modelId="{8D302319-1F76-9546-AB35-89DC3C1BE541}" type="presParOf" srcId="{2FC3BF58-1FF6-DA46-8A33-F6C95ACFB75F}" destId="{5C81E729-356B-CA4E-BC6E-5F6367AFE52D}" srcOrd="1" destOrd="0" presId="urn:microsoft.com/office/officeart/2005/8/layout/hProcess3"/>
    <dgm:cxn modelId="{AE1C3D80-389E-3646-B684-BB7650C8A16A}" type="presParOf" srcId="{2FC3BF58-1FF6-DA46-8A33-F6C95ACFB75F}" destId="{3288A528-763E-BE47-BAAA-77975AE1D0A7}" srcOrd="2" destOrd="0" presId="urn:microsoft.com/office/officeart/2005/8/layout/hProcess3"/>
    <dgm:cxn modelId="{98481A80-7902-4A44-A3A0-D843EC7EF728}" type="presParOf" srcId="{2FC3BF58-1FF6-DA46-8A33-F6C95ACFB75F}" destId="{70D4B63B-BC88-B044-B34F-72FE9FA7A4AA}" srcOrd="3" destOrd="0" presId="urn:microsoft.com/office/officeart/2005/8/layout/hProcess3"/>
    <dgm:cxn modelId="{E3A4FC9C-6D8A-D247-99CD-ED92219F3447}" type="presParOf" srcId="{30F101E8-8D0C-0741-8963-9EB51BCDD1E3}" destId="{BC90D970-C3A1-AC41-938D-F832ED61AE85}" srcOrd="10" destOrd="0" presId="urn:microsoft.com/office/officeart/2005/8/layout/hProcess3"/>
    <dgm:cxn modelId="{5BAB023E-166B-2E47-A321-C1B9641E0BFA}" type="presParOf" srcId="{30F101E8-8D0C-0741-8963-9EB51BCDD1E3}" destId="{5C564DE5-D6F9-1544-8C19-D3F796E21978}" srcOrd="11" destOrd="0" presId="urn:microsoft.com/office/officeart/2005/8/layout/hProcess3"/>
    <dgm:cxn modelId="{13000365-BC70-2547-A219-CA728B7B5DAB}" type="presParOf" srcId="{30F101E8-8D0C-0741-8963-9EB51BCDD1E3}" destId="{ADB5F829-F74F-DF44-94E5-8C2EDEB446FA}" srcOrd="12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D6A8B2B5-5F08-4CE3-A6C3-73C2C564BD99}" type="doc">
      <dgm:prSet loTypeId="urn:microsoft.com/office/officeart/2011/layout/ConvergingText" qsTypeId="urn:microsoft.com/office/officeart/2005/8/quickstyle/simple2" csTypeId="urn:microsoft.com/office/officeart/2005/8/colors/accent1_2"/>
      <dgm:spPr/>
    </dgm:pt>
    <dgm:pt modelId="{4260387A-753C-4174-87B0-D062CD0E6822}">
      <dgm:prSet/>
      <dgm:spPr/>
      <dgm:t>
        <a:bodyPr/>
        <a:lstStyle/>
        <a:p>
          <a:r>
            <a:t>Outcome</a:t>
          </a:r>
        </a:p>
      </dgm:t>
    </dgm:pt>
    <dgm:pt modelId="{4859B0DB-9A78-42A1-BA4A-4BA2F8BA63DE}" type="parTrans" cxnId="{58083CD7-EC3D-4019-B59A-CCEFCC4FA12B}">
      <dgm:prSet/>
      <dgm:spPr/>
      <dgm:t>
        <a:bodyPr/>
        <a:lstStyle/>
        <a:p>
          <a:endParaRPr/>
        </a:p>
      </dgm:t>
    </dgm:pt>
    <dgm:pt modelId="{4BBEF18C-5762-49D6-A1C2-5805A6BDA8F9}" type="sibTrans" cxnId="{58083CD7-EC3D-4019-B59A-CCEFCC4FA12B}">
      <dgm:prSet/>
      <dgm:spPr/>
      <dgm:t>
        <a:bodyPr/>
        <a:lstStyle/>
        <a:p>
          <a:endParaRPr/>
        </a:p>
      </dgm:t>
    </dgm:pt>
    <dgm:pt modelId="{A050B05C-F8F3-4565-AF44-9C7B69E8DCE2}">
      <dgm:prSet/>
      <dgm:spPr/>
      <dgm:t>
        <a:bodyPr/>
        <a:lstStyle/>
        <a:p>
          <a:r>
            <a:t>Insight</a:t>
          </a:r>
        </a:p>
      </dgm:t>
    </dgm:pt>
    <dgm:pt modelId="{82269055-CEE8-48C7-A41F-ED90A6A1D2D0}" type="parTrans" cxnId="{11EE6A0C-10CE-4236-BE77-FACEC735F2F7}">
      <dgm:prSet/>
      <dgm:spPr/>
      <dgm:t>
        <a:bodyPr/>
        <a:lstStyle/>
        <a:p>
          <a:endParaRPr/>
        </a:p>
      </dgm:t>
    </dgm:pt>
    <dgm:pt modelId="{B5B85ACA-110F-4416-8F0B-C6DDE6C26A7C}" type="sibTrans" cxnId="{11EE6A0C-10CE-4236-BE77-FACEC735F2F7}">
      <dgm:prSet/>
      <dgm:spPr/>
      <dgm:t>
        <a:bodyPr/>
        <a:lstStyle/>
        <a:p>
          <a:endParaRPr/>
        </a:p>
      </dgm:t>
    </dgm:pt>
    <dgm:pt modelId="{BA75C57A-38C9-4561-BAF8-103699F8FD5B}">
      <dgm:prSet/>
      <dgm:spPr/>
      <dgm:t>
        <a:bodyPr/>
        <a:lstStyle/>
        <a:p>
          <a:r>
            <a:t>Design</a:t>
          </a:r>
        </a:p>
      </dgm:t>
    </dgm:pt>
    <dgm:pt modelId="{ACD0025E-3FB0-4C14-9180-368EB47F4B78}" type="parTrans" cxnId="{5F3627D3-988D-4C64-97E2-46B94D792B4F}">
      <dgm:prSet/>
      <dgm:spPr/>
      <dgm:t>
        <a:bodyPr/>
        <a:lstStyle/>
        <a:p>
          <a:endParaRPr/>
        </a:p>
      </dgm:t>
    </dgm:pt>
    <dgm:pt modelId="{EA1696BF-4A2E-46D1-88AC-EAA118B294B6}" type="sibTrans" cxnId="{5F3627D3-988D-4C64-97E2-46B94D792B4F}">
      <dgm:prSet/>
      <dgm:spPr/>
      <dgm:t>
        <a:bodyPr/>
        <a:lstStyle/>
        <a:p>
          <a:endParaRPr/>
        </a:p>
      </dgm:t>
    </dgm:pt>
    <dgm:pt modelId="{8E026549-60BB-4BEB-AF6E-95C7CE35920B}">
      <dgm:prSet/>
      <dgm:spPr/>
      <dgm:t>
        <a:bodyPr/>
        <a:lstStyle/>
        <a:p>
          <a:r>
            <a:t>Delivery</a:t>
          </a:r>
        </a:p>
      </dgm:t>
    </dgm:pt>
    <dgm:pt modelId="{A703D055-86AC-4A97-8740-1C7BD9175146}" type="parTrans" cxnId="{C5ABF1C2-361E-4B4C-88F7-290ABF59EDFB}">
      <dgm:prSet/>
      <dgm:spPr/>
      <dgm:t>
        <a:bodyPr/>
        <a:lstStyle/>
        <a:p>
          <a:endParaRPr/>
        </a:p>
      </dgm:t>
    </dgm:pt>
    <dgm:pt modelId="{2BA492CA-D553-46A0-8C22-A55DBC146C2B}" type="sibTrans" cxnId="{C5ABF1C2-361E-4B4C-88F7-290ABF59EDFB}">
      <dgm:prSet/>
      <dgm:spPr/>
      <dgm:t>
        <a:bodyPr/>
        <a:lstStyle/>
        <a:p>
          <a:endParaRPr/>
        </a:p>
      </dgm:t>
    </dgm:pt>
    <dgm:pt modelId="{618B903A-4EFB-4CBF-AD0E-493B2ED6458B}">
      <dgm:prSet/>
      <dgm:spPr/>
      <dgm:t>
        <a:bodyPr/>
        <a:lstStyle/>
        <a:p>
          <a:r>
            <a:t>Learning</a:t>
          </a:r>
        </a:p>
      </dgm:t>
    </dgm:pt>
    <dgm:pt modelId="{4FED7AC4-637E-4874-8A02-006C333CAB60}" type="parTrans" cxnId="{D71E0795-D830-47CB-A497-EE71CC33F26F}">
      <dgm:prSet/>
      <dgm:spPr/>
      <dgm:t>
        <a:bodyPr/>
        <a:lstStyle/>
        <a:p>
          <a:endParaRPr/>
        </a:p>
      </dgm:t>
    </dgm:pt>
    <dgm:pt modelId="{5491DA9B-4413-4459-81E5-9AB45AF5B105}" type="sibTrans" cxnId="{D71E0795-D830-47CB-A497-EE71CC33F26F}">
      <dgm:prSet/>
      <dgm:spPr/>
      <dgm:t>
        <a:bodyPr/>
        <a:lstStyle/>
        <a:p>
          <a:endParaRPr/>
        </a:p>
      </dgm:t>
    </dgm:pt>
    <dgm:pt modelId="{CDCAE38C-2F79-9848-9294-8544DE41DED3}" type="pres">
      <dgm:prSet presAssocID="{D6A8B2B5-5F08-4CE3-A6C3-73C2C564BD99}" presName="Name0" presStyleCnt="0">
        <dgm:presLayoutVars>
          <dgm:chMax/>
          <dgm:chPref val="1"/>
          <dgm:dir/>
          <dgm:animOne val="branch"/>
          <dgm:animLvl val="lvl"/>
          <dgm:resizeHandles/>
        </dgm:presLayoutVars>
      </dgm:prSet>
      <dgm:spPr/>
    </dgm:pt>
    <dgm:pt modelId="{215362F4-9BEA-F84B-BF8B-AE48800F05A7}" type="pres">
      <dgm:prSet presAssocID="{4260387A-753C-4174-87B0-D062CD0E6822}" presName="composite" presStyleCnt="0"/>
      <dgm:spPr/>
    </dgm:pt>
    <dgm:pt modelId="{467C9E0D-AFD2-3E43-85B7-36FE277A6F79}" type="pres">
      <dgm:prSet presAssocID="{4260387A-753C-4174-87B0-D062CD0E6822}" presName="ParentAccent1" presStyleLbl="alignNode1" presStyleIdx="0" presStyleCnt="42"/>
      <dgm:spPr/>
    </dgm:pt>
    <dgm:pt modelId="{69193934-2E31-494C-A571-F1A56463E04E}" type="pres">
      <dgm:prSet presAssocID="{4260387A-753C-4174-87B0-D062CD0E6822}" presName="ParentAccent2" presStyleLbl="alignNode1" presStyleIdx="1" presStyleCnt="42"/>
      <dgm:spPr/>
    </dgm:pt>
    <dgm:pt modelId="{383CE74C-972F-BB4C-9E28-ADDDA836C15D}" type="pres">
      <dgm:prSet presAssocID="{4260387A-753C-4174-87B0-D062CD0E6822}" presName="ParentAccent3" presStyleLbl="alignNode1" presStyleIdx="2" presStyleCnt="42"/>
      <dgm:spPr/>
    </dgm:pt>
    <dgm:pt modelId="{AC50720B-D6F0-5848-B381-5E85711C1774}" type="pres">
      <dgm:prSet presAssocID="{4260387A-753C-4174-87B0-D062CD0E6822}" presName="ParentAccent4" presStyleLbl="alignNode1" presStyleIdx="3" presStyleCnt="42"/>
      <dgm:spPr/>
    </dgm:pt>
    <dgm:pt modelId="{71CC4C03-3A7C-EF44-8712-DEAFFBA21E3F}" type="pres">
      <dgm:prSet presAssocID="{4260387A-753C-4174-87B0-D062CD0E6822}" presName="ParentAccent5" presStyleLbl="alignNode1" presStyleIdx="4" presStyleCnt="42"/>
      <dgm:spPr/>
    </dgm:pt>
    <dgm:pt modelId="{29E43550-A1AF-104F-BA28-2EEBE2FAF88A}" type="pres">
      <dgm:prSet presAssocID="{4260387A-753C-4174-87B0-D062CD0E6822}" presName="ParentAccent6" presStyleLbl="alignNode1" presStyleIdx="5" presStyleCnt="42"/>
      <dgm:spPr/>
    </dgm:pt>
    <dgm:pt modelId="{047E699D-36DE-AE42-A93A-C9EB025BCAC4}" type="pres">
      <dgm:prSet presAssocID="{4260387A-753C-4174-87B0-D062CD0E6822}" presName="ParentAccent7" presStyleLbl="alignNode1" presStyleIdx="6" presStyleCnt="42"/>
      <dgm:spPr/>
    </dgm:pt>
    <dgm:pt modelId="{1066FB9E-CF30-3943-A9E8-B05BC61D4169}" type="pres">
      <dgm:prSet presAssocID="{4260387A-753C-4174-87B0-D062CD0E6822}" presName="ParentAccent8" presStyleLbl="alignNode1" presStyleIdx="7" presStyleCnt="42"/>
      <dgm:spPr/>
    </dgm:pt>
    <dgm:pt modelId="{EA22A16E-DBB6-6846-A695-22584A314863}" type="pres">
      <dgm:prSet presAssocID="{4260387A-753C-4174-87B0-D062CD0E6822}" presName="ParentAccent9" presStyleLbl="alignNode1" presStyleIdx="8" presStyleCnt="42"/>
      <dgm:spPr/>
    </dgm:pt>
    <dgm:pt modelId="{466C91D0-85CC-BB44-9365-4E9661355CB9}" type="pres">
      <dgm:prSet presAssocID="{4260387A-753C-4174-87B0-D062CD0E6822}" presName="ParentAccent10" presStyleLbl="alignNode1" presStyleIdx="9" presStyleCnt="42"/>
      <dgm:spPr/>
    </dgm:pt>
    <dgm:pt modelId="{D9ADBA07-8101-D241-805A-F33DD2A3EA7C}" type="pres">
      <dgm:prSet presAssocID="{4260387A-753C-4174-87B0-D062CD0E6822}" presName="Parent" presStyleLbl="alignNode1" presStyleIdx="10" presStyleCnt="42">
        <dgm:presLayoutVars>
          <dgm:chMax val="5"/>
          <dgm:chPref val="3"/>
          <dgm:bulletEnabled val="1"/>
        </dgm:presLayoutVars>
      </dgm:prSet>
      <dgm:spPr/>
    </dgm:pt>
    <dgm:pt modelId="{24E2E909-1829-7842-89CE-3B867784A591}" type="pres">
      <dgm:prSet presAssocID="{A050B05C-F8F3-4565-AF44-9C7B69E8DCE2}" presName="Child1Accent1" presStyleLbl="alignNode1" presStyleIdx="11" presStyleCnt="42"/>
      <dgm:spPr/>
    </dgm:pt>
    <dgm:pt modelId="{55F5F545-AB21-E448-B915-F92A5ABE8B5A}" type="pres">
      <dgm:prSet presAssocID="{A050B05C-F8F3-4565-AF44-9C7B69E8DCE2}" presName="Child1Accent2" presStyleLbl="alignNode1" presStyleIdx="12" presStyleCnt="42"/>
      <dgm:spPr/>
    </dgm:pt>
    <dgm:pt modelId="{DDF3F9FE-D3B7-F947-B03A-0DA627F6DE10}" type="pres">
      <dgm:prSet presAssocID="{A050B05C-F8F3-4565-AF44-9C7B69E8DCE2}" presName="Child1Accent3" presStyleLbl="alignNode1" presStyleIdx="13" presStyleCnt="42"/>
      <dgm:spPr/>
    </dgm:pt>
    <dgm:pt modelId="{4521B88E-11AE-9B40-A477-D3C7FFC3F9C9}" type="pres">
      <dgm:prSet presAssocID="{A050B05C-F8F3-4565-AF44-9C7B69E8DCE2}" presName="Child1Accent4" presStyleLbl="alignNode1" presStyleIdx="14" presStyleCnt="42"/>
      <dgm:spPr/>
    </dgm:pt>
    <dgm:pt modelId="{641C2C66-4817-814C-A89F-5A45C876EFD0}" type="pres">
      <dgm:prSet presAssocID="{A050B05C-F8F3-4565-AF44-9C7B69E8DCE2}" presName="Child1Accent5" presStyleLbl="alignNode1" presStyleIdx="15" presStyleCnt="42"/>
      <dgm:spPr/>
    </dgm:pt>
    <dgm:pt modelId="{03ED42D8-654F-6543-8072-B757BAF7C154}" type="pres">
      <dgm:prSet presAssocID="{A050B05C-F8F3-4565-AF44-9C7B69E8DCE2}" presName="Child1Accent6" presStyleLbl="alignNode1" presStyleIdx="16" presStyleCnt="42"/>
      <dgm:spPr/>
    </dgm:pt>
    <dgm:pt modelId="{B0D1CCC2-3121-2545-808D-4F9528B34F90}" type="pres">
      <dgm:prSet presAssocID="{A050B05C-F8F3-4565-AF44-9C7B69E8DCE2}" presName="Child1Accent7" presStyleLbl="alignNode1" presStyleIdx="17" presStyleCnt="42"/>
      <dgm:spPr/>
    </dgm:pt>
    <dgm:pt modelId="{76A744A3-DF42-1E4E-88EB-FE14B3D97AEF}" type="pres">
      <dgm:prSet presAssocID="{A050B05C-F8F3-4565-AF44-9C7B69E8DCE2}" presName="Child1Accent8" presStyleLbl="alignNode1" presStyleIdx="18" presStyleCnt="42"/>
      <dgm:spPr/>
    </dgm:pt>
    <dgm:pt modelId="{E82468E4-31A2-9540-B827-6EA5BDDF522B}" type="pres">
      <dgm:prSet presAssocID="{A050B05C-F8F3-4565-AF44-9C7B69E8DCE2}" presName="Child1Accent9" presStyleLbl="alignNode1" presStyleIdx="19" presStyleCnt="42"/>
      <dgm:spPr/>
    </dgm:pt>
    <dgm:pt modelId="{C375339A-CC38-5A45-B940-E5FE11C80EF6}" type="pres">
      <dgm:prSet presAssocID="{A050B05C-F8F3-4565-AF44-9C7B69E8DCE2}" presName="Child1" presStyleLbl="revTx" presStyleIdx="0" presStyleCnt="4">
        <dgm:presLayoutVars>
          <dgm:chMax/>
          <dgm:chPref val="0"/>
          <dgm:bulletEnabled val="1"/>
        </dgm:presLayoutVars>
      </dgm:prSet>
      <dgm:spPr/>
    </dgm:pt>
    <dgm:pt modelId="{F2DA25F7-4902-E041-92E4-27C7FE106114}" type="pres">
      <dgm:prSet presAssocID="{BA75C57A-38C9-4561-BAF8-103699F8FD5B}" presName="Child2Accent1" presStyleLbl="alignNode1" presStyleIdx="20" presStyleCnt="42"/>
      <dgm:spPr/>
    </dgm:pt>
    <dgm:pt modelId="{AED854EA-A00E-D346-8FE1-7DA3BC9BF672}" type="pres">
      <dgm:prSet presAssocID="{BA75C57A-38C9-4561-BAF8-103699F8FD5B}" presName="Child2Accent2" presStyleLbl="alignNode1" presStyleIdx="21" presStyleCnt="42"/>
      <dgm:spPr/>
    </dgm:pt>
    <dgm:pt modelId="{E98CB0C1-D539-784F-8129-35C47CD7BF7E}" type="pres">
      <dgm:prSet presAssocID="{BA75C57A-38C9-4561-BAF8-103699F8FD5B}" presName="Child2Accent3" presStyleLbl="alignNode1" presStyleIdx="22" presStyleCnt="42"/>
      <dgm:spPr/>
    </dgm:pt>
    <dgm:pt modelId="{DFBE76CD-E130-3D41-A8ED-24FBC1DB861C}" type="pres">
      <dgm:prSet presAssocID="{BA75C57A-38C9-4561-BAF8-103699F8FD5B}" presName="Child2Accent4" presStyleLbl="alignNode1" presStyleIdx="23" presStyleCnt="42"/>
      <dgm:spPr/>
    </dgm:pt>
    <dgm:pt modelId="{4E0ABE10-B886-3346-9318-7E804A9B839E}" type="pres">
      <dgm:prSet presAssocID="{BA75C57A-38C9-4561-BAF8-103699F8FD5B}" presName="Child2Accent5" presStyleLbl="alignNode1" presStyleIdx="24" presStyleCnt="42"/>
      <dgm:spPr/>
    </dgm:pt>
    <dgm:pt modelId="{98728806-FD56-D041-B56F-2328FFE020D1}" type="pres">
      <dgm:prSet presAssocID="{BA75C57A-38C9-4561-BAF8-103699F8FD5B}" presName="Child2Accent6" presStyleLbl="alignNode1" presStyleIdx="25" presStyleCnt="42"/>
      <dgm:spPr/>
    </dgm:pt>
    <dgm:pt modelId="{E4EB7327-3343-B74A-BA5C-63EF0CC890CB}" type="pres">
      <dgm:prSet presAssocID="{BA75C57A-38C9-4561-BAF8-103699F8FD5B}" presName="Child2Accent7" presStyleLbl="alignNode1" presStyleIdx="26" presStyleCnt="42"/>
      <dgm:spPr/>
    </dgm:pt>
    <dgm:pt modelId="{1D17DF6B-9F96-5843-B457-D27B2E5ABD11}" type="pres">
      <dgm:prSet presAssocID="{BA75C57A-38C9-4561-BAF8-103699F8FD5B}" presName="Child2" presStyleLbl="revTx" presStyleIdx="1" presStyleCnt="4">
        <dgm:presLayoutVars>
          <dgm:chMax/>
          <dgm:chPref val="0"/>
          <dgm:bulletEnabled val="1"/>
        </dgm:presLayoutVars>
      </dgm:prSet>
      <dgm:spPr/>
    </dgm:pt>
    <dgm:pt modelId="{86D95B3E-CF6C-F748-9A80-3D4DC830E764}" type="pres">
      <dgm:prSet presAssocID="{8E026549-60BB-4BEB-AF6E-95C7CE35920B}" presName="Child3Accent1" presStyleLbl="alignNode1" presStyleIdx="27" presStyleCnt="42"/>
      <dgm:spPr/>
    </dgm:pt>
    <dgm:pt modelId="{CF295A37-5322-EA4D-8848-6AF8A15A31CD}" type="pres">
      <dgm:prSet presAssocID="{8E026549-60BB-4BEB-AF6E-95C7CE35920B}" presName="Child3Accent2" presStyleLbl="alignNode1" presStyleIdx="28" presStyleCnt="42"/>
      <dgm:spPr/>
    </dgm:pt>
    <dgm:pt modelId="{DA87D34B-C999-C249-BDD4-401E78DF657A}" type="pres">
      <dgm:prSet presAssocID="{8E026549-60BB-4BEB-AF6E-95C7CE35920B}" presName="Child3Accent3" presStyleLbl="alignNode1" presStyleIdx="29" presStyleCnt="42"/>
      <dgm:spPr/>
    </dgm:pt>
    <dgm:pt modelId="{2AC7943A-F017-074B-B8A6-814B20B1016A}" type="pres">
      <dgm:prSet presAssocID="{8E026549-60BB-4BEB-AF6E-95C7CE35920B}" presName="Child3Accent4" presStyleLbl="alignNode1" presStyleIdx="30" presStyleCnt="42"/>
      <dgm:spPr/>
    </dgm:pt>
    <dgm:pt modelId="{ED389DF7-1CAB-6F45-A96A-3BADA848FD06}" type="pres">
      <dgm:prSet presAssocID="{8E026549-60BB-4BEB-AF6E-95C7CE35920B}" presName="Child3Accent5" presStyleLbl="alignNode1" presStyleIdx="31" presStyleCnt="42"/>
      <dgm:spPr/>
    </dgm:pt>
    <dgm:pt modelId="{0E706F92-1A49-FB44-A47D-5F22F9F471FE}" type="pres">
      <dgm:prSet presAssocID="{8E026549-60BB-4BEB-AF6E-95C7CE35920B}" presName="Child3Accent6" presStyleLbl="alignNode1" presStyleIdx="32" presStyleCnt="42"/>
      <dgm:spPr/>
    </dgm:pt>
    <dgm:pt modelId="{D8C7590E-F777-864B-AE31-B6E27E8B5C4D}" type="pres">
      <dgm:prSet presAssocID="{8E026549-60BB-4BEB-AF6E-95C7CE35920B}" presName="Child3Accent7" presStyleLbl="alignNode1" presStyleIdx="33" presStyleCnt="42"/>
      <dgm:spPr/>
    </dgm:pt>
    <dgm:pt modelId="{34C2C14A-92EA-6747-93E8-54E16FC3BCC9}" type="pres">
      <dgm:prSet presAssocID="{8E026549-60BB-4BEB-AF6E-95C7CE35920B}" presName="Child3" presStyleLbl="revTx" presStyleIdx="2" presStyleCnt="4">
        <dgm:presLayoutVars>
          <dgm:chMax/>
          <dgm:chPref val="0"/>
          <dgm:bulletEnabled val="1"/>
        </dgm:presLayoutVars>
      </dgm:prSet>
      <dgm:spPr/>
    </dgm:pt>
    <dgm:pt modelId="{DCECFFB9-92F6-C347-93ED-8864BDE0C50A}" type="pres">
      <dgm:prSet presAssocID="{618B903A-4EFB-4CBF-AD0E-493B2ED6458B}" presName="Child4Accent1" presStyleLbl="alignNode1" presStyleIdx="34" presStyleCnt="42"/>
      <dgm:spPr/>
    </dgm:pt>
    <dgm:pt modelId="{9EC21E43-28D3-DD45-9F9B-C316BB82FA90}" type="pres">
      <dgm:prSet presAssocID="{618B903A-4EFB-4CBF-AD0E-493B2ED6458B}" presName="Child4Accent2" presStyleLbl="alignNode1" presStyleIdx="35" presStyleCnt="42"/>
      <dgm:spPr/>
    </dgm:pt>
    <dgm:pt modelId="{891C06C7-D5EC-3444-A87A-181BEBA93D81}" type="pres">
      <dgm:prSet presAssocID="{618B903A-4EFB-4CBF-AD0E-493B2ED6458B}" presName="Child4Accent3" presStyleLbl="alignNode1" presStyleIdx="36" presStyleCnt="42"/>
      <dgm:spPr/>
    </dgm:pt>
    <dgm:pt modelId="{B599A240-48F2-C649-A43E-E7270FFEB80F}" type="pres">
      <dgm:prSet presAssocID="{618B903A-4EFB-4CBF-AD0E-493B2ED6458B}" presName="Child4Accent4" presStyleLbl="alignNode1" presStyleIdx="37" presStyleCnt="42"/>
      <dgm:spPr/>
    </dgm:pt>
    <dgm:pt modelId="{5FF59476-4D40-F647-8A6F-9291DF360758}" type="pres">
      <dgm:prSet presAssocID="{618B903A-4EFB-4CBF-AD0E-493B2ED6458B}" presName="Child4Accent5" presStyleLbl="alignNode1" presStyleIdx="38" presStyleCnt="42"/>
      <dgm:spPr/>
    </dgm:pt>
    <dgm:pt modelId="{68B6A3E7-6BEA-A146-9242-D4D312BAA56B}" type="pres">
      <dgm:prSet presAssocID="{618B903A-4EFB-4CBF-AD0E-493B2ED6458B}" presName="Child4Accent6" presStyleLbl="alignNode1" presStyleIdx="39" presStyleCnt="42"/>
      <dgm:spPr/>
    </dgm:pt>
    <dgm:pt modelId="{5A00FAEE-9376-3C4D-A1EB-F263100488FA}" type="pres">
      <dgm:prSet presAssocID="{618B903A-4EFB-4CBF-AD0E-493B2ED6458B}" presName="Child4Accent7" presStyleLbl="alignNode1" presStyleIdx="40" presStyleCnt="42"/>
      <dgm:spPr/>
    </dgm:pt>
    <dgm:pt modelId="{9A6706CE-13C0-B94C-BDFB-A132585BBB06}" type="pres">
      <dgm:prSet presAssocID="{618B903A-4EFB-4CBF-AD0E-493B2ED6458B}" presName="Child4Accent8" presStyleLbl="alignNode1" presStyleIdx="41" presStyleCnt="42"/>
      <dgm:spPr/>
    </dgm:pt>
    <dgm:pt modelId="{46A856FA-8AFA-CA40-845C-5B6CE878F977}" type="pres">
      <dgm:prSet presAssocID="{618B903A-4EFB-4CBF-AD0E-493B2ED6458B}" presName="Child4" presStyleLbl="revTx" presStyleIdx="3" presStyleCnt="4">
        <dgm:presLayoutVars>
          <dgm:chMax/>
          <dgm:chPref val="0"/>
          <dgm:bulletEnabled val="1"/>
        </dgm:presLayoutVars>
      </dgm:prSet>
      <dgm:spPr/>
    </dgm:pt>
  </dgm:ptLst>
  <dgm:cxnLst>
    <dgm:cxn modelId="{11EE6A0C-10CE-4236-BE77-FACEC735F2F7}" srcId="{4260387A-753C-4174-87B0-D062CD0E6822}" destId="{A050B05C-F8F3-4565-AF44-9C7B69E8DCE2}" srcOrd="0" destOrd="0" parTransId="{82269055-CEE8-48C7-A41F-ED90A6A1D2D0}" sibTransId="{B5B85ACA-110F-4416-8F0B-C6DDE6C26A7C}"/>
    <dgm:cxn modelId="{672C3113-2598-0741-9F28-2D89358BD16A}" type="presOf" srcId="{A050B05C-F8F3-4565-AF44-9C7B69E8DCE2}" destId="{C375339A-CC38-5A45-B940-E5FE11C80EF6}" srcOrd="0" destOrd="0" presId="urn:microsoft.com/office/officeart/2011/layout/ConvergingText"/>
    <dgm:cxn modelId="{178F5221-B029-0347-97AE-48489D8C44DA}" type="presOf" srcId="{4260387A-753C-4174-87B0-D062CD0E6822}" destId="{D9ADBA07-8101-D241-805A-F33DD2A3EA7C}" srcOrd="0" destOrd="0" presId="urn:microsoft.com/office/officeart/2011/layout/ConvergingText"/>
    <dgm:cxn modelId="{BD4DD42B-BA8F-B142-8038-27D096953B96}" type="presOf" srcId="{618B903A-4EFB-4CBF-AD0E-493B2ED6458B}" destId="{46A856FA-8AFA-CA40-845C-5B6CE878F977}" srcOrd="0" destOrd="0" presId="urn:microsoft.com/office/officeart/2011/layout/ConvergingText"/>
    <dgm:cxn modelId="{BD910F8A-1BE1-8441-9FC6-B1C2573C5F06}" type="presOf" srcId="{D6A8B2B5-5F08-4CE3-A6C3-73C2C564BD99}" destId="{CDCAE38C-2F79-9848-9294-8544DE41DED3}" srcOrd="0" destOrd="0" presId="urn:microsoft.com/office/officeart/2011/layout/ConvergingText"/>
    <dgm:cxn modelId="{72A1B28C-2BB8-F840-9EF2-F760E8F6367A}" type="presOf" srcId="{BA75C57A-38C9-4561-BAF8-103699F8FD5B}" destId="{1D17DF6B-9F96-5843-B457-D27B2E5ABD11}" srcOrd="0" destOrd="0" presId="urn:microsoft.com/office/officeart/2011/layout/ConvergingText"/>
    <dgm:cxn modelId="{D71E0795-D830-47CB-A497-EE71CC33F26F}" srcId="{4260387A-753C-4174-87B0-D062CD0E6822}" destId="{618B903A-4EFB-4CBF-AD0E-493B2ED6458B}" srcOrd="3" destOrd="0" parTransId="{4FED7AC4-637E-4874-8A02-006C333CAB60}" sibTransId="{5491DA9B-4413-4459-81E5-9AB45AF5B105}"/>
    <dgm:cxn modelId="{6E2C70A5-B9F4-0A42-938A-E2E76C8DBE53}" type="presOf" srcId="{8E026549-60BB-4BEB-AF6E-95C7CE35920B}" destId="{34C2C14A-92EA-6747-93E8-54E16FC3BCC9}" srcOrd="0" destOrd="0" presId="urn:microsoft.com/office/officeart/2011/layout/ConvergingText"/>
    <dgm:cxn modelId="{C5ABF1C2-361E-4B4C-88F7-290ABF59EDFB}" srcId="{4260387A-753C-4174-87B0-D062CD0E6822}" destId="{8E026549-60BB-4BEB-AF6E-95C7CE35920B}" srcOrd="2" destOrd="0" parTransId="{A703D055-86AC-4A97-8740-1C7BD9175146}" sibTransId="{2BA492CA-D553-46A0-8C22-A55DBC146C2B}"/>
    <dgm:cxn modelId="{5F3627D3-988D-4C64-97E2-46B94D792B4F}" srcId="{4260387A-753C-4174-87B0-D062CD0E6822}" destId="{BA75C57A-38C9-4561-BAF8-103699F8FD5B}" srcOrd="1" destOrd="0" parTransId="{ACD0025E-3FB0-4C14-9180-368EB47F4B78}" sibTransId="{EA1696BF-4A2E-46D1-88AC-EAA118B294B6}"/>
    <dgm:cxn modelId="{58083CD7-EC3D-4019-B59A-CCEFCC4FA12B}" srcId="{D6A8B2B5-5F08-4CE3-A6C3-73C2C564BD99}" destId="{4260387A-753C-4174-87B0-D062CD0E6822}" srcOrd="0" destOrd="0" parTransId="{4859B0DB-9A78-42A1-BA4A-4BA2F8BA63DE}" sibTransId="{4BBEF18C-5762-49D6-A1C2-5805A6BDA8F9}"/>
    <dgm:cxn modelId="{290EBB6D-5C4C-3643-A3B1-18124276BC17}" type="presParOf" srcId="{CDCAE38C-2F79-9848-9294-8544DE41DED3}" destId="{215362F4-9BEA-F84B-BF8B-AE48800F05A7}" srcOrd="0" destOrd="0" presId="urn:microsoft.com/office/officeart/2011/layout/ConvergingText"/>
    <dgm:cxn modelId="{58108C79-426C-CE4E-8895-A59E466ACF80}" type="presParOf" srcId="{215362F4-9BEA-F84B-BF8B-AE48800F05A7}" destId="{467C9E0D-AFD2-3E43-85B7-36FE277A6F79}" srcOrd="0" destOrd="0" presId="urn:microsoft.com/office/officeart/2011/layout/ConvergingText"/>
    <dgm:cxn modelId="{A94E38B7-49A2-704C-86AC-EFBAFACA4235}" type="presParOf" srcId="{215362F4-9BEA-F84B-BF8B-AE48800F05A7}" destId="{69193934-2E31-494C-A571-F1A56463E04E}" srcOrd="1" destOrd="0" presId="urn:microsoft.com/office/officeart/2011/layout/ConvergingText"/>
    <dgm:cxn modelId="{D2CAEE37-717F-0D40-880B-90F90A32E3E7}" type="presParOf" srcId="{215362F4-9BEA-F84B-BF8B-AE48800F05A7}" destId="{383CE74C-972F-BB4C-9E28-ADDDA836C15D}" srcOrd="2" destOrd="0" presId="urn:microsoft.com/office/officeart/2011/layout/ConvergingText"/>
    <dgm:cxn modelId="{95F3F979-E747-4141-81F5-8585E0615675}" type="presParOf" srcId="{215362F4-9BEA-F84B-BF8B-AE48800F05A7}" destId="{AC50720B-D6F0-5848-B381-5E85711C1774}" srcOrd="3" destOrd="0" presId="urn:microsoft.com/office/officeart/2011/layout/ConvergingText"/>
    <dgm:cxn modelId="{F8E25C64-0640-1C4C-9292-A50EB6D7A387}" type="presParOf" srcId="{215362F4-9BEA-F84B-BF8B-AE48800F05A7}" destId="{71CC4C03-3A7C-EF44-8712-DEAFFBA21E3F}" srcOrd="4" destOrd="0" presId="urn:microsoft.com/office/officeart/2011/layout/ConvergingText"/>
    <dgm:cxn modelId="{E0849035-8D66-DE40-90D9-546936B1BF61}" type="presParOf" srcId="{215362F4-9BEA-F84B-BF8B-AE48800F05A7}" destId="{29E43550-A1AF-104F-BA28-2EEBE2FAF88A}" srcOrd="5" destOrd="0" presId="urn:microsoft.com/office/officeart/2011/layout/ConvergingText"/>
    <dgm:cxn modelId="{627783FB-C281-4843-9DC0-8BE4619EFE5C}" type="presParOf" srcId="{215362F4-9BEA-F84B-BF8B-AE48800F05A7}" destId="{047E699D-36DE-AE42-A93A-C9EB025BCAC4}" srcOrd="6" destOrd="0" presId="urn:microsoft.com/office/officeart/2011/layout/ConvergingText"/>
    <dgm:cxn modelId="{7A106DFA-96A2-504D-BCC9-D9472D2D69F9}" type="presParOf" srcId="{215362F4-9BEA-F84B-BF8B-AE48800F05A7}" destId="{1066FB9E-CF30-3943-A9E8-B05BC61D4169}" srcOrd="7" destOrd="0" presId="urn:microsoft.com/office/officeart/2011/layout/ConvergingText"/>
    <dgm:cxn modelId="{D5BD7938-628B-A64A-9EBA-10EE32B006D9}" type="presParOf" srcId="{215362F4-9BEA-F84B-BF8B-AE48800F05A7}" destId="{EA22A16E-DBB6-6846-A695-22584A314863}" srcOrd="8" destOrd="0" presId="urn:microsoft.com/office/officeart/2011/layout/ConvergingText"/>
    <dgm:cxn modelId="{FE5ABADF-6FC9-514C-A248-AD7B207B5303}" type="presParOf" srcId="{215362F4-9BEA-F84B-BF8B-AE48800F05A7}" destId="{466C91D0-85CC-BB44-9365-4E9661355CB9}" srcOrd="9" destOrd="0" presId="urn:microsoft.com/office/officeart/2011/layout/ConvergingText"/>
    <dgm:cxn modelId="{735D124E-B197-F24E-B9A5-1B0BA7EA66F2}" type="presParOf" srcId="{215362F4-9BEA-F84B-BF8B-AE48800F05A7}" destId="{D9ADBA07-8101-D241-805A-F33DD2A3EA7C}" srcOrd="10" destOrd="0" presId="urn:microsoft.com/office/officeart/2011/layout/ConvergingText"/>
    <dgm:cxn modelId="{561CC826-7AB2-3744-8F8C-4BACC682AA95}" type="presParOf" srcId="{215362F4-9BEA-F84B-BF8B-AE48800F05A7}" destId="{24E2E909-1829-7842-89CE-3B867784A591}" srcOrd="11" destOrd="0" presId="urn:microsoft.com/office/officeart/2011/layout/ConvergingText"/>
    <dgm:cxn modelId="{1863DFF3-4608-0743-BEDD-D97783BE266B}" type="presParOf" srcId="{215362F4-9BEA-F84B-BF8B-AE48800F05A7}" destId="{55F5F545-AB21-E448-B915-F92A5ABE8B5A}" srcOrd="12" destOrd="0" presId="urn:microsoft.com/office/officeart/2011/layout/ConvergingText"/>
    <dgm:cxn modelId="{635CB046-C551-634E-A377-E8F0F053FBA5}" type="presParOf" srcId="{215362F4-9BEA-F84B-BF8B-AE48800F05A7}" destId="{DDF3F9FE-D3B7-F947-B03A-0DA627F6DE10}" srcOrd="13" destOrd="0" presId="urn:microsoft.com/office/officeart/2011/layout/ConvergingText"/>
    <dgm:cxn modelId="{6FBFF853-9D0D-304F-9814-258586C164EC}" type="presParOf" srcId="{215362F4-9BEA-F84B-BF8B-AE48800F05A7}" destId="{4521B88E-11AE-9B40-A477-D3C7FFC3F9C9}" srcOrd="14" destOrd="0" presId="urn:microsoft.com/office/officeart/2011/layout/ConvergingText"/>
    <dgm:cxn modelId="{F49BAF22-F17E-B945-AC6A-59FB910E6992}" type="presParOf" srcId="{215362F4-9BEA-F84B-BF8B-AE48800F05A7}" destId="{641C2C66-4817-814C-A89F-5A45C876EFD0}" srcOrd="15" destOrd="0" presId="urn:microsoft.com/office/officeart/2011/layout/ConvergingText"/>
    <dgm:cxn modelId="{E717D2A5-59DD-8F45-91A6-9EE09976338B}" type="presParOf" srcId="{215362F4-9BEA-F84B-BF8B-AE48800F05A7}" destId="{03ED42D8-654F-6543-8072-B757BAF7C154}" srcOrd="16" destOrd="0" presId="urn:microsoft.com/office/officeart/2011/layout/ConvergingText"/>
    <dgm:cxn modelId="{8158D93A-2B55-1943-A260-DEC05EABB940}" type="presParOf" srcId="{215362F4-9BEA-F84B-BF8B-AE48800F05A7}" destId="{B0D1CCC2-3121-2545-808D-4F9528B34F90}" srcOrd="17" destOrd="0" presId="urn:microsoft.com/office/officeart/2011/layout/ConvergingText"/>
    <dgm:cxn modelId="{DC40EA71-73A4-CF4E-84A2-D344BFAD5248}" type="presParOf" srcId="{215362F4-9BEA-F84B-BF8B-AE48800F05A7}" destId="{76A744A3-DF42-1E4E-88EB-FE14B3D97AEF}" srcOrd="18" destOrd="0" presId="urn:microsoft.com/office/officeart/2011/layout/ConvergingText"/>
    <dgm:cxn modelId="{E478ADE0-61EB-D048-9B18-A3A774E67610}" type="presParOf" srcId="{215362F4-9BEA-F84B-BF8B-AE48800F05A7}" destId="{E82468E4-31A2-9540-B827-6EA5BDDF522B}" srcOrd="19" destOrd="0" presId="urn:microsoft.com/office/officeart/2011/layout/ConvergingText"/>
    <dgm:cxn modelId="{AF33BBDB-9652-EB46-ADAC-4DC7C99E1887}" type="presParOf" srcId="{215362F4-9BEA-F84B-BF8B-AE48800F05A7}" destId="{C375339A-CC38-5A45-B940-E5FE11C80EF6}" srcOrd="20" destOrd="0" presId="urn:microsoft.com/office/officeart/2011/layout/ConvergingText"/>
    <dgm:cxn modelId="{7D22AB8B-8D10-8143-B3C5-42E127C55049}" type="presParOf" srcId="{215362F4-9BEA-F84B-BF8B-AE48800F05A7}" destId="{F2DA25F7-4902-E041-92E4-27C7FE106114}" srcOrd="21" destOrd="0" presId="urn:microsoft.com/office/officeart/2011/layout/ConvergingText"/>
    <dgm:cxn modelId="{0ABEFB34-732B-5343-823E-D25A14C5F5B9}" type="presParOf" srcId="{215362F4-9BEA-F84B-BF8B-AE48800F05A7}" destId="{AED854EA-A00E-D346-8FE1-7DA3BC9BF672}" srcOrd="22" destOrd="0" presId="urn:microsoft.com/office/officeart/2011/layout/ConvergingText"/>
    <dgm:cxn modelId="{CD81E4B2-9592-A742-8F43-4B82887EA293}" type="presParOf" srcId="{215362F4-9BEA-F84B-BF8B-AE48800F05A7}" destId="{E98CB0C1-D539-784F-8129-35C47CD7BF7E}" srcOrd="23" destOrd="0" presId="urn:microsoft.com/office/officeart/2011/layout/ConvergingText"/>
    <dgm:cxn modelId="{F0088F95-1F4F-DA49-94F2-88C660196CF9}" type="presParOf" srcId="{215362F4-9BEA-F84B-BF8B-AE48800F05A7}" destId="{DFBE76CD-E130-3D41-A8ED-24FBC1DB861C}" srcOrd="24" destOrd="0" presId="urn:microsoft.com/office/officeart/2011/layout/ConvergingText"/>
    <dgm:cxn modelId="{B0467A59-B5D7-C344-8C5D-4E6BE64FFCBB}" type="presParOf" srcId="{215362F4-9BEA-F84B-BF8B-AE48800F05A7}" destId="{4E0ABE10-B886-3346-9318-7E804A9B839E}" srcOrd="25" destOrd="0" presId="urn:microsoft.com/office/officeart/2011/layout/ConvergingText"/>
    <dgm:cxn modelId="{6728A19B-397B-B747-9736-C2F381687AFE}" type="presParOf" srcId="{215362F4-9BEA-F84B-BF8B-AE48800F05A7}" destId="{98728806-FD56-D041-B56F-2328FFE020D1}" srcOrd="26" destOrd="0" presId="urn:microsoft.com/office/officeart/2011/layout/ConvergingText"/>
    <dgm:cxn modelId="{124D566F-536C-604D-9C44-9CB39E266DAD}" type="presParOf" srcId="{215362F4-9BEA-F84B-BF8B-AE48800F05A7}" destId="{E4EB7327-3343-B74A-BA5C-63EF0CC890CB}" srcOrd="27" destOrd="0" presId="urn:microsoft.com/office/officeart/2011/layout/ConvergingText"/>
    <dgm:cxn modelId="{0DFFABEE-03CE-7846-BE3A-CC7C953FDD54}" type="presParOf" srcId="{215362F4-9BEA-F84B-BF8B-AE48800F05A7}" destId="{1D17DF6B-9F96-5843-B457-D27B2E5ABD11}" srcOrd="28" destOrd="0" presId="urn:microsoft.com/office/officeart/2011/layout/ConvergingText"/>
    <dgm:cxn modelId="{DC8EAEAF-4996-914D-A780-E6F1A9C6F431}" type="presParOf" srcId="{215362F4-9BEA-F84B-BF8B-AE48800F05A7}" destId="{86D95B3E-CF6C-F748-9A80-3D4DC830E764}" srcOrd="29" destOrd="0" presId="urn:microsoft.com/office/officeart/2011/layout/ConvergingText"/>
    <dgm:cxn modelId="{BC4F16B6-1AF8-444E-B08B-DB04B5614694}" type="presParOf" srcId="{215362F4-9BEA-F84B-BF8B-AE48800F05A7}" destId="{CF295A37-5322-EA4D-8848-6AF8A15A31CD}" srcOrd="30" destOrd="0" presId="urn:microsoft.com/office/officeart/2011/layout/ConvergingText"/>
    <dgm:cxn modelId="{38325E1F-3458-B74D-AC32-4BCFF2459FB6}" type="presParOf" srcId="{215362F4-9BEA-F84B-BF8B-AE48800F05A7}" destId="{DA87D34B-C999-C249-BDD4-401E78DF657A}" srcOrd="31" destOrd="0" presId="urn:microsoft.com/office/officeart/2011/layout/ConvergingText"/>
    <dgm:cxn modelId="{23E1D26B-D19C-354C-895F-0DA5576C3081}" type="presParOf" srcId="{215362F4-9BEA-F84B-BF8B-AE48800F05A7}" destId="{2AC7943A-F017-074B-B8A6-814B20B1016A}" srcOrd="32" destOrd="0" presId="urn:microsoft.com/office/officeart/2011/layout/ConvergingText"/>
    <dgm:cxn modelId="{095B3863-DA18-E04A-9FE3-ACF6658B6A76}" type="presParOf" srcId="{215362F4-9BEA-F84B-BF8B-AE48800F05A7}" destId="{ED389DF7-1CAB-6F45-A96A-3BADA848FD06}" srcOrd="33" destOrd="0" presId="urn:microsoft.com/office/officeart/2011/layout/ConvergingText"/>
    <dgm:cxn modelId="{E64C7EFD-5607-3142-A8A3-881EDE6F06B3}" type="presParOf" srcId="{215362F4-9BEA-F84B-BF8B-AE48800F05A7}" destId="{0E706F92-1A49-FB44-A47D-5F22F9F471FE}" srcOrd="34" destOrd="0" presId="urn:microsoft.com/office/officeart/2011/layout/ConvergingText"/>
    <dgm:cxn modelId="{48107D5B-6164-7345-A517-843BBBEAEEB5}" type="presParOf" srcId="{215362F4-9BEA-F84B-BF8B-AE48800F05A7}" destId="{D8C7590E-F777-864B-AE31-B6E27E8B5C4D}" srcOrd="35" destOrd="0" presId="urn:microsoft.com/office/officeart/2011/layout/ConvergingText"/>
    <dgm:cxn modelId="{6EECC493-03F2-DF4F-9CB7-476AD0100288}" type="presParOf" srcId="{215362F4-9BEA-F84B-BF8B-AE48800F05A7}" destId="{34C2C14A-92EA-6747-93E8-54E16FC3BCC9}" srcOrd="36" destOrd="0" presId="urn:microsoft.com/office/officeart/2011/layout/ConvergingText"/>
    <dgm:cxn modelId="{E8B142CD-8D6F-9E46-B880-0FA024F5441A}" type="presParOf" srcId="{215362F4-9BEA-F84B-BF8B-AE48800F05A7}" destId="{DCECFFB9-92F6-C347-93ED-8864BDE0C50A}" srcOrd="37" destOrd="0" presId="urn:microsoft.com/office/officeart/2011/layout/ConvergingText"/>
    <dgm:cxn modelId="{EA9A7668-CF47-0E44-A008-C5F2CC8CBBEA}" type="presParOf" srcId="{215362F4-9BEA-F84B-BF8B-AE48800F05A7}" destId="{9EC21E43-28D3-DD45-9F9B-C316BB82FA90}" srcOrd="38" destOrd="0" presId="urn:microsoft.com/office/officeart/2011/layout/ConvergingText"/>
    <dgm:cxn modelId="{34DE9877-CAAA-B14E-B75F-63A22EBE043A}" type="presParOf" srcId="{215362F4-9BEA-F84B-BF8B-AE48800F05A7}" destId="{891C06C7-D5EC-3444-A87A-181BEBA93D81}" srcOrd="39" destOrd="0" presId="urn:microsoft.com/office/officeart/2011/layout/ConvergingText"/>
    <dgm:cxn modelId="{343955F3-F558-BF4E-9A8C-F86331840E7F}" type="presParOf" srcId="{215362F4-9BEA-F84B-BF8B-AE48800F05A7}" destId="{B599A240-48F2-C649-A43E-E7270FFEB80F}" srcOrd="40" destOrd="0" presId="urn:microsoft.com/office/officeart/2011/layout/ConvergingText"/>
    <dgm:cxn modelId="{C1102372-38DA-5944-A296-A7CDC9C74D36}" type="presParOf" srcId="{215362F4-9BEA-F84B-BF8B-AE48800F05A7}" destId="{5FF59476-4D40-F647-8A6F-9291DF360758}" srcOrd="41" destOrd="0" presId="urn:microsoft.com/office/officeart/2011/layout/ConvergingText"/>
    <dgm:cxn modelId="{E7E8776F-83A9-4A4F-B4C9-B6EEF293B060}" type="presParOf" srcId="{215362F4-9BEA-F84B-BF8B-AE48800F05A7}" destId="{68B6A3E7-6BEA-A146-9242-D4D312BAA56B}" srcOrd="42" destOrd="0" presId="urn:microsoft.com/office/officeart/2011/layout/ConvergingText"/>
    <dgm:cxn modelId="{B04191F1-2149-DD49-9F48-77DDB855F206}" type="presParOf" srcId="{215362F4-9BEA-F84B-BF8B-AE48800F05A7}" destId="{5A00FAEE-9376-3C4D-A1EB-F263100488FA}" srcOrd="43" destOrd="0" presId="urn:microsoft.com/office/officeart/2011/layout/ConvergingText"/>
    <dgm:cxn modelId="{28D19709-0845-4C4C-B12B-8FB059B9F53E}" type="presParOf" srcId="{215362F4-9BEA-F84B-BF8B-AE48800F05A7}" destId="{9A6706CE-13C0-B94C-BDFB-A132585BBB06}" srcOrd="44" destOrd="0" presId="urn:microsoft.com/office/officeart/2011/layout/ConvergingText"/>
    <dgm:cxn modelId="{605A20E0-CA9D-7446-B338-501BDBCD8B56}" type="presParOf" srcId="{215362F4-9BEA-F84B-BF8B-AE48800F05A7}" destId="{46A856FA-8AFA-CA40-845C-5B6CE878F977}" srcOrd="45" destOrd="0" presId="urn:microsoft.com/office/officeart/2011/layout/ConvergingTex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B948BEDD-7194-4FCA-A329-5E2741D4F51A}" type="doc">
      <dgm:prSet loTypeId="urn:microsoft.com/office/officeart/2005/8/layout/hProcess6" qsTypeId="urn:microsoft.com/office/officeart/2005/8/quickstyle/simple2" csTypeId="urn:microsoft.com/office/officeart/2005/8/colors/accent1_2"/>
      <dgm:spPr/>
    </dgm:pt>
    <dgm:pt modelId="{B13B7065-AC9F-4B9F-A5AB-0AE93BB3C281}">
      <dgm:prSet/>
      <dgm:spPr/>
      <dgm:t>
        <a:bodyPr/>
        <a:lstStyle/>
        <a:p>
          <a:r>
            <a:t>Discover</a:t>
          </a:r>
        </a:p>
      </dgm:t>
    </dgm:pt>
    <dgm:pt modelId="{E88A79D7-FD53-4959-8537-C8343021C133}" type="parTrans" cxnId="{21121E4B-4CAC-43F7-A907-AE87B830E1D7}">
      <dgm:prSet/>
      <dgm:spPr/>
      <dgm:t>
        <a:bodyPr/>
        <a:lstStyle/>
        <a:p>
          <a:endParaRPr/>
        </a:p>
      </dgm:t>
    </dgm:pt>
    <dgm:pt modelId="{128DBD1A-8B9F-4027-8C80-776A6954E12E}" type="sibTrans" cxnId="{21121E4B-4CAC-43F7-A907-AE87B830E1D7}">
      <dgm:prSet/>
      <dgm:spPr/>
      <dgm:t>
        <a:bodyPr/>
        <a:lstStyle/>
        <a:p>
          <a:endParaRPr/>
        </a:p>
      </dgm:t>
    </dgm:pt>
    <dgm:pt modelId="{379F024B-31AA-4750-8615-09012F8D5E1F}">
      <dgm:prSet/>
      <dgm:spPr/>
      <dgm:t>
        <a:bodyPr/>
        <a:lstStyle/>
        <a:p>
          <a:r>
            <a:t>Define</a:t>
          </a:r>
        </a:p>
      </dgm:t>
    </dgm:pt>
    <dgm:pt modelId="{3366B8C3-53EB-4CB7-BCF1-82F6A58F777C}" type="parTrans" cxnId="{DDB9C76A-118F-4390-AA0F-F54E0FD16E8E}">
      <dgm:prSet/>
      <dgm:spPr/>
      <dgm:t>
        <a:bodyPr/>
        <a:lstStyle/>
        <a:p>
          <a:endParaRPr/>
        </a:p>
      </dgm:t>
    </dgm:pt>
    <dgm:pt modelId="{C7062CA5-A9F1-4D4A-B5FE-2D4C04B134EE}" type="sibTrans" cxnId="{DDB9C76A-118F-4390-AA0F-F54E0FD16E8E}">
      <dgm:prSet/>
      <dgm:spPr/>
      <dgm:t>
        <a:bodyPr/>
        <a:lstStyle/>
        <a:p>
          <a:endParaRPr/>
        </a:p>
      </dgm:t>
    </dgm:pt>
    <dgm:pt modelId="{BBBF6BD8-2A1B-44D1-A4B6-19C71233FC3C}">
      <dgm:prSet/>
      <dgm:spPr/>
      <dgm:t>
        <a:bodyPr/>
        <a:lstStyle/>
        <a:p>
          <a:r>
            <a:t>Build</a:t>
          </a:r>
        </a:p>
      </dgm:t>
    </dgm:pt>
    <dgm:pt modelId="{E01306EB-B7BA-48A8-A344-68BC02B8C60A}" type="parTrans" cxnId="{02EAFAB4-5074-445D-ABD2-D1AE76D06016}">
      <dgm:prSet/>
      <dgm:spPr/>
      <dgm:t>
        <a:bodyPr/>
        <a:lstStyle/>
        <a:p>
          <a:endParaRPr/>
        </a:p>
      </dgm:t>
    </dgm:pt>
    <dgm:pt modelId="{E002B3E0-30DF-46D3-8522-212833884126}" type="sibTrans" cxnId="{02EAFAB4-5074-445D-ABD2-D1AE76D06016}">
      <dgm:prSet/>
      <dgm:spPr/>
      <dgm:t>
        <a:bodyPr/>
        <a:lstStyle/>
        <a:p>
          <a:endParaRPr/>
        </a:p>
      </dgm:t>
    </dgm:pt>
    <dgm:pt modelId="{363CED42-47C7-4B04-A4AE-B41D9CDB05B3}">
      <dgm:prSet/>
      <dgm:spPr/>
      <dgm:t>
        <a:bodyPr/>
        <a:lstStyle/>
        <a:p>
          <a:r>
            <a:t>Launch</a:t>
          </a:r>
        </a:p>
      </dgm:t>
    </dgm:pt>
    <dgm:pt modelId="{D10C3057-F46D-47CE-B56C-669494FD6C16}" type="parTrans" cxnId="{6FE149A6-E8BE-4AC9-92E5-CA1BCA2E4BDE}">
      <dgm:prSet/>
      <dgm:spPr/>
      <dgm:t>
        <a:bodyPr/>
        <a:lstStyle/>
        <a:p>
          <a:endParaRPr/>
        </a:p>
      </dgm:t>
    </dgm:pt>
    <dgm:pt modelId="{9C4AEC65-52CC-4634-BD6B-5EFF9E9518BA}" type="sibTrans" cxnId="{6FE149A6-E8BE-4AC9-92E5-CA1BCA2E4BDE}">
      <dgm:prSet/>
      <dgm:spPr/>
      <dgm:t>
        <a:bodyPr/>
        <a:lstStyle/>
        <a:p>
          <a:endParaRPr/>
        </a:p>
      </dgm:t>
    </dgm:pt>
    <dgm:pt modelId="{8CF95E14-F016-4979-8F9A-54ADB7815B58}">
      <dgm:prSet/>
      <dgm:spPr/>
      <dgm:t>
        <a:bodyPr/>
        <a:lstStyle/>
        <a:p>
          <a:r>
            <a:t>Learn</a:t>
          </a:r>
        </a:p>
      </dgm:t>
    </dgm:pt>
    <dgm:pt modelId="{DABE9467-8E05-41B8-8668-6AC4D40C3E54}" type="parTrans" cxnId="{B447BB5C-73B6-41A5-A592-486F1453AAA6}">
      <dgm:prSet/>
      <dgm:spPr/>
      <dgm:t>
        <a:bodyPr/>
        <a:lstStyle/>
        <a:p>
          <a:endParaRPr/>
        </a:p>
      </dgm:t>
    </dgm:pt>
    <dgm:pt modelId="{CE3FFB55-172F-4200-A06F-9BA835A6A205}" type="sibTrans" cxnId="{B447BB5C-73B6-41A5-A592-486F1453AAA6}">
      <dgm:prSet/>
      <dgm:spPr/>
      <dgm:t>
        <a:bodyPr/>
        <a:lstStyle/>
        <a:p>
          <a:endParaRPr/>
        </a:p>
      </dgm:t>
    </dgm:pt>
    <dgm:pt modelId="{8E70F7B6-DCF3-344E-8D5E-E3274594D439}" type="pres">
      <dgm:prSet presAssocID="{B948BEDD-7194-4FCA-A329-5E2741D4F51A}" presName="theList" presStyleCnt="0">
        <dgm:presLayoutVars>
          <dgm:dir/>
          <dgm:animLvl val="lvl"/>
          <dgm:resizeHandles val="exact"/>
        </dgm:presLayoutVars>
      </dgm:prSet>
      <dgm:spPr/>
    </dgm:pt>
    <dgm:pt modelId="{989DF8DE-EAD3-4E43-B77A-07F18FC1718E}" type="pres">
      <dgm:prSet presAssocID="{B13B7065-AC9F-4B9F-A5AB-0AE93BB3C281}" presName="compNode" presStyleCnt="0"/>
      <dgm:spPr/>
    </dgm:pt>
    <dgm:pt modelId="{A85526FC-0C76-B34C-8C57-4C7BB49E8F31}" type="pres">
      <dgm:prSet presAssocID="{B13B7065-AC9F-4B9F-A5AB-0AE93BB3C281}" presName="noGeometry" presStyleCnt="0"/>
      <dgm:spPr/>
    </dgm:pt>
    <dgm:pt modelId="{91AE8A59-E981-C649-A6F4-458514730A1D}" type="pres">
      <dgm:prSet presAssocID="{B13B7065-AC9F-4B9F-A5AB-0AE93BB3C281}" presName="childTextVisible" presStyleLbl="bgAccFollowNode1" presStyleIdx="0" presStyleCnt="5">
        <dgm:presLayoutVars>
          <dgm:bulletEnabled val="1"/>
        </dgm:presLayoutVars>
      </dgm:prSet>
      <dgm:spPr/>
    </dgm:pt>
    <dgm:pt modelId="{967121CD-452C-664D-B0CB-D2542780331C}" type="pres">
      <dgm:prSet presAssocID="{B13B7065-AC9F-4B9F-A5AB-0AE93BB3C281}" presName="childTextHidden" presStyleLbl="bgAccFollowNode1" presStyleIdx="0" presStyleCnt="5"/>
      <dgm:spPr/>
    </dgm:pt>
    <dgm:pt modelId="{263B0D22-41E0-D646-929E-7F5B5596FE49}" type="pres">
      <dgm:prSet presAssocID="{B13B7065-AC9F-4B9F-A5AB-0AE93BB3C281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7DBB6700-A906-E54B-A2AF-8430E7216DCB}" type="pres">
      <dgm:prSet presAssocID="{B13B7065-AC9F-4B9F-A5AB-0AE93BB3C281}" presName="aSpace" presStyleCnt="0"/>
      <dgm:spPr/>
    </dgm:pt>
    <dgm:pt modelId="{B4090924-B831-CA4E-9F43-67577C42E633}" type="pres">
      <dgm:prSet presAssocID="{379F024B-31AA-4750-8615-09012F8D5E1F}" presName="compNode" presStyleCnt="0"/>
      <dgm:spPr/>
    </dgm:pt>
    <dgm:pt modelId="{B5A68605-2773-984F-9238-634BCBDE4592}" type="pres">
      <dgm:prSet presAssocID="{379F024B-31AA-4750-8615-09012F8D5E1F}" presName="noGeometry" presStyleCnt="0"/>
      <dgm:spPr/>
    </dgm:pt>
    <dgm:pt modelId="{459F3171-F95F-3942-9E35-473BF0BDA6B9}" type="pres">
      <dgm:prSet presAssocID="{379F024B-31AA-4750-8615-09012F8D5E1F}" presName="childTextVisible" presStyleLbl="bgAccFollowNode1" presStyleIdx="1" presStyleCnt="5">
        <dgm:presLayoutVars>
          <dgm:bulletEnabled val="1"/>
        </dgm:presLayoutVars>
      </dgm:prSet>
      <dgm:spPr/>
    </dgm:pt>
    <dgm:pt modelId="{275DE475-05F6-874F-A353-095DACD9794C}" type="pres">
      <dgm:prSet presAssocID="{379F024B-31AA-4750-8615-09012F8D5E1F}" presName="childTextHidden" presStyleLbl="bgAccFollowNode1" presStyleIdx="1" presStyleCnt="5"/>
      <dgm:spPr/>
    </dgm:pt>
    <dgm:pt modelId="{17980563-CA1A-1746-8E41-8CDE35E0659A}" type="pres">
      <dgm:prSet presAssocID="{379F024B-31AA-4750-8615-09012F8D5E1F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DC62BFF9-74B0-D541-A20C-C643B7D8682C}" type="pres">
      <dgm:prSet presAssocID="{379F024B-31AA-4750-8615-09012F8D5E1F}" presName="aSpace" presStyleCnt="0"/>
      <dgm:spPr/>
    </dgm:pt>
    <dgm:pt modelId="{04C0B074-6777-4243-80FE-08ED5B444808}" type="pres">
      <dgm:prSet presAssocID="{BBBF6BD8-2A1B-44D1-A4B6-19C71233FC3C}" presName="compNode" presStyleCnt="0"/>
      <dgm:spPr/>
    </dgm:pt>
    <dgm:pt modelId="{56CBD3DF-2968-0D4D-B05D-B2CF05953F15}" type="pres">
      <dgm:prSet presAssocID="{BBBF6BD8-2A1B-44D1-A4B6-19C71233FC3C}" presName="noGeometry" presStyleCnt="0"/>
      <dgm:spPr/>
    </dgm:pt>
    <dgm:pt modelId="{973A974A-75CD-C54B-88F3-8F7E72EFCCF7}" type="pres">
      <dgm:prSet presAssocID="{BBBF6BD8-2A1B-44D1-A4B6-19C71233FC3C}" presName="childTextVisible" presStyleLbl="bgAccFollowNode1" presStyleIdx="2" presStyleCnt="5">
        <dgm:presLayoutVars>
          <dgm:bulletEnabled val="1"/>
        </dgm:presLayoutVars>
      </dgm:prSet>
      <dgm:spPr/>
    </dgm:pt>
    <dgm:pt modelId="{D1EFB273-31F4-9D45-8B5B-7550CF556EFF}" type="pres">
      <dgm:prSet presAssocID="{BBBF6BD8-2A1B-44D1-A4B6-19C71233FC3C}" presName="childTextHidden" presStyleLbl="bgAccFollowNode1" presStyleIdx="2" presStyleCnt="5"/>
      <dgm:spPr/>
    </dgm:pt>
    <dgm:pt modelId="{37A47A70-B85F-F545-9AE6-6680DCF07915}" type="pres">
      <dgm:prSet presAssocID="{BBBF6BD8-2A1B-44D1-A4B6-19C71233FC3C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F8B56B85-D473-E149-AE5B-46D556D370B9}" type="pres">
      <dgm:prSet presAssocID="{BBBF6BD8-2A1B-44D1-A4B6-19C71233FC3C}" presName="aSpace" presStyleCnt="0"/>
      <dgm:spPr/>
    </dgm:pt>
    <dgm:pt modelId="{0FD6CE2A-0385-A645-BF03-46A9AD367A33}" type="pres">
      <dgm:prSet presAssocID="{363CED42-47C7-4B04-A4AE-B41D9CDB05B3}" presName="compNode" presStyleCnt="0"/>
      <dgm:spPr/>
    </dgm:pt>
    <dgm:pt modelId="{43454419-A01C-E74B-BB17-A6EAC5610C1E}" type="pres">
      <dgm:prSet presAssocID="{363CED42-47C7-4B04-A4AE-B41D9CDB05B3}" presName="noGeometry" presStyleCnt="0"/>
      <dgm:spPr/>
    </dgm:pt>
    <dgm:pt modelId="{3665B5FA-9BD6-F24C-942D-D20CB3C931D3}" type="pres">
      <dgm:prSet presAssocID="{363CED42-47C7-4B04-A4AE-B41D9CDB05B3}" presName="childTextVisible" presStyleLbl="bgAccFollowNode1" presStyleIdx="3" presStyleCnt="5">
        <dgm:presLayoutVars>
          <dgm:bulletEnabled val="1"/>
        </dgm:presLayoutVars>
      </dgm:prSet>
      <dgm:spPr/>
    </dgm:pt>
    <dgm:pt modelId="{4C24586B-1B20-F741-A9CA-E7D3ACF2AD29}" type="pres">
      <dgm:prSet presAssocID="{363CED42-47C7-4B04-A4AE-B41D9CDB05B3}" presName="childTextHidden" presStyleLbl="bgAccFollowNode1" presStyleIdx="3" presStyleCnt="5"/>
      <dgm:spPr/>
    </dgm:pt>
    <dgm:pt modelId="{CD35296A-9402-3047-BEAF-C99D48A7D0BC}" type="pres">
      <dgm:prSet presAssocID="{363CED42-47C7-4B04-A4AE-B41D9CDB05B3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E23C6F66-E922-8242-B61B-5F4A893E00D6}" type="pres">
      <dgm:prSet presAssocID="{363CED42-47C7-4B04-A4AE-B41D9CDB05B3}" presName="aSpace" presStyleCnt="0"/>
      <dgm:spPr/>
    </dgm:pt>
    <dgm:pt modelId="{D4A157A3-0247-4E4E-87C7-92C5D4ACF94F}" type="pres">
      <dgm:prSet presAssocID="{8CF95E14-F016-4979-8F9A-54ADB7815B58}" presName="compNode" presStyleCnt="0"/>
      <dgm:spPr/>
    </dgm:pt>
    <dgm:pt modelId="{220D831A-EF45-8F46-B6AA-D86A46ED890B}" type="pres">
      <dgm:prSet presAssocID="{8CF95E14-F016-4979-8F9A-54ADB7815B58}" presName="noGeometry" presStyleCnt="0"/>
      <dgm:spPr/>
    </dgm:pt>
    <dgm:pt modelId="{4B8D6C0E-3C44-D04C-B7C0-4162F2900CD2}" type="pres">
      <dgm:prSet presAssocID="{8CF95E14-F016-4979-8F9A-54ADB7815B58}" presName="childTextVisible" presStyleLbl="bgAccFollowNode1" presStyleIdx="4" presStyleCnt="5">
        <dgm:presLayoutVars>
          <dgm:bulletEnabled val="1"/>
        </dgm:presLayoutVars>
      </dgm:prSet>
      <dgm:spPr/>
    </dgm:pt>
    <dgm:pt modelId="{AEC23836-9F2B-154B-962C-D5535AC896A0}" type="pres">
      <dgm:prSet presAssocID="{8CF95E14-F016-4979-8F9A-54ADB7815B58}" presName="childTextHidden" presStyleLbl="bgAccFollowNode1" presStyleIdx="4" presStyleCnt="5"/>
      <dgm:spPr/>
    </dgm:pt>
    <dgm:pt modelId="{DD7F9DB0-1F3E-724F-8C39-5E47C37C73B7}" type="pres">
      <dgm:prSet presAssocID="{8CF95E14-F016-4979-8F9A-54ADB7815B58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F7AEDB2F-0175-C64A-9EFB-8AB75EC1A09D}" type="presOf" srcId="{379F024B-31AA-4750-8615-09012F8D5E1F}" destId="{17980563-CA1A-1746-8E41-8CDE35E0659A}" srcOrd="0" destOrd="0" presId="urn:microsoft.com/office/officeart/2005/8/layout/hProcess6"/>
    <dgm:cxn modelId="{21121E4B-4CAC-43F7-A907-AE87B830E1D7}" srcId="{B948BEDD-7194-4FCA-A329-5E2741D4F51A}" destId="{B13B7065-AC9F-4B9F-A5AB-0AE93BB3C281}" srcOrd="0" destOrd="0" parTransId="{E88A79D7-FD53-4959-8537-C8343021C133}" sibTransId="{128DBD1A-8B9F-4027-8C80-776A6954E12E}"/>
    <dgm:cxn modelId="{B447BB5C-73B6-41A5-A592-486F1453AAA6}" srcId="{B948BEDD-7194-4FCA-A329-5E2741D4F51A}" destId="{8CF95E14-F016-4979-8F9A-54ADB7815B58}" srcOrd="4" destOrd="0" parTransId="{DABE9467-8E05-41B8-8668-6AC4D40C3E54}" sibTransId="{CE3FFB55-172F-4200-A06F-9BA835A6A205}"/>
    <dgm:cxn modelId="{DD6CF761-045D-9847-A414-C4CB2D4D270C}" type="presOf" srcId="{B13B7065-AC9F-4B9F-A5AB-0AE93BB3C281}" destId="{263B0D22-41E0-D646-929E-7F5B5596FE49}" srcOrd="0" destOrd="0" presId="urn:microsoft.com/office/officeart/2005/8/layout/hProcess6"/>
    <dgm:cxn modelId="{591D5463-AD51-294A-A27A-D6DA2B62FF80}" type="presOf" srcId="{BBBF6BD8-2A1B-44D1-A4B6-19C71233FC3C}" destId="{37A47A70-B85F-F545-9AE6-6680DCF07915}" srcOrd="0" destOrd="0" presId="urn:microsoft.com/office/officeart/2005/8/layout/hProcess6"/>
    <dgm:cxn modelId="{5E0CBA63-6B3D-B648-821A-284E9943212F}" type="presOf" srcId="{8CF95E14-F016-4979-8F9A-54ADB7815B58}" destId="{DD7F9DB0-1F3E-724F-8C39-5E47C37C73B7}" srcOrd="0" destOrd="0" presId="urn:microsoft.com/office/officeart/2005/8/layout/hProcess6"/>
    <dgm:cxn modelId="{DDB9C76A-118F-4390-AA0F-F54E0FD16E8E}" srcId="{B948BEDD-7194-4FCA-A329-5E2741D4F51A}" destId="{379F024B-31AA-4750-8615-09012F8D5E1F}" srcOrd="1" destOrd="0" parTransId="{3366B8C3-53EB-4CB7-BCF1-82F6A58F777C}" sibTransId="{C7062CA5-A9F1-4D4A-B5FE-2D4C04B134EE}"/>
    <dgm:cxn modelId="{6FE149A6-E8BE-4AC9-92E5-CA1BCA2E4BDE}" srcId="{B948BEDD-7194-4FCA-A329-5E2741D4F51A}" destId="{363CED42-47C7-4B04-A4AE-B41D9CDB05B3}" srcOrd="3" destOrd="0" parTransId="{D10C3057-F46D-47CE-B56C-669494FD6C16}" sibTransId="{9C4AEC65-52CC-4634-BD6B-5EFF9E9518BA}"/>
    <dgm:cxn modelId="{02EAFAB4-5074-445D-ABD2-D1AE76D06016}" srcId="{B948BEDD-7194-4FCA-A329-5E2741D4F51A}" destId="{BBBF6BD8-2A1B-44D1-A4B6-19C71233FC3C}" srcOrd="2" destOrd="0" parTransId="{E01306EB-B7BA-48A8-A344-68BC02B8C60A}" sibTransId="{E002B3E0-30DF-46D3-8522-212833884126}"/>
    <dgm:cxn modelId="{9962ECC8-5C29-0046-8415-A8043CFF2C27}" type="presOf" srcId="{B948BEDD-7194-4FCA-A329-5E2741D4F51A}" destId="{8E70F7B6-DCF3-344E-8D5E-E3274594D439}" srcOrd="0" destOrd="0" presId="urn:microsoft.com/office/officeart/2005/8/layout/hProcess6"/>
    <dgm:cxn modelId="{3A8DE0CB-8A09-6A45-9484-D88768DD0700}" type="presOf" srcId="{363CED42-47C7-4B04-A4AE-B41D9CDB05B3}" destId="{CD35296A-9402-3047-BEAF-C99D48A7D0BC}" srcOrd="0" destOrd="0" presId="urn:microsoft.com/office/officeart/2005/8/layout/hProcess6"/>
    <dgm:cxn modelId="{DF06D756-B554-F84B-9784-2069BD743500}" type="presParOf" srcId="{8E70F7B6-DCF3-344E-8D5E-E3274594D439}" destId="{989DF8DE-EAD3-4E43-B77A-07F18FC1718E}" srcOrd="0" destOrd="0" presId="urn:microsoft.com/office/officeart/2005/8/layout/hProcess6"/>
    <dgm:cxn modelId="{07805367-BEF4-E74F-9F85-4ADA455F7B66}" type="presParOf" srcId="{989DF8DE-EAD3-4E43-B77A-07F18FC1718E}" destId="{A85526FC-0C76-B34C-8C57-4C7BB49E8F31}" srcOrd="0" destOrd="0" presId="urn:microsoft.com/office/officeart/2005/8/layout/hProcess6"/>
    <dgm:cxn modelId="{4944AD7F-5877-D64B-B6F0-D10C9FC490DF}" type="presParOf" srcId="{989DF8DE-EAD3-4E43-B77A-07F18FC1718E}" destId="{91AE8A59-E981-C649-A6F4-458514730A1D}" srcOrd="1" destOrd="0" presId="urn:microsoft.com/office/officeart/2005/8/layout/hProcess6"/>
    <dgm:cxn modelId="{111795BB-A9A8-6E45-BC6A-B2DC56832A02}" type="presParOf" srcId="{989DF8DE-EAD3-4E43-B77A-07F18FC1718E}" destId="{967121CD-452C-664D-B0CB-D2542780331C}" srcOrd="2" destOrd="0" presId="urn:microsoft.com/office/officeart/2005/8/layout/hProcess6"/>
    <dgm:cxn modelId="{34021D61-4D06-EA4F-8B0E-E3A527B265FF}" type="presParOf" srcId="{989DF8DE-EAD3-4E43-B77A-07F18FC1718E}" destId="{263B0D22-41E0-D646-929E-7F5B5596FE49}" srcOrd="3" destOrd="0" presId="urn:microsoft.com/office/officeart/2005/8/layout/hProcess6"/>
    <dgm:cxn modelId="{0D65E2F2-96B2-2B4E-A496-9E9F03E7FF22}" type="presParOf" srcId="{8E70F7B6-DCF3-344E-8D5E-E3274594D439}" destId="{7DBB6700-A906-E54B-A2AF-8430E7216DCB}" srcOrd="1" destOrd="0" presId="urn:microsoft.com/office/officeart/2005/8/layout/hProcess6"/>
    <dgm:cxn modelId="{1F4237BF-F20C-0143-8E12-8273BB595220}" type="presParOf" srcId="{8E70F7B6-DCF3-344E-8D5E-E3274594D439}" destId="{B4090924-B831-CA4E-9F43-67577C42E633}" srcOrd="2" destOrd="0" presId="urn:microsoft.com/office/officeart/2005/8/layout/hProcess6"/>
    <dgm:cxn modelId="{DA0A75AF-B74F-FA40-AF43-04077B111921}" type="presParOf" srcId="{B4090924-B831-CA4E-9F43-67577C42E633}" destId="{B5A68605-2773-984F-9238-634BCBDE4592}" srcOrd="0" destOrd="0" presId="urn:microsoft.com/office/officeart/2005/8/layout/hProcess6"/>
    <dgm:cxn modelId="{D0DDA2EE-D2B9-704D-941E-7C0F3D2C4FDC}" type="presParOf" srcId="{B4090924-B831-CA4E-9F43-67577C42E633}" destId="{459F3171-F95F-3942-9E35-473BF0BDA6B9}" srcOrd="1" destOrd="0" presId="urn:microsoft.com/office/officeart/2005/8/layout/hProcess6"/>
    <dgm:cxn modelId="{607D6080-D0DF-AC44-AA66-35334289F505}" type="presParOf" srcId="{B4090924-B831-CA4E-9F43-67577C42E633}" destId="{275DE475-05F6-874F-A353-095DACD9794C}" srcOrd="2" destOrd="0" presId="urn:microsoft.com/office/officeart/2005/8/layout/hProcess6"/>
    <dgm:cxn modelId="{EE8CA9E4-4CF5-6441-960C-23DDF1A6CAEC}" type="presParOf" srcId="{B4090924-B831-CA4E-9F43-67577C42E633}" destId="{17980563-CA1A-1746-8E41-8CDE35E0659A}" srcOrd="3" destOrd="0" presId="urn:microsoft.com/office/officeart/2005/8/layout/hProcess6"/>
    <dgm:cxn modelId="{354C534A-C1B5-694D-92A7-3C8E249EC548}" type="presParOf" srcId="{8E70F7B6-DCF3-344E-8D5E-E3274594D439}" destId="{DC62BFF9-74B0-D541-A20C-C643B7D8682C}" srcOrd="3" destOrd="0" presId="urn:microsoft.com/office/officeart/2005/8/layout/hProcess6"/>
    <dgm:cxn modelId="{08B75BF0-FADB-724E-8FF6-04B8FC7A4D72}" type="presParOf" srcId="{8E70F7B6-DCF3-344E-8D5E-E3274594D439}" destId="{04C0B074-6777-4243-80FE-08ED5B444808}" srcOrd="4" destOrd="0" presId="urn:microsoft.com/office/officeart/2005/8/layout/hProcess6"/>
    <dgm:cxn modelId="{28DF8165-9CAC-684D-BD54-51EC60CABD5F}" type="presParOf" srcId="{04C0B074-6777-4243-80FE-08ED5B444808}" destId="{56CBD3DF-2968-0D4D-B05D-B2CF05953F15}" srcOrd="0" destOrd="0" presId="urn:microsoft.com/office/officeart/2005/8/layout/hProcess6"/>
    <dgm:cxn modelId="{47462F97-6C92-B54E-85E1-A45202C16E5F}" type="presParOf" srcId="{04C0B074-6777-4243-80FE-08ED5B444808}" destId="{973A974A-75CD-C54B-88F3-8F7E72EFCCF7}" srcOrd="1" destOrd="0" presId="urn:microsoft.com/office/officeart/2005/8/layout/hProcess6"/>
    <dgm:cxn modelId="{67AC21E5-437E-9A4D-BA4A-FD0FE27CEE8F}" type="presParOf" srcId="{04C0B074-6777-4243-80FE-08ED5B444808}" destId="{D1EFB273-31F4-9D45-8B5B-7550CF556EFF}" srcOrd="2" destOrd="0" presId="urn:microsoft.com/office/officeart/2005/8/layout/hProcess6"/>
    <dgm:cxn modelId="{CAE09643-7D29-1C47-902A-F4B690494A0E}" type="presParOf" srcId="{04C0B074-6777-4243-80FE-08ED5B444808}" destId="{37A47A70-B85F-F545-9AE6-6680DCF07915}" srcOrd="3" destOrd="0" presId="urn:microsoft.com/office/officeart/2005/8/layout/hProcess6"/>
    <dgm:cxn modelId="{E6FAA0B5-F045-1242-9EA0-EB899888F2A1}" type="presParOf" srcId="{8E70F7B6-DCF3-344E-8D5E-E3274594D439}" destId="{F8B56B85-D473-E149-AE5B-46D556D370B9}" srcOrd="5" destOrd="0" presId="urn:microsoft.com/office/officeart/2005/8/layout/hProcess6"/>
    <dgm:cxn modelId="{5C23147E-F25C-3143-88C0-D88988A3E3F9}" type="presParOf" srcId="{8E70F7B6-DCF3-344E-8D5E-E3274594D439}" destId="{0FD6CE2A-0385-A645-BF03-46A9AD367A33}" srcOrd="6" destOrd="0" presId="urn:microsoft.com/office/officeart/2005/8/layout/hProcess6"/>
    <dgm:cxn modelId="{34949BC9-B480-2544-AAC5-77CE5EB62BA2}" type="presParOf" srcId="{0FD6CE2A-0385-A645-BF03-46A9AD367A33}" destId="{43454419-A01C-E74B-BB17-A6EAC5610C1E}" srcOrd="0" destOrd="0" presId="urn:microsoft.com/office/officeart/2005/8/layout/hProcess6"/>
    <dgm:cxn modelId="{D64D9B0D-37B9-EF46-AF94-845865F72478}" type="presParOf" srcId="{0FD6CE2A-0385-A645-BF03-46A9AD367A33}" destId="{3665B5FA-9BD6-F24C-942D-D20CB3C931D3}" srcOrd="1" destOrd="0" presId="urn:microsoft.com/office/officeart/2005/8/layout/hProcess6"/>
    <dgm:cxn modelId="{BF1E83EC-951F-BA41-814C-47F6C08EF85E}" type="presParOf" srcId="{0FD6CE2A-0385-A645-BF03-46A9AD367A33}" destId="{4C24586B-1B20-F741-A9CA-E7D3ACF2AD29}" srcOrd="2" destOrd="0" presId="urn:microsoft.com/office/officeart/2005/8/layout/hProcess6"/>
    <dgm:cxn modelId="{09BB3EF4-BC81-1D45-B2EB-227FC3299382}" type="presParOf" srcId="{0FD6CE2A-0385-A645-BF03-46A9AD367A33}" destId="{CD35296A-9402-3047-BEAF-C99D48A7D0BC}" srcOrd="3" destOrd="0" presId="urn:microsoft.com/office/officeart/2005/8/layout/hProcess6"/>
    <dgm:cxn modelId="{4062361C-AACD-3F49-B629-177F66ED82B6}" type="presParOf" srcId="{8E70F7B6-DCF3-344E-8D5E-E3274594D439}" destId="{E23C6F66-E922-8242-B61B-5F4A893E00D6}" srcOrd="7" destOrd="0" presId="urn:microsoft.com/office/officeart/2005/8/layout/hProcess6"/>
    <dgm:cxn modelId="{ACF16F8D-2595-1E41-AEAE-D10F37915DC1}" type="presParOf" srcId="{8E70F7B6-DCF3-344E-8D5E-E3274594D439}" destId="{D4A157A3-0247-4E4E-87C7-92C5D4ACF94F}" srcOrd="8" destOrd="0" presId="urn:microsoft.com/office/officeart/2005/8/layout/hProcess6"/>
    <dgm:cxn modelId="{774F42D4-50CF-F540-AC29-38742B6BBAD0}" type="presParOf" srcId="{D4A157A3-0247-4E4E-87C7-92C5D4ACF94F}" destId="{220D831A-EF45-8F46-B6AA-D86A46ED890B}" srcOrd="0" destOrd="0" presId="urn:microsoft.com/office/officeart/2005/8/layout/hProcess6"/>
    <dgm:cxn modelId="{79A76959-4116-4146-A74C-F84B1A71D165}" type="presParOf" srcId="{D4A157A3-0247-4E4E-87C7-92C5D4ACF94F}" destId="{4B8D6C0E-3C44-D04C-B7C0-4162F2900CD2}" srcOrd="1" destOrd="0" presId="urn:microsoft.com/office/officeart/2005/8/layout/hProcess6"/>
    <dgm:cxn modelId="{EF687422-DE12-EB44-B336-3ABDD9134D31}" type="presParOf" srcId="{D4A157A3-0247-4E4E-87C7-92C5D4ACF94F}" destId="{AEC23836-9F2B-154B-962C-D5535AC896A0}" srcOrd="2" destOrd="0" presId="urn:microsoft.com/office/officeart/2005/8/layout/hProcess6"/>
    <dgm:cxn modelId="{71E9E69D-54F4-CF48-AE8B-B7AFCBF4A981}" type="presParOf" srcId="{D4A157A3-0247-4E4E-87C7-92C5D4ACF94F}" destId="{DD7F9DB0-1F3E-724F-8C39-5E47C37C73B7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9412F808-02DC-4D72-8974-4C148066ED5A}" type="doc">
      <dgm:prSet loTypeId="urn:microsoft.com/office/officeart/2008/layout/CircleAccentTimeline" qsTypeId="urn:microsoft.com/office/officeart/2005/8/quickstyle/simple2" csTypeId="urn:microsoft.com/office/officeart/2005/8/colors/accent1_2"/>
      <dgm:spPr/>
    </dgm:pt>
    <dgm:pt modelId="{97CC4A6A-027C-433C-AEA6-C65A86758AA9}">
      <dgm:prSet/>
      <dgm:spPr/>
      <dgm:t>
        <a:bodyPr/>
        <a:lstStyle/>
        <a:p>
          <a:r>
            <a:t>Discover</a:t>
          </a:r>
        </a:p>
      </dgm:t>
    </dgm:pt>
    <dgm:pt modelId="{4D0D9F51-3C6D-4D94-A614-B7F9FA8A3F44}" type="parTrans" cxnId="{8A7E84BB-334E-4F20-8020-AC5C48028692}">
      <dgm:prSet/>
      <dgm:spPr/>
      <dgm:t>
        <a:bodyPr/>
        <a:lstStyle/>
        <a:p>
          <a:endParaRPr/>
        </a:p>
      </dgm:t>
    </dgm:pt>
    <dgm:pt modelId="{72FE94FF-F6B9-41A5-BCDD-D460A9C4ED43}" type="sibTrans" cxnId="{8A7E84BB-334E-4F20-8020-AC5C48028692}">
      <dgm:prSet/>
      <dgm:spPr/>
      <dgm:t>
        <a:bodyPr/>
        <a:lstStyle/>
        <a:p>
          <a:endParaRPr/>
        </a:p>
      </dgm:t>
    </dgm:pt>
    <dgm:pt modelId="{EA7E0485-4DCB-438E-9A73-12B7ADBA9D8C}">
      <dgm:prSet/>
      <dgm:spPr/>
      <dgm:t>
        <a:bodyPr/>
        <a:lstStyle/>
        <a:p>
          <a:r>
            <a:t>Define</a:t>
          </a:r>
        </a:p>
      </dgm:t>
    </dgm:pt>
    <dgm:pt modelId="{79702EAE-F696-4A70-AEBC-25845674234F}" type="parTrans" cxnId="{C4930AE4-E6C8-433A-B0C2-A6DAAF526055}">
      <dgm:prSet/>
      <dgm:spPr/>
      <dgm:t>
        <a:bodyPr/>
        <a:lstStyle/>
        <a:p>
          <a:endParaRPr/>
        </a:p>
      </dgm:t>
    </dgm:pt>
    <dgm:pt modelId="{8AA6F1AC-5795-4D1F-96D9-959B2505037A}" type="sibTrans" cxnId="{C4930AE4-E6C8-433A-B0C2-A6DAAF526055}">
      <dgm:prSet/>
      <dgm:spPr/>
      <dgm:t>
        <a:bodyPr/>
        <a:lstStyle/>
        <a:p>
          <a:endParaRPr/>
        </a:p>
      </dgm:t>
    </dgm:pt>
    <dgm:pt modelId="{206D223C-8BFB-4350-87A2-15A4D6FFDDBB}">
      <dgm:prSet/>
      <dgm:spPr/>
      <dgm:t>
        <a:bodyPr/>
        <a:lstStyle/>
        <a:p>
          <a:r>
            <a:t>Build</a:t>
          </a:r>
        </a:p>
      </dgm:t>
    </dgm:pt>
    <dgm:pt modelId="{30F9F5D1-468D-4890-A956-E0B86CAB1598}" type="parTrans" cxnId="{017DED31-00B0-4B2A-8754-FAE8824F250F}">
      <dgm:prSet/>
      <dgm:spPr/>
      <dgm:t>
        <a:bodyPr/>
        <a:lstStyle/>
        <a:p>
          <a:endParaRPr/>
        </a:p>
      </dgm:t>
    </dgm:pt>
    <dgm:pt modelId="{443B9DF7-D455-4B98-A256-F4C197FAD8BA}" type="sibTrans" cxnId="{017DED31-00B0-4B2A-8754-FAE8824F250F}">
      <dgm:prSet/>
      <dgm:spPr/>
      <dgm:t>
        <a:bodyPr/>
        <a:lstStyle/>
        <a:p>
          <a:endParaRPr/>
        </a:p>
      </dgm:t>
    </dgm:pt>
    <dgm:pt modelId="{8EA75DE3-8D62-4191-94C6-3CE7CA094311}">
      <dgm:prSet/>
      <dgm:spPr/>
      <dgm:t>
        <a:bodyPr/>
        <a:lstStyle/>
        <a:p>
          <a:r>
            <a:t>Launch</a:t>
          </a:r>
        </a:p>
      </dgm:t>
    </dgm:pt>
    <dgm:pt modelId="{CAB24EF3-5FD5-48E8-8795-A7D7DF5E1B02}" type="parTrans" cxnId="{D07ADE41-3EC4-4018-9A98-7BC70BF474D4}">
      <dgm:prSet/>
      <dgm:spPr/>
      <dgm:t>
        <a:bodyPr/>
        <a:lstStyle/>
        <a:p>
          <a:endParaRPr/>
        </a:p>
      </dgm:t>
    </dgm:pt>
    <dgm:pt modelId="{EB7D76E6-1881-4B5E-A0EE-CBB68BD05E7D}" type="sibTrans" cxnId="{D07ADE41-3EC4-4018-9A98-7BC70BF474D4}">
      <dgm:prSet/>
      <dgm:spPr/>
      <dgm:t>
        <a:bodyPr/>
        <a:lstStyle/>
        <a:p>
          <a:endParaRPr/>
        </a:p>
      </dgm:t>
    </dgm:pt>
    <dgm:pt modelId="{75F43524-347C-43DC-AF7A-6E0AF6E93D1E}">
      <dgm:prSet/>
      <dgm:spPr/>
      <dgm:t>
        <a:bodyPr/>
        <a:lstStyle/>
        <a:p>
          <a:r>
            <a:t>Learn</a:t>
          </a:r>
        </a:p>
      </dgm:t>
    </dgm:pt>
    <dgm:pt modelId="{130372A0-1A91-4F94-91F0-9C1A5CF383EF}" type="parTrans" cxnId="{BF8C1309-3AF4-48E3-B845-B88E9B042046}">
      <dgm:prSet/>
      <dgm:spPr/>
      <dgm:t>
        <a:bodyPr/>
        <a:lstStyle/>
        <a:p>
          <a:endParaRPr/>
        </a:p>
      </dgm:t>
    </dgm:pt>
    <dgm:pt modelId="{5C91699F-05A9-44EC-9C64-17F53C7425C5}" type="sibTrans" cxnId="{BF8C1309-3AF4-48E3-B845-B88E9B042046}">
      <dgm:prSet/>
      <dgm:spPr/>
      <dgm:t>
        <a:bodyPr/>
        <a:lstStyle/>
        <a:p>
          <a:endParaRPr/>
        </a:p>
      </dgm:t>
    </dgm:pt>
    <dgm:pt modelId="{9ABCF4A0-C10B-0947-AC18-84CB3B79C59C}" type="pres">
      <dgm:prSet presAssocID="{9412F808-02DC-4D72-8974-4C148066ED5A}" presName="Name0" presStyleCnt="0">
        <dgm:presLayoutVars>
          <dgm:dir/>
        </dgm:presLayoutVars>
      </dgm:prSet>
      <dgm:spPr/>
    </dgm:pt>
    <dgm:pt modelId="{28B9F8D0-B00F-7043-A866-589A79FE0F5E}" type="pres">
      <dgm:prSet presAssocID="{97CC4A6A-027C-433C-AEA6-C65A86758AA9}" presName="parComposite" presStyleCnt="0"/>
      <dgm:spPr/>
    </dgm:pt>
    <dgm:pt modelId="{0776333F-DF17-8A45-861D-93F57BF215F3}" type="pres">
      <dgm:prSet presAssocID="{97CC4A6A-027C-433C-AEA6-C65A86758AA9}" presName="parBigCircle" presStyleLbl="node0" presStyleIdx="0" presStyleCnt="5"/>
      <dgm:spPr/>
    </dgm:pt>
    <dgm:pt modelId="{8C7AE866-31AF-FB4E-9CF8-DCB346658932}" type="pres">
      <dgm:prSet presAssocID="{97CC4A6A-027C-433C-AEA6-C65A86758AA9}" presName="parTx" presStyleLbl="revTx" presStyleIdx="0" presStyleCnt="5"/>
      <dgm:spPr/>
    </dgm:pt>
    <dgm:pt modelId="{28F5DF24-91AE-DE4B-8F90-D5136DDFDBBD}" type="pres">
      <dgm:prSet presAssocID="{97CC4A6A-027C-433C-AEA6-C65A86758AA9}" presName="bSpace" presStyleCnt="0"/>
      <dgm:spPr/>
    </dgm:pt>
    <dgm:pt modelId="{7B206F83-D3A7-0B45-9182-265B08880D9A}" type="pres">
      <dgm:prSet presAssocID="{97CC4A6A-027C-433C-AEA6-C65A86758AA9}" presName="parBackupNorm" presStyleCnt="0"/>
      <dgm:spPr/>
    </dgm:pt>
    <dgm:pt modelId="{616D5A5C-ABF3-5049-B078-DBBDAA17767F}" type="pres">
      <dgm:prSet presAssocID="{72FE94FF-F6B9-41A5-BCDD-D460A9C4ED43}" presName="parSpace" presStyleCnt="0"/>
      <dgm:spPr/>
    </dgm:pt>
    <dgm:pt modelId="{3A696018-2AD6-D840-A12E-5755D1B24439}" type="pres">
      <dgm:prSet presAssocID="{EA7E0485-4DCB-438E-9A73-12B7ADBA9D8C}" presName="parComposite" presStyleCnt="0"/>
      <dgm:spPr/>
    </dgm:pt>
    <dgm:pt modelId="{DA28499A-50DD-1944-947C-F1B2D7DD6614}" type="pres">
      <dgm:prSet presAssocID="{EA7E0485-4DCB-438E-9A73-12B7ADBA9D8C}" presName="parBigCircle" presStyleLbl="node0" presStyleIdx="1" presStyleCnt="5"/>
      <dgm:spPr/>
    </dgm:pt>
    <dgm:pt modelId="{76962DD5-8C8A-F540-93E6-48DA13EA4B5D}" type="pres">
      <dgm:prSet presAssocID="{EA7E0485-4DCB-438E-9A73-12B7ADBA9D8C}" presName="parTx" presStyleLbl="revTx" presStyleIdx="1" presStyleCnt="5"/>
      <dgm:spPr/>
    </dgm:pt>
    <dgm:pt modelId="{044A735F-EBD7-234B-8384-38377871DB67}" type="pres">
      <dgm:prSet presAssocID="{EA7E0485-4DCB-438E-9A73-12B7ADBA9D8C}" presName="bSpace" presStyleCnt="0"/>
      <dgm:spPr/>
    </dgm:pt>
    <dgm:pt modelId="{40F73858-E125-7D49-BAD3-C8E0A5453905}" type="pres">
      <dgm:prSet presAssocID="{EA7E0485-4DCB-438E-9A73-12B7ADBA9D8C}" presName="parBackupNorm" presStyleCnt="0"/>
      <dgm:spPr/>
    </dgm:pt>
    <dgm:pt modelId="{BA9293F2-4AB5-C34E-B507-C3E7EE71525C}" type="pres">
      <dgm:prSet presAssocID="{8AA6F1AC-5795-4D1F-96D9-959B2505037A}" presName="parSpace" presStyleCnt="0"/>
      <dgm:spPr/>
    </dgm:pt>
    <dgm:pt modelId="{A981C65E-1BD0-3040-9736-2C347348539E}" type="pres">
      <dgm:prSet presAssocID="{206D223C-8BFB-4350-87A2-15A4D6FFDDBB}" presName="parComposite" presStyleCnt="0"/>
      <dgm:spPr/>
    </dgm:pt>
    <dgm:pt modelId="{B0C64F49-C42D-B54D-8B76-7AD1D064CEB9}" type="pres">
      <dgm:prSet presAssocID="{206D223C-8BFB-4350-87A2-15A4D6FFDDBB}" presName="parBigCircle" presStyleLbl="node0" presStyleIdx="2" presStyleCnt="5"/>
      <dgm:spPr/>
    </dgm:pt>
    <dgm:pt modelId="{A764EE1F-77F5-3148-8268-27D1737AB91D}" type="pres">
      <dgm:prSet presAssocID="{206D223C-8BFB-4350-87A2-15A4D6FFDDBB}" presName="parTx" presStyleLbl="revTx" presStyleIdx="2" presStyleCnt="5"/>
      <dgm:spPr/>
    </dgm:pt>
    <dgm:pt modelId="{8C7FE0D3-8D9E-714C-B82A-7DBCB622E8B6}" type="pres">
      <dgm:prSet presAssocID="{206D223C-8BFB-4350-87A2-15A4D6FFDDBB}" presName="bSpace" presStyleCnt="0"/>
      <dgm:spPr/>
    </dgm:pt>
    <dgm:pt modelId="{B451A5C4-12E3-4441-A72B-AAC91EC57C2A}" type="pres">
      <dgm:prSet presAssocID="{206D223C-8BFB-4350-87A2-15A4D6FFDDBB}" presName="parBackupNorm" presStyleCnt="0"/>
      <dgm:spPr/>
    </dgm:pt>
    <dgm:pt modelId="{AC5C2B59-D149-2843-8DC9-039A7C906C6A}" type="pres">
      <dgm:prSet presAssocID="{443B9DF7-D455-4B98-A256-F4C197FAD8BA}" presName="parSpace" presStyleCnt="0"/>
      <dgm:spPr/>
    </dgm:pt>
    <dgm:pt modelId="{5746EAA2-2282-8642-BB07-2E9B8D587FFF}" type="pres">
      <dgm:prSet presAssocID="{8EA75DE3-8D62-4191-94C6-3CE7CA094311}" presName="parComposite" presStyleCnt="0"/>
      <dgm:spPr/>
    </dgm:pt>
    <dgm:pt modelId="{BB2EC076-8990-8D4F-89B7-1FF8DE783D10}" type="pres">
      <dgm:prSet presAssocID="{8EA75DE3-8D62-4191-94C6-3CE7CA094311}" presName="parBigCircle" presStyleLbl="node0" presStyleIdx="3" presStyleCnt="5"/>
      <dgm:spPr/>
    </dgm:pt>
    <dgm:pt modelId="{48866672-B000-4943-8526-7E7D1D2CA5B1}" type="pres">
      <dgm:prSet presAssocID="{8EA75DE3-8D62-4191-94C6-3CE7CA094311}" presName="parTx" presStyleLbl="revTx" presStyleIdx="3" presStyleCnt="5"/>
      <dgm:spPr/>
    </dgm:pt>
    <dgm:pt modelId="{C2951841-15A7-374D-B013-E2140624CDC8}" type="pres">
      <dgm:prSet presAssocID="{8EA75DE3-8D62-4191-94C6-3CE7CA094311}" presName="bSpace" presStyleCnt="0"/>
      <dgm:spPr/>
    </dgm:pt>
    <dgm:pt modelId="{4B4FC96C-1DE7-1747-B2EF-20C154023BAA}" type="pres">
      <dgm:prSet presAssocID="{8EA75DE3-8D62-4191-94C6-3CE7CA094311}" presName="parBackupNorm" presStyleCnt="0"/>
      <dgm:spPr/>
    </dgm:pt>
    <dgm:pt modelId="{D61B2C00-7478-4147-8C0B-D6129FE513AA}" type="pres">
      <dgm:prSet presAssocID="{EB7D76E6-1881-4B5E-A0EE-CBB68BD05E7D}" presName="parSpace" presStyleCnt="0"/>
      <dgm:spPr/>
    </dgm:pt>
    <dgm:pt modelId="{347781B4-408C-B44E-A1C7-BCFB17B592F7}" type="pres">
      <dgm:prSet presAssocID="{75F43524-347C-43DC-AF7A-6E0AF6E93D1E}" presName="parComposite" presStyleCnt="0"/>
      <dgm:spPr/>
    </dgm:pt>
    <dgm:pt modelId="{950936B7-426A-654A-86DD-9269D7DACA96}" type="pres">
      <dgm:prSet presAssocID="{75F43524-347C-43DC-AF7A-6E0AF6E93D1E}" presName="parBigCircle" presStyleLbl="node0" presStyleIdx="4" presStyleCnt="5"/>
      <dgm:spPr/>
    </dgm:pt>
    <dgm:pt modelId="{8E4DE81D-B628-C843-A5F3-F4A35F18CEF7}" type="pres">
      <dgm:prSet presAssocID="{75F43524-347C-43DC-AF7A-6E0AF6E93D1E}" presName="parTx" presStyleLbl="revTx" presStyleIdx="4" presStyleCnt="5"/>
      <dgm:spPr/>
    </dgm:pt>
    <dgm:pt modelId="{2C46DF16-6ECC-794D-A961-5A3ACADF03E6}" type="pres">
      <dgm:prSet presAssocID="{75F43524-347C-43DC-AF7A-6E0AF6E93D1E}" presName="bSpace" presStyleCnt="0"/>
      <dgm:spPr/>
    </dgm:pt>
    <dgm:pt modelId="{9A6476E5-29DB-564C-8553-2ED2AE9D3DD0}" type="pres">
      <dgm:prSet presAssocID="{75F43524-347C-43DC-AF7A-6E0AF6E93D1E}" presName="parBackupNorm" presStyleCnt="0"/>
      <dgm:spPr/>
    </dgm:pt>
    <dgm:pt modelId="{328BA08D-F225-C34A-839A-391A7A12D49C}" type="pres">
      <dgm:prSet presAssocID="{5C91699F-05A9-44EC-9C64-17F53C7425C5}" presName="parSpace" presStyleCnt="0"/>
      <dgm:spPr/>
    </dgm:pt>
  </dgm:ptLst>
  <dgm:cxnLst>
    <dgm:cxn modelId="{BF8C1309-3AF4-48E3-B845-B88E9B042046}" srcId="{9412F808-02DC-4D72-8974-4C148066ED5A}" destId="{75F43524-347C-43DC-AF7A-6E0AF6E93D1E}" srcOrd="4" destOrd="0" parTransId="{130372A0-1A91-4F94-91F0-9C1A5CF383EF}" sibTransId="{5C91699F-05A9-44EC-9C64-17F53C7425C5}"/>
    <dgm:cxn modelId="{017DED31-00B0-4B2A-8754-FAE8824F250F}" srcId="{9412F808-02DC-4D72-8974-4C148066ED5A}" destId="{206D223C-8BFB-4350-87A2-15A4D6FFDDBB}" srcOrd="2" destOrd="0" parTransId="{30F9F5D1-468D-4890-A956-E0B86CAB1598}" sibTransId="{443B9DF7-D455-4B98-A256-F4C197FAD8BA}"/>
    <dgm:cxn modelId="{D07ADE41-3EC4-4018-9A98-7BC70BF474D4}" srcId="{9412F808-02DC-4D72-8974-4C148066ED5A}" destId="{8EA75DE3-8D62-4191-94C6-3CE7CA094311}" srcOrd="3" destOrd="0" parTransId="{CAB24EF3-5FD5-48E8-8795-A7D7DF5E1B02}" sibTransId="{EB7D76E6-1881-4B5E-A0EE-CBB68BD05E7D}"/>
    <dgm:cxn modelId="{35AEB666-0D17-9D42-9399-701FAC71701C}" type="presOf" srcId="{EA7E0485-4DCB-438E-9A73-12B7ADBA9D8C}" destId="{76962DD5-8C8A-F540-93E6-48DA13EA4B5D}" srcOrd="0" destOrd="0" presId="urn:microsoft.com/office/officeart/2008/layout/CircleAccentTimeline"/>
    <dgm:cxn modelId="{EE4F0D85-83F3-5641-AF4A-96A807D425D2}" type="presOf" srcId="{9412F808-02DC-4D72-8974-4C148066ED5A}" destId="{9ABCF4A0-C10B-0947-AC18-84CB3B79C59C}" srcOrd="0" destOrd="0" presId="urn:microsoft.com/office/officeart/2008/layout/CircleAccentTimeline"/>
    <dgm:cxn modelId="{7C0E61A6-4FA7-6E4F-A46C-928E59EEC2B6}" type="presOf" srcId="{97CC4A6A-027C-433C-AEA6-C65A86758AA9}" destId="{8C7AE866-31AF-FB4E-9CF8-DCB346658932}" srcOrd="0" destOrd="0" presId="urn:microsoft.com/office/officeart/2008/layout/CircleAccentTimeline"/>
    <dgm:cxn modelId="{8A7E84BB-334E-4F20-8020-AC5C48028692}" srcId="{9412F808-02DC-4D72-8974-4C148066ED5A}" destId="{97CC4A6A-027C-433C-AEA6-C65A86758AA9}" srcOrd="0" destOrd="0" parTransId="{4D0D9F51-3C6D-4D94-A614-B7F9FA8A3F44}" sibTransId="{72FE94FF-F6B9-41A5-BCDD-D460A9C4ED43}"/>
    <dgm:cxn modelId="{5A52DECD-0420-8F45-A24C-CE52691686FE}" type="presOf" srcId="{206D223C-8BFB-4350-87A2-15A4D6FFDDBB}" destId="{A764EE1F-77F5-3148-8268-27D1737AB91D}" srcOrd="0" destOrd="0" presId="urn:microsoft.com/office/officeart/2008/layout/CircleAccentTimeline"/>
    <dgm:cxn modelId="{B7E98ADC-67B4-CF42-BF10-04E2F45D78C4}" type="presOf" srcId="{8EA75DE3-8D62-4191-94C6-3CE7CA094311}" destId="{48866672-B000-4943-8526-7E7D1D2CA5B1}" srcOrd="0" destOrd="0" presId="urn:microsoft.com/office/officeart/2008/layout/CircleAccentTimeline"/>
    <dgm:cxn modelId="{C4930AE4-E6C8-433A-B0C2-A6DAAF526055}" srcId="{9412F808-02DC-4D72-8974-4C148066ED5A}" destId="{EA7E0485-4DCB-438E-9A73-12B7ADBA9D8C}" srcOrd="1" destOrd="0" parTransId="{79702EAE-F696-4A70-AEBC-25845674234F}" sibTransId="{8AA6F1AC-5795-4D1F-96D9-959B2505037A}"/>
    <dgm:cxn modelId="{2A01D5F8-9D45-DD44-95C9-2364EC77E8C5}" type="presOf" srcId="{75F43524-347C-43DC-AF7A-6E0AF6E93D1E}" destId="{8E4DE81D-B628-C843-A5F3-F4A35F18CEF7}" srcOrd="0" destOrd="0" presId="urn:microsoft.com/office/officeart/2008/layout/CircleAccentTimeline"/>
    <dgm:cxn modelId="{21AE5B80-7B7C-C44D-88C5-3607892A0796}" type="presParOf" srcId="{9ABCF4A0-C10B-0947-AC18-84CB3B79C59C}" destId="{28B9F8D0-B00F-7043-A866-589A79FE0F5E}" srcOrd="0" destOrd="0" presId="urn:microsoft.com/office/officeart/2008/layout/CircleAccentTimeline"/>
    <dgm:cxn modelId="{0F02B41B-3F29-794A-A720-5A53ADB1CD42}" type="presParOf" srcId="{28B9F8D0-B00F-7043-A866-589A79FE0F5E}" destId="{0776333F-DF17-8A45-861D-93F57BF215F3}" srcOrd="0" destOrd="0" presId="urn:microsoft.com/office/officeart/2008/layout/CircleAccentTimeline"/>
    <dgm:cxn modelId="{C5D5FB28-AE17-B448-8D16-B048190EE4AC}" type="presParOf" srcId="{28B9F8D0-B00F-7043-A866-589A79FE0F5E}" destId="{8C7AE866-31AF-FB4E-9CF8-DCB346658932}" srcOrd="1" destOrd="0" presId="urn:microsoft.com/office/officeart/2008/layout/CircleAccentTimeline"/>
    <dgm:cxn modelId="{0C53BCE6-545D-814B-BF75-045A409E5D96}" type="presParOf" srcId="{28B9F8D0-B00F-7043-A866-589A79FE0F5E}" destId="{28F5DF24-91AE-DE4B-8F90-D5136DDFDBBD}" srcOrd="2" destOrd="0" presId="urn:microsoft.com/office/officeart/2008/layout/CircleAccentTimeline"/>
    <dgm:cxn modelId="{81F69526-85DD-954E-BC60-ED381D7A20C1}" type="presParOf" srcId="{9ABCF4A0-C10B-0947-AC18-84CB3B79C59C}" destId="{7B206F83-D3A7-0B45-9182-265B08880D9A}" srcOrd="1" destOrd="0" presId="urn:microsoft.com/office/officeart/2008/layout/CircleAccentTimeline"/>
    <dgm:cxn modelId="{2635D901-77A8-2541-91F0-56B9034706C3}" type="presParOf" srcId="{9ABCF4A0-C10B-0947-AC18-84CB3B79C59C}" destId="{616D5A5C-ABF3-5049-B078-DBBDAA17767F}" srcOrd="2" destOrd="0" presId="urn:microsoft.com/office/officeart/2008/layout/CircleAccentTimeline"/>
    <dgm:cxn modelId="{B2439AA5-F86B-8545-94D6-F20DA386EE86}" type="presParOf" srcId="{9ABCF4A0-C10B-0947-AC18-84CB3B79C59C}" destId="{3A696018-2AD6-D840-A12E-5755D1B24439}" srcOrd="3" destOrd="0" presId="urn:microsoft.com/office/officeart/2008/layout/CircleAccentTimeline"/>
    <dgm:cxn modelId="{D268971F-58AF-464C-B9E2-2A5ACD64ED56}" type="presParOf" srcId="{3A696018-2AD6-D840-A12E-5755D1B24439}" destId="{DA28499A-50DD-1944-947C-F1B2D7DD6614}" srcOrd="0" destOrd="0" presId="urn:microsoft.com/office/officeart/2008/layout/CircleAccentTimeline"/>
    <dgm:cxn modelId="{2960627E-A9BF-9C46-A277-99CE7C2D1D6C}" type="presParOf" srcId="{3A696018-2AD6-D840-A12E-5755D1B24439}" destId="{76962DD5-8C8A-F540-93E6-48DA13EA4B5D}" srcOrd="1" destOrd="0" presId="urn:microsoft.com/office/officeart/2008/layout/CircleAccentTimeline"/>
    <dgm:cxn modelId="{602C5EB2-F299-B542-AAD9-485D709388AE}" type="presParOf" srcId="{3A696018-2AD6-D840-A12E-5755D1B24439}" destId="{044A735F-EBD7-234B-8384-38377871DB67}" srcOrd="2" destOrd="0" presId="urn:microsoft.com/office/officeart/2008/layout/CircleAccentTimeline"/>
    <dgm:cxn modelId="{FB19D1C1-4490-9348-ADA6-1632EBF68CBD}" type="presParOf" srcId="{9ABCF4A0-C10B-0947-AC18-84CB3B79C59C}" destId="{40F73858-E125-7D49-BAD3-C8E0A5453905}" srcOrd="4" destOrd="0" presId="urn:microsoft.com/office/officeart/2008/layout/CircleAccentTimeline"/>
    <dgm:cxn modelId="{78576B5A-E4CB-C643-A314-2580FFDCB970}" type="presParOf" srcId="{9ABCF4A0-C10B-0947-AC18-84CB3B79C59C}" destId="{BA9293F2-4AB5-C34E-B507-C3E7EE71525C}" srcOrd="5" destOrd="0" presId="urn:microsoft.com/office/officeart/2008/layout/CircleAccentTimeline"/>
    <dgm:cxn modelId="{C9E1CCAD-5A33-F54E-9DFF-65304A663180}" type="presParOf" srcId="{9ABCF4A0-C10B-0947-AC18-84CB3B79C59C}" destId="{A981C65E-1BD0-3040-9736-2C347348539E}" srcOrd="6" destOrd="0" presId="urn:microsoft.com/office/officeart/2008/layout/CircleAccentTimeline"/>
    <dgm:cxn modelId="{C1D80665-21E9-3F41-985F-46094390DFD2}" type="presParOf" srcId="{A981C65E-1BD0-3040-9736-2C347348539E}" destId="{B0C64F49-C42D-B54D-8B76-7AD1D064CEB9}" srcOrd="0" destOrd="0" presId="urn:microsoft.com/office/officeart/2008/layout/CircleAccentTimeline"/>
    <dgm:cxn modelId="{889B661E-9634-0B48-8C45-84139EAC65F2}" type="presParOf" srcId="{A981C65E-1BD0-3040-9736-2C347348539E}" destId="{A764EE1F-77F5-3148-8268-27D1737AB91D}" srcOrd="1" destOrd="0" presId="urn:microsoft.com/office/officeart/2008/layout/CircleAccentTimeline"/>
    <dgm:cxn modelId="{34421B9D-1511-CB4E-B943-7BD3FBE76741}" type="presParOf" srcId="{A981C65E-1BD0-3040-9736-2C347348539E}" destId="{8C7FE0D3-8D9E-714C-B82A-7DBCB622E8B6}" srcOrd="2" destOrd="0" presId="urn:microsoft.com/office/officeart/2008/layout/CircleAccentTimeline"/>
    <dgm:cxn modelId="{73D20FE0-4F81-1C4E-951B-116B552DDF84}" type="presParOf" srcId="{9ABCF4A0-C10B-0947-AC18-84CB3B79C59C}" destId="{B451A5C4-12E3-4441-A72B-AAC91EC57C2A}" srcOrd="7" destOrd="0" presId="urn:microsoft.com/office/officeart/2008/layout/CircleAccentTimeline"/>
    <dgm:cxn modelId="{9B37D14A-F037-4047-979C-4447D9FE9A00}" type="presParOf" srcId="{9ABCF4A0-C10B-0947-AC18-84CB3B79C59C}" destId="{AC5C2B59-D149-2843-8DC9-039A7C906C6A}" srcOrd="8" destOrd="0" presId="urn:microsoft.com/office/officeart/2008/layout/CircleAccentTimeline"/>
    <dgm:cxn modelId="{B19C3596-6734-C24F-B891-93D552EA5213}" type="presParOf" srcId="{9ABCF4A0-C10B-0947-AC18-84CB3B79C59C}" destId="{5746EAA2-2282-8642-BB07-2E9B8D587FFF}" srcOrd="9" destOrd="0" presId="urn:microsoft.com/office/officeart/2008/layout/CircleAccentTimeline"/>
    <dgm:cxn modelId="{EBE2234A-9D60-0641-BBA7-F7727434C5D0}" type="presParOf" srcId="{5746EAA2-2282-8642-BB07-2E9B8D587FFF}" destId="{BB2EC076-8990-8D4F-89B7-1FF8DE783D10}" srcOrd="0" destOrd="0" presId="urn:microsoft.com/office/officeart/2008/layout/CircleAccentTimeline"/>
    <dgm:cxn modelId="{08A783F6-86C8-8843-8A60-FA7A09578654}" type="presParOf" srcId="{5746EAA2-2282-8642-BB07-2E9B8D587FFF}" destId="{48866672-B000-4943-8526-7E7D1D2CA5B1}" srcOrd="1" destOrd="0" presId="urn:microsoft.com/office/officeart/2008/layout/CircleAccentTimeline"/>
    <dgm:cxn modelId="{E4206E97-0ABF-B84C-A675-F8CCEAAF17A2}" type="presParOf" srcId="{5746EAA2-2282-8642-BB07-2E9B8D587FFF}" destId="{C2951841-15A7-374D-B013-E2140624CDC8}" srcOrd="2" destOrd="0" presId="urn:microsoft.com/office/officeart/2008/layout/CircleAccentTimeline"/>
    <dgm:cxn modelId="{B7EB5A6A-E19E-0248-8BF0-E731EBBC12B6}" type="presParOf" srcId="{9ABCF4A0-C10B-0947-AC18-84CB3B79C59C}" destId="{4B4FC96C-1DE7-1747-B2EF-20C154023BAA}" srcOrd="10" destOrd="0" presId="urn:microsoft.com/office/officeart/2008/layout/CircleAccentTimeline"/>
    <dgm:cxn modelId="{70D8821F-F703-6C46-AB3F-FE723ED63143}" type="presParOf" srcId="{9ABCF4A0-C10B-0947-AC18-84CB3B79C59C}" destId="{D61B2C00-7478-4147-8C0B-D6129FE513AA}" srcOrd="11" destOrd="0" presId="urn:microsoft.com/office/officeart/2008/layout/CircleAccentTimeline"/>
    <dgm:cxn modelId="{9B26DFE8-14E8-604E-9119-E0AFB9D86F9E}" type="presParOf" srcId="{9ABCF4A0-C10B-0947-AC18-84CB3B79C59C}" destId="{347781B4-408C-B44E-A1C7-BCFB17B592F7}" srcOrd="12" destOrd="0" presId="urn:microsoft.com/office/officeart/2008/layout/CircleAccentTimeline"/>
    <dgm:cxn modelId="{33E7FBFE-30CA-0C4F-A4C6-5D7EEA4D7800}" type="presParOf" srcId="{347781B4-408C-B44E-A1C7-BCFB17B592F7}" destId="{950936B7-426A-654A-86DD-9269D7DACA96}" srcOrd="0" destOrd="0" presId="urn:microsoft.com/office/officeart/2008/layout/CircleAccentTimeline"/>
    <dgm:cxn modelId="{FCECE0BC-EC9F-254A-997D-6B052F182CA7}" type="presParOf" srcId="{347781B4-408C-B44E-A1C7-BCFB17B592F7}" destId="{8E4DE81D-B628-C843-A5F3-F4A35F18CEF7}" srcOrd="1" destOrd="0" presId="urn:microsoft.com/office/officeart/2008/layout/CircleAccentTimeline"/>
    <dgm:cxn modelId="{C08DF8FF-E496-5842-A20D-379EC08F9230}" type="presParOf" srcId="{347781B4-408C-B44E-A1C7-BCFB17B592F7}" destId="{2C46DF16-6ECC-794D-A961-5A3ACADF03E6}" srcOrd="2" destOrd="0" presId="urn:microsoft.com/office/officeart/2008/layout/CircleAccentTimeline"/>
    <dgm:cxn modelId="{2BA94C9C-FEBE-9345-BC1B-2C3E657FF630}" type="presParOf" srcId="{9ABCF4A0-C10B-0947-AC18-84CB3B79C59C}" destId="{9A6476E5-29DB-564C-8553-2ED2AE9D3DD0}" srcOrd="13" destOrd="0" presId="urn:microsoft.com/office/officeart/2008/layout/CircleAccentTimeline"/>
    <dgm:cxn modelId="{C4FDEDFF-84CF-6444-8201-762A73CBE6E6}" type="presParOf" srcId="{9ABCF4A0-C10B-0947-AC18-84CB3B79C59C}" destId="{328BA08D-F225-C34A-839A-391A7A12D49C}" srcOrd="14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32590745-583F-4015-ADA2-CA51B0CECACE}" type="doc">
      <dgm:prSet loTypeId="urn:microsoft.com/office/officeart/2005/8/layout/hProcess11" qsTypeId="urn:microsoft.com/office/officeart/2005/8/quickstyle/simple2" csTypeId="urn:microsoft.com/office/officeart/2005/8/colors/accent1_2"/>
      <dgm:spPr/>
    </dgm:pt>
    <dgm:pt modelId="{CB308CC5-D3A7-46BB-926E-0D271583167D}">
      <dgm:prSet/>
      <dgm:spPr/>
      <dgm:t>
        <a:bodyPr/>
        <a:lstStyle/>
        <a:p>
          <a:r>
            <a:t>Discover</a:t>
          </a:r>
        </a:p>
      </dgm:t>
    </dgm:pt>
    <dgm:pt modelId="{2D274300-D641-4FB4-97E7-07E9A365323E}" type="parTrans" cxnId="{44CCD16C-F2FA-4AF8-8BB1-8F0B3F7A85D1}">
      <dgm:prSet/>
      <dgm:spPr/>
      <dgm:t>
        <a:bodyPr/>
        <a:lstStyle/>
        <a:p>
          <a:endParaRPr/>
        </a:p>
      </dgm:t>
    </dgm:pt>
    <dgm:pt modelId="{909A15E0-97E2-494D-8601-0771768BC0BC}" type="sibTrans" cxnId="{44CCD16C-F2FA-4AF8-8BB1-8F0B3F7A85D1}">
      <dgm:prSet/>
      <dgm:spPr/>
      <dgm:t>
        <a:bodyPr/>
        <a:lstStyle/>
        <a:p>
          <a:endParaRPr/>
        </a:p>
      </dgm:t>
    </dgm:pt>
    <dgm:pt modelId="{67AEAB0C-866D-421A-A2F7-A13027DC18FC}">
      <dgm:prSet/>
      <dgm:spPr/>
      <dgm:t>
        <a:bodyPr/>
        <a:lstStyle/>
        <a:p>
          <a:r>
            <a:t>Define</a:t>
          </a:r>
        </a:p>
      </dgm:t>
    </dgm:pt>
    <dgm:pt modelId="{F1AFA77F-DE51-4DFA-B0AF-35E79A7A133F}" type="parTrans" cxnId="{09B8256E-676D-4FBA-B46E-16A6160A8B94}">
      <dgm:prSet/>
      <dgm:spPr/>
      <dgm:t>
        <a:bodyPr/>
        <a:lstStyle/>
        <a:p>
          <a:endParaRPr/>
        </a:p>
      </dgm:t>
    </dgm:pt>
    <dgm:pt modelId="{C35DAD6F-79FD-4573-AB67-750E7F47A2DF}" type="sibTrans" cxnId="{09B8256E-676D-4FBA-B46E-16A6160A8B94}">
      <dgm:prSet/>
      <dgm:spPr/>
      <dgm:t>
        <a:bodyPr/>
        <a:lstStyle/>
        <a:p>
          <a:endParaRPr/>
        </a:p>
      </dgm:t>
    </dgm:pt>
    <dgm:pt modelId="{02971EF9-B52C-4C55-9E5C-712151F54112}">
      <dgm:prSet/>
      <dgm:spPr/>
      <dgm:t>
        <a:bodyPr/>
        <a:lstStyle/>
        <a:p>
          <a:r>
            <a:t>Build</a:t>
          </a:r>
        </a:p>
      </dgm:t>
    </dgm:pt>
    <dgm:pt modelId="{A48DA2F9-B3AE-4475-AD0A-0362DF7FBF52}" type="parTrans" cxnId="{1E239665-1483-48FB-B7C1-DFBC1E7762C6}">
      <dgm:prSet/>
      <dgm:spPr/>
      <dgm:t>
        <a:bodyPr/>
        <a:lstStyle/>
        <a:p>
          <a:endParaRPr/>
        </a:p>
      </dgm:t>
    </dgm:pt>
    <dgm:pt modelId="{733A5FEB-D6A9-498E-96C5-21178A11ECE1}" type="sibTrans" cxnId="{1E239665-1483-48FB-B7C1-DFBC1E7762C6}">
      <dgm:prSet/>
      <dgm:spPr/>
      <dgm:t>
        <a:bodyPr/>
        <a:lstStyle/>
        <a:p>
          <a:endParaRPr/>
        </a:p>
      </dgm:t>
    </dgm:pt>
    <dgm:pt modelId="{57CA6E1E-C57E-4664-A8B2-0BEDD55CF6CE}">
      <dgm:prSet/>
      <dgm:spPr/>
      <dgm:t>
        <a:bodyPr/>
        <a:lstStyle/>
        <a:p>
          <a:r>
            <a:t>Launch</a:t>
          </a:r>
        </a:p>
      </dgm:t>
    </dgm:pt>
    <dgm:pt modelId="{A39C5E7F-17FA-4A77-B7D3-DA7DA432C2F3}" type="parTrans" cxnId="{9B9B4E13-F9CA-4E11-91B1-EC94652333A5}">
      <dgm:prSet/>
      <dgm:spPr/>
      <dgm:t>
        <a:bodyPr/>
        <a:lstStyle/>
        <a:p>
          <a:endParaRPr/>
        </a:p>
      </dgm:t>
    </dgm:pt>
    <dgm:pt modelId="{6AE81B01-0643-40E7-8E0D-AA20762F7968}" type="sibTrans" cxnId="{9B9B4E13-F9CA-4E11-91B1-EC94652333A5}">
      <dgm:prSet/>
      <dgm:spPr/>
      <dgm:t>
        <a:bodyPr/>
        <a:lstStyle/>
        <a:p>
          <a:endParaRPr/>
        </a:p>
      </dgm:t>
    </dgm:pt>
    <dgm:pt modelId="{694BF445-0CA7-4FE4-9AD4-6EE9FBE9D283}">
      <dgm:prSet/>
      <dgm:spPr/>
      <dgm:t>
        <a:bodyPr/>
        <a:lstStyle/>
        <a:p>
          <a:r>
            <a:t>Learn</a:t>
          </a:r>
        </a:p>
      </dgm:t>
    </dgm:pt>
    <dgm:pt modelId="{6A1F8A29-2E7F-4464-85E2-B9BF1273FB99}" type="parTrans" cxnId="{134565D6-A283-43CD-9CC8-F8DA6342446B}">
      <dgm:prSet/>
      <dgm:spPr/>
      <dgm:t>
        <a:bodyPr/>
        <a:lstStyle/>
        <a:p>
          <a:endParaRPr/>
        </a:p>
      </dgm:t>
    </dgm:pt>
    <dgm:pt modelId="{E40F6B34-9FEE-4E2F-9AEB-28222A01CDEC}" type="sibTrans" cxnId="{134565D6-A283-43CD-9CC8-F8DA6342446B}">
      <dgm:prSet/>
      <dgm:spPr/>
      <dgm:t>
        <a:bodyPr/>
        <a:lstStyle/>
        <a:p>
          <a:endParaRPr/>
        </a:p>
      </dgm:t>
    </dgm:pt>
    <dgm:pt modelId="{6106C4E6-C879-2D45-ABA1-B132FCC3DA36}" type="pres">
      <dgm:prSet presAssocID="{32590745-583F-4015-ADA2-CA51B0CECACE}" presName="Name0" presStyleCnt="0">
        <dgm:presLayoutVars>
          <dgm:dir/>
          <dgm:resizeHandles val="exact"/>
        </dgm:presLayoutVars>
      </dgm:prSet>
      <dgm:spPr/>
    </dgm:pt>
    <dgm:pt modelId="{4CDFC2CD-0B34-894C-AD93-3286FEBF1F87}" type="pres">
      <dgm:prSet presAssocID="{32590745-583F-4015-ADA2-CA51B0CECACE}" presName="arrow" presStyleLbl="bgShp" presStyleIdx="0" presStyleCnt="1"/>
      <dgm:spPr/>
    </dgm:pt>
    <dgm:pt modelId="{75355F53-8875-874D-8C51-4FD1CEA7619B}" type="pres">
      <dgm:prSet presAssocID="{32590745-583F-4015-ADA2-CA51B0CECACE}" presName="points" presStyleCnt="0"/>
      <dgm:spPr/>
    </dgm:pt>
    <dgm:pt modelId="{F1E94742-7222-1844-ADD8-F17B9586913B}" type="pres">
      <dgm:prSet presAssocID="{CB308CC5-D3A7-46BB-926E-0D271583167D}" presName="compositeA" presStyleCnt="0"/>
      <dgm:spPr/>
    </dgm:pt>
    <dgm:pt modelId="{24108800-09F3-DE4D-ACDA-D5A808508787}" type="pres">
      <dgm:prSet presAssocID="{CB308CC5-D3A7-46BB-926E-0D271583167D}" presName="textA" presStyleLbl="revTx" presStyleIdx="0" presStyleCnt="5">
        <dgm:presLayoutVars>
          <dgm:bulletEnabled val="1"/>
        </dgm:presLayoutVars>
      </dgm:prSet>
      <dgm:spPr/>
    </dgm:pt>
    <dgm:pt modelId="{57BEEE47-6D85-7040-889A-C30D956EF514}" type="pres">
      <dgm:prSet presAssocID="{CB308CC5-D3A7-46BB-926E-0D271583167D}" presName="circleA" presStyleLbl="node1" presStyleIdx="0" presStyleCnt="5"/>
      <dgm:spPr/>
    </dgm:pt>
    <dgm:pt modelId="{79940687-B9D2-964B-9D2F-D935BF495B59}" type="pres">
      <dgm:prSet presAssocID="{CB308CC5-D3A7-46BB-926E-0D271583167D}" presName="spaceA" presStyleCnt="0"/>
      <dgm:spPr/>
    </dgm:pt>
    <dgm:pt modelId="{43E6457F-8C5D-9846-8AA8-2936119EAE7D}" type="pres">
      <dgm:prSet presAssocID="{909A15E0-97E2-494D-8601-0771768BC0BC}" presName="space" presStyleCnt="0"/>
      <dgm:spPr/>
    </dgm:pt>
    <dgm:pt modelId="{889A4765-C873-F84E-BA03-1C5C01B4B154}" type="pres">
      <dgm:prSet presAssocID="{67AEAB0C-866D-421A-A2F7-A13027DC18FC}" presName="compositeB" presStyleCnt="0"/>
      <dgm:spPr/>
    </dgm:pt>
    <dgm:pt modelId="{3E99EA4F-1FF0-A54B-B586-B62F09E2BA25}" type="pres">
      <dgm:prSet presAssocID="{67AEAB0C-866D-421A-A2F7-A13027DC18FC}" presName="textB" presStyleLbl="revTx" presStyleIdx="1" presStyleCnt="5">
        <dgm:presLayoutVars>
          <dgm:bulletEnabled val="1"/>
        </dgm:presLayoutVars>
      </dgm:prSet>
      <dgm:spPr/>
    </dgm:pt>
    <dgm:pt modelId="{E2B995BC-2478-CC49-B582-B17488D1EC64}" type="pres">
      <dgm:prSet presAssocID="{67AEAB0C-866D-421A-A2F7-A13027DC18FC}" presName="circleB" presStyleLbl="node1" presStyleIdx="1" presStyleCnt="5"/>
      <dgm:spPr/>
    </dgm:pt>
    <dgm:pt modelId="{18389505-AEE2-F749-A150-6BAD988F90BD}" type="pres">
      <dgm:prSet presAssocID="{67AEAB0C-866D-421A-A2F7-A13027DC18FC}" presName="spaceB" presStyleCnt="0"/>
      <dgm:spPr/>
    </dgm:pt>
    <dgm:pt modelId="{9A8298A1-A369-4442-B581-B6A83ADBBB31}" type="pres">
      <dgm:prSet presAssocID="{C35DAD6F-79FD-4573-AB67-750E7F47A2DF}" presName="space" presStyleCnt="0"/>
      <dgm:spPr/>
    </dgm:pt>
    <dgm:pt modelId="{91E9638E-2C45-244A-9631-46722F95163A}" type="pres">
      <dgm:prSet presAssocID="{02971EF9-B52C-4C55-9E5C-712151F54112}" presName="compositeA" presStyleCnt="0"/>
      <dgm:spPr/>
    </dgm:pt>
    <dgm:pt modelId="{E696812D-0F69-BB47-AF75-338EF58D81E3}" type="pres">
      <dgm:prSet presAssocID="{02971EF9-B52C-4C55-9E5C-712151F54112}" presName="textA" presStyleLbl="revTx" presStyleIdx="2" presStyleCnt="5">
        <dgm:presLayoutVars>
          <dgm:bulletEnabled val="1"/>
        </dgm:presLayoutVars>
      </dgm:prSet>
      <dgm:spPr/>
    </dgm:pt>
    <dgm:pt modelId="{4ED2551B-867D-E24A-AC70-85315F79E457}" type="pres">
      <dgm:prSet presAssocID="{02971EF9-B52C-4C55-9E5C-712151F54112}" presName="circleA" presStyleLbl="node1" presStyleIdx="2" presStyleCnt="5"/>
      <dgm:spPr/>
    </dgm:pt>
    <dgm:pt modelId="{93A7AA51-FE76-B646-ADF1-FA47CAE4DE4E}" type="pres">
      <dgm:prSet presAssocID="{02971EF9-B52C-4C55-9E5C-712151F54112}" presName="spaceA" presStyleCnt="0"/>
      <dgm:spPr/>
    </dgm:pt>
    <dgm:pt modelId="{E1B8492D-4572-0948-9FD4-893803667289}" type="pres">
      <dgm:prSet presAssocID="{733A5FEB-D6A9-498E-96C5-21178A11ECE1}" presName="space" presStyleCnt="0"/>
      <dgm:spPr/>
    </dgm:pt>
    <dgm:pt modelId="{1ACFA1A1-B05E-2547-863C-35CECA1AB3D2}" type="pres">
      <dgm:prSet presAssocID="{57CA6E1E-C57E-4664-A8B2-0BEDD55CF6CE}" presName="compositeB" presStyleCnt="0"/>
      <dgm:spPr/>
    </dgm:pt>
    <dgm:pt modelId="{6FDEA956-2886-F546-9491-659F83B406BA}" type="pres">
      <dgm:prSet presAssocID="{57CA6E1E-C57E-4664-A8B2-0BEDD55CF6CE}" presName="textB" presStyleLbl="revTx" presStyleIdx="3" presStyleCnt="5">
        <dgm:presLayoutVars>
          <dgm:bulletEnabled val="1"/>
        </dgm:presLayoutVars>
      </dgm:prSet>
      <dgm:spPr/>
    </dgm:pt>
    <dgm:pt modelId="{E3755B95-2C9D-E646-9774-D74E34F3EEBC}" type="pres">
      <dgm:prSet presAssocID="{57CA6E1E-C57E-4664-A8B2-0BEDD55CF6CE}" presName="circleB" presStyleLbl="node1" presStyleIdx="3" presStyleCnt="5"/>
      <dgm:spPr/>
    </dgm:pt>
    <dgm:pt modelId="{928B2CA9-33DC-0749-8D6F-7DF7AED046CD}" type="pres">
      <dgm:prSet presAssocID="{57CA6E1E-C57E-4664-A8B2-0BEDD55CF6CE}" presName="spaceB" presStyleCnt="0"/>
      <dgm:spPr/>
    </dgm:pt>
    <dgm:pt modelId="{BD2D1634-A944-4648-B8AE-3754075FD6AC}" type="pres">
      <dgm:prSet presAssocID="{6AE81B01-0643-40E7-8E0D-AA20762F7968}" presName="space" presStyleCnt="0"/>
      <dgm:spPr/>
    </dgm:pt>
    <dgm:pt modelId="{AB2FEF2A-EEE9-794D-80E8-7EA74658DEB3}" type="pres">
      <dgm:prSet presAssocID="{694BF445-0CA7-4FE4-9AD4-6EE9FBE9D283}" presName="compositeA" presStyleCnt="0"/>
      <dgm:spPr/>
    </dgm:pt>
    <dgm:pt modelId="{ECA0BDA0-5B9C-DA43-ACB5-740A774D7030}" type="pres">
      <dgm:prSet presAssocID="{694BF445-0CA7-4FE4-9AD4-6EE9FBE9D283}" presName="textA" presStyleLbl="revTx" presStyleIdx="4" presStyleCnt="5">
        <dgm:presLayoutVars>
          <dgm:bulletEnabled val="1"/>
        </dgm:presLayoutVars>
      </dgm:prSet>
      <dgm:spPr/>
    </dgm:pt>
    <dgm:pt modelId="{333AEC7F-6CF7-1549-AF84-B2C4E89DFB9D}" type="pres">
      <dgm:prSet presAssocID="{694BF445-0CA7-4FE4-9AD4-6EE9FBE9D283}" presName="circleA" presStyleLbl="node1" presStyleIdx="4" presStyleCnt="5"/>
      <dgm:spPr/>
    </dgm:pt>
    <dgm:pt modelId="{CC9AE1E9-D4ED-9A4D-AA27-573F7F2CEDD8}" type="pres">
      <dgm:prSet presAssocID="{694BF445-0CA7-4FE4-9AD4-6EE9FBE9D283}" presName="spaceA" presStyleCnt="0"/>
      <dgm:spPr/>
    </dgm:pt>
  </dgm:ptLst>
  <dgm:cxnLst>
    <dgm:cxn modelId="{EE0B3511-E535-4342-BD2F-DF65D7B3CD8F}" type="presOf" srcId="{67AEAB0C-866D-421A-A2F7-A13027DC18FC}" destId="{3E99EA4F-1FF0-A54B-B586-B62F09E2BA25}" srcOrd="0" destOrd="0" presId="urn:microsoft.com/office/officeart/2005/8/layout/hProcess11"/>
    <dgm:cxn modelId="{9B9B4E13-F9CA-4E11-91B1-EC94652333A5}" srcId="{32590745-583F-4015-ADA2-CA51B0CECACE}" destId="{57CA6E1E-C57E-4664-A8B2-0BEDD55CF6CE}" srcOrd="3" destOrd="0" parTransId="{A39C5E7F-17FA-4A77-B7D3-DA7DA432C2F3}" sibTransId="{6AE81B01-0643-40E7-8E0D-AA20762F7968}"/>
    <dgm:cxn modelId="{50ACA931-2053-CB4D-AE96-8C1919A71404}" type="presOf" srcId="{02971EF9-B52C-4C55-9E5C-712151F54112}" destId="{E696812D-0F69-BB47-AF75-338EF58D81E3}" srcOrd="0" destOrd="0" presId="urn:microsoft.com/office/officeart/2005/8/layout/hProcess11"/>
    <dgm:cxn modelId="{2CA35C42-FE06-6F46-974A-D45B91B79647}" type="presOf" srcId="{32590745-583F-4015-ADA2-CA51B0CECACE}" destId="{6106C4E6-C879-2D45-ABA1-B132FCC3DA36}" srcOrd="0" destOrd="0" presId="urn:microsoft.com/office/officeart/2005/8/layout/hProcess11"/>
    <dgm:cxn modelId="{140A535F-5A9E-B44B-94A0-98C71AA593CA}" type="presOf" srcId="{57CA6E1E-C57E-4664-A8B2-0BEDD55CF6CE}" destId="{6FDEA956-2886-F546-9491-659F83B406BA}" srcOrd="0" destOrd="0" presId="urn:microsoft.com/office/officeart/2005/8/layout/hProcess11"/>
    <dgm:cxn modelId="{1E239665-1483-48FB-B7C1-DFBC1E7762C6}" srcId="{32590745-583F-4015-ADA2-CA51B0CECACE}" destId="{02971EF9-B52C-4C55-9E5C-712151F54112}" srcOrd="2" destOrd="0" parTransId="{A48DA2F9-B3AE-4475-AD0A-0362DF7FBF52}" sibTransId="{733A5FEB-D6A9-498E-96C5-21178A11ECE1}"/>
    <dgm:cxn modelId="{44CCD16C-F2FA-4AF8-8BB1-8F0B3F7A85D1}" srcId="{32590745-583F-4015-ADA2-CA51B0CECACE}" destId="{CB308CC5-D3A7-46BB-926E-0D271583167D}" srcOrd="0" destOrd="0" parTransId="{2D274300-D641-4FB4-97E7-07E9A365323E}" sibTransId="{909A15E0-97E2-494D-8601-0771768BC0BC}"/>
    <dgm:cxn modelId="{09B8256E-676D-4FBA-B46E-16A6160A8B94}" srcId="{32590745-583F-4015-ADA2-CA51B0CECACE}" destId="{67AEAB0C-866D-421A-A2F7-A13027DC18FC}" srcOrd="1" destOrd="0" parTransId="{F1AFA77F-DE51-4DFA-B0AF-35E79A7A133F}" sibTransId="{C35DAD6F-79FD-4573-AB67-750E7F47A2DF}"/>
    <dgm:cxn modelId="{0D1512A6-8C7F-824D-9A96-002EE9BA9F47}" type="presOf" srcId="{694BF445-0CA7-4FE4-9AD4-6EE9FBE9D283}" destId="{ECA0BDA0-5B9C-DA43-ACB5-740A774D7030}" srcOrd="0" destOrd="0" presId="urn:microsoft.com/office/officeart/2005/8/layout/hProcess11"/>
    <dgm:cxn modelId="{FDAD48B5-153D-0240-874D-C9B437E03A66}" type="presOf" srcId="{CB308CC5-D3A7-46BB-926E-0D271583167D}" destId="{24108800-09F3-DE4D-ACDA-D5A808508787}" srcOrd="0" destOrd="0" presId="urn:microsoft.com/office/officeart/2005/8/layout/hProcess11"/>
    <dgm:cxn modelId="{134565D6-A283-43CD-9CC8-F8DA6342446B}" srcId="{32590745-583F-4015-ADA2-CA51B0CECACE}" destId="{694BF445-0CA7-4FE4-9AD4-6EE9FBE9D283}" srcOrd="4" destOrd="0" parTransId="{6A1F8A29-2E7F-4464-85E2-B9BF1273FB99}" sibTransId="{E40F6B34-9FEE-4E2F-9AEB-28222A01CDEC}"/>
    <dgm:cxn modelId="{50BFBE1D-4D36-FF4D-A738-E61A4B5BD746}" type="presParOf" srcId="{6106C4E6-C879-2D45-ABA1-B132FCC3DA36}" destId="{4CDFC2CD-0B34-894C-AD93-3286FEBF1F87}" srcOrd="0" destOrd="0" presId="urn:microsoft.com/office/officeart/2005/8/layout/hProcess11"/>
    <dgm:cxn modelId="{B6249FA1-3717-F143-A72C-1ED75848D563}" type="presParOf" srcId="{6106C4E6-C879-2D45-ABA1-B132FCC3DA36}" destId="{75355F53-8875-874D-8C51-4FD1CEA7619B}" srcOrd="1" destOrd="0" presId="urn:microsoft.com/office/officeart/2005/8/layout/hProcess11"/>
    <dgm:cxn modelId="{49A3EF4D-246C-F64B-B4D7-87CDD6E5F796}" type="presParOf" srcId="{75355F53-8875-874D-8C51-4FD1CEA7619B}" destId="{F1E94742-7222-1844-ADD8-F17B9586913B}" srcOrd="0" destOrd="0" presId="urn:microsoft.com/office/officeart/2005/8/layout/hProcess11"/>
    <dgm:cxn modelId="{2F5FFCF8-ACF5-4246-8D93-9B6F31212E1F}" type="presParOf" srcId="{F1E94742-7222-1844-ADD8-F17B9586913B}" destId="{24108800-09F3-DE4D-ACDA-D5A808508787}" srcOrd="0" destOrd="0" presId="urn:microsoft.com/office/officeart/2005/8/layout/hProcess11"/>
    <dgm:cxn modelId="{36D3C6B6-2EB0-4D49-B134-8859FE568AAB}" type="presParOf" srcId="{F1E94742-7222-1844-ADD8-F17B9586913B}" destId="{57BEEE47-6D85-7040-889A-C30D956EF514}" srcOrd="1" destOrd="0" presId="urn:microsoft.com/office/officeart/2005/8/layout/hProcess11"/>
    <dgm:cxn modelId="{5609F3AA-43D4-EC40-B118-84E1B2F13EF1}" type="presParOf" srcId="{F1E94742-7222-1844-ADD8-F17B9586913B}" destId="{79940687-B9D2-964B-9D2F-D935BF495B59}" srcOrd="2" destOrd="0" presId="urn:microsoft.com/office/officeart/2005/8/layout/hProcess11"/>
    <dgm:cxn modelId="{0DE951A1-DA2C-484E-83D4-540508FD3023}" type="presParOf" srcId="{75355F53-8875-874D-8C51-4FD1CEA7619B}" destId="{43E6457F-8C5D-9846-8AA8-2936119EAE7D}" srcOrd="1" destOrd="0" presId="urn:microsoft.com/office/officeart/2005/8/layout/hProcess11"/>
    <dgm:cxn modelId="{8C1464E4-88FE-A745-BF97-73DEDFA1C730}" type="presParOf" srcId="{75355F53-8875-874D-8C51-4FD1CEA7619B}" destId="{889A4765-C873-F84E-BA03-1C5C01B4B154}" srcOrd="2" destOrd="0" presId="urn:microsoft.com/office/officeart/2005/8/layout/hProcess11"/>
    <dgm:cxn modelId="{06A23109-9255-5840-9DBA-AF698D8493A2}" type="presParOf" srcId="{889A4765-C873-F84E-BA03-1C5C01B4B154}" destId="{3E99EA4F-1FF0-A54B-B586-B62F09E2BA25}" srcOrd="0" destOrd="0" presId="urn:microsoft.com/office/officeart/2005/8/layout/hProcess11"/>
    <dgm:cxn modelId="{466AFD7C-9634-934C-8843-2C772D43FF4C}" type="presParOf" srcId="{889A4765-C873-F84E-BA03-1C5C01B4B154}" destId="{E2B995BC-2478-CC49-B582-B17488D1EC64}" srcOrd="1" destOrd="0" presId="urn:microsoft.com/office/officeart/2005/8/layout/hProcess11"/>
    <dgm:cxn modelId="{BC7038CA-7DEA-A44B-8C5F-632CFA196547}" type="presParOf" srcId="{889A4765-C873-F84E-BA03-1C5C01B4B154}" destId="{18389505-AEE2-F749-A150-6BAD988F90BD}" srcOrd="2" destOrd="0" presId="urn:microsoft.com/office/officeart/2005/8/layout/hProcess11"/>
    <dgm:cxn modelId="{C54636C0-05D9-C24E-9490-4DB16AE3076E}" type="presParOf" srcId="{75355F53-8875-874D-8C51-4FD1CEA7619B}" destId="{9A8298A1-A369-4442-B581-B6A83ADBBB31}" srcOrd="3" destOrd="0" presId="urn:microsoft.com/office/officeart/2005/8/layout/hProcess11"/>
    <dgm:cxn modelId="{AF88D68D-EFA6-C644-818B-ECD8D4D2315C}" type="presParOf" srcId="{75355F53-8875-874D-8C51-4FD1CEA7619B}" destId="{91E9638E-2C45-244A-9631-46722F95163A}" srcOrd="4" destOrd="0" presId="urn:microsoft.com/office/officeart/2005/8/layout/hProcess11"/>
    <dgm:cxn modelId="{FDB9A862-C0BB-8749-BE51-B30EEDFD4781}" type="presParOf" srcId="{91E9638E-2C45-244A-9631-46722F95163A}" destId="{E696812D-0F69-BB47-AF75-338EF58D81E3}" srcOrd="0" destOrd="0" presId="urn:microsoft.com/office/officeart/2005/8/layout/hProcess11"/>
    <dgm:cxn modelId="{BCF62F88-3111-084C-A59F-C177B1216559}" type="presParOf" srcId="{91E9638E-2C45-244A-9631-46722F95163A}" destId="{4ED2551B-867D-E24A-AC70-85315F79E457}" srcOrd="1" destOrd="0" presId="urn:microsoft.com/office/officeart/2005/8/layout/hProcess11"/>
    <dgm:cxn modelId="{AE17D777-F9C7-1446-A622-81F2F6AF1055}" type="presParOf" srcId="{91E9638E-2C45-244A-9631-46722F95163A}" destId="{93A7AA51-FE76-B646-ADF1-FA47CAE4DE4E}" srcOrd="2" destOrd="0" presId="urn:microsoft.com/office/officeart/2005/8/layout/hProcess11"/>
    <dgm:cxn modelId="{78081CD4-BE3B-EA4A-8CDF-C8F6AED46460}" type="presParOf" srcId="{75355F53-8875-874D-8C51-4FD1CEA7619B}" destId="{E1B8492D-4572-0948-9FD4-893803667289}" srcOrd="5" destOrd="0" presId="urn:microsoft.com/office/officeart/2005/8/layout/hProcess11"/>
    <dgm:cxn modelId="{BA925DBC-26B4-F945-8628-67D068C6B250}" type="presParOf" srcId="{75355F53-8875-874D-8C51-4FD1CEA7619B}" destId="{1ACFA1A1-B05E-2547-863C-35CECA1AB3D2}" srcOrd="6" destOrd="0" presId="urn:microsoft.com/office/officeart/2005/8/layout/hProcess11"/>
    <dgm:cxn modelId="{BC4360B5-454F-D04F-995A-12B395041F4D}" type="presParOf" srcId="{1ACFA1A1-B05E-2547-863C-35CECA1AB3D2}" destId="{6FDEA956-2886-F546-9491-659F83B406BA}" srcOrd="0" destOrd="0" presId="urn:microsoft.com/office/officeart/2005/8/layout/hProcess11"/>
    <dgm:cxn modelId="{E1FAE77E-E398-B74D-8DED-E050095AE226}" type="presParOf" srcId="{1ACFA1A1-B05E-2547-863C-35CECA1AB3D2}" destId="{E3755B95-2C9D-E646-9774-D74E34F3EEBC}" srcOrd="1" destOrd="0" presId="urn:microsoft.com/office/officeart/2005/8/layout/hProcess11"/>
    <dgm:cxn modelId="{D0EF12F3-D91D-D740-904F-039944B607A9}" type="presParOf" srcId="{1ACFA1A1-B05E-2547-863C-35CECA1AB3D2}" destId="{928B2CA9-33DC-0749-8D6F-7DF7AED046CD}" srcOrd="2" destOrd="0" presId="urn:microsoft.com/office/officeart/2005/8/layout/hProcess11"/>
    <dgm:cxn modelId="{13740FEE-2132-7545-AD15-600D7798F874}" type="presParOf" srcId="{75355F53-8875-874D-8C51-4FD1CEA7619B}" destId="{BD2D1634-A944-4648-B8AE-3754075FD6AC}" srcOrd="7" destOrd="0" presId="urn:microsoft.com/office/officeart/2005/8/layout/hProcess11"/>
    <dgm:cxn modelId="{1E1CD9AC-85B4-0145-85F5-62766015107E}" type="presParOf" srcId="{75355F53-8875-874D-8C51-4FD1CEA7619B}" destId="{AB2FEF2A-EEE9-794D-80E8-7EA74658DEB3}" srcOrd="8" destOrd="0" presId="urn:microsoft.com/office/officeart/2005/8/layout/hProcess11"/>
    <dgm:cxn modelId="{8C7F72C7-7AFD-C643-9B94-DD52EF9825D3}" type="presParOf" srcId="{AB2FEF2A-EEE9-794D-80E8-7EA74658DEB3}" destId="{ECA0BDA0-5B9C-DA43-ACB5-740A774D7030}" srcOrd="0" destOrd="0" presId="urn:microsoft.com/office/officeart/2005/8/layout/hProcess11"/>
    <dgm:cxn modelId="{EAD33BFB-22FF-6148-A188-7FD0B8A6DC19}" type="presParOf" srcId="{AB2FEF2A-EEE9-794D-80E8-7EA74658DEB3}" destId="{333AEC7F-6CF7-1549-AF84-B2C4E89DFB9D}" srcOrd="1" destOrd="0" presId="urn:microsoft.com/office/officeart/2005/8/layout/hProcess11"/>
    <dgm:cxn modelId="{7EFA1571-5ABF-DC4E-8D75-4AE59243CA2A}" type="presParOf" srcId="{AB2FEF2A-EEE9-794D-80E8-7EA74658DEB3}" destId="{CC9AE1E9-D4ED-9A4D-AA27-573F7F2CEDD8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965F73BC-26AF-4BF6-AFFC-1DD16206A033}" type="doc">
      <dgm:prSet loTypeId="urn:microsoft.com/office/officeart/2011/layout/CircleProcess" qsTypeId="urn:microsoft.com/office/officeart/2005/8/quickstyle/simple2" csTypeId="urn:microsoft.com/office/officeart/2005/8/colors/accent1_2"/>
      <dgm:spPr/>
    </dgm:pt>
    <dgm:pt modelId="{5692F02C-DC0E-4ADF-8351-6E55CF52DD78}">
      <dgm:prSet/>
      <dgm:spPr/>
      <dgm:t>
        <a:bodyPr/>
        <a:lstStyle/>
        <a:p>
          <a:r>
            <a:t>Discover</a:t>
          </a:r>
        </a:p>
      </dgm:t>
    </dgm:pt>
    <dgm:pt modelId="{B7AEC0B9-3326-4E71-B12E-DF3BA383B1C0}" type="parTrans" cxnId="{35A50271-F208-4365-B2CA-6496DE7631B4}">
      <dgm:prSet/>
      <dgm:spPr/>
      <dgm:t>
        <a:bodyPr/>
        <a:lstStyle/>
        <a:p>
          <a:endParaRPr/>
        </a:p>
      </dgm:t>
    </dgm:pt>
    <dgm:pt modelId="{EAA420BE-2FA4-4D46-8C8F-41E67DAE2D17}" type="sibTrans" cxnId="{35A50271-F208-4365-B2CA-6496DE7631B4}">
      <dgm:prSet/>
      <dgm:spPr/>
      <dgm:t>
        <a:bodyPr/>
        <a:lstStyle/>
        <a:p>
          <a:endParaRPr/>
        </a:p>
      </dgm:t>
    </dgm:pt>
    <dgm:pt modelId="{5B0735FD-0BDD-4213-85AC-6D61C8271CFC}">
      <dgm:prSet/>
      <dgm:spPr/>
      <dgm:t>
        <a:bodyPr/>
        <a:lstStyle/>
        <a:p>
          <a:r>
            <a:t>Define</a:t>
          </a:r>
        </a:p>
      </dgm:t>
    </dgm:pt>
    <dgm:pt modelId="{4E4EBAA6-8C93-404C-A532-2DD985B7C3A3}" type="parTrans" cxnId="{7017320C-9250-403E-A0AF-EF05E159D73C}">
      <dgm:prSet/>
      <dgm:spPr/>
      <dgm:t>
        <a:bodyPr/>
        <a:lstStyle/>
        <a:p>
          <a:endParaRPr/>
        </a:p>
      </dgm:t>
    </dgm:pt>
    <dgm:pt modelId="{7AAE4EBD-48CA-427E-ACE9-5257235591D3}" type="sibTrans" cxnId="{7017320C-9250-403E-A0AF-EF05E159D73C}">
      <dgm:prSet/>
      <dgm:spPr/>
      <dgm:t>
        <a:bodyPr/>
        <a:lstStyle/>
        <a:p>
          <a:endParaRPr/>
        </a:p>
      </dgm:t>
    </dgm:pt>
    <dgm:pt modelId="{C78B10EE-2F60-4EC1-B16A-FCDB0716DE84}">
      <dgm:prSet/>
      <dgm:spPr/>
      <dgm:t>
        <a:bodyPr/>
        <a:lstStyle/>
        <a:p>
          <a:r>
            <a:t>Build</a:t>
          </a:r>
        </a:p>
      </dgm:t>
    </dgm:pt>
    <dgm:pt modelId="{1B4E4AA6-62F3-4BC1-B3FA-A2BF0D41C42F}" type="parTrans" cxnId="{13B8BAA6-8CAB-41DF-AA34-82BEE09C29AA}">
      <dgm:prSet/>
      <dgm:spPr/>
      <dgm:t>
        <a:bodyPr/>
        <a:lstStyle/>
        <a:p>
          <a:endParaRPr/>
        </a:p>
      </dgm:t>
    </dgm:pt>
    <dgm:pt modelId="{FC0BD544-60F4-49EA-B12B-31EE9701D4CD}" type="sibTrans" cxnId="{13B8BAA6-8CAB-41DF-AA34-82BEE09C29AA}">
      <dgm:prSet/>
      <dgm:spPr/>
      <dgm:t>
        <a:bodyPr/>
        <a:lstStyle/>
        <a:p>
          <a:endParaRPr/>
        </a:p>
      </dgm:t>
    </dgm:pt>
    <dgm:pt modelId="{9CE5FFD7-1444-41E0-B510-8B836E7AFF36}">
      <dgm:prSet/>
      <dgm:spPr/>
      <dgm:t>
        <a:bodyPr/>
        <a:lstStyle/>
        <a:p>
          <a:r>
            <a:t>Launch</a:t>
          </a:r>
        </a:p>
      </dgm:t>
    </dgm:pt>
    <dgm:pt modelId="{DE10EC7E-D0D8-40E4-A678-2AC45422A4AD}" type="parTrans" cxnId="{3D0346C2-792C-4B58-A2B0-7070E525A3C5}">
      <dgm:prSet/>
      <dgm:spPr/>
      <dgm:t>
        <a:bodyPr/>
        <a:lstStyle/>
        <a:p>
          <a:endParaRPr/>
        </a:p>
      </dgm:t>
    </dgm:pt>
    <dgm:pt modelId="{CA6198FC-D41B-4AB7-ADD4-EB66EE6E7D89}" type="sibTrans" cxnId="{3D0346C2-792C-4B58-A2B0-7070E525A3C5}">
      <dgm:prSet/>
      <dgm:spPr/>
      <dgm:t>
        <a:bodyPr/>
        <a:lstStyle/>
        <a:p>
          <a:endParaRPr/>
        </a:p>
      </dgm:t>
    </dgm:pt>
    <dgm:pt modelId="{1B5F7552-B4CA-4A9A-9228-F8B0A1A8ED12}">
      <dgm:prSet/>
      <dgm:spPr/>
      <dgm:t>
        <a:bodyPr/>
        <a:lstStyle/>
        <a:p>
          <a:r>
            <a:t>Learn</a:t>
          </a:r>
        </a:p>
      </dgm:t>
    </dgm:pt>
    <dgm:pt modelId="{72B8B780-D064-472C-84D3-56DB34710070}" type="parTrans" cxnId="{7EB42A20-3A68-4F31-8F0F-59015B0B979A}">
      <dgm:prSet/>
      <dgm:spPr/>
      <dgm:t>
        <a:bodyPr/>
        <a:lstStyle/>
        <a:p>
          <a:endParaRPr/>
        </a:p>
      </dgm:t>
    </dgm:pt>
    <dgm:pt modelId="{31D15AF1-15E9-4ED6-A4A8-00D461852721}" type="sibTrans" cxnId="{7EB42A20-3A68-4F31-8F0F-59015B0B979A}">
      <dgm:prSet/>
      <dgm:spPr/>
      <dgm:t>
        <a:bodyPr/>
        <a:lstStyle/>
        <a:p>
          <a:endParaRPr/>
        </a:p>
      </dgm:t>
    </dgm:pt>
    <dgm:pt modelId="{10510F4D-F836-7747-B7CB-C88AEF419E15}" type="pres">
      <dgm:prSet presAssocID="{965F73BC-26AF-4BF6-AFFC-1DD16206A033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FFD15992-1008-3745-BBFE-B2E5EE318DC5}" type="pres">
      <dgm:prSet presAssocID="{1B5F7552-B4CA-4A9A-9228-F8B0A1A8ED12}" presName="Accent5" presStyleCnt="0"/>
      <dgm:spPr/>
    </dgm:pt>
    <dgm:pt modelId="{980755D7-CAA7-804F-B721-B079D33360E6}" type="pres">
      <dgm:prSet presAssocID="{1B5F7552-B4CA-4A9A-9228-F8B0A1A8ED12}" presName="Accent" presStyleLbl="node1" presStyleIdx="0" presStyleCnt="5"/>
      <dgm:spPr/>
    </dgm:pt>
    <dgm:pt modelId="{E05C542C-31E7-574D-9BCF-C6FF5D3D44A5}" type="pres">
      <dgm:prSet presAssocID="{1B5F7552-B4CA-4A9A-9228-F8B0A1A8ED12}" presName="ParentBackground5" presStyleCnt="0"/>
      <dgm:spPr/>
    </dgm:pt>
    <dgm:pt modelId="{DE468704-6C07-0D40-B0B1-870537C4C7AB}" type="pres">
      <dgm:prSet presAssocID="{1B5F7552-B4CA-4A9A-9228-F8B0A1A8ED12}" presName="ParentBackground" presStyleLbl="fgAcc1" presStyleIdx="0" presStyleCnt="5"/>
      <dgm:spPr/>
    </dgm:pt>
    <dgm:pt modelId="{1A4AD0AB-8EA7-2A48-A286-233C865FCFFA}" type="pres">
      <dgm:prSet presAssocID="{1B5F7552-B4CA-4A9A-9228-F8B0A1A8ED12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6D2C2CB-FC9E-3B45-91DF-50414B566392}" type="pres">
      <dgm:prSet presAssocID="{9CE5FFD7-1444-41E0-B510-8B836E7AFF36}" presName="Accent4" presStyleCnt="0"/>
      <dgm:spPr/>
    </dgm:pt>
    <dgm:pt modelId="{7B09D3BA-4354-2644-B43E-F637FF537A0C}" type="pres">
      <dgm:prSet presAssocID="{9CE5FFD7-1444-41E0-B510-8B836E7AFF36}" presName="Accent" presStyleLbl="node1" presStyleIdx="1" presStyleCnt="5"/>
      <dgm:spPr/>
    </dgm:pt>
    <dgm:pt modelId="{10A96F4E-4B05-BA4A-9489-37254FFB5645}" type="pres">
      <dgm:prSet presAssocID="{9CE5FFD7-1444-41E0-B510-8B836E7AFF36}" presName="ParentBackground4" presStyleCnt="0"/>
      <dgm:spPr/>
    </dgm:pt>
    <dgm:pt modelId="{28FE30B8-A641-7943-A4EA-FBE217D41354}" type="pres">
      <dgm:prSet presAssocID="{9CE5FFD7-1444-41E0-B510-8B836E7AFF36}" presName="ParentBackground" presStyleLbl="fgAcc1" presStyleIdx="1" presStyleCnt="5"/>
      <dgm:spPr/>
    </dgm:pt>
    <dgm:pt modelId="{04B91266-0290-F040-BBC6-E4936A450F81}" type="pres">
      <dgm:prSet presAssocID="{9CE5FFD7-1444-41E0-B510-8B836E7AFF36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6C1E326-8965-1F47-B0E0-ECB5166CE409}" type="pres">
      <dgm:prSet presAssocID="{C78B10EE-2F60-4EC1-B16A-FCDB0716DE84}" presName="Accent3" presStyleCnt="0"/>
      <dgm:spPr/>
    </dgm:pt>
    <dgm:pt modelId="{B0E8304C-AFA9-0A48-BD7F-3D3975F5E814}" type="pres">
      <dgm:prSet presAssocID="{C78B10EE-2F60-4EC1-B16A-FCDB0716DE84}" presName="Accent" presStyleLbl="node1" presStyleIdx="2" presStyleCnt="5"/>
      <dgm:spPr/>
    </dgm:pt>
    <dgm:pt modelId="{48693F66-23C6-E444-B9E3-81C875286797}" type="pres">
      <dgm:prSet presAssocID="{C78B10EE-2F60-4EC1-B16A-FCDB0716DE84}" presName="ParentBackground3" presStyleCnt="0"/>
      <dgm:spPr/>
    </dgm:pt>
    <dgm:pt modelId="{3FCBBB14-622B-1345-B249-12DED3AA1F72}" type="pres">
      <dgm:prSet presAssocID="{C78B10EE-2F60-4EC1-B16A-FCDB0716DE84}" presName="ParentBackground" presStyleLbl="fgAcc1" presStyleIdx="2" presStyleCnt="5"/>
      <dgm:spPr/>
    </dgm:pt>
    <dgm:pt modelId="{E4D426E6-8EFF-4946-AF07-35EBFEDD14F1}" type="pres">
      <dgm:prSet presAssocID="{C78B10EE-2F60-4EC1-B16A-FCDB0716DE84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C80BE74-D202-C041-A907-914EABFF4D85}" type="pres">
      <dgm:prSet presAssocID="{5B0735FD-0BDD-4213-85AC-6D61C8271CFC}" presName="Accent2" presStyleCnt="0"/>
      <dgm:spPr/>
    </dgm:pt>
    <dgm:pt modelId="{65111440-F5C2-FE44-927C-6F9FD726ED19}" type="pres">
      <dgm:prSet presAssocID="{5B0735FD-0BDD-4213-85AC-6D61C8271CFC}" presName="Accent" presStyleLbl="node1" presStyleIdx="3" presStyleCnt="5"/>
      <dgm:spPr/>
    </dgm:pt>
    <dgm:pt modelId="{35A7CE1D-7C66-0B48-AC89-E1CD0EA6689A}" type="pres">
      <dgm:prSet presAssocID="{5B0735FD-0BDD-4213-85AC-6D61C8271CFC}" presName="ParentBackground2" presStyleCnt="0"/>
      <dgm:spPr/>
    </dgm:pt>
    <dgm:pt modelId="{7AC8EC59-6520-9F43-911C-7D1EB1D55246}" type="pres">
      <dgm:prSet presAssocID="{5B0735FD-0BDD-4213-85AC-6D61C8271CFC}" presName="ParentBackground" presStyleLbl="fgAcc1" presStyleIdx="3" presStyleCnt="5"/>
      <dgm:spPr/>
    </dgm:pt>
    <dgm:pt modelId="{C7E35F95-E6E9-D843-AEC2-63EF58CBA020}" type="pres">
      <dgm:prSet presAssocID="{5B0735FD-0BDD-4213-85AC-6D61C8271CFC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F1E4627C-298F-E046-895E-3725E7167DB0}" type="pres">
      <dgm:prSet presAssocID="{5692F02C-DC0E-4ADF-8351-6E55CF52DD78}" presName="Accent1" presStyleCnt="0"/>
      <dgm:spPr/>
    </dgm:pt>
    <dgm:pt modelId="{59EFF719-C8FB-DF4E-B5AD-D5E59B9AA3A7}" type="pres">
      <dgm:prSet presAssocID="{5692F02C-DC0E-4ADF-8351-6E55CF52DD78}" presName="Accent" presStyleLbl="node1" presStyleIdx="4" presStyleCnt="5"/>
      <dgm:spPr/>
    </dgm:pt>
    <dgm:pt modelId="{92708709-BDAF-A547-AFF0-59EC0BE667A4}" type="pres">
      <dgm:prSet presAssocID="{5692F02C-DC0E-4ADF-8351-6E55CF52DD78}" presName="ParentBackground1" presStyleCnt="0"/>
      <dgm:spPr/>
    </dgm:pt>
    <dgm:pt modelId="{D518AE11-A681-574A-9630-8C5B1133B0D4}" type="pres">
      <dgm:prSet presAssocID="{5692F02C-DC0E-4ADF-8351-6E55CF52DD78}" presName="ParentBackground" presStyleLbl="fgAcc1" presStyleIdx="4" presStyleCnt="5"/>
      <dgm:spPr/>
    </dgm:pt>
    <dgm:pt modelId="{12660044-549B-2C4B-BCE8-22EB89AEC0A6}" type="pres">
      <dgm:prSet presAssocID="{5692F02C-DC0E-4ADF-8351-6E55CF52DD78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9692ED01-6CF4-6F4D-8704-25DB80356E1B}" type="presOf" srcId="{9CE5FFD7-1444-41E0-B510-8B836E7AFF36}" destId="{28FE30B8-A641-7943-A4EA-FBE217D41354}" srcOrd="0" destOrd="0" presId="urn:microsoft.com/office/officeart/2011/layout/CircleProcess"/>
    <dgm:cxn modelId="{0AAD6A0A-1E04-724D-A73E-85FD07571760}" type="presOf" srcId="{C78B10EE-2F60-4EC1-B16A-FCDB0716DE84}" destId="{3FCBBB14-622B-1345-B249-12DED3AA1F72}" srcOrd="0" destOrd="0" presId="urn:microsoft.com/office/officeart/2011/layout/CircleProcess"/>
    <dgm:cxn modelId="{7017320C-9250-403E-A0AF-EF05E159D73C}" srcId="{965F73BC-26AF-4BF6-AFFC-1DD16206A033}" destId="{5B0735FD-0BDD-4213-85AC-6D61C8271CFC}" srcOrd="1" destOrd="0" parTransId="{4E4EBAA6-8C93-404C-A532-2DD985B7C3A3}" sibTransId="{7AAE4EBD-48CA-427E-ACE9-5257235591D3}"/>
    <dgm:cxn modelId="{7EB42A20-3A68-4F31-8F0F-59015B0B979A}" srcId="{965F73BC-26AF-4BF6-AFFC-1DD16206A033}" destId="{1B5F7552-B4CA-4A9A-9228-F8B0A1A8ED12}" srcOrd="4" destOrd="0" parTransId="{72B8B780-D064-472C-84D3-56DB34710070}" sibTransId="{31D15AF1-15E9-4ED6-A4A8-00D461852721}"/>
    <dgm:cxn modelId="{6C1ACA26-E2CD-2D46-98E1-4EED4A71C1FA}" type="presOf" srcId="{1B5F7552-B4CA-4A9A-9228-F8B0A1A8ED12}" destId="{1A4AD0AB-8EA7-2A48-A286-233C865FCFFA}" srcOrd="1" destOrd="0" presId="urn:microsoft.com/office/officeart/2011/layout/CircleProcess"/>
    <dgm:cxn modelId="{279F0F44-7ED3-6E44-9E47-969D663E85FA}" type="presOf" srcId="{5692F02C-DC0E-4ADF-8351-6E55CF52DD78}" destId="{12660044-549B-2C4B-BCE8-22EB89AEC0A6}" srcOrd="1" destOrd="0" presId="urn:microsoft.com/office/officeart/2011/layout/CircleProcess"/>
    <dgm:cxn modelId="{6B887F4F-27E8-E441-B6C2-8CDDE2AD2E5B}" type="presOf" srcId="{965F73BC-26AF-4BF6-AFFC-1DD16206A033}" destId="{10510F4D-F836-7747-B7CB-C88AEF419E15}" srcOrd="0" destOrd="0" presId="urn:microsoft.com/office/officeart/2011/layout/CircleProcess"/>
    <dgm:cxn modelId="{35A50271-F208-4365-B2CA-6496DE7631B4}" srcId="{965F73BC-26AF-4BF6-AFFC-1DD16206A033}" destId="{5692F02C-DC0E-4ADF-8351-6E55CF52DD78}" srcOrd="0" destOrd="0" parTransId="{B7AEC0B9-3326-4E71-B12E-DF3BA383B1C0}" sibTransId="{EAA420BE-2FA4-4D46-8C8F-41E67DAE2D17}"/>
    <dgm:cxn modelId="{425BF57E-A0E8-F04B-AFF8-CADA73A77947}" type="presOf" srcId="{9CE5FFD7-1444-41E0-B510-8B836E7AFF36}" destId="{04B91266-0290-F040-BBC6-E4936A450F81}" srcOrd="1" destOrd="0" presId="urn:microsoft.com/office/officeart/2011/layout/CircleProcess"/>
    <dgm:cxn modelId="{22100483-ADB6-3541-A727-FF1E95F4C581}" type="presOf" srcId="{5692F02C-DC0E-4ADF-8351-6E55CF52DD78}" destId="{D518AE11-A681-574A-9630-8C5B1133B0D4}" srcOrd="0" destOrd="0" presId="urn:microsoft.com/office/officeart/2011/layout/CircleProcess"/>
    <dgm:cxn modelId="{5FDA7196-4AE5-DE44-B72D-79DA53BB4029}" type="presOf" srcId="{1B5F7552-B4CA-4A9A-9228-F8B0A1A8ED12}" destId="{DE468704-6C07-0D40-B0B1-870537C4C7AB}" srcOrd="0" destOrd="0" presId="urn:microsoft.com/office/officeart/2011/layout/CircleProcess"/>
    <dgm:cxn modelId="{13B8BAA6-8CAB-41DF-AA34-82BEE09C29AA}" srcId="{965F73BC-26AF-4BF6-AFFC-1DD16206A033}" destId="{C78B10EE-2F60-4EC1-B16A-FCDB0716DE84}" srcOrd="2" destOrd="0" parTransId="{1B4E4AA6-62F3-4BC1-B3FA-A2BF0D41C42F}" sibTransId="{FC0BD544-60F4-49EA-B12B-31EE9701D4CD}"/>
    <dgm:cxn modelId="{B0551CAF-6D9A-CD44-B0AD-359550FC3908}" type="presOf" srcId="{C78B10EE-2F60-4EC1-B16A-FCDB0716DE84}" destId="{E4D426E6-8EFF-4946-AF07-35EBFEDD14F1}" srcOrd="1" destOrd="0" presId="urn:microsoft.com/office/officeart/2011/layout/CircleProcess"/>
    <dgm:cxn modelId="{852B9BB6-076D-2549-8247-177B7D82D3EB}" type="presOf" srcId="{5B0735FD-0BDD-4213-85AC-6D61C8271CFC}" destId="{C7E35F95-E6E9-D843-AEC2-63EF58CBA020}" srcOrd="1" destOrd="0" presId="urn:microsoft.com/office/officeart/2011/layout/CircleProcess"/>
    <dgm:cxn modelId="{3D0346C2-792C-4B58-A2B0-7070E525A3C5}" srcId="{965F73BC-26AF-4BF6-AFFC-1DD16206A033}" destId="{9CE5FFD7-1444-41E0-B510-8B836E7AFF36}" srcOrd="3" destOrd="0" parTransId="{DE10EC7E-D0D8-40E4-A678-2AC45422A4AD}" sibTransId="{CA6198FC-D41B-4AB7-ADD4-EB66EE6E7D89}"/>
    <dgm:cxn modelId="{A27AA2EF-3C17-CC4E-8234-8B9FC3C4C22F}" type="presOf" srcId="{5B0735FD-0BDD-4213-85AC-6D61C8271CFC}" destId="{7AC8EC59-6520-9F43-911C-7D1EB1D55246}" srcOrd="0" destOrd="0" presId="urn:microsoft.com/office/officeart/2011/layout/CircleProcess"/>
    <dgm:cxn modelId="{2619AA50-8E5F-CE4B-AC33-437246F36CDF}" type="presParOf" srcId="{10510F4D-F836-7747-B7CB-C88AEF419E15}" destId="{FFD15992-1008-3745-BBFE-B2E5EE318DC5}" srcOrd="0" destOrd="0" presId="urn:microsoft.com/office/officeart/2011/layout/CircleProcess"/>
    <dgm:cxn modelId="{D9656B07-C7EB-034A-A8DB-F262FE6A7BD0}" type="presParOf" srcId="{FFD15992-1008-3745-BBFE-B2E5EE318DC5}" destId="{980755D7-CAA7-804F-B721-B079D33360E6}" srcOrd="0" destOrd="0" presId="urn:microsoft.com/office/officeart/2011/layout/CircleProcess"/>
    <dgm:cxn modelId="{2DA04DF4-5A35-5047-9100-F22B68362473}" type="presParOf" srcId="{10510F4D-F836-7747-B7CB-C88AEF419E15}" destId="{E05C542C-31E7-574D-9BCF-C6FF5D3D44A5}" srcOrd="1" destOrd="0" presId="urn:microsoft.com/office/officeart/2011/layout/CircleProcess"/>
    <dgm:cxn modelId="{523E5AD6-E9BC-9147-87E0-A06830995CEC}" type="presParOf" srcId="{E05C542C-31E7-574D-9BCF-C6FF5D3D44A5}" destId="{DE468704-6C07-0D40-B0B1-870537C4C7AB}" srcOrd="0" destOrd="0" presId="urn:microsoft.com/office/officeart/2011/layout/CircleProcess"/>
    <dgm:cxn modelId="{C3C95382-A946-C046-BB7B-E27A954669DA}" type="presParOf" srcId="{10510F4D-F836-7747-B7CB-C88AEF419E15}" destId="{1A4AD0AB-8EA7-2A48-A286-233C865FCFFA}" srcOrd="2" destOrd="0" presId="urn:microsoft.com/office/officeart/2011/layout/CircleProcess"/>
    <dgm:cxn modelId="{DF40B678-EF2A-5543-90EA-8F590A3062D2}" type="presParOf" srcId="{10510F4D-F836-7747-B7CB-C88AEF419E15}" destId="{66D2C2CB-FC9E-3B45-91DF-50414B566392}" srcOrd="3" destOrd="0" presId="urn:microsoft.com/office/officeart/2011/layout/CircleProcess"/>
    <dgm:cxn modelId="{3B2769B1-90BE-244B-B5FF-CAD23780A1D7}" type="presParOf" srcId="{66D2C2CB-FC9E-3B45-91DF-50414B566392}" destId="{7B09D3BA-4354-2644-B43E-F637FF537A0C}" srcOrd="0" destOrd="0" presId="urn:microsoft.com/office/officeart/2011/layout/CircleProcess"/>
    <dgm:cxn modelId="{DEA50AA5-D8E7-FB44-B116-B6DD59F5150A}" type="presParOf" srcId="{10510F4D-F836-7747-B7CB-C88AEF419E15}" destId="{10A96F4E-4B05-BA4A-9489-37254FFB5645}" srcOrd="4" destOrd="0" presId="urn:microsoft.com/office/officeart/2011/layout/CircleProcess"/>
    <dgm:cxn modelId="{12178415-8096-D24C-BB4B-045A793786FB}" type="presParOf" srcId="{10A96F4E-4B05-BA4A-9489-37254FFB5645}" destId="{28FE30B8-A641-7943-A4EA-FBE217D41354}" srcOrd="0" destOrd="0" presId="urn:microsoft.com/office/officeart/2011/layout/CircleProcess"/>
    <dgm:cxn modelId="{1C94ED4F-6FED-9A47-AE30-F0B8ECF2B280}" type="presParOf" srcId="{10510F4D-F836-7747-B7CB-C88AEF419E15}" destId="{04B91266-0290-F040-BBC6-E4936A450F81}" srcOrd="5" destOrd="0" presId="urn:microsoft.com/office/officeart/2011/layout/CircleProcess"/>
    <dgm:cxn modelId="{55E7AE74-E8FB-AE40-ADC1-E007D16AFF51}" type="presParOf" srcId="{10510F4D-F836-7747-B7CB-C88AEF419E15}" destId="{66C1E326-8965-1F47-B0E0-ECB5166CE409}" srcOrd="6" destOrd="0" presId="urn:microsoft.com/office/officeart/2011/layout/CircleProcess"/>
    <dgm:cxn modelId="{3D43B5CB-E155-FC40-9FF7-036744EAD510}" type="presParOf" srcId="{66C1E326-8965-1F47-B0E0-ECB5166CE409}" destId="{B0E8304C-AFA9-0A48-BD7F-3D3975F5E814}" srcOrd="0" destOrd="0" presId="urn:microsoft.com/office/officeart/2011/layout/CircleProcess"/>
    <dgm:cxn modelId="{C7F3BC75-2835-CE41-972E-E4FB80B2FEE2}" type="presParOf" srcId="{10510F4D-F836-7747-B7CB-C88AEF419E15}" destId="{48693F66-23C6-E444-B9E3-81C875286797}" srcOrd="7" destOrd="0" presId="urn:microsoft.com/office/officeart/2011/layout/CircleProcess"/>
    <dgm:cxn modelId="{AFF5E62E-9BD6-434E-9F26-3492DDCF8DB7}" type="presParOf" srcId="{48693F66-23C6-E444-B9E3-81C875286797}" destId="{3FCBBB14-622B-1345-B249-12DED3AA1F72}" srcOrd="0" destOrd="0" presId="urn:microsoft.com/office/officeart/2011/layout/CircleProcess"/>
    <dgm:cxn modelId="{2CB2CC4E-50F7-E448-9B25-B17909888E54}" type="presParOf" srcId="{10510F4D-F836-7747-B7CB-C88AEF419E15}" destId="{E4D426E6-8EFF-4946-AF07-35EBFEDD14F1}" srcOrd="8" destOrd="0" presId="urn:microsoft.com/office/officeart/2011/layout/CircleProcess"/>
    <dgm:cxn modelId="{A83F3580-1E26-DE4F-B752-659213E85347}" type="presParOf" srcId="{10510F4D-F836-7747-B7CB-C88AEF419E15}" destId="{0C80BE74-D202-C041-A907-914EABFF4D85}" srcOrd="9" destOrd="0" presId="urn:microsoft.com/office/officeart/2011/layout/CircleProcess"/>
    <dgm:cxn modelId="{C8BA9296-6A0C-684C-9E46-2E2EC3DDC3BB}" type="presParOf" srcId="{0C80BE74-D202-C041-A907-914EABFF4D85}" destId="{65111440-F5C2-FE44-927C-6F9FD726ED19}" srcOrd="0" destOrd="0" presId="urn:microsoft.com/office/officeart/2011/layout/CircleProcess"/>
    <dgm:cxn modelId="{3AB13DD8-3A7D-5E4E-9F9B-E4D0640287BF}" type="presParOf" srcId="{10510F4D-F836-7747-B7CB-C88AEF419E15}" destId="{35A7CE1D-7C66-0B48-AC89-E1CD0EA6689A}" srcOrd="10" destOrd="0" presId="urn:microsoft.com/office/officeart/2011/layout/CircleProcess"/>
    <dgm:cxn modelId="{BAE0B303-90F3-C04E-B5E8-977579F28511}" type="presParOf" srcId="{35A7CE1D-7C66-0B48-AC89-E1CD0EA6689A}" destId="{7AC8EC59-6520-9F43-911C-7D1EB1D55246}" srcOrd="0" destOrd="0" presId="urn:microsoft.com/office/officeart/2011/layout/CircleProcess"/>
    <dgm:cxn modelId="{D116F8C4-445E-0F46-87BB-46ACCE91FDF3}" type="presParOf" srcId="{10510F4D-F836-7747-B7CB-C88AEF419E15}" destId="{C7E35F95-E6E9-D843-AEC2-63EF58CBA020}" srcOrd="11" destOrd="0" presId="urn:microsoft.com/office/officeart/2011/layout/CircleProcess"/>
    <dgm:cxn modelId="{6CC4BAA4-69DB-F04B-AB40-F4D4E8029F96}" type="presParOf" srcId="{10510F4D-F836-7747-B7CB-C88AEF419E15}" destId="{F1E4627C-298F-E046-895E-3725E7167DB0}" srcOrd="12" destOrd="0" presId="urn:microsoft.com/office/officeart/2011/layout/CircleProcess"/>
    <dgm:cxn modelId="{6874DE9C-ED4A-8F4E-BCE5-96A57964C374}" type="presParOf" srcId="{F1E4627C-298F-E046-895E-3725E7167DB0}" destId="{59EFF719-C8FB-DF4E-B5AD-D5E59B9AA3A7}" srcOrd="0" destOrd="0" presId="urn:microsoft.com/office/officeart/2011/layout/CircleProcess"/>
    <dgm:cxn modelId="{BCE8FA5B-5031-7147-A2F3-6B691478DBE1}" type="presParOf" srcId="{10510F4D-F836-7747-B7CB-C88AEF419E15}" destId="{92708709-BDAF-A547-AFF0-59EC0BE667A4}" srcOrd="13" destOrd="0" presId="urn:microsoft.com/office/officeart/2011/layout/CircleProcess"/>
    <dgm:cxn modelId="{395BC00A-999F-114D-A61F-2AEDCD19A811}" type="presParOf" srcId="{92708709-BDAF-A547-AFF0-59EC0BE667A4}" destId="{D518AE11-A681-574A-9630-8C5B1133B0D4}" srcOrd="0" destOrd="0" presId="urn:microsoft.com/office/officeart/2011/layout/CircleProcess"/>
    <dgm:cxn modelId="{41097122-9107-CE44-A1CE-22C05CE28294}" type="presParOf" srcId="{10510F4D-F836-7747-B7CB-C88AEF419E15}" destId="{12660044-549B-2C4B-BCE8-22EB89AEC0A6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6C543451-7BC9-4F95-B35E-0AAE8514CF1D}" type="doc">
      <dgm:prSet loTypeId="urn:microsoft.com/office/officeart/2005/8/layout/chevron1" qsTypeId="urn:microsoft.com/office/officeart/2005/8/quickstyle/simple2" csTypeId="urn:microsoft.com/office/officeart/2005/8/colors/accent1_2"/>
      <dgm:spPr/>
    </dgm:pt>
    <dgm:pt modelId="{432AC2DF-D492-4A64-B5BF-2020802CABF1}">
      <dgm:prSet/>
      <dgm:spPr/>
      <dgm:t>
        <a:bodyPr/>
        <a:lstStyle/>
        <a:p>
          <a:r>
            <a:t>Discover</a:t>
          </a:r>
        </a:p>
      </dgm:t>
    </dgm:pt>
    <dgm:pt modelId="{396EBCA8-C640-4673-822E-CF2163D26303}" type="parTrans" cxnId="{0D15F630-0220-4CD6-865F-B503C9777BAF}">
      <dgm:prSet/>
      <dgm:spPr/>
      <dgm:t>
        <a:bodyPr/>
        <a:lstStyle/>
        <a:p>
          <a:endParaRPr/>
        </a:p>
      </dgm:t>
    </dgm:pt>
    <dgm:pt modelId="{66C0ACF1-C776-4C0D-9931-56CA4F4C0888}" type="sibTrans" cxnId="{0D15F630-0220-4CD6-865F-B503C9777BAF}">
      <dgm:prSet/>
      <dgm:spPr/>
      <dgm:t>
        <a:bodyPr/>
        <a:lstStyle/>
        <a:p>
          <a:endParaRPr/>
        </a:p>
      </dgm:t>
    </dgm:pt>
    <dgm:pt modelId="{609532C2-08AC-4157-8F0C-1544158020C7}">
      <dgm:prSet/>
      <dgm:spPr/>
      <dgm:t>
        <a:bodyPr/>
        <a:lstStyle/>
        <a:p>
          <a:r>
            <a:t>Define</a:t>
          </a:r>
        </a:p>
      </dgm:t>
    </dgm:pt>
    <dgm:pt modelId="{B69A941D-2C79-4FEF-81A6-7A4C914F2F91}" type="parTrans" cxnId="{B7165BEB-E6F6-4D6F-8E6D-F4A5589248EE}">
      <dgm:prSet/>
      <dgm:spPr/>
      <dgm:t>
        <a:bodyPr/>
        <a:lstStyle/>
        <a:p>
          <a:endParaRPr/>
        </a:p>
      </dgm:t>
    </dgm:pt>
    <dgm:pt modelId="{E4176813-5F2C-4005-9557-4BA0838C5BC2}" type="sibTrans" cxnId="{B7165BEB-E6F6-4D6F-8E6D-F4A5589248EE}">
      <dgm:prSet/>
      <dgm:spPr/>
      <dgm:t>
        <a:bodyPr/>
        <a:lstStyle/>
        <a:p>
          <a:endParaRPr/>
        </a:p>
      </dgm:t>
    </dgm:pt>
    <dgm:pt modelId="{6DD54852-5514-45A2-9CE1-7D15A450063C}">
      <dgm:prSet/>
      <dgm:spPr/>
      <dgm:t>
        <a:bodyPr/>
        <a:lstStyle/>
        <a:p>
          <a:r>
            <a:t>Build</a:t>
          </a:r>
        </a:p>
      </dgm:t>
    </dgm:pt>
    <dgm:pt modelId="{70ED0C56-B197-4161-A938-DF8AAE60368A}" type="parTrans" cxnId="{F4D92F90-1E5A-46F7-A167-6476471108B6}">
      <dgm:prSet/>
      <dgm:spPr/>
      <dgm:t>
        <a:bodyPr/>
        <a:lstStyle/>
        <a:p>
          <a:endParaRPr/>
        </a:p>
      </dgm:t>
    </dgm:pt>
    <dgm:pt modelId="{96061D87-06B5-4F0F-A9F4-3476EEDEC450}" type="sibTrans" cxnId="{F4D92F90-1E5A-46F7-A167-6476471108B6}">
      <dgm:prSet/>
      <dgm:spPr/>
      <dgm:t>
        <a:bodyPr/>
        <a:lstStyle/>
        <a:p>
          <a:endParaRPr/>
        </a:p>
      </dgm:t>
    </dgm:pt>
    <dgm:pt modelId="{D5A65E7F-E622-4640-8511-6F342471034C}">
      <dgm:prSet/>
      <dgm:spPr/>
      <dgm:t>
        <a:bodyPr/>
        <a:lstStyle/>
        <a:p>
          <a:r>
            <a:t>Launch</a:t>
          </a:r>
        </a:p>
      </dgm:t>
    </dgm:pt>
    <dgm:pt modelId="{CFA33125-3156-4D4C-8105-9C58A75ADB7F}" type="parTrans" cxnId="{0378B76A-5550-4BC3-B9DF-3CA91831AEE4}">
      <dgm:prSet/>
      <dgm:spPr/>
      <dgm:t>
        <a:bodyPr/>
        <a:lstStyle/>
        <a:p>
          <a:endParaRPr/>
        </a:p>
      </dgm:t>
    </dgm:pt>
    <dgm:pt modelId="{F47B3878-D52C-4CAE-8AB3-D369A646ACEA}" type="sibTrans" cxnId="{0378B76A-5550-4BC3-B9DF-3CA91831AEE4}">
      <dgm:prSet/>
      <dgm:spPr/>
      <dgm:t>
        <a:bodyPr/>
        <a:lstStyle/>
        <a:p>
          <a:endParaRPr/>
        </a:p>
      </dgm:t>
    </dgm:pt>
    <dgm:pt modelId="{D1EFEF9A-FFB9-48D3-AD2D-DA96889C4C21}">
      <dgm:prSet/>
      <dgm:spPr/>
      <dgm:t>
        <a:bodyPr/>
        <a:lstStyle/>
        <a:p>
          <a:r>
            <a:t>Learn</a:t>
          </a:r>
        </a:p>
      </dgm:t>
    </dgm:pt>
    <dgm:pt modelId="{0DA7457F-227B-473F-8249-5ABB5F1E83ED}" type="parTrans" cxnId="{49866250-13DC-4724-B89F-938B6ED287E1}">
      <dgm:prSet/>
      <dgm:spPr/>
      <dgm:t>
        <a:bodyPr/>
        <a:lstStyle/>
        <a:p>
          <a:endParaRPr/>
        </a:p>
      </dgm:t>
    </dgm:pt>
    <dgm:pt modelId="{5B9F5EE4-E090-419F-9EFB-08DB936FE2AB}" type="sibTrans" cxnId="{49866250-13DC-4724-B89F-938B6ED287E1}">
      <dgm:prSet/>
      <dgm:spPr/>
      <dgm:t>
        <a:bodyPr/>
        <a:lstStyle/>
        <a:p>
          <a:endParaRPr/>
        </a:p>
      </dgm:t>
    </dgm:pt>
    <dgm:pt modelId="{7D30C6FD-6390-5144-A090-BE88C325BCC9}" type="pres">
      <dgm:prSet presAssocID="{6C543451-7BC9-4F95-B35E-0AAE8514CF1D}" presName="Name0" presStyleCnt="0">
        <dgm:presLayoutVars>
          <dgm:dir/>
          <dgm:animLvl val="lvl"/>
          <dgm:resizeHandles val="exact"/>
        </dgm:presLayoutVars>
      </dgm:prSet>
      <dgm:spPr/>
    </dgm:pt>
    <dgm:pt modelId="{AAD0C0B8-BF54-FC43-9411-191D083DF9B9}" type="pres">
      <dgm:prSet presAssocID="{432AC2DF-D492-4A64-B5BF-2020802CABF1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F2A02EA2-6E10-AC4D-A46A-40E078953FF7}" type="pres">
      <dgm:prSet presAssocID="{66C0ACF1-C776-4C0D-9931-56CA4F4C0888}" presName="parTxOnlySpace" presStyleCnt="0"/>
      <dgm:spPr/>
    </dgm:pt>
    <dgm:pt modelId="{9A756267-B75F-F746-81AF-A79E63253639}" type="pres">
      <dgm:prSet presAssocID="{609532C2-08AC-4157-8F0C-1544158020C7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E4A7133E-A106-634D-9497-F46F3870EF61}" type="pres">
      <dgm:prSet presAssocID="{E4176813-5F2C-4005-9557-4BA0838C5BC2}" presName="parTxOnlySpace" presStyleCnt="0"/>
      <dgm:spPr/>
    </dgm:pt>
    <dgm:pt modelId="{C798B26C-6284-ED47-9799-D99DB3AA842E}" type="pres">
      <dgm:prSet presAssocID="{6DD54852-5514-45A2-9CE1-7D15A450063C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995AF83-4A9A-EA48-8038-7E609946AB4D}" type="pres">
      <dgm:prSet presAssocID="{96061D87-06B5-4F0F-A9F4-3476EEDEC450}" presName="parTxOnlySpace" presStyleCnt="0"/>
      <dgm:spPr/>
    </dgm:pt>
    <dgm:pt modelId="{A95B5602-4B2B-DD49-8737-F484B89764BF}" type="pres">
      <dgm:prSet presAssocID="{D5A65E7F-E622-4640-8511-6F342471034C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B38D10D-C6DD-354E-AA83-02D11C572763}" type="pres">
      <dgm:prSet presAssocID="{F47B3878-D52C-4CAE-8AB3-D369A646ACEA}" presName="parTxOnlySpace" presStyleCnt="0"/>
      <dgm:spPr/>
    </dgm:pt>
    <dgm:pt modelId="{E90822CE-B242-3641-BD10-6E7C51FDBBE8}" type="pres">
      <dgm:prSet presAssocID="{D1EFEF9A-FFB9-48D3-AD2D-DA96889C4C21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0D15F630-0220-4CD6-865F-B503C9777BAF}" srcId="{6C543451-7BC9-4F95-B35E-0AAE8514CF1D}" destId="{432AC2DF-D492-4A64-B5BF-2020802CABF1}" srcOrd="0" destOrd="0" parTransId="{396EBCA8-C640-4673-822E-CF2163D26303}" sibTransId="{66C0ACF1-C776-4C0D-9931-56CA4F4C0888}"/>
    <dgm:cxn modelId="{18B3623B-BCF8-3A48-83C9-633FB9E8B286}" type="presOf" srcId="{609532C2-08AC-4157-8F0C-1544158020C7}" destId="{9A756267-B75F-F746-81AF-A79E63253639}" srcOrd="0" destOrd="0" presId="urn:microsoft.com/office/officeart/2005/8/layout/chevron1"/>
    <dgm:cxn modelId="{49866250-13DC-4724-B89F-938B6ED287E1}" srcId="{6C543451-7BC9-4F95-B35E-0AAE8514CF1D}" destId="{D1EFEF9A-FFB9-48D3-AD2D-DA96889C4C21}" srcOrd="4" destOrd="0" parTransId="{0DA7457F-227B-473F-8249-5ABB5F1E83ED}" sibTransId="{5B9F5EE4-E090-419F-9EFB-08DB936FE2AB}"/>
    <dgm:cxn modelId="{D43A575C-1783-CD42-B4C0-124E209F5BCC}" type="presOf" srcId="{D1EFEF9A-FFB9-48D3-AD2D-DA96889C4C21}" destId="{E90822CE-B242-3641-BD10-6E7C51FDBBE8}" srcOrd="0" destOrd="0" presId="urn:microsoft.com/office/officeart/2005/8/layout/chevron1"/>
    <dgm:cxn modelId="{0378B76A-5550-4BC3-B9DF-3CA91831AEE4}" srcId="{6C543451-7BC9-4F95-B35E-0AAE8514CF1D}" destId="{D5A65E7F-E622-4640-8511-6F342471034C}" srcOrd="3" destOrd="0" parTransId="{CFA33125-3156-4D4C-8105-9C58A75ADB7F}" sibTransId="{F47B3878-D52C-4CAE-8AB3-D369A646ACEA}"/>
    <dgm:cxn modelId="{B2091D78-28BB-5845-B7E8-2B92993D5824}" type="presOf" srcId="{432AC2DF-D492-4A64-B5BF-2020802CABF1}" destId="{AAD0C0B8-BF54-FC43-9411-191D083DF9B9}" srcOrd="0" destOrd="0" presId="urn:microsoft.com/office/officeart/2005/8/layout/chevron1"/>
    <dgm:cxn modelId="{F4D92F90-1E5A-46F7-A167-6476471108B6}" srcId="{6C543451-7BC9-4F95-B35E-0AAE8514CF1D}" destId="{6DD54852-5514-45A2-9CE1-7D15A450063C}" srcOrd="2" destOrd="0" parTransId="{70ED0C56-B197-4161-A938-DF8AAE60368A}" sibTransId="{96061D87-06B5-4F0F-A9F4-3476EEDEC450}"/>
    <dgm:cxn modelId="{671E41BD-095F-BB43-BB40-C8110B3B4E44}" type="presOf" srcId="{6DD54852-5514-45A2-9CE1-7D15A450063C}" destId="{C798B26C-6284-ED47-9799-D99DB3AA842E}" srcOrd="0" destOrd="0" presId="urn:microsoft.com/office/officeart/2005/8/layout/chevron1"/>
    <dgm:cxn modelId="{9650EACB-A183-764A-9106-B3A016ABA5E6}" type="presOf" srcId="{D5A65E7F-E622-4640-8511-6F342471034C}" destId="{A95B5602-4B2B-DD49-8737-F484B89764BF}" srcOrd="0" destOrd="0" presId="urn:microsoft.com/office/officeart/2005/8/layout/chevron1"/>
    <dgm:cxn modelId="{3BD0E2DB-71A6-D640-8296-D1B1D3B0F85C}" type="presOf" srcId="{6C543451-7BC9-4F95-B35E-0AAE8514CF1D}" destId="{7D30C6FD-6390-5144-A090-BE88C325BCC9}" srcOrd="0" destOrd="0" presId="urn:microsoft.com/office/officeart/2005/8/layout/chevron1"/>
    <dgm:cxn modelId="{B7165BEB-E6F6-4D6F-8E6D-F4A5589248EE}" srcId="{6C543451-7BC9-4F95-B35E-0AAE8514CF1D}" destId="{609532C2-08AC-4157-8F0C-1544158020C7}" srcOrd="1" destOrd="0" parTransId="{B69A941D-2C79-4FEF-81A6-7A4C914F2F91}" sibTransId="{E4176813-5F2C-4005-9557-4BA0838C5BC2}"/>
    <dgm:cxn modelId="{212C22E9-A226-684A-89B4-596477E46BB8}" type="presParOf" srcId="{7D30C6FD-6390-5144-A090-BE88C325BCC9}" destId="{AAD0C0B8-BF54-FC43-9411-191D083DF9B9}" srcOrd="0" destOrd="0" presId="urn:microsoft.com/office/officeart/2005/8/layout/chevron1"/>
    <dgm:cxn modelId="{2A38FC8F-18ED-FD49-A7AD-EC007F2D1911}" type="presParOf" srcId="{7D30C6FD-6390-5144-A090-BE88C325BCC9}" destId="{F2A02EA2-6E10-AC4D-A46A-40E078953FF7}" srcOrd="1" destOrd="0" presId="urn:microsoft.com/office/officeart/2005/8/layout/chevron1"/>
    <dgm:cxn modelId="{F904BC45-7C7E-6C4E-917D-2141E6E70A30}" type="presParOf" srcId="{7D30C6FD-6390-5144-A090-BE88C325BCC9}" destId="{9A756267-B75F-F746-81AF-A79E63253639}" srcOrd="2" destOrd="0" presId="urn:microsoft.com/office/officeart/2005/8/layout/chevron1"/>
    <dgm:cxn modelId="{48992D56-ABB5-A242-BF7D-38322C35BBBB}" type="presParOf" srcId="{7D30C6FD-6390-5144-A090-BE88C325BCC9}" destId="{E4A7133E-A106-634D-9497-F46F3870EF61}" srcOrd="3" destOrd="0" presId="urn:microsoft.com/office/officeart/2005/8/layout/chevron1"/>
    <dgm:cxn modelId="{C7398566-CEF9-4B4A-8563-F50117114744}" type="presParOf" srcId="{7D30C6FD-6390-5144-A090-BE88C325BCC9}" destId="{C798B26C-6284-ED47-9799-D99DB3AA842E}" srcOrd="4" destOrd="0" presId="urn:microsoft.com/office/officeart/2005/8/layout/chevron1"/>
    <dgm:cxn modelId="{3063784A-EEFB-9C4F-9629-BC854616A26D}" type="presParOf" srcId="{7D30C6FD-6390-5144-A090-BE88C325BCC9}" destId="{A995AF83-4A9A-EA48-8038-7E609946AB4D}" srcOrd="5" destOrd="0" presId="urn:microsoft.com/office/officeart/2005/8/layout/chevron1"/>
    <dgm:cxn modelId="{3CB03F84-9860-054D-9068-3E611CB5D22D}" type="presParOf" srcId="{7D30C6FD-6390-5144-A090-BE88C325BCC9}" destId="{A95B5602-4B2B-DD49-8737-F484B89764BF}" srcOrd="6" destOrd="0" presId="urn:microsoft.com/office/officeart/2005/8/layout/chevron1"/>
    <dgm:cxn modelId="{F71BDF77-F048-4B4C-AF54-FF327A558452}" type="presParOf" srcId="{7D30C6FD-6390-5144-A090-BE88C325BCC9}" destId="{FB38D10D-C6DD-354E-AA83-02D11C572763}" srcOrd="7" destOrd="0" presId="urn:microsoft.com/office/officeart/2005/8/layout/chevron1"/>
    <dgm:cxn modelId="{A43D9274-1E48-EB4A-B561-66F20922E7A9}" type="presParOf" srcId="{7D30C6FD-6390-5144-A090-BE88C325BCC9}" destId="{E90822CE-B242-3641-BD10-6E7C51FDBBE8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06F6FE1E-80C0-4EFA-9C0A-FFFD14C14201}" type="doc">
      <dgm:prSet loTypeId="urn:microsoft.com/office/officeart/2005/8/layout/chevronAccent+Icon" qsTypeId="urn:microsoft.com/office/officeart/2005/8/quickstyle/simple2" csTypeId="urn:microsoft.com/office/officeart/2005/8/colors/accent1_2"/>
      <dgm:spPr/>
    </dgm:pt>
    <dgm:pt modelId="{03023BDC-31A6-4C4A-8815-F3D97408DCBB}">
      <dgm:prSet/>
      <dgm:spPr/>
      <dgm:t>
        <a:bodyPr/>
        <a:lstStyle/>
        <a:p>
          <a:r>
            <a:t>Discover</a:t>
          </a:r>
        </a:p>
      </dgm:t>
    </dgm:pt>
    <dgm:pt modelId="{D754A690-23EA-4645-8F5C-2A86A62901FD}" type="parTrans" cxnId="{871D2A64-1943-4BC2-864B-2ED06B1A8568}">
      <dgm:prSet/>
      <dgm:spPr/>
      <dgm:t>
        <a:bodyPr/>
        <a:lstStyle/>
        <a:p>
          <a:endParaRPr/>
        </a:p>
      </dgm:t>
    </dgm:pt>
    <dgm:pt modelId="{7B4FFA47-A2F5-47BC-BB36-CFA13D12D052}" type="sibTrans" cxnId="{871D2A64-1943-4BC2-864B-2ED06B1A8568}">
      <dgm:prSet/>
      <dgm:spPr/>
      <dgm:t>
        <a:bodyPr/>
        <a:lstStyle/>
        <a:p>
          <a:endParaRPr/>
        </a:p>
      </dgm:t>
    </dgm:pt>
    <dgm:pt modelId="{98BE85E1-A4E5-4F1D-A3F3-6282B8AB34CB}">
      <dgm:prSet/>
      <dgm:spPr/>
      <dgm:t>
        <a:bodyPr/>
        <a:lstStyle/>
        <a:p>
          <a:r>
            <a:t>Define</a:t>
          </a:r>
        </a:p>
      </dgm:t>
    </dgm:pt>
    <dgm:pt modelId="{75D6B630-A9A3-4667-9DF1-3C78FE01E540}" type="parTrans" cxnId="{8A05D94D-4AA8-483F-B19A-DA7D54FCA267}">
      <dgm:prSet/>
      <dgm:spPr/>
      <dgm:t>
        <a:bodyPr/>
        <a:lstStyle/>
        <a:p>
          <a:endParaRPr/>
        </a:p>
      </dgm:t>
    </dgm:pt>
    <dgm:pt modelId="{9AAFE342-2BBB-400B-A16E-A852F3321EED}" type="sibTrans" cxnId="{8A05D94D-4AA8-483F-B19A-DA7D54FCA267}">
      <dgm:prSet/>
      <dgm:spPr/>
      <dgm:t>
        <a:bodyPr/>
        <a:lstStyle/>
        <a:p>
          <a:endParaRPr/>
        </a:p>
      </dgm:t>
    </dgm:pt>
    <dgm:pt modelId="{52567063-60CA-4B07-AF5F-A3FBBD46BA8E}">
      <dgm:prSet/>
      <dgm:spPr/>
      <dgm:t>
        <a:bodyPr/>
        <a:lstStyle/>
        <a:p>
          <a:r>
            <a:t>Build</a:t>
          </a:r>
        </a:p>
      </dgm:t>
    </dgm:pt>
    <dgm:pt modelId="{908A89F3-A7E8-46CF-BCBC-1F164637E8CE}" type="parTrans" cxnId="{CC39F582-C0D3-40F4-8478-7193212C1141}">
      <dgm:prSet/>
      <dgm:spPr/>
      <dgm:t>
        <a:bodyPr/>
        <a:lstStyle/>
        <a:p>
          <a:endParaRPr/>
        </a:p>
      </dgm:t>
    </dgm:pt>
    <dgm:pt modelId="{973D3F77-6F7A-4F14-BE70-19C4922B3F7E}" type="sibTrans" cxnId="{CC39F582-C0D3-40F4-8478-7193212C1141}">
      <dgm:prSet/>
      <dgm:spPr/>
      <dgm:t>
        <a:bodyPr/>
        <a:lstStyle/>
        <a:p>
          <a:endParaRPr/>
        </a:p>
      </dgm:t>
    </dgm:pt>
    <dgm:pt modelId="{222E8F98-EF0B-4907-8BE4-46D975FCB588}">
      <dgm:prSet/>
      <dgm:spPr/>
      <dgm:t>
        <a:bodyPr/>
        <a:lstStyle/>
        <a:p>
          <a:r>
            <a:t>Launch</a:t>
          </a:r>
        </a:p>
      </dgm:t>
    </dgm:pt>
    <dgm:pt modelId="{4E3F4047-D576-4E3A-982E-ED39E9AE7226}" type="parTrans" cxnId="{109231DC-D63E-41BB-BCD7-260BDB780B45}">
      <dgm:prSet/>
      <dgm:spPr/>
      <dgm:t>
        <a:bodyPr/>
        <a:lstStyle/>
        <a:p>
          <a:endParaRPr/>
        </a:p>
      </dgm:t>
    </dgm:pt>
    <dgm:pt modelId="{4613BF1B-6B70-4011-9B4A-66A1DC62AFCD}" type="sibTrans" cxnId="{109231DC-D63E-41BB-BCD7-260BDB780B45}">
      <dgm:prSet/>
      <dgm:spPr/>
      <dgm:t>
        <a:bodyPr/>
        <a:lstStyle/>
        <a:p>
          <a:endParaRPr/>
        </a:p>
      </dgm:t>
    </dgm:pt>
    <dgm:pt modelId="{0772C986-D250-4D66-B8E3-595513FC96E6}">
      <dgm:prSet/>
      <dgm:spPr/>
      <dgm:t>
        <a:bodyPr/>
        <a:lstStyle/>
        <a:p>
          <a:r>
            <a:t>Learn</a:t>
          </a:r>
        </a:p>
      </dgm:t>
    </dgm:pt>
    <dgm:pt modelId="{176D30FD-6996-4230-A133-F5755029F623}" type="parTrans" cxnId="{C6B0FC9C-0C6F-4334-85A3-035F491E5CA7}">
      <dgm:prSet/>
      <dgm:spPr/>
      <dgm:t>
        <a:bodyPr/>
        <a:lstStyle/>
        <a:p>
          <a:endParaRPr/>
        </a:p>
      </dgm:t>
    </dgm:pt>
    <dgm:pt modelId="{9087D9FD-6C11-41A9-B698-530BE7546B7F}" type="sibTrans" cxnId="{C6B0FC9C-0C6F-4334-85A3-035F491E5CA7}">
      <dgm:prSet/>
      <dgm:spPr/>
      <dgm:t>
        <a:bodyPr/>
        <a:lstStyle/>
        <a:p>
          <a:endParaRPr/>
        </a:p>
      </dgm:t>
    </dgm:pt>
    <dgm:pt modelId="{AB269A60-367B-C84E-994C-A804324A3FE5}" type="pres">
      <dgm:prSet presAssocID="{06F6FE1E-80C0-4EFA-9C0A-FFFD14C14201}" presName="Name0" presStyleCnt="0">
        <dgm:presLayoutVars>
          <dgm:dir/>
          <dgm:resizeHandles val="exact"/>
        </dgm:presLayoutVars>
      </dgm:prSet>
      <dgm:spPr/>
    </dgm:pt>
    <dgm:pt modelId="{CAEFEFA9-F184-3440-9705-3CA2155BD46B}" type="pres">
      <dgm:prSet presAssocID="{03023BDC-31A6-4C4A-8815-F3D97408DCBB}" presName="composite" presStyleCnt="0"/>
      <dgm:spPr/>
    </dgm:pt>
    <dgm:pt modelId="{AD955056-0EC9-A149-8BA7-CD614DE0C24B}" type="pres">
      <dgm:prSet presAssocID="{03023BDC-31A6-4C4A-8815-F3D97408DCBB}" presName="bgChev" presStyleLbl="node1" presStyleIdx="0" presStyleCnt="5"/>
      <dgm:spPr/>
    </dgm:pt>
    <dgm:pt modelId="{4076BFD5-53A5-B041-98D6-3CF8B681F3D1}" type="pres">
      <dgm:prSet presAssocID="{03023BDC-31A6-4C4A-8815-F3D97408DCBB}" presName="txNode" presStyleLbl="fgAcc1" presStyleIdx="0" presStyleCnt="5">
        <dgm:presLayoutVars>
          <dgm:bulletEnabled val="1"/>
        </dgm:presLayoutVars>
      </dgm:prSet>
      <dgm:spPr/>
    </dgm:pt>
    <dgm:pt modelId="{BD8DE6BF-AA1D-2148-BBE2-B00ACBE674BB}" type="pres">
      <dgm:prSet presAssocID="{7B4FFA47-A2F5-47BC-BB36-CFA13D12D052}" presName="compositeSpace" presStyleCnt="0"/>
      <dgm:spPr/>
    </dgm:pt>
    <dgm:pt modelId="{63121382-DF25-7946-8046-7435DB35A9C5}" type="pres">
      <dgm:prSet presAssocID="{98BE85E1-A4E5-4F1D-A3F3-6282B8AB34CB}" presName="composite" presStyleCnt="0"/>
      <dgm:spPr/>
    </dgm:pt>
    <dgm:pt modelId="{EFDB667C-AC84-2B4E-8B9B-B8E670F91FC8}" type="pres">
      <dgm:prSet presAssocID="{98BE85E1-A4E5-4F1D-A3F3-6282B8AB34CB}" presName="bgChev" presStyleLbl="node1" presStyleIdx="1" presStyleCnt="5"/>
      <dgm:spPr/>
    </dgm:pt>
    <dgm:pt modelId="{437CF969-C7C7-8947-982F-1DF83B3BEF34}" type="pres">
      <dgm:prSet presAssocID="{98BE85E1-A4E5-4F1D-A3F3-6282B8AB34CB}" presName="txNode" presStyleLbl="fgAcc1" presStyleIdx="1" presStyleCnt="5">
        <dgm:presLayoutVars>
          <dgm:bulletEnabled val="1"/>
        </dgm:presLayoutVars>
      </dgm:prSet>
      <dgm:spPr/>
    </dgm:pt>
    <dgm:pt modelId="{64DE43FB-F9EE-DA41-B6B3-3026BBAD6D15}" type="pres">
      <dgm:prSet presAssocID="{9AAFE342-2BBB-400B-A16E-A852F3321EED}" presName="compositeSpace" presStyleCnt="0"/>
      <dgm:spPr/>
    </dgm:pt>
    <dgm:pt modelId="{A8F21A36-3970-4B44-BBC9-4891A9006D28}" type="pres">
      <dgm:prSet presAssocID="{52567063-60CA-4B07-AF5F-A3FBBD46BA8E}" presName="composite" presStyleCnt="0"/>
      <dgm:spPr/>
    </dgm:pt>
    <dgm:pt modelId="{6C5709CC-5714-B941-9629-09A399E041FA}" type="pres">
      <dgm:prSet presAssocID="{52567063-60CA-4B07-AF5F-A3FBBD46BA8E}" presName="bgChev" presStyleLbl="node1" presStyleIdx="2" presStyleCnt="5"/>
      <dgm:spPr/>
    </dgm:pt>
    <dgm:pt modelId="{463D24A0-49D2-964C-84C0-4F872D6E9687}" type="pres">
      <dgm:prSet presAssocID="{52567063-60CA-4B07-AF5F-A3FBBD46BA8E}" presName="txNode" presStyleLbl="fgAcc1" presStyleIdx="2" presStyleCnt="5">
        <dgm:presLayoutVars>
          <dgm:bulletEnabled val="1"/>
        </dgm:presLayoutVars>
      </dgm:prSet>
      <dgm:spPr/>
    </dgm:pt>
    <dgm:pt modelId="{D4BC7EA3-E5C1-8C49-AB26-698ABE810663}" type="pres">
      <dgm:prSet presAssocID="{973D3F77-6F7A-4F14-BE70-19C4922B3F7E}" presName="compositeSpace" presStyleCnt="0"/>
      <dgm:spPr/>
    </dgm:pt>
    <dgm:pt modelId="{5E3F91DD-FEDD-A74F-8CDF-55BBAD46A16A}" type="pres">
      <dgm:prSet presAssocID="{222E8F98-EF0B-4907-8BE4-46D975FCB588}" presName="composite" presStyleCnt="0"/>
      <dgm:spPr/>
    </dgm:pt>
    <dgm:pt modelId="{FC7FA702-39B4-694A-BC34-DE16C2CE776C}" type="pres">
      <dgm:prSet presAssocID="{222E8F98-EF0B-4907-8BE4-46D975FCB588}" presName="bgChev" presStyleLbl="node1" presStyleIdx="3" presStyleCnt="5"/>
      <dgm:spPr/>
    </dgm:pt>
    <dgm:pt modelId="{222B1B03-286D-FA4F-8D16-441418F45BD6}" type="pres">
      <dgm:prSet presAssocID="{222E8F98-EF0B-4907-8BE4-46D975FCB588}" presName="txNode" presStyleLbl="fgAcc1" presStyleIdx="3" presStyleCnt="5">
        <dgm:presLayoutVars>
          <dgm:bulletEnabled val="1"/>
        </dgm:presLayoutVars>
      </dgm:prSet>
      <dgm:spPr/>
    </dgm:pt>
    <dgm:pt modelId="{5E15A05A-7597-3E41-BAD0-5606ACC1D648}" type="pres">
      <dgm:prSet presAssocID="{4613BF1B-6B70-4011-9B4A-66A1DC62AFCD}" presName="compositeSpace" presStyleCnt="0"/>
      <dgm:spPr/>
    </dgm:pt>
    <dgm:pt modelId="{DB9024CD-7ADF-AE4C-B301-92A4711AD689}" type="pres">
      <dgm:prSet presAssocID="{0772C986-D250-4D66-B8E3-595513FC96E6}" presName="composite" presStyleCnt="0"/>
      <dgm:spPr/>
    </dgm:pt>
    <dgm:pt modelId="{C1C4C191-0C61-2C43-88BE-C1A7AFBA37FB}" type="pres">
      <dgm:prSet presAssocID="{0772C986-D250-4D66-B8E3-595513FC96E6}" presName="bgChev" presStyleLbl="node1" presStyleIdx="4" presStyleCnt="5"/>
      <dgm:spPr/>
    </dgm:pt>
    <dgm:pt modelId="{7694C125-45C5-A148-B985-35FD02AA3FAE}" type="pres">
      <dgm:prSet presAssocID="{0772C986-D250-4D66-B8E3-595513FC96E6}" presName="txNode" presStyleLbl="fgAcc1" presStyleIdx="4" presStyleCnt="5">
        <dgm:presLayoutVars>
          <dgm:bulletEnabled val="1"/>
        </dgm:presLayoutVars>
      </dgm:prSet>
      <dgm:spPr/>
    </dgm:pt>
  </dgm:ptLst>
  <dgm:cxnLst>
    <dgm:cxn modelId="{1ED74036-F885-094C-B352-F3B438175F71}" type="presOf" srcId="{222E8F98-EF0B-4907-8BE4-46D975FCB588}" destId="{222B1B03-286D-FA4F-8D16-441418F45BD6}" srcOrd="0" destOrd="0" presId="urn:microsoft.com/office/officeart/2005/8/layout/chevronAccent+Icon"/>
    <dgm:cxn modelId="{8A05D94D-4AA8-483F-B19A-DA7D54FCA267}" srcId="{06F6FE1E-80C0-4EFA-9C0A-FFFD14C14201}" destId="{98BE85E1-A4E5-4F1D-A3F3-6282B8AB34CB}" srcOrd="1" destOrd="0" parTransId="{75D6B630-A9A3-4667-9DF1-3C78FE01E540}" sibTransId="{9AAFE342-2BBB-400B-A16E-A852F3321EED}"/>
    <dgm:cxn modelId="{A56D6452-4B05-F249-887C-414F5096715C}" type="presOf" srcId="{06F6FE1E-80C0-4EFA-9C0A-FFFD14C14201}" destId="{AB269A60-367B-C84E-994C-A804324A3FE5}" srcOrd="0" destOrd="0" presId="urn:microsoft.com/office/officeart/2005/8/layout/chevronAccent+Icon"/>
    <dgm:cxn modelId="{E5A33C5C-5AC4-2F4D-855D-B58633E09DCC}" type="presOf" srcId="{98BE85E1-A4E5-4F1D-A3F3-6282B8AB34CB}" destId="{437CF969-C7C7-8947-982F-1DF83B3BEF34}" srcOrd="0" destOrd="0" presId="urn:microsoft.com/office/officeart/2005/8/layout/chevronAccent+Icon"/>
    <dgm:cxn modelId="{871D2A64-1943-4BC2-864B-2ED06B1A8568}" srcId="{06F6FE1E-80C0-4EFA-9C0A-FFFD14C14201}" destId="{03023BDC-31A6-4C4A-8815-F3D97408DCBB}" srcOrd="0" destOrd="0" parTransId="{D754A690-23EA-4645-8F5C-2A86A62901FD}" sibTransId="{7B4FFA47-A2F5-47BC-BB36-CFA13D12D052}"/>
    <dgm:cxn modelId="{CC39F582-C0D3-40F4-8478-7193212C1141}" srcId="{06F6FE1E-80C0-4EFA-9C0A-FFFD14C14201}" destId="{52567063-60CA-4B07-AF5F-A3FBBD46BA8E}" srcOrd="2" destOrd="0" parTransId="{908A89F3-A7E8-46CF-BCBC-1F164637E8CE}" sibTransId="{973D3F77-6F7A-4F14-BE70-19C4922B3F7E}"/>
    <dgm:cxn modelId="{86C22293-9C19-8B48-9873-D463CDD0ED99}" type="presOf" srcId="{52567063-60CA-4B07-AF5F-A3FBBD46BA8E}" destId="{463D24A0-49D2-964C-84C0-4F872D6E9687}" srcOrd="0" destOrd="0" presId="urn:microsoft.com/office/officeart/2005/8/layout/chevronAccent+Icon"/>
    <dgm:cxn modelId="{C6B0FC9C-0C6F-4334-85A3-035F491E5CA7}" srcId="{06F6FE1E-80C0-4EFA-9C0A-FFFD14C14201}" destId="{0772C986-D250-4D66-B8E3-595513FC96E6}" srcOrd="4" destOrd="0" parTransId="{176D30FD-6996-4230-A133-F5755029F623}" sibTransId="{9087D9FD-6C11-41A9-B698-530BE7546B7F}"/>
    <dgm:cxn modelId="{E694D2B8-2DCD-064E-B216-721B91583F97}" type="presOf" srcId="{03023BDC-31A6-4C4A-8815-F3D97408DCBB}" destId="{4076BFD5-53A5-B041-98D6-3CF8B681F3D1}" srcOrd="0" destOrd="0" presId="urn:microsoft.com/office/officeart/2005/8/layout/chevronAccent+Icon"/>
    <dgm:cxn modelId="{16D4DBD1-5653-5643-B021-B8F9A8179FD6}" type="presOf" srcId="{0772C986-D250-4D66-B8E3-595513FC96E6}" destId="{7694C125-45C5-A148-B985-35FD02AA3FAE}" srcOrd="0" destOrd="0" presId="urn:microsoft.com/office/officeart/2005/8/layout/chevronAccent+Icon"/>
    <dgm:cxn modelId="{109231DC-D63E-41BB-BCD7-260BDB780B45}" srcId="{06F6FE1E-80C0-4EFA-9C0A-FFFD14C14201}" destId="{222E8F98-EF0B-4907-8BE4-46D975FCB588}" srcOrd="3" destOrd="0" parTransId="{4E3F4047-D576-4E3A-982E-ED39E9AE7226}" sibTransId="{4613BF1B-6B70-4011-9B4A-66A1DC62AFCD}"/>
    <dgm:cxn modelId="{A26C260B-3534-D64F-A13D-D53BE1ACF833}" type="presParOf" srcId="{AB269A60-367B-C84E-994C-A804324A3FE5}" destId="{CAEFEFA9-F184-3440-9705-3CA2155BD46B}" srcOrd="0" destOrd="0" presId="urn:microsoft.com/office/officeart/2005/8/layout/chevronAccent+Icon"/>
    <dgm:cxn modelId="{61CDE4C2-2FD8-3747-8E57-05D042FA0BBD}" type="presParOf" srcId="{CAEFEFA9-F184-3440-9705-3CA2155BD46B}" destId="{AD955056-0EC9-A149-8BA7-CD614DE0C24B}" srcOrd="0" destOrd="0" presId="urn:microsoft.com/office/officeart/2005/8/layout/chevronAccent+Icon"/>
    <dgm:cxn modelId="{9429E20F-B448-8D4C-82FF-15330127888B}" type="presParOf" srcId="{CAEFEFA9-F184-3440-9705-3CA2155BD46B}" destId="{4076BFD5-53A5-B041-98D6-3CF8B681F3D1}" srcOrd="1" destOrd="0" presId="urn:microsoft.com/office/officeart/2005/8/layout/chevronAccent+Icon"/>
    <dgm:cxn modelId="{D44D8943-CBDB-AB4E-AF80-CBAB1E3A87C7}" type="presParOf" srcId="{AB269A60-367B-C84E-994C-A804324A3FE5}" destId="{BD8DE6BF-AA1D-2148-BBE2-B00ACBE674BB}" srcOrd="1" destOrd="0" presId="urn:microsoft.com/office/officeart/2005/8/layout/chevronAccent+Icon"/>
    <dgm:cxn modelId="{CDA72CB9-CF94-5C4B-90C1-5B9398387A7C}" type="presParOf" srcId="{AB269A60-367B-C84E-994C-A804324A3FE5}" destId="{63121382-DF25-7946-8046-7435DB35A9C5}" srcOrd="2" destOrd="0" presId="urn:microsoft.com/office/officeart/2005/8/layout/chevronAccent+Icon"/>
    <dgm:cxn modelId="{8464FA13-31C6-4345-8D39-3E6D93E7F204}" type="presParOf" srcId="{63121382-DF25-7946-8046-7435DB35A9C5}" destId="{EFDB667C-AC84-2B4E-8B9B-B8E670F91FC8}" srcOrd="0" destOrd="0" presId="urn:microsoft.com/office/officeart/2005/8/layout/chevronAccent+Icon"/>
    <dgm:cxn modelId="{BDE8F282-AD4A-B643-B213-7E709EDE4F00}" type="presParOf" srcId="{63121382-DF25-7946-8046-7435DB35A9C5}" destId="{437CF969-C7C7-8947-982F-1DF83B3BEF34}" srcOrd="1" destOrd="0" presId="urn:microsoft.com/office/officeart/2005/8/layout/chevronAccent+Icon"/>
    <dgm:cxn modelId="{3333E9FE-5899-7447-A821-B1A58D6FB82A}" type="presParOf" srcId="{AB269A60-367B-C84E-994C-A804324A3FE5}" destId="{64DE43FB-F9EE-DA41-B6B3-3026BBAD6D15}" srcOrd="3" destOrd="0" presId="urn:microsoft.com/office/officeart/2005/8/layout/chevronAccent+Icon"/>
    <dgm:cxn modelId="{B1AF7A6C-A9D6-AA44-9C02-2082B3DBC8B5}" type="presParOf" srcId="{AB269A60-367B-C84E-994C-A804324A3FE5}" destId="{A8F21A36-3970-4B44-BBC9-4891A9006D28}" srcOrd="4" destOrd="0" presId="urn:microsoft.com/office/officeart/2005/8/layout/chevronAccent+Icon"/>
    <dgm:cxn modelId="{FC165220-F95A-E140-86A9-ED0BCA639DD7}" type="presParOf" srcId="{A8F21A36-3970-4B44-BBC9-4891A9006D28}" destId="{6C5709CC-5714-B941-9629-09A399E041FA}" srcOrd="0" destOrd="0" presId="urn:microsoft.com/office/officeart/2005/8/layout/chevronAccent+Icon"/>
    <dgm:cxn modelId="{DEB70D29-F40D-4B4B-804E-5470611C3840}" type="presParOf" srcId="{A8F21A36-3970-4B44-BBC9-4891A9006D28}" destId="{463D24A0-49D2-964C-84C0-4F872D6E9687}" srcOrd="1" destOrd="0" presId="urn:microsoft.com/office/officeart/2005/8/layout/chevronAccent+Icon"/>
    <dgm:cxn modelId="{D3A3957E-E642-BF4E-A754-6EEF83132E2E}" type="presParOf" srcId="{AB269A60-367B-C84E-994C-A804324A3FE5}" destId="{D4BC7EA3-E5C1-8C49-AB26-698ABE810663}" srcOrd="5" destOrd="0" presId="urn:microsoft.com/office/officeart/2005/8/layout/chevronAccent+Icon"/>
    <dgm:cxn modelId="{213FE510-4C6D-C149-86B0-2C233089ED35}" type="presParOf" srcId="{AB269A60-367B-C84E-994C-A804324A3FE5}" destId="{5E3F91DD-FEDD-A74F-8CDF-55BBAD46A16A}" srcOrd="6" destOrd="0" presId="urn:microsoft.com/office/officeart/2005/8/layout/chevronAccent+Icon"/>
    <dgm:cxn modelId="{760E7315-3A7B-7149-8474-238933AACC71}" type="presParOf" srcId="{5E3F91DD-FEDD-A74F-8CDF-55BBAD46A16A}" destId="{FC7FA702-39B4-694A-BC34-DE16C2CE776C}" srcOrd="0" destOrd="0" presId="urn:microsoft.com/office/officeart/2005/8/layout/chevronAccent+Icon"/>
    <dgm:cxn modelId="{1285C7EE-6D2C-3A44-8B0F-8BC13982D854}" type="presParOf" srcId="{5E3F91DD-FEDD-A74F-8CDF-55BBAD46A16A}" destId="{222B1B03-286D-FA4F-8D16-441418F45BD6}" srcOrd="1" destOrd="0" presId="urn:microsoft.com/office/officeart/2005/8/layout/chevronAccent+Icon"/>
    <dgm:cxn modelId="{B72D3B07-820B-8C4F-AD5F-C5365EE046D8}" type="presParOf" srcId="{AB269A60-367B-C84E-994C-A804324A3FE5}" destId="{5E15A05A-7597-3E41-BAD0-5606ACC1D648}" srcOrd="7" destOrd="0" presId="urn:microsoft.com/office/officeart/2005/8/layout/chevronAccent+Icon"/>
    <dgm:cxn modelId="{5FA20C75-F075-794B-86DA-C11D8257539B}" type="presParOf" srcId="{AB269A60-367B-C84E-994C-A804324A3FE5}" destId="{DB9024CD-7ADF-AE4C-B301-92A4711AD689}" srcOrd="8" destOrd="0" presId="urn:microsoft.com/office/officeart/2005/8/layout/chevronAccent+Icon"/>
    <dgm:cxn modelId="{68F806EF-EA00-634A-AB82-D1E898F85B6A}" type="presParOf" srcId="{DB9024CD-7ADF-AE4C-B301-92A4711AD689}" destId="{C1C4C191-0C61-2C43-88BE-C1A7AFBA37FB}" srcOrd="0" destOrd="0" presId="urn:microsoft.com/office/officeart/2005/8/layout/chevronAccent+Icon"/>
    <dgm:cxn modelId="{BFCDF634-42C0-8748-AA0C-C81F342E296D}" type="presParOf" srcId="{DB9024CD-7ADF-AE4C-B301-92A4711AD689}" destId="{7694C125-45C5-A148-B985-35FD02AA3FAE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8D1029C3-5C52-496E-BBA7-C1BC4238251E}" type="doc">
      <dgm:prSet loTypeId="urn:microsoft.com/office/officeart/2005/8/layout/hChevron3" qsTypeId="urn:microsoft.com/office/officeart/2005/8/quickstyle/simple2" csTypeId="urn:microsoft.com/office/officeart/2005/8/colors/accent1_2"/>
      <dgm:spPr/>
    </dgm:pt>
    <dgm:pt modelId="{A0BDA529-DE75-4204-BA90-B2E71220D2E9}">
      <dgm:prSet/>
      <dgm:spPr/>
      <dgm:t>
        <a:bodyPr/>
        <a:lstStyle/>
        <a:p>
          <a:r>
            <a:t>Discover</a:t>
          </a:r>
        </a:p>
      </dgm:t>
    </dgm:pt>
    <dgm:pt modelId="{A0D3FD09-D9D7-4194-B2E0-1734D4A26A43}" type="parTrans" cxnId="{1782AEFB-C2E3-42F4-B7BD-234E86444253}">
      <dgm:prSet/>
      <dgm:spPr/>
      <dgm:t>
        <a:bodyPr/>
        <a:lstStyle/>
        <a:p>
          <a:endParaRPr/>
        </a:p>
      </dgm:t>
    </dgm:pt>
    <dgm:pt modelId="{52BB2295-E920-4D47-AEE5-EC0CD7E0772C}" type="sibTrans" cxnId="{1782AEFB-C2E3-42F4-B7BD-234E86444253}">
      <dgm:prSet/>
      <dgm:spPr/>
      <dgm:t>
        <a:bodyPr/>
        <a:lstStyle/>
        <a:p>
          <a:endParaRPr/>
        </a:p>
      </dgm:t>
    </dgm:pt>
    <dgm:pt modelId="{486743D2-D2E9-4144-8F52-A5ECA1DC8F4A}">
      <dgm:prSet/>
      <dgm:spPr/>
      <dgm:t>
        <a:bodyPr/>
        <a:lstStyle/>
        <a:p>
          <a:r>
            <a:t>Define</a:t>
          </a:r>
        </a:p>
      </dgm:t>
    </dgm:pt>
    <dgm:pt modelId="{47772C82-A63A-44ED-B383-5FA07964AC76}" type="parTrans" cxnId="{E7FB0EB4-C48A-46B5-B650-461368BA7B24}">
      <dgm:prSet/>
      <dgm:spPr/>
      <dgm:t>
        <a:bodyPr/>
        <a:lstStyle/>
        <a:p>
          <a:endParaRPr/>
        </a:p>
      </dgm:t>
    </dgm:pt>
    <dgm:pt modelId="{77585257-21BA-49FE-9E89-10B616DEC8E7}" type="sibTrans" cxnId="{E7FB0EB4-C48A-46B5-B650-461368BA7B24}">
      <dgm:prSet/>
      <dgm:spPr/>
      <dgm:t>
        <a:bodyPr/>
        <a:lstStyle/>
        <a:p>
          <a:endParaRPr/>
        </a:p>
      </dgm:t>
    </dgm:pt>
    <dgm:pt modelId="{EECE5274-602F-4E7A-B599-FF194ECB414B}">
      <dgm:prSet/>
      <dgm:spPr/>
      <dgm:t>
        <a:bodyPr/>
        <a:lstStyle/>
        <a:p>
          <a:r>
            <a:t>Build</a:t>
          </a:r>
        </a:p>
      </dgm:t>
    </dgm:pt>
    <dgm:pt modelId="{F7D31FD7-3C56-4FDC-8C3B-DDE97691686A}" type="parTrans" cxnId="{3FDBB1BF-9273-48D5-AB23-6D92C9C4E837}">
      <dgm:prSet/>
      <dgm:spPr/>
      <dgm:t>
        <a:bodyPr/>
        <a:lstStyle/>
        <a:p>
          <a:endParaRPr/>
        </a:p>
      </dgm:t>
    </dgm:pt>
    <dgm:pt modelId="{DF1C0FA2-925F-48FD-8E6F-C8805E1C8912}" type="sibTrans" cxnId="{3FDBB1BF-9273-48D5-AB23-6D92C9C4E837}">
      <dgm:prSet/>
      <dgm:spPr/>
      <dgm:t>
        <a:bodyPr/>
        <a:lstStyle/>
        <a:p>
          <a:endParaRPr/>
        </a:p>
      </dgm:t>
    </dgm:pt>
    <dgm:pt modelId="{32C09C87-F28F-426D-8F20-E92591D74871}">
      <dgm:prSet/>
      <dgm:spPr/>
      <dgm:t>
        <a:bodyPr/>
        <a:lstStyle/>
        <a:p>
          <a:r>
            <a:t>Launch</a:t>
          </a:r>
        </a:p>
      </dgm:t>
    </dgm:pt>
    <dgm:pt modelId="{50E6C9F9-E20B-4226-B5C6-B97739A7BB5A}" type="parTrans" cxnId="{BA30DEE2-06EC-4E7E-BD8B-3EDCB4FD6897}">
      <dgm:prSet/>
      <dgm:spPr/>
      <dgm:t>
        <a:bodyPr/>
        <a:lstStyle/>
        <a:p>
          <a:endParaRPr/>
        </a:p>
      </dgm:t>
    </dgm:pt>
    <dgm:pt modelId="{E92C954C-E029-40FD-ADBF-B249A0480F23}" type="sibTrans" cxnId="{BA30DEE2-06EC-4E7E-BD8B-3EDCB4FD6897}">
      <dgm:prSet/>
      <dgm:spPr/>
      <dgm:t>
        <a:bodyPr/>
        <a:lstStyle/>
        <a:p>
          <a:endParaRPr/>
        </a:p>
      </dgm:t>
    </dgm:pt>
    <dgm:pt modelId="{B9BC533D-C2B8-4BF8-8E67-4A41A9B92F74}">
      <dgm:prSet/>
      <dgm:spPr/>
      <dgm:t>
        <a:bodyPr/>
        <a:lstStyle/>
        <a:p>
          <a:r>
            <a:t>Learn</a:t>
          </a:r>
        </a:p>
      </dgm:t>
    </dgm:pt>
    <dgm:pt modelId="{CD53ABFA-D637-4B4A-9ABC-856D64F454A4}" type="parTrans" cxnId="{07ED6E0F-4237-4244-B3C8-16BEA6EF7919}">
      <dgm:prSet/>
      <dgm:spPr/>
      <dgm:t>
        <a:bodyPr/>
        <a:lstStyle/>
        <a:p>
          <a:endParaRPr/>
        </a:p>
      </dgm:t>
    </dgm:pt>
    <dgm:pt modelId="{AED2032F-4DD7-4728-94C6-67F3C56BACAF}" type="sibTrans" cxnId="{07ED6E0F-4237-4244-B3C8-16BEA6EF7919}">
      <dgm:prSet/>
      <dgm:spPr/>
      <dgm:t>
        <a:bodyPr/>
        <a:lstStyle/>
        <a:p>
          <a:endParaRPr/>
        </a:p>
      </dgm:t>
    </dgm:pt>
    <dgm:pt modelId="{98C6DC62-61E2-C14F-B502-CAD029DAE1B9}" type="pres">
      <dgm:prSet presAssocID="{8D1029C3-5C52-496E-BBA7-C1BC4238251E}" presName="Name0" presStyleCnt="0">
        <dgm:presLayoutVars>
          <dgm:dir/>
          <dgm:resizeHandles val="exact"/>
        </dgm:presLayoutVars>
      </dgm:prSet>
      <dgm:spPr/>
    </dgm:pt>
    <dgm:pt modelId="{EF99B19C-2046-3349-BEEF-843B1280B58A}" type="pres">
      <dgm:prSet presAssocID="{A0BDA529-DE75-4204-BA90-B2E71220D2E9}" presName="parTxOnly" presStyleLbl="node1" presStyleIdx="0" presStyleCnt="5">
        <dgm:presLayoutVars>
          <dgm:bulletEnabled val="1"/>
        </dgm:presLayoutVars>
      </dgm:prSet>
      <dgm:spPr/>
    </dgm:pt>
    <dgm:pt modelId="{281F0AF4-B99A-ED43-891B-BACA938DB8D1}" type="pres">
      <dgm:prSet presAssocID="{52BB2295-E920-4D47-AEE5-EC0CD7E0772C}" presName="parSpace" presStyleCnt="0"/>
      <dgm:spPr/>
    </dgm:pt>
    <dgm:pt modelId="{3DFC1B29-8A14-154F-A8BA-36264FE64CBA}" type="pres">
      <dgm:prSet presAssocID="{486743D2-D2E9-4144-8F52-A5ECA1DC8F4A}" presName="parTxOnly" presStyleLbl="node1" presStyleIdx="1" presStyleCnt="5">
        <dgm:presLayoutVars>
          <dgm:bulletEnabled val="1"/>
        </dgm:presLayoutVars>
      </dgm:prSet>
      <dgm:spPr/>
    </dgm:pt>
    <dgm:pt modelId="{433028CE-4D7F-964A-BE5E-6872C450B20A}" type="pres">
      <dgm:prSet presAssocID="{77585257-21BA-49FE-9E89-10B616DEC8E7}" presName="parSpace" presStyleCnt="0"/>
      <dgm:spPr/>
    </dgm:pt>
    <dgm:pt modelId="{752E5662-5E91-DE47-AAC1-51ED017C7E84}" type="pres">
      <dgm:prSet presAssocID="{EECE5274-602F-4E7A-B599-FF194ECB414B}" presName="parTxOnly" presStyleLbl="node1" presStyleIdx="2" presStyleCnt="5">
        <dgm:presLayoutVars>
          <dgm:bulletEnabled val="1"/>
        </dgm:presLayoutVars>
      </dgm:prSet>
      <dgm:spPr/>
    </dgm:pt>
    <dgm:pt modelId="{44D787C7-7ED7-5B49-90E1-8AFBBF45A0ED}" type="pres">
      <dgm:prSet presAssocID="{DF1C0FA2-925F-48FD-8E6F-C8805E1C8912}" presName="parSpace" presStyleCnt="0"/>
      <dgm:spPr/>
    </dgm:pt>
    <dgm:pt modelId="{6D5FD4CA-1C24-C643-95E0-7A4FF1B06D1F}" type="pres">
      <dgm:prSet presAssocID="{32C09C87-F28F-426D-8F20-E92591D74871}" presName="parTxOnly" presStyleLbl="node1" presStyleIdx="3" presStyleCnt="5">
        <dgm:presLayoutVars>
          <dgm:bulletEnabled val="1"/>
        </dgm:presLayoutVars>
      </dgm:prSet>
      <dgm:spPr/>
    </dgm:pt>
    <dgm:pt modelId="{18BF5E17-DB88-B643-9A87-D8C295697842}" type="pres">
      <dgm:prSet presAssocID="{E92C954C-E029-40FD-ADBF-B249A0480F23}" presName="parSpace" presStyleCnt="0"/>
      <dgm:spPr/>
    </dgm:pt>
    <dgm:pt modelId="{3C9ED170-70A7-4147-B55D-68451C7B7203}" type="pres">
      <dgm:prSet presAssocID="{B9BC533D-C2B8-4BF8-8E67-4A41A9B92F74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07ED6E0F-4237-4244-B3C8-16BEA6EF7919}" srcId="{8D1029C3-5C52-496E-BBA7-C1BC4238251E}" destId="{B9BC533D-C2B8-4BF8-8E67-4A41A9B92F74}" srcOrd="4" destOrd="0" parTransId="{CD53ABFA-D637-4B4A-9ABC-856D64F454A4}" sibTransId="{AED2032F-4DD7-4728-94C6-67F3C56BACAF}"/>
    <dgm:cxn modelId="{4F82CB15-EE8C-464A-BABE-93A421E81DD3}" type="presOf" srcId="{EECE5274-602F-4E7A-B599-FF194ECB414B}" destId="{752E5662-5E91-DE47-AAC1-51ED017C7E84}" srcOrd="0" destOrd="0" presId="urn:microsoft.com/office/officeart/2005/8/layout/hChevron3"/>
    <dgm:cxn modelId="{13889946-3F35-634D-8B58-CF3A2463267F}" type="presOf" srcId="{486743D2-D2E9-4144-8F52-A5ECA1DC8F4A}" destId="{3DFC1B29-8A14-154F-A8BA-36264FE64CBA}" srcOrd="0" destOrd="0" presId="urn:microsoft.com/office/officeart/2005/8/layout/hChevron3"/>
    <dgm:cxn modelId="{03951678-5ABF-6649-B783-57FFE8A84E85}" type="presOf" srcId="{8D1029C3-5C52-496E-BBA7-C1BC4238251E}" destId="{98C6DC62-61E2-C14F-B502-CAD029DAE1B9}" srcOrd="0" destOrd="0" presId="urn:microsoft.com/office/officeart/2005/8/layout/hChevron3"/>
    <dgm:cxn modelId="{B00791A5-FEC4-C24F-9915-4285AF23BB4D}" type="presOf" srcId="{A0BDA529-DE75-4204-BA90-B2E71220D2E9}" destId="{EF99B19C-2046-3349-BEEF-843B1280B58A}" srcOrd="0" destOrd="0" presId="urn:microsoft.com/office/officeart/2005/8/layout/hChevron3"/>
    <dgm:cxn modelId="{E7FB0EB4-C48A-46B5-B650-461368BA7B24}" srcId="{8D1029C3-5C52-496E-BBA7-C1BC4238251E}" destId="{486743D2-D2E9-4144-8F52-A5ECA1DC8F4A}" srcOrd="1" destOrd="0" parTransId="{47772C82-A63A-44ED-B383-5FA07964AC76}" sibTransId="{77585257-21BA-49FE-9E89-10B616DEC8E7}"/>
    <dgm:cxn modelId="{3FDBB1BF-9273-48D5-AB23-6D92C9C4E837}" srcId="{8D1029C3-5C52-496E-BBA7-C1BC4238251E}" destId="{EECE5274-602F-4E7A-B599-FF194ECB414B}" srcOrd="2" destOrd="0" parTransId="{F7D31FD7-3C56-4FDC-8C3B-DDE97691686A}" sibTransId="{DF1C0FA2-925F-48FD-8E6F-C8805E1C8912}"/>
    <dgm:cxn modelId="{BA30DEE2-06EC-4E7E-BD8B-3EDCB4FD6897}" srcId="{8D1029C3-5C52-496E-BBA7-C1BC4238251E}" destId="{32C09C87-F28F-426D-8F20-E92591D74871}" srcOrd="3" destOrd="0" parTransId="{50E6C9F9-E20B-4226-B5C6-B97739A7BB5A}" sibTransId="{E92C954C-E029-40FD-ADBF-B249A0480F23}"/>
    <dgm:cxn modelId="{6CD6F9ED-4BE6-9B49-AA43-3B876C314777}" type="presOf" srcId="{32C09C87-F28F-426D-8F20-E92591D74871}" destId="{6D5FD4CA-1C24-C643-95E0-7A4FF1B06D1F}" srcOrd="0" destOrd="0" presId="urn:microsoft.com/office/officeart/2005/8/layout/hChevron3"/>
    <dgm:cxn modelId="{22A5F7F6-2DDB-064B-AC6B-B55C0ABAC796}" type="presOf" srcId="{B9BC533D-C2B8-4BF8-8E67-4A41A9B92F74}" destId="{3C9ED170-70A7-4147-B55D-68451C7B7203}" srcOrd="0" destOrd="0" presId="urn:microsoft.com/office/officeart/2005/8/layout/hChevron3"/>
    <dgm:cxn modelId="{1782AEFB-C2E3-42F4-B7BD-234E86444253}" srcId="{8D1029C3-5C52-496E-BBA7-C1BC4238251E}" destId="{A0BDA529-DE75-4204-BA90-B2E71220D2E9}" srcOrd="0" destOrd="0" parTransId="{A0D3FD09-D9D7-4194-B2E0-1734D4A26A43}" sibTransId="{52BB2295-E920-4D47-AEE5-EC0CD7E0772C}"/>
    <dgm:cxn modelId="{816922A5-55C1-C643-97F6-92795B343DD7}" type="presParOf" srcId="{98C6DC62-61E2-C14F-B502-CAD029DAE1B9}" destId="{EF99B19C-2046-3349-BEEF-843B1280B58A}" srcOrd="0" destOrd="0" presId="urn:microsoft.com/office/officeart/2005/8/layout/hChevron3"/>
    <dgm:cxn modelId="{C0E79D4E-EF19-8348-958A-9EFBBF8C6D9C}" type="presParOf" srcId="{98C6DC62-61E2-C14F-B502-CAD029DAE1B9}" destId="{281F0AF4-B99A-ED43-891B-BACA938DB8D1}" srcOrd="1" destOrd="0" presId="urn:microsoft.com/office/officeart/2005/8/layout/hChevron3"/>
    <dgm:cxn modelId="{C9244B7C-2EF3-C34A-AACC-ADE0286B2A92}" type="presParOf" srcId="{98C6DC62-61E2-C14F-B502-CAD029DAE1B9}" destId="{3DFC1B29-8A14-154F-A8BA-36264FE64CBA}" srcOrd="2" destOrd="0" presId="urn:microsoft.com/office/officeart/2005/8/layout/hChevron3"/>
    <dgm:cxn modelId="{290D7E82-D78C-234D-ABE8-919B3E215CF5}" type="presParOf" srcId="{98C6DC62-61E2-C14F-B502-CAD029DAE1B9}" destId="{433028CE-4D7F-964A-BE5E-6872C450B20A}" srcOrd="3" destOrd="0" presId="urn:microsoft.com/office/officeart/2005/8/layout/hChevron3"/>
    <dgm:cxn modelId="{E7A7DD5F-D186-3647-A160-86AE3EF22AC5}" type="presParOf" srcId="{98C6DC62-61E2-C14F-B502-CAD029DAE1B9}" destId="{752E5662-5E91-DE47-AAC1-51ED017C7E84}" srcOrd="4" destOrd="0" presId="urn:microsoft.com/office/officeart/2005/8/layout/hChevron3"/>
    <dgm:cxn modelId="{D2534B78-26DB-0049-A4C5-CF714519AD14}" type="presParOf" srcId="{98C6DC62-61E2-C14F-B502-CAD029DAE1B9}" destId="{44D787C7-7ED7-5B49-90E1-8AFBBF45A0ED}" srcOrd="5" destOrd="0" presId="urn:microsoft.com/office/officeart/2005/8/layout/hChevron3"/>
    <dgm:cxn modelId="{BD5EAE2B-D6F6-6D4E-A7F9-B4DE6AA53B82}" type="presParOf" srcId="{98C6DC62-61E2-C14F-B502-CAD029DAE1B9}" destId="{6D5FD4CA-1C24-C643-95E0-7A4FF1B06D1F}" srcOrd="6" destOrd="0" presId="urn:microsoft.com/office/officeart/2005/8/layout/hChevron3"/>
    <dgm:cxn modelId="{932C8F56-2188-A240-94EB-2FA48B95AEE6}" type="presParOf" srcId="{98C6DC62-61E2-C14F-B502-CAD029DAE1B9}" destId="{18BF5E17-DB88-B643-9A87-D8C295697842}" srcOrd="7" destOrd="0" presId="urn:microsoft.com/office/officeart/2005/8/layout/hChevron3"/>
    <dgm:cxn modelId="{B5E1DFF9-0873-304A-9A80-7DFD83BC3252}" type="presParOf" srcId="{98C6DC62-61E2-C14F-B502-CAD029DAE1B9}" destId="{3C9ED170-70A7-4147-B55D-68451C7B7203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0419C533-E73D-4BA7-B031-CD6DC67B31DA}" type="doc">
      <dgm:prSet loTypeId="urn:microsoft.com/office/officeart/2005/8/layout/lProcess3" qsTypeId="urn:microsoft.com/office/officeart/2005/8/quickstyle/simple2" csTypeId="urn:microsoft.com/office/officeart/2005/8/colors/accent1_2"/>
      <dgm:spPr/>
    </dgm:pt>
    <dgm:pt modelId="{66A14A90-E3EA-4BD1-8EEC-5B63866B82B0}">
      <dgm:prSet/>
      <dgm:spPr/>
      <dgm:t>
        <a:bodyPr/>
        <a:lstStyle/>
        <a:p>
          <a:r>
            <a:t>Discover</a:t>
          </a:r>
        </a:p>
      </dgm:t>
    </dgm:pt>
    <dgm:pt modelId="{7A2A6C6B-3D41-4FCB-81F7-E4E6AE411272}" type="parTrans" cxnId="{D35EB8D6-F5FA-4523-8E09-3DDAE248ACB8}">
      <dgm:prSet/>
      <dgm:spPr/>
      <dgm:t>
        <a:bodyPr/>
        <a:lstStyle/>
        <a:p>
          <a:endParaRPr/>
        </a:p>
      </dgm:t>
    </dgm:pt>
    <dgm:pt modelId="{EA1CC989-41EF-4B27-9284-A83CD740EC01}" type="sibTrans" cxnId="{D35EB8D6-F5FA-4523-8E09-3DDAE248ACB8}">
      <dgm:prSet/>
      <dgm:spPr/>
      <dgm:t>
        <a:bodyPr/>
        <a:lstStyle/>
        <a:p>
          <a:endParaRPr/>
        </a:p>
      </dgm:t>
    </dgm:pt>
    <dgm:pt modelId="{7EA2BA8C-4F3A-440A-88BB-09190EB499D3}">
      <dgm:prSet/>
      <dgm:spPr/>
      <dgm:t>
        <a:bodyPr/>
        <a:lstStyle/>
        <a:p>
          <a:r>
            <a:t>Define</a:t>
          </a:r>
        </a:p>
      </dgm:t>
    </dgm:pt>
    <dgm:pt modelId="{6580EB18-14E0-4E7C-B7C8-0D3713257A8F}" type="parTrans" cxnId="{F0542DEE-BC04-4D14-BDF5-6DAE22E52F1E}">
      <dgm:prSet/>
      <dgm:spPr/>
      <dgm:t>
        <a:bodyPr/>
        <a:lstStyle/>
        <a:p>
          <a:endParaRPr/>
        </a:p>
      </dgm:t>
    </dgm:pt>
    <dgm:pt modelId="{BB626E11-106B-4997-8B3B-80C1D9227942}" type="sibTrans" cxnId="{F0542DEE-BC04-4D14-BDF5-6DAE22E52F1E}">
      <dgm:prSet/>
      <dgm:spPr/>
      <dgm:t>
        <a:bodyPr/>
        <a:lstStyle/>
        <a:p>
          <a:endParaRPr/>
        </a:p>
      </dgm:t>
    </dgm:pt>
    <dgm:pt modelId="{6E878DE6-0577-47E3-8936-ABA95439BD68}">
      <dgm:prSet/>
      <dgm:spPr/>
      <dgm:t>
        <a:bodyPr/>
        <a:lstStyle/>
        <a:p>
          <a:r>
            <a:t>Build</a:t>
          </a:r>
        </a:p>
      </dgm:t>
    </dgm:pt>
    <dgm:pt modelId="{3705192C-EC52-43A8-8333-85DBDC5916B4}" type="parTrans" cxnId="{049CAD2F-03C7-4C12-9A5A-21678CCA5AC1}">
      <dgm:prSet/>
      <dgm:spPr/>
      <dgm:t>
        <a:bodyPr/>
        <a:lstStyle/>
        <a:p>
          <a:endParaRPr/>
        </a:p>
      </dgm:t>
    </dgm:pt>
    <dgm:pt modelId="{6F7F956D-D969-4938-8A49-FAA7650B22F0}" type="sibTrans" cxnId="{049CAD2F-03C7-4C12-9A5A-21678CCA5AC1}">
      <dgm:prSet/>
      <dgm:spPr/>
      <dgm:t>
        <a:bodyPr/>
        <a:lstStyle/>
        <a:p>
          <a:endParaRPr/>
        </a:p>
      </dgm:t>
    </dgm:pt>
    <dgm:pt modelId="{89EF089E-00A3-4758-9DC9-2CD48447861D}">
      <dgm:prSet/>
      <dgm:spPr/>
      <dgm:t>
        <a:bodyPr/>
        <a:lstStyle/>
        <a:p>
          <a:r>
            <a:t>Launch</a:t>
          </a:r>
        </a:p>
      </dgm:t>
    </dgm:pt>
    <dgm:pt modelId="{27D4F134-521E-4CF7-81F5-DC8BCF0F4B4C}" type="parTrans" cxnId="{1D87E6BE-BA34-4FF2-AB75-42915F59405D}">
      <dgm:prSet/>
      <dgm:spPr/>
      <dgm:t>
        <a:bodyPr/>
        <a:lstStyle/>
        <a:p>
          <a:endParaRPr/>
        </a:p>
      </dgm:t>
    </dgm:pt>
    <dgm:pt modelId="{ECA4A18D-C929-4477-9699-4DB4275DC09C}" type="sibTrans" cxnId="{1D87E6BE-BA34-4FF2-AB75-42915F59405D}">
      <dgm:prSet/>
      <dgm:spPr/>
      <dgm:t>
        <a:bodyPr/>
        <a:lstStyle/>
        <a:p>
          <a:endParaRPr/>
        </a:p>
      </dgm:t>
    </dgm:pt>
    <dgm:pt modelId="{0C39F2E0-5B16-4381-8A09-1F5857CA28FF}">
      <dgm:prSet/>
      <dgm:spPr/>
      <dgm:t>
        <a:bodyPr/>
        <a:lstStyle/>
        <a:p>
          <a:r>
            <a:t>Learn</a:t>
          </a:r>
        </a:p>
      </dgm:t>
    </dgm:pt>
    <dgm:pt modelId="{B6A448E5-B54F-4F41-A984-95C290CAB15D}" type="parTrans" cxnId="{5BAAAEA8-9334-4408-AC57-3471840E4B7E}">
      <dgm:prSet/>
      <dgm:spPr/>
      <dgm:t>
        <a:bodyPr/>
        <a:lstStyle/>
        <a:p>
          <a:endParaRPr/>
        </a:p>
      </dgm:t>
    </dgm:pt>
    <dgm:pt modelId="{36CD004F-4792-4AAB-AA30-3FE74C4617E2}" type="sibTrans" cxnId="{5BAAAEA8-9334-4408-AC57-3471840E4B7E}">
      <dgm:prSet/>
      <dgm:spPr/>
      <dgm:t>
        <a:bodyPr/>
        <a:lstStyle/>
        <a:p>
          <a:endParaRPr/>
        </a:p>
      </dgm:t>
    </dgm:pt>
    <dgm:pt modelId="{C9627DF2-9C0D-7443-B711-0FF435EB1DD9}" type="pres">
      <dgm:prSet presAssocID="{0419C533-E73D-4BA7-B031-CD6DC67B31DA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8D547CF9-17CD-0545-B9FD-EDEF46F03C5A}" type="pres">
      <dgm:prSet presAssocID="{66A14A90-E3EA-4BD1-8EEC-5B63866B82B0}" presName="horFlow" presStyleCnt="0"/>
      <dgm:spPr/>
    </dgm:pt>
    <dgm:pt modelId="{90EA10FB-F44E-6249-AAF8-4B0851CF9813}" type="pres">
      <dgm:prSet presAssocID="{66A14A90-E3EA-4BD1-8EEC-5B63866B82B0}" presName="bigChev" presStyleLbl="node1" presStyleIdx="0" presStyleCnt="5"/>
      <dgm:spPr/>
    </dgm:pt>
    <dgm:pt modelId="{FEE38D5E-DF6D-D941-96E3-CD9A8997668A}" type="pres">
      <dgm:prSet presAssocID="{66A14A90-E3EA-4BD1-8EEC-5B63866B82B0}" presName="vSp" presStyleCnt="0"/>
      <dgm:spPr/>
    </dgm:pt>
    <dgm:pt modelId="{D494DBEA-B7A7-6A4A-A79C-F246FC39C651}" type="pres">
      <dgm:prSet presAssocID="{7EA2BA8C-4F3A-440A-88BB-09190EB499D3}" presName="horFlow" presStyleCnt="0"/>
      <dgm:spPr/>
    </dgm:pt>
    <dgm:pt modelId="{C468BE4A-EA53-D447-81AF-6CEC47D47D99}" type="pres">
      <dgm:prSet presAssocID="{7EA2BA8C-4F3A-440A-88BB-09190EB499D3}" presName="bigChev" presStyleLbl="node1" presStyleIdx="1" presStyleCnt="5"/>
      <dgm:spPr/>
    </dgm:pt>
    <dgm:pt modelId="{102CF408-AC20-A84A-90A8-F66344F9C183}" type="pres">
      <dgm:prSet presAssocID="{7EA2BA8C-4F3A-440A-88BB-09190EB499D3}" presName="vSp" presStyleCnt="0"/>
      <dgm:spPr/>
    </dgm:pt>
    <dgm:pt modelId="{FB150310-47AD-5C48-9290-0883BA493C5A}" type="pres">
      <dgm:prSet presAssocID="{6E878DE6-0577-47E3-8936-ABA95439BD68}" presName="horFlow" presStyleCnt="0"/>
      <dgm:spPr/>
    </dgm:pt>
    <dgm:pt modelId="{C449B634-3ACB-0545-9F57-D886472B4C7D}" type="pres">
      <dgm:prSet presAssocID="{6E878DE6-0577-47E3-8936-ABA95439BD68}" presName="bigChev" presStyleLbl="node1" presStyleIdx="2" presStyleCnt="5"/>
      <dgm:spPr/>
    </dgm:pt>
    <dgm:pt modelId="{2E3BB043-298E-B042-A115-7CF66F1297A1}" type="pres">
      <dgm:prSet presAssocID="{6E878DE6-0577-47E3-8936-ABA95439BD68}" presName="vSp" presStyleCnt="0"/>
      <dgm:spPr/>
    </dgm:pt>
    <dgm:pt modelId="{7A6BFD5F-06CA-5E43-9EEA-970D0092B9DE}" type="pres">
      <dgm:prSet presAssocID="{89EF089E-00A3-4758-9DC9-2CD48447861D}" presName="horFlow" presStyleCnt="0"/>
      <dgm:spPr/>
    </dgm:pt>
    <dgm:pt modelId="{D7FBD87D-D759-BF4B-9936-71C8BDDFEE0A}" type="pres">
      <dgm:prSet presAssocID="{89EF089E-00A3-4758-9DC9-2CD48447861D}" presName="bigChev" presStyleLbl="node1" presStyleIdx="3" presStyleCnt="5"/>
      <dgm:spPr/>
    </dgm:pt>
    <dgm:pt modelId="{6BADF784-B396-DA4C-B555-F5E395BB1F4E}" type="pres">
      <dgm:prSet presAssocID="{89EF089E-00A3-4758-9DC9-2CD48447861D}" presName="vSp" presStyleCnt="0"/>
      <dgm:spPr/>
    </dgm:pt>
    <dgm:pt modelId="{C799B683-303D-7D45-ADDA-8EE79E52CAE1}" type="pres">
      <dgm:prSet presAssocID="{0C39F2E0-5B16-4381-8A09-1F5857CA28FF}" presName="horFlow" presStyleCnt="0"/>
      <dgm:spPr/>
    </dgm:pt>
    <dgm:pt modelId="{A1D1C286-9D83-004D-9FE4-4C647F915572}" type="pres">
      <dgm:prSet presAssocID="{0C39F2E0-5B16-4381-8A09-1F5857CA28FF}" presName="bigChev" presStyleLbl="node1" presStyleIdx="4" presStyleCnt="5"/>
      <dgm:spPr/>
    </dgm:pt>
  </dgm:ptLst>
  <dgm:cxnLst>
    <dgm:cxn modelId="{4CAE841C-DB32-AB42-BB68-B31B57465C6B}" type="presOf" srcId="{66A14A90-E3EA-4BD1-8EEC-5B63866B82B0}" destId="{90EA10FB-F44E-6249-AAF8-4B0851CF9813}" srcOrd="0" destOrd="0" presId="urn:microsoft.com/office/officeart/2005/8/layout/lProcess3"/>
    <dgm:cxn modelId="{049CAD2F-03C7-4C12-9A5A-21678CCA5AC1}" srcId="{0419C533-E73D-4BA7-B031-CD6DC67B31DA}" destId="{6E878DE6-0577-47E3-8936-ABA95439BD68}" srcOrd="2" destOrd="0" parTransId="{3705192C-EC52-43A8-8333-85DBDC5916B4}" sibTransId="{6F7F956D-D969-4938-8A49-FAA7650B22F0}"/>
    <dgm:cxn modelId="{8C0B1B31-91D3-634B-8511-791C80A2DA85}" type="presOf" srcId="{6E878DE6-0577-47E3-8936-ABA95439BD68}" destId="{C449B634-3ACB-0545-9F57-D886472B4C7D}" srcOrd="0" destOrd="0" presId="urn:microsoft.com/office/officeart/2005/8/layout/lProcess3"/>
    <dgm:cxn modelId="{944DFD41-3303-2C41-8361-9FB1FB26A261}" type="presOf" srcId="{0419C533-E73D-4BA7-B031-CD6DC67B31DA}" destId="{C9627DF2-9C0D-7443-B711-0FF435EB1DD9}" srcOrd="0" destOrd="0" presId="urn:microsoft.com/office/officeart/2005/8/layout/lProcess3"/>
    <dgm:cxn modelId="{9A14F291-B0E1-B744-8EA6-AB54B28ECA59}" type="presOf" srcId="{0C39F2E0-5B16-4381-8A09-1F5857CA28FF}" destId="{A1D1C286-9D83-004D-9FE4-4C647F915572}" srcOrd="0" destOrd="0" presId="urn:microsoft.com/office/officeart/2005/8/layout/lProcess3"/>
    <dgm:cxn modelId="{5BAAAEA8-9334-4408-AC57-3471840E4B7E}" srcId="{0419C533-E73D-4BA7-B031-CD6DC67B31DA}" destId="{0C39F2E0-5B16-4381-8A09-1F5857CA28FF}" srcOrd="4" destOrd="0" parTransId="{B6A448E5-B54F-4F41-A984-95C290CAB15D}" sibTransId="{36CD004F-4792-4AAB-AA30-3FE74C4617E2}"/>
    <dgm:cxn modelId="{1D87E6BE-BA34-4FF2-AB75-42915F59405D}" srcId="{0419C533-E73D-4BA7-B031-CD6DC67B31DA}" destId="{89EF089E-00A3-4758-9DC9-2CD48447861D}" srcOrd="3" destOrd="0" parTransId="{27D4F134-521E-4CF7-81F5-DC8BCF0F4B4C}" sibTransId="{ECA4A18D-C929-4477-9699-4DB4275DC09C}"/>
    <dgm:cxn modelId="{D35EB8D6-F5FA-4523-8E09-3DDAE248ACB8}" srcId="{0419C533-E73D-4BA7-B031-CD6DC67B31DA}" destId="{66A14A90-E3EA-4BD1-8EEC-5B63866B82B0}" srcOrd="0" destOrd="0" parTransId="{7A2A6C6B-3D41-4FCB-81F7-E4E6AE411272}" sibTransId="{EA1CC989-41EF-4B27-9284-A83CD740EC01}"/>
    <dgm:cxn modelId="{E27145E3-D83A-3040-8E1E-AC9003CFA992}" type="presOf" srcId="{7EA2BA8C-4F3A-440A-88BB-09190EB499D3}" destId="{C468BE4A-EA53-D447-81AF-6CEC47D47D99}" srcOrd="0" destOrd="0" presId="urn:microsoft.com/office/officeart/2005/8/layout/lProcess3"/>
    <dgm:cxn modelId="{F0542DEE-BC04-4D14-BDF5-6DAE22E52F1E}" srcId="{0419C533-E73D-4BA7-B031-CD6DC67B31DA}" destId="{7EA2BA8C-4F3A-440A-88BB-09190EB499D3}" srcOrd="1" destOrd="0" parTransId="{6580EB18-14E0-4E7C-B7C8-0D3713257A8F}" sibTransId="{BB626E11-106B-4997-8B3B-80C1D9227942}"/>
    <dgm:cxn modelId="{625B9FFE-605B-054C-A23B-D5DBB667BAC7}" type="presOf" srcId="{89EF089E-00A3-4758-9DC9-2CD48447861D}" destId="{D7FBD87D-D759-BF4B-9936-71C8BDDFEE0A}" srcOrd="0" destOrd="0" presId="urn:microsoft.com/office/officeart/2005/8/layout/lProcess3"/>
    <dgm:cxn modelId="{58D32180-67B8-AA48-997F-9569D39A13F8}" type="presParOf" srcId="{C9627DF2-9C0D-7443-B711-0FF435EB1DD9}" destId="{8D547CF9-17CD-0545-B9FD-EDEF46F03C5A}" srcOrd="0" destOrd="0" presId="urn:microsoft.com/office/officeart/2005/8/layout/lProcess3"/>
    <dgm:cxn modelId="{8EAAE49F-5032-4546-932C-E18A93FF9289}" type="presParOf" srcId="{8D547CF9-17CD-0545-B9FD-EDEF46F03C5A}" destId="{90EA10FB-F44E-6249-AAF8-4B0851CF9813}" srcOrd="0" destOrd="0" presId="urn:microsoft.com/office/officeart/2005/8/layout/lProcess3"/>
    <dgm:cxn modelId="{B548DA80-58AD-834F-BB83-9C3B38317EF9}" type="presParOf" srcId="{C9627DF2-9C0D-7443-B711-0FF435EB1DD9}" destId="{FEE38D5E-DF6D-D941-96E3-CD9A8997668A}" srcOrd="1" destOrd="0" presId="urn:microsoft.com/office/officeart/2005/8/layout/lProcess3"/>
    <dgm:cxn modelId="{4BBDF97F-C176-EA47-B0BC-EF1945C6FCA6}" type="presParOf" srcId="{C9627DF2-9C0D-7443-B711-0FF435EB1DD9}" destId="{D494DBEA-B7A7-6A4A-A79C-F246FC39C651}" srcOrd="2" destOrd="0" presId="urn:microsoft.com/office/officeart/2005/8/layout/lProcess3"/>
    <dgm:cxn modelId="{ACC34669-C153-DE4D-8A79-80514A228D98}" type="presParOf" srcId="{D494DBEA-B7A7-6A4A-A79C-F246FC39C651}" destId="{C468BE4A-EA53-D447-81AF-6CEC47D47D99}" srcOrd="0" destOrd="0" presId="urn:microsoft.com/office/officeart/2005/8/layout/lProcess3"/>
    <dgm:cxn modelId="{7C80A1FD-2253-6242-BAEA-FDF1C1A485F8}" type="presParOf" srcId="{C9627DF2-9C0D-7443-B711-0FF435EB1DD9}" destId="{102CF408-AC20-A84A-90A8-F66344F9C183}" srcOrd="3" destOrd="0" presId="urn:microsoft.com/office/officeart/2005/8/layout/lProcess3"/>
    <dgm:cxn modelId="{8D5C20C4-A2E1-C446-BF9D-AC59E315F8AB}" type="presParOf" srcId="{C9627DF2-9C0D-7443-B711-0FF435EB1DD9}" destId="{FB150310-47AD-5C48-9290-0883BA493C5A}" srcOrd="4" destOrd="0" presId="urn:microsoft.com/office/officeart/2005/8/layout/lProcess3"/>
    <dgm:cxn modelId="{89041C1E-EDFD-B746-B080-B5C5649F932D}" type="presParOf" srcId="{FB150310-47AD-5C48-9290-0883BA493C5A}" destId="{C449B634-3ACB-0545-9F57-D886472B4C7D}" srcOrd="0" destOrd="0" presId="urn:microsoft.com/office/officeart/2005/8/layout/lProcess3"/>
    <dgm:cxn modelId="{360B148A-6DE7-684A-B1F0-738A35BDD284}" type="presParOf" srcId="{C9627DF2-9C0D-7443-B711-0FF435EB1DD9}" destId="{2E3BB043-298E-B042-A115-7CF66F1297A1}" srcOrd="5" destOrd="0" presId="urn:microsoft.com/office/officeart/2005/8/layout/lProcess3"/>
    <dgm:cxn modelId="{69FC6A0A-1CF5-E347-A501-2AF3987EBF6C}" type="presParOf" srcId="{C9627DF2-9C0D-7443-B711-0FF435EB1DD9}" destId="{7A6BFD5F-06CA-5E43-9EEA-970D0092B9DE}" srcOrd="6" destOrd="0" presId="urn:microsoft.com/office/officeart/2005/8/layout/lProcess3"/>
    <dgm:cxn modelId="{7551963D-CFEA-5B4C-9189-4AD318FF2B39}" type="presParOf" srcId="{7A6BFD5F-06CA-5E43-9EEA-970D0092B9DE}" destId="{D7FBD87D-D759-BF4B-9936-71C8BDDFEE0A}" srcOrd="0" destOrd="0" presId="urn:microsoft.com/office/officeart/2005/8/layout/lProcess3"/>
    <dgm:cxn modelId="{D8A48EB5-841E-0F40-80F1-BDCBDC9D976E}" type="presParOf" srcId="{C9627DF2-9C0D-7443-B711-0FF435EB1DD9}" destId="{6BADF784-B396-DA4C-B555-F5E395BB1F4E}" srcOrd="7" destOrd="0" presId="urn:microsoft.com/office/officeart/2005/8/layout/lProcess3"/>
    <dgm:cxn modelId="{A93A324C-0820-DD4E-A564-637234964301}" type="presParOf" srcId="{C9627DF2-9C0D-7443-B711-0FF435EB1DD9}" destId="{C799B683-303D-7D45-ADDA-8EE79E52CAE1}" srcOrd="8" destOrd="0" presId="urn:microsoft.com/office/officeart/2005/8/layout/lProcess3"/>
    <dgm:cxn modelId="{B6526D44-A806-034B-AD4A-98A35C167573}" type="presParOf" srcId="{C799B683-303D-7D45-ADDA-8EE79E52CAE1}" destId="{A1D1C286-9D83-004D-9FE4-4C647F915572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730652FE-923D-453F-A6BE-38B4E0454825}" type="doc">
      <dgm:prSet loTypeId="urn:microsoft.com/office/officeart/2009/3/layout/SubStepProcess" qsTypeId="urn:microsoft.com/office/officeart/2005/8/quickstyle/simple2" csTypeId="urn:microsoft.com/office/officeart/2005/8/colors/accent1_2"/>
      <dgm:spPr/>
    </dgm:pt>
    <dgm:pt modelId="{41888894-81A4-4205-A676-1EB3DFD8AD97}">
      <dgm:prSet/>
      <dgm:spPr/>
      <dgm:t>
        <a:bodyPr/>
        <a:lstStyle/>
        <a:p>
          <a:r>
            <a:t>Discover</a:t>
          </a:r>
        </a:p>
      </dgm:t>
    </dgm:pt>
    <dgm:pt modelId="{8B769AF6-674A-4FB5-883E-3CF89EAE2898}" type="parTrans" cxnId="{99481525-C662-4E96-86E0-103332E65CD0}">
      <dgm:prSet/>
      <dgm:spPr/>
      <dgm:t>
        <a:bodyPr/>
        <a:lstStyle/>
        <a:p>
          <a:endParaRPr/>
        </a:p>
      </dgm:t>
    </dgm:pt>
    <dgm:pt modelId="{5F8F3B90-ED09-4ED5-B3AC-0E72685EEB8E}" type="sibTrans" cxnId="{99481525-C662-4E96-86E0-103332E65CD0}">
      <dgm:prSet/>
      <dgm:spPr/>
      <dgm:t>
        <a:bodyPr/>
        <a:lstStyle/>
        <a:p>
          <a:endParaRPr/>
        </a:p>
      </dgm:t>
    </dgm:pt>
    <dgm:pt modelId="{3E12CD51-EBFF-4EF0-9206-A3A84C3F9859}">
      <dgm:prSet/>
      <dgm:spPr/>
      <dgm:t>
        <a:bodyPr/>
        <a:lstStyle/>
        <a:p>
          <a:r>
            <a:t>Define</a:t>
          </a:r>
        </a:p>
      </dgm:t>
    </dgm:pt>
    <dgm:pt modelId="{19D1A783-40B8-4C3A-B456-516712F20C35}" type="parTrans" cxnId="{BCBB6A13-414D-4174-9E5B-7C5D75FB0A36}">
      <dgm:prSet/>
      <dgm:spPr/>
      <dgm:t>
        <a:bodyPr/>
        <a:lstStyle/>
        <a:p>
          <a:endParaRPr/>
        </a:p>
      </dgm:t>
    </dgm:pt>
    <dgm:pt modelId="{6367DE4C-2865-41FB-950C-A73A4D67A5F4}" type="sibTrans" cxnId="{BCBB6A13-414D-4174-9E5B-7C5D75FB0A36}">
      <dgm:prSet/>
      <dgm:spPr/>
      <dgm:t>
        <a:bodyPr/>
        <a:lstStyle/>
        <a:p>
          <a:endParaRPr/>
        </a:p>
      </dgm:t>
    </dgm:pt>
    <dgm:pt modelId="{C4347053-9F86-4D66-B865-02ADEEC2075B}">
      <dgm:prSet/>
      <dgm:spPr/>
      <dgm:t>
        <a:bodyPr/>
        <a:lstStyle/>
        <a:p>
          <a:r>
            <a:t>Build</a:t>
          </a:r>
        </a:p>
      </dgm:t>
    </dgm:pt>
    <dgm:pt modelId="{7D12880F-467A-4962-B68A-E4926403FA2A}" type="parTrans" cxnId="{CE8A2300-79F5-4B05-B0C9-443C3CD511F5}">
      <dgm:prSet/>
      <dgm:spPr/>
      <dgm:t>
        <a:bodyPr/>
        <a:lstStyle/>
        <a:p>
          <a:endParaRPr/>
        </a:p>
      </dgm:t>
    </dgm:pt>
    <dgm:pt modelId="{A9481E70-29F9-4514-9F30-193CED0F7D77}" type="sibTrans" cxnId="{CE8A2300-79F5-4B05-B0C9-443C3CD511F5}">
      <dgm:prSet/>
      <dgm:spPr/>
      <dgm:t>
        <a:bodyPr/>
        <a:lstStyle/>
        <a:p>
          <a:endParaRPr/>
        </a:p>
      </dgm:t>
    </dgm:pt>
    <dgm:pt modelId="{E06FA91A-C859-49DF-8E02-D7433E022614}">
      <dgm:prSet/>
      <dgm:spPr/>
      <dgm:t>
        <a:bodyPr/>
        <a:lstStyle/>
        <a:p>
          <a:r>
            <a:t>Launch</a:t>
          </a:r>
        </a:p>
      </dgm:t>
    </dgm:pt>
    <dgm:pt modelId="{29E152D0-5EB8-4B8F-ADDA-A8E92F8C01FE}" type="parTrans" cxnId="{72FDB857-4166-43FB-AE8F-DE410CBF3D53}">
      <dgm:prSet/>
      <dgm:spPr/>
      <dgm:t>
        <a:bodyPr/>
        <a:lstStyle/>
        <a:p>
          <a:endParaRPr/>
        </a:p>
      </dgm:t>
    </dgm:pt>
    <dgm:pt modelId="{CC2C6482-6B66-4D3A-B419-72D2C2EF03C8}" type="sibTrans" cxnId="{72FDB857-4166-43FB-AE8F-DE410CBF3D53}">
      <dgm:prSet/>
      <dgm:spPr/>
      <dgm:t>
        <a:bodyPr/>
        <a:lstStyle/>
        <a:p>
          <a:endParaRPr/>
        </a:p>
      </dgm:t>
    </dgm:pt>
    <dgm:pt modelId="{AAC1D7A8-580F-4492-AF30-DF9E8E74052B}">
      <dgm:prSet/>
      <dgm:spPr/>
      <dgm:t>
        <a:bodyPr/>
        <a:lstStyle/>
        <a:p>
          <a:r>
            <a:t>Learn</a:t>
          </a:r>
        </a:p>
      </dgm:t>
    </dgm:pt>
    <dgm:pt modelId="{7AEE7FE0-03BF-4F09-BED4-FEFA5B084776}" type="parTrans" cxnId="{D8081AC4-5CB4-4B8E-832A-9717B346F35D}">
      <dgm:prSet/>
      <dgm:spPr/>
      <dgm:t>
        <a:bodyPr/>
        <a:lstStyle/>
        <a:p>
          <a:endParaRPr/>
        </a:p>
      </dgm:t>
    </dgm:pt>
    <dgm:pt modelId="{C7F3D41C-B56B-4E4F-ABBD-577C9930A8EA}" type="sibTrans" cxnId="{D8081AC4-5CB4-4B8E-832A-9717B346F35D}">
      <dgm:prSet/>
      <dgm:spPr/>
      <dgm:t>
        <a:bodyPr/>
        <a:lstStyle/>
        <a:p>
          <a:endParaRPr/>
        </a:p>
      </dgm:t>
    </dgm:pt>
    <dgm:pt modelId="{E977DA1B-2065-F845-A7CE-6DD007A1EEEF}" type="pres">
      <dgm:prSet presAssocID="{730652FE-923D-453F-A6BE-38B4E0454825}" presName="Name0" presStyleCnt="0">
        <dgm:presLayoutVars>
          <dgm:chMax val="7"/>
          <dgm:dir/>
          <dgm:animOne val="branch"/>
        </dgm:presLayoutVars>
      </dgm:prSet>
      <dgm:spPr/>
    </dgm:pt>
    <dgm:pt modelId="{E224AF70-737E-ED42-A6D3-AF7B2E91C19A}" type="pres">
      <dgm:prSet presAssocID="{41888894-81A4-4205-A676-1EB3DFD8AD97}" presName="parTx1" presStyleLbl="node1" presStyleIdx="0" presStyleCnt="5"/>
      <dgm:spPr/>
    </dgm:pt>
    <dgm:pt modelId="{448709BD-C2C2-D94A-9E04-D448ADB63DC4}" type="pres">
      <dgm:prSet presAssocID="{3E12CD51-EBFF-4EF0-9206-A3A84C3F9859}" presName="parTx2" presStyleLbl="node1" presStyleIdx="1" presStyleCnt="5"/>
      <dgm:spPr/>
    </dgm:pt>
    <dgm:pt modelId="{079082B1-DF1F-0A41-8CDD-9BFC07C732F9}" type="pres">
      <dgm:prSet presAssocID="{C4347053-9F86-4D66-B865-02ADEEC2075B}" presName="parTx3" presStyleLbl="node1" presStyleIdx="2" presStyleCnt="5"/>
      <dgm:spPr/>
    </dgm:pt>
    <dgm:pt modelId="{BCC65911-7BBD-A84B-9179-C5275D07D020}" type="pres">
      <dgm:prSet presAssocID="{E06FA91A-C859-49DF-8E02-D7433E022614}" presName="parTx4" presStyleLbl="node1" presStyleIdx="3" presStyleCnt="5"/>
      <dgm:spPr/>
    </dgm:pt>
    <dgm:pt modelId="{35A8343B-5263-2649-A7AA-EDDF4D6421D7}" type="pres">
      <dgm:prSet presAssocID="{AAC1D7A8-580F-4492-AF30-DF9E8E74052B}" presName="parTx5" presStyleLbl="node1" presStyleIdx="4" presStyleCnt="5"/>
      <dgm:spPr/>
    </dgm:pt>
  </dgm:ptLst>
  <dgm:cxnLst>
    <dgm:cxn modelId="{CE8A2300-79F5-4B05-B0C9-443C3CD511F5}" srcId="{730652FE-923D-453F-A6BE-38B4E0454825}" destId="{C4347053-9F86-4D66-B865-02ADEEC2075B}" srcOrd="2" destOrd="0" parTransId="{7D12880F-467A-4962-B68A-E4926403FA2A}" sibTransId="{A9481E70-29F9-4514-9F30-193CED0F7D77}"/>
    <dgm:cxn modelId="{56E8B206-7FAF-A043-9059-654A3A5B1FFA}" type="presOf" srcId="{3E12CD51-EBFF-4EF0-9206-A3A84C3F9859}" destId="{448709BD-C2C2-D94A-9E04-D448ADB63DC4}" srcOrd="0" destOrd="0" presId="urn:microsoft.com/office/officeart/2009/3/layout/SubStepProcess"/>
    <dgm:cxn modelId="{BCBB6A13-414D-4174-9E5B-7C5D75FB0A36}" srcId="{730652FE-923D-453F-A6BE-38B4E0454825}" destId="{3E12CD51-EBFF-4EF0-9206-A3A84C3F9859}" srcOrd="1" destOrd="0" parTransId="{19D1A783-40B8-4C3A-B456-516712F20C35}" sibTransId="{6367DE4C-2865-41FB-950C-A73A4D67A5F4}"/>
    <dgm:cxn modelId="{EB1C3C21-C6EF-E94F-B14C-6C322A61B003}" type="presOf" srcId="{E06FA91A-C859-49DF-8E02-D7433E022614}" destId="{BCC65911-7BBD-A84B-9179-C5275D07D020}" srcOrd="0" destOrd="0" presId="urn:microsoft.com/office/officeart/2009/3/layout/SubStepProcess"/>
    <dgm:cxn modelId="{99481525-C662-4E96-86E0-103332E65CD0}" srcId="{730652FE-923D-453F-A6BE-38B4E0454825}" destId="{41888894-81A4-4205-A676-1EB3DFD8AD97}" srcOrd="0" destOrd="0" parTransId="{8B769AF6-674A-4FB5-883E-3CF89EAE2898}" sibTransId="{5F8F3B90-ED09-4ED5-B3AC-0E72685EEB8E}"/>
    <dgm:cxn modelId="{5A1B9C29-3101-FD45-BA95-55C1EDF9DFFA}" type="presOf" srcId="{41888894-81A4-4205-A676-1EB3DFD8AD97}" destId="{E224AF70-737E-ED42-A6D3-AF7B2E91C19A}" srcOrd="0" destOrd="0" presId="urn:microsoft.com/office/officeart/2009/3/layout/SubStepProcess"/>
    <dgm:cxn modelId="{72FDB857-4166-43FB-AE8F-DE410CBF3D53}" srcId="{730652FE-923D-453F-A6BE-38B4E0454825}" destId="{E06FA91A-C859-49DF-8E02-D7433E022614}" srcOrd="3" destOrd="0" parTransId="{29E152D0-5EB8-4B8F-ADDA-A8E92F8C01FE}" sibTransId="{CC2C6482-6B66-4D3A-B419-72D2C2EF03C8}"/>
    <dgm:cxn modelId="{4E084BC2-DAA5-7548-AC95-6A3A482DFE6F}" type="presOf" srcId="{AAC1D7A8-580F-4492-AF30-DF9E8E74052B}" destId="{35A8343B-5263-2649-A7AA-EDDF4D6421D7}" srcOrd="0" destOrd="0" presId="urn:microsoft.com/office/officeart/2009/3/layout/SubStepProcess"/>
    <dgm:cxn modelId="{D8081AC4-5CB4-4B8E-832A-9717B346F35D}" srcId="{730652FE-923D-453F-A6BE-38B4E0454825}" destId="{AAC1D7A8-580F-4492-AF30-DF9E8E74052B}" srcOrd="4" destOrd="0" parTransId="{7AEE7FE0-03BF-4F09-BED4-FEFA5B084776}" sibTransId="{C7F3D41C-B56B-4E4F-ABBD-577C9930A8EA}"/>
    <dgm:cxn modelId="{CE72ADD2-663D-0D4A-BAAE-AC72C02AF4EC}" type="presOf" srcId="{730652FE-923D-453F-A6BE-38B4E0454825}" destId="{E977DA1B-2065-F845-A7CE-6DD007A1EEEF}" srcOrd="0" destOrd="0" presId="urn:microsoft.com/office/officeart/2009/3/layout/SubStepProcess"/>
    <dgm:cxn modelId="{46718CD9-BFAB-CB4C-840A-9A67D6B1C160}" type="presOf" srcId="{C4347053-9F86-4D66-B865-02ADEEC2075B}" destId="{079082B1-DF1F-0A41-8CDD-9BFC07C732F9}" srcOrd="0" destOrd="0" presId="urn:microsoft.com/office/officeart/2009/3/layout/SubStepProcess"/>
    <dgm:cxn modelId="{1A9E0D29-7F2A-7947-8F2C-92154B2FA577}" type="presParOf" srcId="{E977DA1B-2065-F845-A7CE-6DD007A1EEEF}" destId="{E224AF70-737E-ED42-A6D3-AF7B2E91C19A}" srcOrd="0" destOrd="0" presId="urn:microsoft.com/office/officeart/2009/3/layout/SubStepProcess"/>
    <dgm:cxn modelId="{3AA176F0-B6FB-434D-A228-E97EFFACC59B}" type="presParOf" srcId="{E977DA1B-2065-F845-A7CE-6DD007A1EEEF}" destId="{448709BD-C2C2-D94A-9E04-D448ADB63DC4}" srcOrd="1" destOrd="0" presId="urn:microsoft.com/office/officeart/2009/3/layout/SubStepProcess"/>
    <dgm:cxn modelId="{70CA3BEA-6071-F542-897F-63073B7CDE97}" type="presParOf" srcId="{E977DA1B-2065-F845-A7CE-6DD007A1EEEF}" destId="{079082B1-DF1F-0A41-8CDD-9BFC07C732F9}" srcOrd="2" destOrd="0" presId="urn:microsoft.com/office/officeart/2009/3/layout/SubStepProcess"/>
    <dgm:cxn modelId="{B78A8364-781F-A647-A6FE-477C3A860329}" type="presParOf" srcId="{E977DA1B-2065-F845-A7CE-6DD007A1EEEF}" destId="{BCC65911-7BBD-A84B-9179-C5275D07D020}" srcOrd="3" destOrd="0" presId="urn:microsoft.com/office/officeart/2009/3/layout/SubStepProcess"/>
    <dgm:cxn modelId="{237EBBBC-1F71-AA42-9D07-2686439209D9}" type="presParOf" srcId="{E977DA1B-2065-F845-A7CE-6DD007A1EEEF}" destId="{35A8343B-5263-2649-A7AA-EDDF4D6421D7}" srcOrd="4" destOrd="0" presId="urn:microsoft.com/office/officeart/2009/3/layout/SubSte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65CCDFFB-D407-454F-8665-5BB0C218B431}" type="doc">
      <dgm:prSet loTypeId="urn:microsoft.com/office/officeart/2009/3/layout/PhasedProcess" qsTypeId="urn:microsoft.com/office/officeart/2005/8/quickstyle/simple2" csTypeId="urn:microsoft.com/office/officeart/2005/8/colors/accent1_2"/>
      <dgm:spPr/>
    </dgm:pt>
    <dgm:pt modelId="{40E5DA3E-7ED7-43E1-B64F-D997AAFC40D8}">
      <dgm:prSet/>
      <dgm:spPr/>
      <dgm:t>
        <a:bodyPr/>
        <a:lstStyle/>
        <a:p>
          <a:r>
            <a:t>Discover</a:t>
          </a:r>
        </a:p>
      </dgm:t>
    </dgm:pt>
    <dgm:pt modelId="{593101DA-ADC6-4186-8C59-3AD2877C677A}" type="parTrans" cxnId="{887021CC-76C7-44C2-9D0D-7995DA97CEE1}">
      <dgm:prSet/>
      <dgm:spPr/>
      <dgm:t>
        <a:bodyPr/>
        <a:lstStyle/>
        <a:p>
          <a:endParaRPr/>
        </a:p>
      </dgm:t>
    </dgm:pt>
    <dgm:pt modelId="{7EE06517-ABC5-4F96-AC22-EE972218108F}" type="sibTrans" cxnId="{887021CC-76C7-44C2-9D0D-7995DA97CEE1}">
      <dgm:prSet/>
      <dgm:spPr/>
      <dgm:t>
        <a:bodyPr/>
        <a:lstStyle/>
        <a:p>
          <a:endParaRPr/>
        </a:p>
      </dgm:t>
    </dgm:pt>
    <dgm:pt modelId="{67958D24-AAC2-4490-BE92-EBAE9858809D}">
      <dgm:prSet/>
      <dgm:spPr/>
      <dgm:t>
        <a:bodyPr/>
        <a:lstStyle/>
        <a:p>
          <a:r>
            <a:t>Define</a:t>
          </a:r>
        </a:p>
      </dgm:t>
    </dgm:pt>
    <dgm:pt modelId="{FA50606D-02FF-4879-A170-0C9B850EF97B}" type="parTrans" cxnId="{257CD898-335F-47B1-A8A7-721251470D67}">
      <dgm:prSet/>
      <dgm:spPr/>
      <dgm:t>
        <a:bodyPr/>
        <a:lstStyle/>
        <a:p>
          <a:endParaRPr/>
        </a:p>
      </dgm:t>
    </dgm:pt>
    <dgm:pt modelId="{94904379-201D-4228-B557-E5CD2FBF2466}" type="sibTrans" cxnId="{257CD898-335F-47B1-A8A7-721251470D67}">
      <dgm:prSet/>
      <dgm:spPr/>
      <dgm:t>
        <a:bodyPr/>
        <a:lstStyle/>
        <a:p>
          <a:endParaRPr/>
        </a:p>
      </dgm:t>
    </dgm:pt>
    <dgm:pt modelId="{AB2CB002-26A4-44B0-AFD5-4819E7095AC1}">
      <dgm:prSet/>
      <dgm:spPr/>
      <dgm:t>
        <a:bodyPr/>
        <a:lstStyle/>
        <a:p>
          <a:r>
            <a:t>Build</a:t>
          </a:r>
        </a:p>
      </dgm:t>
    </dgm:pt>
    <dgm:pt modelId="{53DDE7B9-5282-498F-8C87-D9F5C57CE13A}" type="parTrans" cxnId="{913516A1-D5EA-428C-903C-8B14770463D5}">
      <dgm:prSet/>
      <dgm:spPr/>
      <dgm:t>
        <a:bodyPr/>
        <a:lstStyle/>
        <a:p>
          <a:endParaRPr/>
        </a:p>
      </dgm:t>
    </dgm:pt>
    <dgm:pt modelId="{E877346B-1836-43CF-8577-93C6A1EEA9AB}" type="sibTrans" cxnId="{913516A1-D5EA-428C-903C-8B14770463D5}">
      <dgm:prSet/>
      <dgm:spPr/>
      <dgm:t>
        <a:bodyPr/>
        <a:lstStyle/>
        <a:p>
          <a:endParaRPr/>
        </a:p>
      </dgm:t>
    </dgm:pt>
    <dgm:pt modelId="{AFC51099-316B-48E6-AAF4-E28EC94C879F}">
      <dgm:prSet/>
      <dgm:spPr/>
    </dgm:pt>
    <dgm:pt modelId="{F698A612-472D-4CEE-8EE1-CAAC5E161C12}" type="parTrans" cxnId="{872C0604-702B-4524-BFD6-F110A714F785}">
      <dgm:prSet/>
      <dgm:spPr/>
      <dgm:t>
        <a:bodyPr/>
        <a:lstStyle/>
        <a:p>
          <a:endParaRPr/>
        </a:p>
      </dgm:t>
    </dgm:pt>
    <dgm:pt modelId="{01C3352C-7488-4E3A-B1E1-861F272D7EF8}" type="sibTrans" cxnId="{872C0604-702B-4524-BFD6-F110A714F785}">
      <dgm:prSet/>
      <dgm:spPr/>
      <dgm:t>
        <a:bodyPr/>
        <a:lstStyle/>
        <a:p>
          <a:endParaRPr/>
        </a:p>
      </dgm:t>
    </dgm:pt>
    <dgm:pt modelId="{ED9B6DEB-BBA6-47D9-96E7-8E6E37D86C37}">
      <dgm:prSet/>
      <dgm:spPr/>
    </dgm:pt>
    <dgm:pt modelId="{A93F9C25-B960-4EA2-840C-F94F1ACA533D}" type="parTrans" cxnId="{FD53E9B0-EE79-4A7F-9761-5BCF1DB526ED}">
      <dgm:prSet/>
      <dgm:spPr/>
      <dgm:t>
        <a:bodyPr/>
        <a:lstStyle/>
        <a:p>
          <a:endParaRPr/>
        </a:p>
      </dgm:t>
    </dgm:pt>
    <dgm:pt modelId="{D0AA17DC-0BD7-4E42-AC51-652B31ED0105}" type="sibTrans" cxnId="{FD53E9B0-EE79-4A7F-9761-5BCF1DB526ED}">
      <dgm:prSet/>
      <dgm:spPr/>
      <dgm:t>
        <a:bodyPr/>
        <a:lstStyle/>
        <a:p>
          <a:endParaRPr/>
        </a:p>
      </dgm:t>
    </dgm:pt>
    <dgm:pt modelId="{0AEBC515-46D4-584C-B1A9-6A148CBDB3B9}" type="pres">
      <dgm:prSet presAssocID="{65CCDFFB-D407-454F-8665-5BB0C218B431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955FB7C8-107D-DE41-B57D-EB271C838940}" type="pres">
      <dgm:prSet presAssocID="{65CCDFFB-D407-454F-8665-5BB0C218B431}" presName="arc1" presStyleLbl="node1" presStyleIdx="0" presStyleCnt="4"/>
      <dgm:spPr/>
    </dgm:pt>
    <dgm:pt modelId="{AAD8A0DE-3EE0-6D4C-9A40-CEDC3BB023F7}" type="pres">
      <dgm:prSet presAssocID="{65CCDFFB-D407-454F-8665-5BB0C218B431}" presName="arc3" presStyleLbl="node1" presStyleIdx="1" presStyleCnt="4"/>
      <dgm:spPr/>
    </dgm:pt>
    <dgm:pt modelId="{DDE975F4-DAC5-5440-B308-AE582DA586D3}" type="pres">
      <dgm:prSet presAssocID="{65CCDFFB-D407-454F-8665-5BB0C218B431}" presName="parentText2" presStyleLbl="revTx" presStyleIdx="0" presStyleCnt="3">
        <dgm:presLayoutVars>
          <dgm:chMax val="4"/>
          <dgm:chPref val="3"/>
          <dgm:bulletEnabled val="1"/>
        </dgm:presLayoutVars>
      </dgm:prSet>
      <dgm:spPr/>
    </dgm:pt>
    <dgm:pt modelId="{0CE013F3-7590-9745-AC8F-F05C1ACF6A3C}" type="pres">
      <dgm:prSet presAssocID="{65CCDFFB-D407-454F-8665-5BB0C218B431}" presName="arc2" presStyleLbl="node1" presStyleIdx="2" presStyleCnt="4"/>
      <dgm:spPr/>
    </dgm:pt>
    <dgm:pt modelId="{1EC74C71-60E4-5F46-9859-A0A380CA4339}" type="pres">
      <dgm:prSet presAssocID="{65CCDFFB-D407-454F-8665-5BB0C218B431}" presName="arc4" presStyleLbl="node1" presStyleIdx="3" presStyleCnt="4"/>
      <dgm:spPr/>
    </dgm:pt>
    <dgm:pt modelId="{FA47E69E-9E3B-EC4E-BF2B-700F949B4595}" type="pres">
      <dgm:prSet presAssocID="{65CCDFFB-D407-454F-8665-5BB0C218B431}" presName="parentText3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E2C0BC5E-BF7F-704D-9B08-29B08FF1EF16}" type="pres">
      <dgm:prSet presAssocID="{65CCDFFB-D407-454F-8665-5BB0C218B431}" presName="middleComposite" presStyleCnt="0"/>
      <dgm:spPr/>
    </dgm:pt>
    <dgm:pt modelId="{18F2B96D-BF43-764B-8915-ECAD25E6435A}" type="pres">
      <dgm:prSet presAssocID="{65CCDFFB-D407-454F-8665-5BB0C218B431}" presName="leftComposite" presStyleCnt="0"/>
      <dgm:spPr/>
    </dgm:pt>
    <dgm:pt modelId="{932BC12E-90E5-8543-AA26-4EF5123CC4B9}" type="pres">
      <dgm:prSet presAssocID="{65CCDFFB-D407-454F-8665-5BB0C218B431}" presName="parentText1" presStyleLbl="revTx" presStyleIdx="2" presStyleCnt="3">
        <dgm:presLayoutVars>
          <dgm:chMax val="4"/>
          <dgm:chPref val="3"/>
          <dgm:bulletEnabled val="1"/>
        </dgm:presLayoutVars>
      </dgm:prSet>
      <dgm:spPr/>
    </dgm:pt>
  </dgm:ptLst>
  <dgm:cxnLst>
    <dgm:cxn modelId="{843D8201-582E-0D4B-86D6-95C3AD4D1C18}" type="presOf" srcId="{AB2CB002-26A4-44B0-AFD5-4819E7095AC1}" destId="{FA47E69E-9E3B-EC4E-BF2B-700F949B4595}" srcOrd="0" destOrd="0" presId="urn:microsoft.com/office/officeart/2009/3/layout/PhasedProcess"/>
    <dgm:cxn modelId="{872C0604-702B-4524-BFD6-F110A714F785}" srcId="{65CCDFFB-D407-454F-8665-5BB0C218B431}" destId="{AFC51099-316B-48E6-AAF4-E28EC94C879F}" srcOrd="3" destOrd="0" parTransId="{F698A612-472D-4CEE-8EE1-CAAC5E161C12}" sibTransId="{01C3352C-7488-4E3A-B1E1-861F272D7EF8}"/>
    <dgm:cxn modelId="{ED632D5B-1A4C-974E-BEB5-DF5D9877F84D}" type="presOf" srcId="{65CCDFFB-D407-454F-8665-5BB0C218B431}" destId="{0AEBC515-46D4-584C-B1A9-6A148CBDB3B9}" srcOrd="0" destOrd="0" presId="urn:microsoft.com/office/officeart/2009/3/layout/PhasedProcess"/>
    <dgm:cxn modelId="{257CD898-335F-47B1-A8A7-721251470D67}" srcId="{65CCDFFB-D407-454F-8665-5BB0C218B431}" destId="{67958D24-AAC2-4490-BE92-EBAE9858809D}" srcOrd="1" destOrd="0" parTransId="{FA50606D-02FF-4879-A170-0C9B850EF97B}" sibTransId="{94904379-201D-4228-B557-E5CD2FBF2466}"/>
    <dgm:cxn modelId="{913516A1-D5EA-428C-903C-8B14770463D5}" srcId="{65CCDFFB-D407-454F-8665-5BB0C218B431}" destId="{AB2CB002-26A4-44B0-AFD5-4819E7095AC1}" srcOrd="2" destOrd="0" parTransId="{53DDE7B9-5282-498F-8C87-D9F5C57CE13A}" sibTransId="{E877346B-1836-43CF-8577-93C6A1EEA9AB}"/>
    <dgm:cxn modelId="{639255A6-5FFB-7B48-9913-8F29F0A6623E}" type="presOf" srcId="{40E5DA3E-7ED7-43E1-B64F-D997AAFC40D8}" destId="{932BC12E-90E5-8543-AA26-4EF5123CC4B9}" srcOrd="0" destOrd="0" presId="urn:microsoft.com/office/officeart/2009/3/layout/PhasedProcess"/>
    <dgm:cxn modelId="{FD53E9B0-EE79-4A7F-9761-5BCF1DB526ED}" srcId="{65CCDFFB-D407-454F-8665-5BB0C218B431}" destId="{ED9B6DEB-BBA6-47D9-96E7-8E6E37D86C37}" srcOrd="4" destOrd="0" parTransId="{A93F9C25-B960-4EA2-840C-F94F1ACA533D}" sibTransId="{D0AA17DC-0BD7-4E42-AC51-652B31ED0105}"/>
    <dgm:cxn modelId="{887021CC-76C7-44C2-9D0D-7995DA97CEE1}" srcId="{65CCDFFB-D407-454F-8665-5BB0C218B431}" destId="{40E5DA3E-7ED7-43E1-B64F-D997AAFC40D8}" srcOrd="0" destOrd="0" parTransId="{593101DA-ADC6-4186-8C59-3AD2877C677A}" sibTransId="{7EE06517-ABC5-4F96-AC22-EE972218108F}"/>
    <dgm:cxn modelId="{BBD25EE3-DAF4-A441-99B3-AADD5C3B20FB}" type="presOf" srcId="{67958D24-AAC2-4490-BE92-EBAE9858809D}" destId="{DDE975F4-DAC5-5440-B308-AE582DA586D3}" srcOrd="0" destOrd="0" presId="urn:microsoft.com/office/officeart/2009/3/layout/PhasedProcess"/>
    <dgm:cxn modelId="{24CC7B4B-BB7F-0D41-8FE0-8FFBB0A3D51F}" type="presParOf" srcId="{0AEBC515-46D4-584C-B1A9-6A148CBDB3B9}" destId="{955FB7C8-107D-DE41-B57D-EB271C838940}" srcOrd="0" destOrd="0" presId="urn:microsoft.com/office/officeart/2009/3/layout/PhasedProcess"/>
    <dgm:cxn modelId="{E0DAE923-A918-2440-B53A-8AA773AA6BB4}" type="presParOf" srcId="{0AEBC515-46D4-584C-B1A9-6A148CBDB3B9}" destId="{AAD8A0DE-3EE0-6D4C-9A40-CEDC3BB023F7}" srcOrd="1" destOrd="0" presId="urn:microsoft.com/office/officeart/2009/3/layout/PhasedProcess"/>
    <dgm:cxn modelId="{B9A0C8A9-D422-7A47-B76D-E4081974B212}" type="presParOf" srcId="{0AEBC515-46D4-584C-B1A9-6A148CBDB3B9}" destId="{DDE975F4-DAC5-5440-B308-AE582DA586D3}" srcOrd="2" destOrd="0" presId="urn:microsoft.com/office/officeart/2009/3/layout/PhasedProcess"/>
    <dgm:cxn modelId="{91D98880-EA9A-3E4F-8EDF-8ACD7C3F44BB}" type="presParOf" srcId="{0AEBC515-46D4-584C-B1A9-6A148CBDB3B9}" destId="{0CE013F3-7590-9745-AC8F-F05C1ACF6A3C}" srcOrd="3" destOrd="0" presId="urn:microsoft.com/office/officeart/2009/3/layout/PhasedProcess"/>
    <dgm:cxn modelId="{D17A9417-CB09-8F4E-BFF9-1C1EEA602DD1}" type="presParOf" srcId="{0AEBC515-46D4-584C-B1A9-6A148CBDB3B9}" destId="{1EC74C71-60E4-5F46-9859-A0A380CA4339}" srcOrd="4" destOrd="0" presId="urn:microsoft.com/office/officeart/2009/3/layout/PhasedProcess"/>
    <dgm:cxn modelId="{828CD509-F073-DB46-87D2-2335E87CA8FE}" type="presParOf" srcId="{0AEBC515-46D4-584C-B1A9-6A148CBDB3B9}" destId="{FA47E69E-9E3B-EC4E-BF2B-700F949B4595}" srcOrd="5" destOrd="0" presId="urn:microsoft.com/office/officeart/2009/3/layout/PhasedProcess"/>
    <dgm:cxn modelId="{D6E1188F-840C-0041-98DD-94D60F8E78B6}" type="presParOf" srcId="{0AEBC515-46D4-584C-B1A9-6A148CBDB3B9}" destId="{E2C0BC5E-BF7F-704D-9B08-29B08FF1EF16}" srcOrd="6" destOrd="0" presId="urn:microsoft.com/office/officeart/2009/3/layout/PhasedProcess"/>
    <dgm:cxn modelId="{4702EC5F-82F8-1A4C-A48E-06C6AC587F9B}" type="presParOf" srcId="{0AEBC515-46D4-584C-B1A9-6A148CBDB3B9}" destId="{18F2B96D-BF43-764B-8915-ECAD25E6435A}" srcOrd="7" destOrd="0" presId="urn:microsoft.com/office/officeart/2009/3/layout/PhasedProcess"/>
    <dgm:cxn modelId="{DA2B79AD-44D2-1A40-BEEA-3411C700C058}" type="presParOf" srcId="{0AEBC515-46D4-584C-B1A9-6A148CBDB3B9}" destId="{932BC12E-90E5-8543-AA26-4EF5123CC4B9}" srcOrd="8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BF9DECB8-7979-4908-B0C3-594DF0DB70CC}" type="doc">
      <dgm:prSet loTypeId="urn:microsoft.com/office/officeart/2009/3/layout/RandomtoResultProcess" qsTypeId="urn:microsoft.com/office/officeart/2005/8/quickstyle/simple2" csTypeId="urn:microsoft.com/office/officeart/2005/8/colors/accent1_2"/>
      <dgm:spPr/>
    </dgm:pt>
    <dgm:pt modelId="{76F4D971-DB09-4316-ACFD-2D3526DBF383}">
      <dgm:prSet/>
      <dgm:spPr/>
      <dgm:t>
        <a:bodyPr/>
        <a:lstStyle/>
        <a:p>
          <a:r>
            <a:t>Discover</a:t>
          </a:r>
        </a:p>
      </dgm:t>
    </dgm:pt>
    <dgm:pt modelId="{FCE488FE-8A47-4B05-9B61-EC4CA61D84DB}" type="parTrans" cxnId="{B8C82D6D-3AB5-43D1-8C1C-85BBA6312EF8}">
      <dgm:prSet/>
      <dgm:spPr/>
      <dgm:t>
        <a:bodyPr/>
        <a:lstStyle/>
        <a:p>
          <a:endParaRPr/>
        </a:p>
      </dgm:t>
    </dgm:pt>
    <dgm:pt modelId="{D49DD478-5E73-49EE-9AF5-EB1A60AF614F}" type="sibTrans" cxnId="{B8C82D6D-3AB5-43D1-8C1C-85BBA6312EF8}">
      <dgm:prSet/>
      <dgm:spPr/>
      <dgm:t>
        <a:bodyPr/>
        <a:lstStyle/>
        <a:p>
          <a:endParaRPr/>
        </a:p>
      </dgm:t>
    </dgm:pt>
    <dgm:pt modelId="{46CF8A13-7B2C-4A41-95CB-3BE6CA66DD3B}">
      <dgm:prSet/>
      <dgm:spPr/>
      <dgm:t>
        <a:bodyPr/>
        <a:lstStyle/>
        <a:p>
          <a:r>
            <a:t>Define</a:t>
          </a:r>
        </a:p>
      </dgm:t>
    </dgm:pt>
    <dgm:pt modelId="{5304A26D-EEE2-4872-AC56-B6C4663B392D}" type="parTrans" cxnId="{6661DA36-BEDC-41A5-9714-8CA7DB1301BC}">
      <dgm:prSet/>
      <dgm:spPr/>
      <dgm:t>
        <a:bodyPr/>
        <a:lstStyle/>
        <a:p>
          <a:endParaRPr/>
        </a:p>
      </dgm:t>
    </dgm:pt>
    <dgm:pt modelId="{73FBBEDB-C604-4B22-9883-39521470BB2B}" type="sibTrans" cxnId="{6661DA36-BEDC-41A5-9714-8CA7DB1301BC}">
      <dgm:prSet/>
      <dgm:spPr/>
      <dgm:t>
        <a:bodyPr/>
        <a:lstStyle/>
        <a:p>
          <a:endParaRPr/>
        </a:p>
      </dgm:t>
    </dgm:pt>
    <dgm:pt modelId="{0017D419-6BF3-4F56-9FA4-1DDEF7EC47C7}">
      <dgm:prSet/>
      <dgm:spPr/>
      <dgm:t>
        <a:bodyPr/>
        <a:lstStyle/>
        <a:p>
          <a:r>
            <a:t>Build</a:t>
          </a:r>
        </a:p>
      </dgm:t>
    </dgm:pt>
    <dgm:pt modelId="{A01CAED1-6E28-4EB9-80AD-E85C34AFA2D5}" type="parTrans" cxnId="{25CA6CAA-E303-4887-960A-4E5762DF12E3}">
      <dgm:prSet/>
      <dgm:spPr/>
      <dgm:t>
        <a:bodyPr/>
        <a:lstStyle/>
        <a:p>
          <a:endParaRPr/>
        </a:p>
      </dgm:t>
    </dgm:pt>
    <dgm:pt modelId="{FAC0B5CA-CE6E-4DCA-8230-0E8BDBC7AE69}" type="sibTrans" cxnId="{25CA6CAA-E303-4887-960A-4E5762DF12E3}">
      <dgm:prSet/>
      <dgm:spPr/>
      <dgm:t>
        <a:bodyPr/>
        <a:lstStyle/>
        <a:p>
          <a:endParaRPr/>
        </a:p>
      </dgm:t>
    </dgm:pt>
    <dgm:pt modelId="{A5063250-DEA4-4D65-9D66-67EE78CFDEBF}">
      <dgm:prSet/>
      <dgm:spPr/>
      <dgm:t>
        <a:bodyPr/>
        <a:lstStyle/>
        <a:p>
          <a:r>
            <a:t>Launch</a:t>
          </a:r>
        </a:p>
      </dgm:t>
    </dgm:pt>
    <dgm:pt modelId="{3F49AE29-56A7-4CDD-98A6-6552B7070A8B}" type="parTrans" cxnId="{5AEE8D36-A09B-4366-88B5-183358146A5F}">
      <dgm:prSet/>
      <dgm:spPr/>
      <dgm:t>
        <a:bodyPr/>
        <a:lstStyle/>
        <a:p>
          <a:endParaRPr/>
        </a:p>
      </dgm:t>
    </dgm:pt>
    <dgm:pt modelId="{CE1D3D68-33FA-4A5F-A10E-07BBEADB2FFD}" type="sibTrans" cxnId="{5AEE8D36-A09B-4366-88B5-183358146A5F}">
      <dgm:prSet/>
      <dgm:spPr/>
      <dgm:t>
        <a:bodyPr/>
        <a:lstStyle/>
        <a:p>
          <a:endParaRPr/>
        </a:p>
      </dgm:t>
    </dgm:pt>
    <dgm:pt modelId="{C7E7F3CF-A2A4-4C3B-9803-FFFA00DD3039}">
      <dgm:prSet/>
      <dgm:spPr/>
      <dgm:t>
        <a:bodyPr/>
        <a:lstStyle/>
        <a:p>
          <a:r>
            <a:t>Learn</a:t>
          </a:r>
        </a:p>
      </dgm:t>
    </dgm:pt>
    <dgm:pt modelId="{33A0C51A-BCAF-41EC-A67E-48D6F5FA3DAF}" type="parTrans" cxnId="{FBFAEEC0-0097-459E-A042-DCB4D62DCD2E}">
      <dgm:prSet/>
      <dgm:spPr/>
      <dgm:t>
        <a:bodyPr/>
        <a:lstStyle/>
        <a:p>
          <a:endParaRPr/>
        </a:p>
      </dgm:t>
    </dgm:pt>
    <dgm:pt modelId="{37CA7CF3-A314-4ECE-81DD-66DFA2A845F3}" type="sibTrans" cxnId="{FBFAEEC0-0097-459E-A042-DCB4D62DCD2E}">
      <dgm:prSet/>
      <dgm:spPr/>
      <dgm:t>
        <a:bodyPr/>
        <a:lstStyle/>
        <a:p>
          <a:endParaRPr/>
        </a:p>
      </dgm:t>
    </dgm:pt>
    <dgm:pt modelId="{EACC3E4E-9C78-1E45-BEFC-0F3792274679}" type="pres">
      <dgm:prSet presAssocID="{BF9DECB8-7979-4908-B0C3-594DF0DB70CC}" presName="Name0" presStyleCnt="0">
        <dgm:presLayoutVars>
          <dgm:dir/>
          <dgm:animOne val="branch"/>
          <dgm:animLvl val="lvl"/>
        </dgm:presLayoutVars>
      </dgm:prSet>
      <dgm:spPr/>
    </dgm:pt>
    <dgm:pt modelId="{34113ED8-ED41-554D-8382-FBB8E037CD99}" type="pres">
      <dgm:prSet presAssocID="{76F4D971-DB09-4316-ACFD-2D3526DBF383}" presName="chaos" presStyleCnt="0"/>
      <dgm:spPr/>
    </dgm:pt>
    <dgm:pt modelId="{DFDA19A1-C476-4D4C-8725-769CBF6AEE2E}" type="pres">
      <dgm:prSet presAssocID="{76F4D971-DB09-4316-ACFD-2D3526DBF383}" presName="parTx1" presStyleLbl="revTx" presStyleIdx="0" presStyleCnt="4"/>
      <dgm:spPr/>
    </dgm:pt>
    <dgm:pt modelId="{BBA4A2F0-44A0-9446-B22F-CAB14A9F9009}" type="pres">
      <dgm:prSet presAssocID="{76F4D971-DB09-4316-ACFD-2D3526DBF383}" presName="c1" presStyleLbl="node1" presStyleIdx="0" presStyleCnt="19"/>
      <dgm:spPr/>
    </dgm:pt>
    <dgm:pt modelId="{7A7DC5D0-C454-2F44-8029-73C09BD90870}" type="pres">
      <dgm:prSet presAssocID="{76F4D971-DB09-4316-ACFD-2D3526DBF383}" presName="c2" presStyleLbl="node1" presStyleIdx="1" presStyleCnt="19"/>
      <dgm:spPr/>
    </dgm:pt>
    <dgm:pt modelId="{E92C1BB7-FE6E-D84A-8184-59BEF2623527}" type="pres">
      <dgm:prSet presAssocID="{76F4D971-DB09-4316-ACFD-2D3526DBF383}" presName="c3" presStyleLbl="node1" presStyleIdx="2" presStyleCnt="19"/>
      <dgm:spPr/>
    </dgm:pt>
    <dgm:pt modelId="{B3841567-8A51-3448-8618-52D2CD821350}" type="pres">
      <dgm:prSet presAssocID="{76F4D971-DB09-4316-ACFD-2D3526DBF383}" presName="c4" presStyleLbl="node1" presStyleIdx="3" presStyleCnt="19"/>
      <dgm:spPr/>
    </dgm:pt>
    <dgm:pt modelId="{28D538F8-97FD-9F4C-90E2-E92104A7F5CD}" type="pres">
      <dgm:prSet presAssocID="{76F4D971-DB09-4316-ACFD-2D3526DBF383}" presName="c5" presStyleLbl="node1" presStyleIdx="4" presStyleCnt="19"/>
      <dgm:spPr/>
    </dgm:pt>
    <dgm:pt modelId="{506A2C62-332D-7043-8B1F-1A73D8957E51}" type="pres">
      <dgm:prSet presAssocID="{76F4D971-DB09-4316-ACFD-2D3526DBF383}" presName="c6" presStyleLbl="node1" presStyleIdx="5" presStyleCnt="19"/>
      <dgm:spPr/>
    </dgm:pt>
    <dgm:pt modelId="{943DFC81-50A1-764D-B69B-A7A34BF79F43}" type="pres">
      <dgm:prSet presAssocID="{76F4D971-DB09-4316-ACFD-2D3526DBF383}" presName="c7" presStyleLbl="node1" presStyleIdx="6" presStyleCnt="19"/>
      <dgm:spPr/>
    </dgm:pt>
    <dgm:pt modelId="{D91C7052-A591-9347-BC8B-82F80BA09364}" type="pres">
      <dgm:prSet presAssocID="{76F4D971-DB09-4316-ACFD-2D3526DBF383}" presName="c8" presStyleLbl="node1" presStyleIdx="7" presStyleCnt="19"/>
      <dgm:spPr/>
    </dgm:pt>
    <dgm:pt modelId="{7983D06D-8DAC-7542-8E81-F7A2CF25246A}" type="pres">
      <dgm:prSet presAssocID="{76F4D971-DB09-4316-ACFD-2D3526DBF383}" presName="c9" presStyleLbl="node1" presStyleIdx="8" presStyleCnt="19"/>
      <dgm:spPr/>
    </dgm:pt>
    <dgm:pt modelId="{12025D09-6291-E340-A726-CFCD57E2581D}" type="pres">
      <dgm:prSet presAssocID="{76F4D971-DB09-4316-ACFD-2D3526DBF383}" presName="c10" presStyleLbl="node1" presStyleIdx="9" presStyleCnt="19"/>
      <dgm:spPr/>
    </dgm:pt>
    <dgm:pt modelId="{DCC5FE85-7D74-6C4A-828A-6FD87196356A}" type="pres">
      <dgm:prSet presAssocID="{76F4D971-DB09-4316-ACFD-2D3526DBF383}" presName="c11" presStyleLbl="node1" presStyleIdx="10" presStyleCnt="19"/>
      <dgm:spPr/>
    </dgm:pt>
    <dgm:pt modelId="{300BDCD2-0B93-8041-BFA1-5C0E50C42DC6}" type="pres">
      <dgm:prSet presAssocID="{76F4D971-DB09-4316-ACFD-2D3526DBF383}" presName="c12" presStyleLbl="node1" presStyleIdx="11" presStyleCnt="19"/>
      <dgm:spPr/>
    </dgm:pt>
    <dgm:pt modelId="{550E6834-B6BF-B547-A841-DA9D03325DB9}" type="pres">
      <dgm:prSet presAssocID="{76F4D971-DB09-4316-ACFD-2D3526DBF383}" presName="c13" presStyleLbl="node1" presStyleIdx="12" presStyleCnt="19"/>
      <dgm:spPr/>
    </dgm:pt>
    <dgm:pt modelId="{80743657-0B84-5F43-ACDA-BE035AB567A9}" type="pres">
      <dgm:prSet presAssocID="{76F4D971-DB09-4316-ACFD-2D3526DBF383}" presName="c14" presStyleLbl="node1" presStyleIdx="13" presStyleCnt="19"/>
      <dgm:spPr/>
    </dgm:pt>
    <dgm:pt modelId="{5DDED181-6B78-CD43-B10F-D12D2307E37F}" type="pres">
      <dgm:prSet presAssocID="{76F4D971-DB09-4316-ACFD-2D3526DBF383}" presName="c15" presStyleLbl="node1" presStyleIdx="14" presStyleCnt="19"/>
      <dgm:spPr/>
    </dgm:pt>
    <dgm:pt modelId="{18CB4968-5988-9547-A7DD-96E4506EDE1C}" type="pres">
      <dgm:prSet presAssocID="{76F4D971-DB09-4316-ACFD-2D3526DBF383}" presName="c16" presStyleLbl="node1" presStyleIdx="15" presStyleCnt="19"/>
      <dgm:spPr/>
    </dgm:pt>
    <dgm:pt modelId="{14775854-4A17-184D-B9C5-ADB4E8EACBCF}" type="pres">
      <dgm:prSet presAssocID="{76F4D971-DB09-4316-ACFD-2D3526DBF383}" presName="c17" presStyleLbl="node1" presStyleIdx="16" presStyleCnt="19"/>
      <dgm:spPr/>
    </dgm:pt>
    <dgm:pt modelId="{3F419518-EFD4-574B-9484-A0DFF9D4CA96}" type="pres">
      <dgm:prSet presAssocID="{76F4D971-DB09-4316-ACFD-2D3526DBF383}" presName="c18" presStyleLbl="node1" presStyleIdx="17" presStyleCnt="19"/>
      <dgm:spPr/>
    </dgm:pt>
    <dgm:pt modelId="{60D3DF9E-4623-5B4A-8AE1-8326301B3888}" type="pres">
      <dgm:prSet presAssocID="{D49DD478-5E73-49EE-9AF5-EB1A60AF614F}" presName="chevronComposite1" presStyleCnt="0"/>
      <dgm:spPr/>
    </dgm:pt>
    <dgm:pt modelId="{C020D67B-76C6-3040-B651-0FFA7D17AD7E}" type="pres">
      <dgm:prSet presAssocID="{D49DD478-5E73-49EE-9AF5-EB1A60AF614F}" presName="chevron1" presStyleLbl="sibTrans2D1" presStyleIdx="0" presStyleCnt="4"/>
      <dgm:spPr/>
    </dgm:pt>
    <dgm:pt modelId="{1EB13DEC-F51A-F842-9ED9-B7F86DB2B1ED}" type="pres">
      <dgm:prSet presAssocID="{D49DD478-5E73-49EE-9AF5-EB1A60AF614F}" presName="spChevron1" presStyleCnt="0"/>
      <dgm:spPr/>
    </dgm:pt>
    <dgm:pt modelId="{20CF71A9-9258-284F-811B-3B7D1CC38332}" type="pres">
      <dgm:prSet presAssocID="{46CF8A13-7B2C-4A41-95CB-3BE6CA66DD3B}" presName="middle" presStyleCnt="0"/>
      <dgm:spPr/>
    </dgm:pt>
    <dgm:pt modelId="{5AC05DEB-967A-694A-A66B-53764B60A23A}" type="pres">
      <dgm:prSet presAssocID="{46CF8A13-7B2C-4A41-95CB-3BE6CA66DD3B}" presName="parTxMid" presStyleLbl="revTx" presStyleIdx="1" presStyleCnt="4"/>
      <dgm:spPr/>
    </dgm:pt>
    <dgm:pt modelId="{C0F2842D-9B8D-6F4A-8216-6C82D737156C}" type="pres">
      <dgm:prSet presAssocID="{46CF8A13-7B2C-4A41-95CB-3BE6CA66DD3B}" presName="spMid" presStyleCnt="0"/>
      <dgm:spPr/>
    </dgm:pt>
    <dgm:pt modelId="{82D0828C-3D7B-A546-826D-384B3AAC158D}" type="pres">
      <dgm:prSet presAssocID="{73FBBEDB-C604-4B22-9883-39521470BB2B}" presName="chevronComposite1" presStyleCnt="0"/>
      <dgm:spPr/>
    </dgm:pt>
    <dgm:pt modelId="{7402B419-9E59-664B-A082-2D32FE5ECEAF}" type="pres">
      <dgm:prSet presAssocID="{73FBBEDB-C604-4B22-9883-39521470BB2B}" presName="chevron1" presStyleLbl="sibTrans2D1" presStyleIdx="1" presStyleCnt="4"/>
      <dgm:spPr/>
    </dgm:pt>
    <dgm:pt modelId="{6D4C51AE-BB7D-2843-81BE-DD3D94AA8AD0}" type="pres">
      <dgm:prSet presAssocID="{73FBBEDB-C604-4B22-9883-39521470BB2B}" presName="spChevron1" presStyleCnt="0"/>
      <dgm:spPr/>
    </dgm:pt>
    <dgm:pt modelId="{F3F37598-E160-A641-8A57-3749F97A9F7E}" type="pres">
      <dgm:prSet presAssocID="{0017D419-6BF3-4F56-9FA4-1DDEF7EC47C7}" presName="middle" presStyleCnt="0"/>
      <dgm:spPr/>
    </dgm:pt>
    <dgm:pt modelId="{697420D0-DF31-FF42-A4BA-1026AC9209F7}" type="pres">
      <dgm:prSet presAssocID="{0017D419-6BF3-4F56-9FA4-1DDEF7EC47C7}" presName="parTxMid" presStyleLbl="revTx" presStyleIdx="2" presStyleCnt="4"/>
      <dgm:spPr/>
    </dgm:pt>
    <dgm:pt modelId="{009BA391-9700-804C-BAAE-56CD0CA731A5}" type="pres">
      <dgm:prSet presAssocID="{0017D419-6BF3-4F56-9FA4-1DDEF7EC47C7}" presName="spMid" presStyleCnt="0"/>
      <dgm:spPr/>
    </dgm:pt>
    <dgm:pt modelId="{C1CCE942-06DF-6B4F-A846-7EA88F68A1A7}" type="pres">
      <dgm:prSet presAssocID="{FAC0B5CA-CE6E-4DCA-8230-0E8BDBC7AE69}" presName="chevronComposite1" presStyleCnt="0"/>
      <dgm:spPr/>
    </dgm:pt>
    <dgm:pt modelId="{D5A76503-B7DC-0B43-B898-5FD3A58D7633}" type="pres">
      <dgm:prSet presAssocID="{FAC0B5CA-CE6E-4DCA-8230-0E8BDBC7AE69}" presName="chevron1" presStyleLbl="sibTrans2D1" presStyleIdx="2" presStyleCnt="4"/>
      <dgm:spPr/>
    </dgm:pt>
    <dgm:pt modelId="{ACAE1B22-8EDD-9546-A1E5-0D1A75F570D4}" type="pres">
      <dgm:prSet presAssocID="{FAC0B5CA-CE6E-4DCA-8230-0E8BDBC7AE69}" presName="spChevron1" presStyleCnt="0"/>
      <dgm:spPr/>
    </dgm:pt>
    <dgm:pt modelId="{763E2EF2-D6B5-7F4C-8C30-54B60B9D74AE}" type="pres">
      <dgm:prSet presAssocID="{A5063250-DEA4-4D65-9D66-67EE78CFDEBF}" presName="middle" presStyleCnt="0"/>
      <dgm:spPr/>
    </dgm:pt>
    <dgm:pt modelId="{C120EA2D-53DE-334F-B679-1705F1DE5A13}" type="pres">
      <dgm:prSet presAssocID="{A5063250-DEA4-4D65-9D66-67EE78CFDEBF}" presName="parTxMid" presStyleLbl="revTx" presStyleIdx="3" presStyleCnt="4"/>
      <dgm:spPr/>
    </dgm:pt>
    <dgm:pt modelId="{4734A240-6B4B-954A-8B28-9B6D881EE043}" type="pres">
      <dgm:prSet presAssocID="{A5063250-DEA4-4D65-9D66-67EE78CFDEBF}" presName="spMid" presStyleCnt="0"/>
      <dgm:spPr/>
    </dgm:pt>
    <dgm:pt modelId="{60EA4424-5C22-2649-A180-6175234498DA}" type="pres">
      <dgm:prSet presAssocID="{CE1D3D68-33FA-4A5F-A10E-07BBEADB2FFD}" presName="chevronComposite1" presStyleCnt="0"/>
      <dgm:spPr/>
    </dgm:pt>
    <dgm:pt modelId="{50F70EF5-D48A-7D40-BA33-8CDE0DAB34A2}" type="pres">
      <dgm:prSet presAssocID="{CE1D3D68-33FA-4A5F-A10E-07BBEADB2FFD}" presName="chevron1" presStyleLbl="sibTrans2D1" presStyleIdx="3" presStyleCnt="4"/>
      <dgm:spPr/>
    </dgm:pt>
    <dgm:pt modelId="{8A8B0DDB-B10B-6A40-AEE2-3A30021FF5F1}" type="pres">
      <dgm:prSet presAssocID="{CE1D3D68-33FA-4A5F-A10E-07BBEADB2FFD}" presName="spChevron1" presStyleCnt="0"/>
      <dgm:spPr/>
    </dgm:pt>
    <dgm:pt modelId="{6E2CE348-BFC8-8248-958F-2414DB6BACC6}" type="pres">
      <dgm:prSet presAssocID="{C7E7F3CF-A2A4-4C3B-9803-FFFA00DD3039}" presName="last" presStyleCnt="0"/>
      <dgm:spPr/>
    </dgm:pt>
    <dgm:pt modelId="{EE3F1A54-439A-0743-AAE4-56DF8C9F8E81}" type="pres">
      <dgm:prSet presAssocID="{C7E7F3CF-A2A4-4C3B-9803-FFFA00DD3039}" presName="circleTx" presStyleLbl="node1" presStyleIdx="18" presStyleCnt="19"/>
      <dgm:spPr/>
    </dgm:pt>
    <dgm:pt modelId="{8CA5062A-859E-A245-B9D6-6CE83DCAE98A}" type="pres">
      <dgm:prSet presAssocID="{C7E7F3CF-A2A4-4C3B-9803-FFFA00DD3039}" presName="spN" presStyleCnt="0"/>
      <dgm:spPr/>
    </dgm:pt>
  </dgm:ptLst>
  <dgm:cxnLst>
    <dgm:cxn modelId="{E1013416-8A14-D04B-A195-1BF7B7E0EB14}" type="presOf" srcId="{BF9DECB8-7979-4908-B0C3-594DF0DB70CC}" destId="{EACC3E4E-9C78-1E45-BEFC-0F3792274679}" srcOrd="0" destOrd="0" presId="urn:microsoft.com/office/officeart/2009/3/layout/RandomtoResultProcess"/>
    <dgm:cxn modelId="{5AEE8D36-A09B-4366-88B5-183358146A5F}" srcId="{BF9DECB8-7979-4908-B0C3-594DF0DB70CC}" destId="{A5063250-DEA4-4D65-9D66-67EE78CFDEBF}" srcOrd="3" destOrd="0" parTransId="{3F49AE29-56A7-4CDD-98A6-6552B7070A8B}" sibTransId="{CE1D3D68-33FA-4A5F-A10E-07BBEADB2FFD}"/>
    <dgm:cxn modelId="{6661DA36-BEDC-41A5-9714-8CA7DB1301BC}" srcId="{BF9DECB8-7979-4908-B0C3-594DF0DB70CC}" destId="{46CF8A13-7B2C-4A41-95CB-3BE6CA66DD3B}" srcOrd="1" destOrd="0" parTransId="{5304A26D-EEE2-4872-AC56-B6C4663B392D}" sibTransId="{73FBBEDB-C604-4B22-9883-39521470BB2B}"/>
    <dgm:cxn modelId="{3756BC3B-B9C7-A948-BEF0-2B105AFDC2F5}" type="presOf" srcId="{46CF8A13-7B2C-4A41-95CB-3BE6CA66DD3B}" destId="{5AC05DEB-967A-694A-A66B-53764B60A23A}" srcOrd="0" destOrd="0" presId="urn:microsoft.com/office/officeart/2009/3/layout/RandomtoResultProcess"/>
    <dgm:cxn modelId="{B8C82D6D-3AB5-43D1-8C1C-85BBA6312EF8}" srcId="{BF9DECB8-7979-4908-B0C3-594DF0DB70CC}" destId="{76F4D971-DB09-4316-ACFD-2D3526DBF383}" srcOrd="0" destOrd="0" parTransId="{FCE488FE-8A47-4B05-9B61-EC4CA61D84DB}" sibTransId="{D49DD478-5E73-49EE-9AF5-EB1A60AF614F}"/>
    <dgm:cxn modelId="{25CA6CAA-E303-4887-960A-4E5762DF12E3}" srcId="{BF9DECB8-7979-4908-B0C3-594DF0DB70CC}" destId="{0017D419-6BF3-4F56-9FA4-1DDEF7EC47C7}" srcOrd="2" destOrd="0" parTransId="{A01CAED1-6E28-4EB9-80AD-E85C34AFA2D5}" sibTransId="{FAC0B5CA-CE6E-4DCA-8230-0E8BDBC7AE69}"/>
    <dgm:cxn modelId="{15AF19AD-8671-F748-9DE7-8539B97309C5}" type="presOf" srcId="{A5063250-DEA4-4D65-9D66-67EE78CFDEBF}" destId="{C120EA2D-53DE-334F-B679-1705F1DE5A13}" srcOrd="0" destOrd="0" presId="urn:microsoft.com/office/officeart/2009/3/layout/RandomtoResultProcess"/>
    <dgm:cxn modelId="{FBFAEEC0-0097-459E-A042-DCB4D62DCD2E}" srcId="{BF9DECB8-7979-4908-B0C3-594DF0DB70CC}" destId="{C7E7F3CF-A2A4-4C3B-9803-FFFA00DD3039}" srcOrd="4" destOrd="0" parTransId="{33A0C51A-BCAF-41EC-A67E-48D6F5FA3DAF}" sibTransId="{37CA7CF3-A314-4ECE-81DD-66DFA2A845F3}"/>
    <dgm:cxn modelId="{631CEEC6-1F5D-714E-89CE-F0392143910F}" type="presOf" srcId="{76F4D971-DB09-4316-ACFD-2D3526DBF383}" destId="{DFDA19A1-C476-4D4C-8725-769CBF6AEE2E}" srcOrd="0" destOrd="0" presId="urn:microsoft.com/office/officeart/2009/3/layout/RandomtoResultProcess"/>
    <dgm:cxn modelId="{9877ABCB-961A-CE43-907A-BA1B7EE2D5B3}" type="presOf" srcId="{C7E7F3CF-A2A4-4C3B-9803-FFFA00DD3039}" destId="{EE3F1A54-439A-0743-AAE4-56DF8C9F8E81}" srcOrd="0" destOrd="0" presId="urn:microsoft.com/office/officeart/2009/3/layout/RandomtoResultProcess"/>
    <dgm:cxn modelId="{506B95D4-14F2-0346-85E7-30D89C699DD3}" type="presOf" srcId="{0017D419-6BF3-4F56-9FA4-1DDEF7EC47C7}" destId="{697420D0-DF31-FF42-A4BA-1026AC9209F7}" srcOrd="0" destOrd="0" presId="urn:microsoft.com/office/officeart/2009/3/layout/RandomtoResultProcess"/>
    <dgm:cxn modelId="{ABF6798F-F35C-8645-89EE-F2434CD4F6EB}" type="presParOf" srcId="{EACC3E4E-9C78-1E45-BEFC-0F3792274679}" destId="{34113ED8-ED41-554D-8382-FBB8E037CD99}" srcOrd="0" destOrd="0" presId="urn:microsoft.com/office/officeart/2009/3/layout/RandomtoResultProcess"/>
    <dgm:cxn modelId="{53CE24EA-F4F6-F24A-9491-FA47B53B6ADE}" type="presParOf" srcId="{34113ED8-ED41-554D-8382-FBB8E037CD99}" destId="{DFDA19A1-C476-4D4C-8725-769CBF6AEE2E}" srcOrd="0" destOrd="0" presId="urn:microsoft.com/office/officeart/2009/3/layout/RandomtoResultProcess"/>
    <dgm:cxn modelId="{884711E4-5B79-7544-ADF7-B7CCB7F74324}" type="presParOf" srcId="{34113ED8-ED41-554D-8382-FBB8E037CD99}" destId="{BBA4A2F0-44A0-9446-B22F-CAB14A9F9009}" srcOrd="1" destOrd="0" presId="urn:microsoft.com/office/officeart/2009/3/layout/RandomtoResultProcess"/>
    <dgm:cxn modelId="{9040549B-DC64-1D46-A139-69D66778BECC}" type="presParOf" srcId="{34113ED8-ED41-554D-8382-FBB8E037CD99}" destId="{7A7DC5D0-C454-2F44-8029-73C09BD90870}" srcOrd="2" destOrd="0" presId="urn:microsoft.com/office/officeart/2009/3/layout/RandomtoResultProcess"/>
    <dgm:cxn modelId="{6FB948F7-1916-544C-A431-B55324EB6463}" type="presParOf" srcId="{34113ED8-ED41-554D-8382-FBB8E037CD99}" destId="{E92C1BB7-FE6E-D84A-8184-59BEF2623527}" srcOrd="3" destOrd="0" presId="urn:microsoft.com/office/officeart/2009/3/layout/RandomtoResultProcess"/>
    <dgm:cxn modelId="{11D4B27E-4E42-5A49-B4F8-7339F18F5E86}" type="presParOf" srcId="{34113ED8-ED41-554D-8382-FBB8E037CD99}" destId="{B3841567-8A51-3448-8618-52D2CD821350}" srcOrd="4" destOrd="0" presId="urn:microsoft.com/office/officeart/2009/3/layout/RandomtoResultProcess"/>
    <dgm:cxn modelId="{429FA8F3-7156-9549-95CC-FEF53E760BBF}" type="presParOf" srcId="{34113ED8-ED41-554D-8382-FBB8E037CD99}" destId="{28D538F8-97FD-9F4C-90E2-E92104A7F5CD}" srcOrd="5" destOrd="0" presId="urn:microsoft.com/office/officeart/2009/3/layout/RandomtoResultProcess"/>
    <dgm:cxn modelId="{F98D0F1B-DA22-A645-82EF-ABEBC26BC624}" type="presParOf" srcId="{34113ED8-ED41-554D-8382-FBB8E037CD99}" destId="{506A2C62-332D-7043-8B1F-1A73D8957E51}" srcOrd="6" destOrd="0" presId="urn:microsoft.com/office/officeart/2009/3/layout/RandomtoResultProcess"/>
    <dgm:cxn modelId="{9112785C-E7DE-D740-BC6F-56AEEEAF180D}" type="presParOf" srcId="{34113ED8-ED41-554D-8382-FBB8E037CD99}" destId="{943DFC81-50A1-764D-B69B-A7A34BF79F43}" srcOrd="7" destOrd="0" presId="urn:microsoft.com/office/officeart/2009/3/layout/RandomtoResultProcess"/>
    <dgm:cxn modelId="{4E3EDFC8-4656-4F40-AD08-DFE347128C68}" type="presParOf" srcId="{34113ED8-ED41-554D-8382-FBB8E037CD99}" destId="{D91C7052-A591-9347-BC8B-82F80BA09364}" srcOrd="8" destOrd="0" presId="urn:microsoft.com/office/officeart/2009/3/layout/RandomtoResultProcess"/>
    <dgm:cxn modelId="{6322C284-7B28-6B45-97CA-058EC280D6F2}" type="presParOf" srcId="{34113ED8-ED41-554D-8382-FBB8E037CD99}" destId="{7983D06D-8DAC-7542-8E81-F7A2CF25246A}" srcOrd="9" destOrd="0" presId="urn:microsoft.com/office/officeart/2009/3/layout/RandomtoResultProcess"/>
    <dgm:cxn modelId="{28631E02-27FC-AB45-99B3-99DB7B37F6CC}" type="presParOf" srcId="{34113ED8-ED41-554D-8382-FBB8E037CD99}" destId="{12025D09-6291-E340-A726-CFCD57E2581D}" srcOrd="10" destOrd="0" presId="urn:microsoft.com/office/officeart/2009/3/layout/RandomtoResultProcess"/>
    <dgm:cxn modelId="{20E49C49-F241-3841-A887-2E5A03370EA5}" type="presParOf" srcId="{34113ED8-ED41-554D-8382-FBB8E037CD99}" destId="{DCC5FE85-7D74-6C4A-828A-6FD87196356A}" srcOrd="11" destOrd="0" presId="urn:microsoft.com/office/officeart/2009/3/layout/RandomtoResultProcess"/>
    <dgm:cxn modelId="{2DD21E76-52E2-C94C-BC18-893673BCED28}" type="presParOf" srcId="{34113ED8-ED41-554D-8382-FBB8E037CD99}" destId="{300BDCD2-0B93-8041-BFA1-5C0E50C42DC6}" srcOrd="12" destOrd="0" presId="urn:microsoft.com/office/officeart/2009/3/layout/RandomtoResultProcess"/>
    <dgm:cxn modelId="{006AE31F-7B80-3247-B248-F3E8FDFD9A4B}" type="presParOf" srcId="{34113ED8-ED41-554D-8382-FBB8E037CD99}" destId="{550E6834-B6BF-B547-A841-DA9D03325DB9}" srcOrd="13" destOrd="0" presId="urn:microsoft.com/office/officeart/2009/3/layout/RandomtoResultProcess"/>
    <dgm:cxn modelId="{78AC2D83-EC58-3543-A9C0-EC15B8632C4E}" type="presParOf" srcId="{34113ED8-ED41-554D-8382-FBB8E037CD99}" destId="{80743657-0B84-5F43-ACDA-BE035AB567A9}" srcOrd="14" destOrd="0" presId="urn:microsoft.com/office/officeart/2009/3/layout/RandomtoResultProcess"/>
    <dgm:cxn modelId="{B9440C76-D27F-6443-9833-F7E47EC41973}" type="presParOf" srcId="{34113ED8-ED41-554D-8382-FBB8E037CD99}" destId="{5DDED181-6B78-CD43-B10F-D12D2307E37F}" srcOrd="15" destOrd="0" presId="urn:microsoft.com/office/officeart/2009/3/layout/RandomtoResultProcess"/>
    <dgm:cxn modelId="{8A8CBFB3-C878-7140-B8DD-8045264E30DA}" type="presParOf" srcId="{34113ED8-ED41-554D-8382-FBB8E037CD99}" destId="{18CB4968-5988-9547-A7DD-96E4506EDE1C}" srcOrd="16" destOrd="0" presId="urn:microsoft.com/office/officeart/2009/3/layout/RandomtoResultProcess"/>
    <dgm:cxn modelId="{32DFBE76-45AC-024F-A3E9-B058E1DF5AF9}" type="presParOf" srcId="{34113ED8-ED41-554D-8382-FBB8E037CD99}" destId="{14775854-4A17-184D-B9C5-ADB4E8EACBCF}" srcOrd="17" destOrd="0" presId="urn:microsoft.com/office/officeart/2009/3/layout/RandomtoResultProcess"/>
    <dgm:cxn modelId="{68F4F2C6-F598-8E46-B79C-4119A9509254}" type="presParOf" srcId="{34113ED8-ED41-554D-8382-FBB8E037CD99}" destId="{3F419518-EFD4-574B-9484-A0DFF9D4CA96}" srcOrd="18" destOrd="0" presId="urn:microsoft.com/office/officeart/2009/3/layout/RandomtoResultProcess"/>
    <dgm:cxn modelId="{42F6ECA2-486F-FE4F-BA6F-E4AB2BADA05A}" type="presParOf" srcId="{EACC3E4E-9C78-1E45-BEFC-0F3792274679}" destId="{60D3DF9E-4623-5B4A-8AE1-8326301B3888}" srcOrd="1" destOrd="0" presId="urn:microsoft.com/office/officeart/2009/3/layout/RandomtoResultProcess"/>
    <dgm:cxn modelId="{4CB989FE-22BE-F643-BFCC-D075B68BBD41}" type="presParOf" srcId="{60D3DF9E-4623-5B4A-8AE1-8326301B3888}" destId="{C020D67B-76C6-3040-B651-0FFA7D17AD7E}" srcOrd="0" destOrd="0" presId="urn:microsoft.com/office/officeart/2009/3/layout/RandomtoResultProcess"/>
    <dgm:cxn modelId="{F0BA7BBD-AF55-784F-9B79-5BCB03026A1F}" type="presParOf" srcId="{60D3DF9E-4623-5B4A-8AE1-8326301B3888}" destId="{1EB13DEC-F51A-F842-9ED9-B7F86DB2B1ED}" srcOrd="1" destOrd="0" presId="urn:microsoft.com/office/officeart/2009/3/layout/RandomtoResultProcess"/>
    <dgm:cxn modelId="{0D47457C-53EE-BE4E-910F-09E1926759B8}" type="presParOf" srcId="{EACC3E4E-9C78-1E45-BEFC-0F3792274679}" destId="{20CF71A9-9258-284F-811B-3B7D1CC38332}" srcOrd="2" destOrd="0" presId="urn:microsoft.com/office/officeart/2009/3/layout/RandomtoResultProcess"/>
    <dgm:cxn modelId="{6DFC9137-38A1-4540-B610-393C8C2F13BE}" type="presParOf" srcId="{20CF71A9-9258-284F-811B-3B7D1CC38332}" destId="{5AC05DEB-967A-694A-A66B-53764B60A23A}" srcOrd="0" destOrd="0" presId="urn:microsoft.com/office/officeart/2009/3/layout/RandomtoResultProcess"/>
    <dgm:cxn modelId="{997A72BC-D3C5-AB49-A803-6C1C00CFC086}" type="presParOf" srcId="{20CF71A9-9258-284F-811B-3B7D1CC38332}" destId="{C0F2842D-9B8D-6F4A-8216-6C82D737156C}" srcOrd="1" destOrd="0" presId="urn:microsoft.com/office/officeart/2009/3/layout/RandomtoResultProcess"/>
    <dgm:cxn modelId="{2D6677C7-B2BC-E542-8B0D-338A3E2D8835}" type="presParOf" srcId="{EACC3E4E-9C78-1E45-BEFC-0F3792274679}" destId="{82D0828C-3D7B-A546-826D-384B3AAC158D}" srcOrd="3" destOrd="0" presId="urn:microsoft.com/office/officeart/2009/3/layout/RandomtoResultProcess"/>
    <dgm:cxn modelId="{00E73050-94FB-504B-9747-757C9EF2D03F}" type="presParOf" srcId="{82D0828C-3D7B-A546-826D-384B3AAC158D}" destId="{7402B419-9E59-664B-A082-2D32FE5ECEAF}" srcOrd="0" destOrd="0" presId="urn:microsoft.com/office/officeart/2009/3/layout/RandomtoResultProcess"/>
    <dgm:cxn modelId="{FA70209A-E049-F348-9D86-CAF64D1EA594}" type="presParOf" srcId="{82D0828C-3D7B-A546-826D-384B3AAC158D}" destId="{6D4C51AE-BB7D-2843-81BE-DD3D94AA8AD0}" srcOrd="1" destOrd="0" presId="urn:microsoft.com/office/officeart/2009/3/layout/RandomtoResultProcess"/>
    <dgm:cxn modelId="{304FEEA3-0AF4-A140-BA13-6A876744B1D4}" type="presParOf" srcId="{EACC3E4E-9C78-1E45-BEFC-0F3792274679}" destId="{F3F37598-E160-A641-8A57-3749F97A9F7E}" srcOrd="4" destOrd="0" presId="urn:microsoft.com/office/officeart/2009/3/layout/RandomtoResultProcess"/>
    <dgm:cxn modelId="{A1965A52-4C14-7E4B-88BB-B1BA7D216600}" type="presParOf" srcId="{F3F37598-E160-A641-8A57-3749F97A9F7E}" destId="{697420D0-DF31-FF42-A4BA-1026AC9209F7}" srcOrd="0" destOrd="0" presId="urn:microsoft.com/office/officeart/2009/3/layout/RandomtoResultProcess"/>
    <dgm:cxn modelId="{7CBB1487-1FB4-314D-9D9D-1E54D8B1FD80}" type="presParOf" srcId="{F3F37598-E160-A641-8A57-3749F97A9F7E}" destId="{009BA391-9700-804C-BAAE-56CD0CA731A5}" srcOrd="1" destOrd="0" presId="urn:microsoft.com/office/officeart/2009/3/layout/RandomtoResultProcess"/>
    <dgm:cxn modelId="{BF04AE7F-3BA2-4949-B8C5-1FEB328087BF}" type="presParOf" srcId="{EACC3E4E-9C78-1E45-BEFC-0F3792274679}" destId="{C1CCE942-06DF-6B4F-A846-7EA88F68A1A7}" srcOrd="5" destOrd="0" presId="urn:microsoft.com/office/officeart/2009/3/layout/RandomtoResultProcess"/>
    <dgm:cxn modelId="{FAFA7F1D-DEEA-9949-BAA8-6A3DCA1BDD73}" type="presParOf" srcId="{C1CCE942-06DF-6B4F-A846-7EA88F68A1A7}" destId="{D5A76503-B7DC-0B43-B898-5FD3A58D7633}" srcOrd="0" destOrd="0" presId="urn:microsoft.com/office/officeart/2009/3/layout/RandomtoResultProcess"/>
    <dgm:cxn modelId="{3748818D-A226-B644-8B18-F04591EF65A2}" type="presParOf" srcId="{C1CCE942-06DF-6B4F-A846-7EA88F68A1A7}" destId="{ACAE1B22-8EDD-9546-A1E5-0D1A75F570D4}" srcOrd="1" destOrd="0" presId="urn:microsoft.com/office/officeart/2009/3/layout/RandomtoResultProcess"/>
    <dgm:cxn modelId="{B74B0A71-2D10-3944-8811-EAE50BA00683}" type="presParOf" srcId="{EACC3E4E-9C78-1E45-BEFC-0F3792274679}" destId="{763E2EF2-D6B5-7F4C-8C30-54B60B9D74AE}" srcOrd="6" destOrd="0" presId="urn:microsoft.com/office/officeart/2009/3/layout/RandomtoResultProcess"/>
    <dgm:cxn modelId="{CE886915-FDEC-D644-8B99-1373F91CA897}" type="presParOf" srcId="{763E2EF2-D6B5-7F4C-8C30-54B60B9D74AE}" destId="{C120EA2D-53DE-334F-B679-1705F1DE5A13}" srcOrd="0" destOrd="0" presId="urn:microsoft.com/office/officeart/2009/3/layout/RandomtoResultProcess"/>
    <dgm:cxn modelId="{A01355EC-1D3C-9B49-BE3F-CE66BC3C6BFC}" type="presParOf" srcId="{763E2EF2-D6B5-7F4C-8C30-54B60B9D74AE}" destId="{4734A240-6B4B-954A-8B28-9B6D881EE043}" srcOrd="1" destOrd="0" presId="urn:microsoft.com/office/officeart/2009/3/layout/RandomtoResultProcess"/>
    <dgm:cxn modelId="{32B39C8E-7FCF-8149-AEB3-5DCC446B5088}" type="presParOf" srcId="{EACC3E4E-9C78-1E45-BEFC-0F3792274679}" destId="{60EA4424-5C22-2649-A180-6175234498DA}" srcOrd="7" destOrd="0" presId="urn:microsoft.com/office/officeart/2009/3/layout/RandomtoResultProcess"/>
    <dgm:cxn modelId="{AB5E0DE6-9B8B-0042-BC36-6F0529175725}" type="presParOf" srcId="{60EA4424-5C22-2649-A180-6175234498DA}" destId="{50F70EF5-D48A-7D40-BA33-8CDE0DAB34A2}" srcOrd="0" destOrd="0" presId="urn:microsoft.com/office/officeart/2009/3/layout/RandomtoResultProcess"/>
    <dgm:cxn modelId="{4DB454AA-7403-0C43-9F5D-640615C2F457}" type="presParOf" srcId="{60EA4424-5C22-2649-A180-6175234498DA}" destId="{8A8B0DDB-B10B-6A40-AEE2-3A30021FF5F1}" srcOrd="1" destOrd="0" presId="urn:microsoft.com/office/officeart/2009/3/layout/RandomtoResultProcess"/>
    <dgm:cxn modelId="{CF009F66-27AE-2F41-9E9B-ADBFBECA85BA}" type="presParOf" srcId="{EACC3E4E-9C78-1E45-BEFC-0F3792274679}" destId="{6E2CE348-BFC8-8248-958F-2414DB6BACC6}" srcOrd="8" destOrd="0" presId="urn:microsoft.com/office/officeart/2009/3/layout/RandomtoResultProcess"/>
    <dgm:cxn modelId="{DF488EB5-34EF-9C4F-8DD7-B1B38AEA1BFC}" type="presParOf" srcId="{6E2CE348-BFC8-8248-958F-2414DB6BACC6}" destId="{EE3F1A54-439A-0743-AAE4-56DF8C9F8E81}" srcOrd="0" destOrd="0" presId="urn:microsoft.com/office/officeart/2009/3/layout/RandomtoResultProcess"/>
    <dgm:cxn modelId="{4A2C619A-DCE1-0840-90A7-F28E5F3ADDE0}" type="presParOf" srcId="{6E2CE348-BFC8-8248-958F-2414DB6BACC6}" destId="{8CA5062A-859E-A245-B9D6-6CE83DCAE98A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FC212A44-5F4D-4533-901D-29F0B267BF70}" type="doc">
      <dgm:prSet loTypeId="urn:microsoft.com/office/officeart/2005/8/layout/process2" qsTypeId="urn:microsoft.com/office/officeart/2005/8/quickstyle/simple2" csTypeId="urn:microsoft.com/office/officeart/2005/8/colors/accent1_2"/>
      <dgm:spPr/>
    </dgm:pt>
    <dgm:pt modelId="{94C1E0EF-DF55-4FE1-91B8-CF0ABDE11438}">
      <dgm:prSet/>
      <dgm:spPr/>
      <dgm:t>
        <a:bodyPr/>
        <a:lstStyle/>
        <a:p>
          <a:r>
            <a:t>Discover</a:t>
          </a:r>
        </a:p>
      </dgm:t>
    </dgm:pt>
    <dgm:pt modelId="{7AE2FAF3-BCB1-4E64-AAAF-EEA61F351F27}" type="parTrans" cxnId="{8DB456AF-CD39-45CA-96A6-23B63C1D74FC}">
      <dgm:prSet/>
      <dgm:spPr/>
      <dgm:t>
        <a:bodyPr/>
        <a:lstStyle/>
        <a:p>
          <a:endParaRPr/>
        </a:p>
      </dgm:t>
    </dgm:pt>
    <dgm:pt modelId="{DBDA3B5A-BBFF-4583-91AD-70D22AB49523}" type="sibTrans" cxnId="{8DB456AF-CD39-45CA-96A6-23B63C1D74FC}">
      <dgm:prSet/>
      <dgm:spPr/>
      <dgm:t>
        <a:bodyPr/>
        <a:lstStyle/>
        <a:p>
          <a:endParaRPr/>
        </a:p>
      </dgm:t>
    </dgm:pt>
    <dgm:pt modelId="{68E499EF-67CF-4281-A6FB-F45A77098D82}">
      <dgm:prSet/>
      <dgm:spPr/>
      <dgm:t>
        <a:bodyPr/>
        <a:lstStyle/>
        <a:p>
          <a:r>
            <a:t>Define</a:t>
          </a:r>
        </a:p>
      </dgm:t>
    </dgm:pt>
    <dgm:pt modelId="{FB713169-B98E-4302-AB39-1B6C6C241B34}" type="parTrans" cxnId="{A068DE33-19C5-4CCB-B349-39DDAB2F84DD}">
      <dgm:prSet/>
      <dgm:spPr/>
      <dgm:t>
        <a:bodyPr/>
        <a:lstStyle/>
        <a:p>
          <a:endParaRPr/>
        </a:p>
      </dgm:t>
    </dgm:pt>
    <dgm:pt modelId="{323F218E-1BB0-479D-BCB0-A88A7457FA63}" type="sibTrans" cxnId="{A068DE33-19C5-4CCB-B349-39DDAB2F84DD}">
      <dgm:prSet/>
      <dgm:spPr/>
      <dgm:t>
        <a:bodyPr/>
        <a:lstStyle/>
        <a:p>
          <a:endParaRPr/>
        </a:p>
      </dgm:t>
    </dgm:pt>
    <dgm:pt modelId="{F1D43398-EE9E-4AA8-A26D-CD082594EAF6}">
      <dgm:prSet/>
      <dgm:spPr/>
      <dgm:t>
        <a:bodyPr/>
        <a:lstStyle/>
        <a:p>
          <a:r>
            <a:t>Build</a:t>
          </a:r>
        </a:p>
      </dgm:t>
    </dgm:pt>
    <dgm:pt modelId="{AE982167-594C-4F23-82E6-8DFA6C77148A}" type="parTrans" cxnId="{6AC8BF96-9E71-4D9A-914F-047B39EE3F31}">
      <dgm:prSet/>
      <dgm:spPr/>
      <dgm:t>
        <a:bodyPr/>
        <a:lstStyle/>
        <a:p>
          <a:endParaRPr/>
        </a:p>
      </dgm:t>
    </dgm:pt>
    <dgm:pt modelId="{D247040A-0F29-42FF-91EE-18DE705E9C61}" type="sibTrans" cxnId="{6AC8BF96-9E71-4D9A-914F-047B39EE3F31}">
      <dgm:prSet/>
      <dgm:spPr/>
      <dgm:t>
        <a:bodyPr/>
        <a:lstStyle/>
        <a:p>
          <a:endParaRPr/>
        </a:p>
      </dgm:t>
    </dgm:pt>
    <dgm:pt modelId="{FEE511DA-E858-493F-94E8-E43C61C96026}">
      <dgm:prSet/>
      <dgm:spPr/>
      <dgm:t>
        <a:bodyPr/>
        <a:lstStyle/>
        <a:p>
          <a:r>
            <a:t>Launch</a:t>
          </a:r>
        </a:p>
      </dgm:t>
    </dgm:pt>
    <dgm:pt modelId="{431E2395-296B-4D14-957D-7829206F4DCD}" type="parTrans" cxnId="{899E4C66-6BA4-4D88-B447-69C120B76343}">
      <dgm:prSet/>
      <dgm:spPr/>
      <dgm:t>
        <a:bodyPr/>
        <a:lstStyle/>
        <a:p>
          <a:endParaRPr/>
        </a:p>
      </dgm:t>
    </dgm:pt>
    <dgm:pt modelId="{4DE7CD6D-366D-4269-B3AA-E53DF0E72C8C}" type="sibTrans" cxnId="{899E4C66-6BA4-4D88-B447-69C120B76343}">
      <dgm:prSet/>
      <dgm:spPr/>
      <dgm:t>
        <a:bodyPr/>
        <a:lstStyle/>
        <a:p>
          <a:endParaRPr/>
        </a:p>
      </dgm:t>
    </dgm:pt>
    <dgm:pt modelId="{0AED2531-4DA7-4C3E-9998-C28D851409CE}">
      <dgm:prSet/>
      <dgm:spPr/>
      <dgm:t>
        <a:bodyPr/>
        <a:lstStyle/>
        <a:p>
          <a:r>
            <a:t>Learn</a:t>
          </a:r>
        </a:p>
      </dgm:t>
    </dgm:pt>
    <dgm:pt modelId="{F848933B-572E-4744-921C-D8A0FE52E6CF}" type="parTrans" cxnId="{815A8C8D-D898-4060-831A-AED19459D212}">
      <dgm:prSet/>
      <dgm:spPr/>
      <dgm:t>
        <a:bodyPr/>
        <a:lstStyle/>
        <a:p>
          <a:endParaRPr/>
        </a:p>
      </dgm:t>
    </dgm:pt>
    <dgm:pt modelId="{CE010C20-D752-4BFB-BB9A-068286090446}" type="sibTrans" cxnId="{815A8C8D-D898-4060-831A-AED19459D212}">
      <dgm:prSet/>
      <dgm:spPr/>
      <dgm:t>
        <a:bodyPr/>
        <a:lstStyle/>
        <a:p>
          <a:endParaRPr/>
        </a:p>
      </dgm:t>
    </dgm:pt>
    <dgm:pt modelId="{36DFE4DC-137A-F94A-8007-AC98B97C1692}" type="pres">
      <dgm:prSet presAssocID="{FC212A44-5F4D-4533-901D-29F0B267BF70}" presName="linearFlow" presStyleCnt="0">
        <dgm:presLayoutVars>
          <dgm:resizeHandles val="exact"/>
        </dgm:presLayoutVars>
      </dgm:prSet>
      <dgm:spPr/>
    </dgm:pt>
    <dgm:pt modelId="{1B8B376B-849A-6447-990B-191B28C4D24F}" type="pres">
      <dgm:prSet presAssocID="{94C1E0EF-DF55-4FE1-91B8-CF0ABDE11438}" presName="node" presStyleLbl="node1" presStyleIdx="0" presStyleCnt="5">
        <dgm:presLayoutVars>
          <dgm:bulletEnabled val="1"/>
        </dgm:presLayoutVars>
      </dgm:prSet>
      <dgm:spPr/>
    </dgm:pt>
    <dgm:pt modelId="{2F3B81E1-7F08-FD44-BFAE-F9ECDE8F79A0}" type="pres">
      <dgm:prSet presAssocID="{DBDA3B5A-BBFF-4583-91AD-70D22AB49523}" presName="sibTrans" presStyleLbl="sibTrans2D1" presStyleIdx="0" presStyleCnt="4"/>
      <dgm:spPr/>
    </dgm:pt>
    <dgm:pt modelId="{638A7710-E051-2A40-8E5D-9304AE2F0927}" type="pres">
      <dgm:prSet presAssocID="{DBDA3B5A-BBFF-4583-91AD-70D22AB49523}" presName="connectorText" presStyleLbl="sibTrans2D1" presStyleIdx="0" presStyleCnt="4"/>
      <dgm:spPr/>
    </dgm:pt>
    <dgm:pt modelId="{8CB0B344-3F40-C44B-9770-AB99855C7E76}" type="pres">
      <dgm:prSet presAssocID="{68E499EF-67CF-4281-A6FB-F45A77098D82}" presName="node" presStyleLbl="node1" presStyleIdx="1" presStyleCnt="5">
        <dgm:presLayoutVars>
          <dgm:bulletEnabled val="1"/>
        </dgm:presLayoutVars>
      </dgm:prSet>
      <dgm:spPr/>
    </dgm:pt>
    <dgm:pt modelId="{7BA4B2D0-AD62-A742-8843-2068DEBFFAA6}" type="pres">
      <dgm:prSet presAssocID="{323F218E-1BB0-479D-BCB0-A88A7457FA63}" presName="sibTrans" presStyleLbl="sibTrans2D1" presStyleIdx="1" presStyleCnt="4"/>
      <dgm:spPr/>
    </dgm:pt>
    <dgm:pt modelId="{DEBC0C81-9B32-2641-8C7F-93823E3B8456}" type="pres">
      <dgm:prSet presAssocID="{323F218E-1BB0-479D-BCB0-A88A7457FA63}" presName="connectorText" presStyleLbl="sibTrans2D1" presStyleIdx="1" presStyleCnt="4"/>
      <dgm:spPr/>
    </dgm:pt>
    <dgm:pt modelId="{148AFA9B-9C6A-E948-AA84-51FB05197B19}" type="pres">
      <dgm:prSet presAssocID="{F1D43398-EE9E-4AA8-A26D-CD082594EAF6}" presName="node" presStyleLbl="node1" presStyleIdx="2" presStyleCnt="5">
        <dgm:presLayoutVars>
          <dgm:bulletEnabled val="1"/>
        </dgm:presLayoutVars>
      </dgm:prSet>
      <dgm:spPr/>
    </dgm:pt>
    <dgm:pt modelId="{58E53B78-5A87-AD4A-AA55-3C3CD25C73B8}" type="pres">
      <dgm:prSet presAssocID="{D247040A-0F29-42FF-91EE-18DE705E9C61}" presName="sibTrans" presStyleLbl="sibTrans2D1" presStyleIdx="2" presStyleCnt="4"/>
      <dgm:spPr/>
    </dgm:pt>
    <dgm:pt modelId="{9062C7DB-AEBB-7E4C-89A1-6CF48A221FD0}" type="pres">
      <dgm:prSet presAssocID="{D247040A-0F29-42FF-91EE-18DE705E9C61}" presName="connectorText" presStyleLbl="sibTrans2D1" presStyleIdx="2" presStyleCnt="4"/>
      <dgm:spPr/>
    </dgm:pt>
    <dgm:pt modelId="{80B63F5F-4AD6-784B-9762-42293E59B3A2}" type="pres">
      <dgm:prSet presAssocID="{FEE511DA-E858-493F-94E8-E43C61C96026}" presName="node" presStyleLbl="node1" presStyleIdx="3" presStyleCnt="5">
        <dgm:presLayoutVars>
          <dgm:bulletEnabled val="1"/>
        </dgm:presLayoutVars>
      </dgm:prSet>
      <dgm:spPr/>
    </dgm:pt>
    <dgm:pt modelId="{044BF63D-94AD-CB40-BA21-CE9B35F56E51}" type="pres">
      <dgm:prSet presAssocID="{4DE7CD6D-366D-4269-B3AA-E53DF0E72C8C}" presName="sibTrans" presStyleLbl="sibTrans2D1" presStyleIdx="3" presStyleCnt="4"/>
      <dgm:spPr/>
    </dgm:pt>
    <dgm:pt modelId="{E96A08F4-3423-184D-9176-BDDE0C4CB75D}" type="pres">
      <dgm:prSet presAssocID="{4DE7CD6D-366D-4269-B3AA-E53DF0E72C8C}" presName="connectorText" presStyleLbl="sibTrans2D1" presStyleIdx="3" presStyleCnt="4"/>
      <dgm:spPr/>
    </dgm:pt>
    <dgm:pt modelId="{BF53EB55-2A2A-F142-AD22-3B713D76DBD9}" type="pres">
      <dgm:prSet presAssocID="{0AED2531-4DA7-4C3E-9998-C28D851409CE}" presName="node" presStyleLbl="node1" presStyleIdx="4" presStyleCnt="5">
        <dgm:presLayoutVars>
          <dgm:bulletEnabled val="1"/>
        </dgm:presLayoutVars>
      </dgm:prSet>
      <dgm:spPr/>
    </dgm:pt>
  </dgm:ptLst>
  <dgm:cxnLst>
    <dgm:cxn modelId="{1BEDC21A-0CD4-6D40-9C4E-5AFD07C0BAC2}" type="presOf" srcId="{F1D43398-EE9E-4AA8-A26D-CD082594EAF6}" destId="{148AFA9B-9C6A-E948-AA84-51FB05197B19}" srcOrd="0" destOrd="0" presId="urn:microsoft.com/office/officeart/2005/8/layout/process2"/>
    <dgm:cxn modelId="{7661CC1F-7222-064F-A01C-9F3F43ED0C82}" type="presOf" srcId="{DBDA3B5A-BBFF-4583-91AD-70D22AB49523}" destId="{638A7710-E051-2A40-8E5D-9304AE2F0927}" srcOrd="1" destOrd="0" presId="urn:microsoft.com/office/officeart/2005/8/layout/process2"/>
    <dgm:cxn modelId="{C4193331-F87D-8D4F-9229-3B5DE7531A28}" type="presOf" srcId="{D247040A-0F29-42FF-91EE-18DE705E9C61}" destId="{9062C7DB-AEBB-7E4C-89A1-6CF48A221FD0}" srcOrd="1" destOrd="0" presId="urn:microsoft.com/office/officeart/2005/8/layout/process2"/>
    <dgm:cxn modelId="{A068DE33-19C5-4CCB-B349-39DDAB2F84DD}" srcId="{FC212A44-5F4D-4533-901D-29F0B267BF70}" destId="{68E499EF-67CF-4281-A6FB-F45A77098D82}" srcOrd="1" destOrd="0" parTransId="{FB713169-B98E-4302-AB39-1B6C6C241B34}" sibTransId="{323F218E-1BB0-479D-BCB0-A88A7457FA63}"/>
    <dgm:cxn modelId="{C11E7E46-A9E9-3940-B1AF-438E221A4AF9}" type="presOf" srcId="{DBDA3B5A-BBFF-4583-91AD-70D22AB49523}" destId="{2F3B81E1-7F08-FD44-BFAE-F9ECDE8F79A0}" srcOrd="0" destOrd="0" presId="urn:microsoft.com/office/officeart/2005/8/layout/process2"/>
    <dgm:cxn modelId="{2BEE7664-2B45-7149-AE6B-7AF9B5C1374E}" type="presOf" srcId="{4DE7CD6D-366D-4269-B3AA-E53DF0E72C8C}" destId="{044BF63D-94AD-CB40-BA21-CE9B35F56E51}" srcOrd="0" destOrd="0" presId="urn:microsoft.com/office/officeart/2005/8/layout/process2"/>
    <dgm:cxn modelId="{899E4C66-6BA4-4D88-B447-69C120B76343}" srcId="{FC212A44-5F4D-4533-901D-29F0B267BF70}" destId="{FEE511DA-E858-493F-94E8-E43C61C96026}" srcOrd="3" destOrd="0" parTransId="{431E2395-296B-4D14-957D-7829206F4DCD}" sibTransId="{4DE7CD6D-366D-4269-B3AA-E53DF0E72C8C}"/>
    <dgm:cxn modelId="{DC1DBC67-1A90-F441-91FB-060708B675F2}" type="presOf" srcId="{323F218E-1BB0-479D-BCB0-A88A7457FA63}" destId="{7BA4B2D0-AD62-A742-8843-2068DEBFFAA6}" srcOrd="0" destOrd="0" presId="urn:microsoft.com/office/officeart/2005/8/layout/process2"/>
    <dgm:cxn modelId="{14DDF483-6227-F246-B096-629BB0D1EAA9}" type="presOf" srcId="{94C1E0EF-DF55-4FE1-91B8-CF0ABDE11438}" destId="{1B8B376B-849A-6447-990B-191B28C4D24F}" srcOrd="0" destOrd="0" presId="urn:microsoft.com/office/officeart/2005/8/layout/process2"/>
    <dgm:cxn modelId="{EAFF1C8C-17EA-6643-9B31-09668C461EA8}" type="presOf" srcId="{4DE7CD6D-366D-4269-B3AA-E53DF0E72C8C}" destId="{E96A08F4-3423-184D-9176-BDDE0C4CB75D}" srcOrd="1" destOrd="0" presId="urn:microsoft.com/office/officeart/2005/8/layout/process2"/>
    <dgm:cxn modelId="{815A8C8D-D898-4060-831A-AED19459D212}" srcId="{FC212A44-5F4D-4533-901D-29F0B267BF70}" destId="{0AED2531-4DA7-4C3E-9998-C28D851409CE}" srcOrd="4" destOrd="0" parTransId="{F848933B-572E-4744-921C-D8A0FE52E6CF}" sibTransId="{CE010C20-D752-4BFB-BB9A-068286090446}"/>
    <dgm:cxn modelId="{6AC8BF96-9E71-4D9A-914F-047B39EE3F31}" srcId="{FC212A44-5F4D-4533-901D-29F0B267BF70}" destId="{F1D43398-EE9E-4AA8-A26D-CD082594EAF6}" srcOrd="2" destOrd="0" parTransId="{AE982167-594C-4F23-82E6-8DFA6C77148A}" sibTransId="{D247040A-0F29-42FF-91EE-18DE705E9C61}"/>
    <dgm:cxn modelId="{164BCF97-0AD5-9346-987E-9C7F71FE0E3D}" type="presOf" srcId="{FEE511DA-E858-493F-94E8-E43C61C96026}" destId="{80B63F5F-4AD6-784B-9762-42293E59B3A2}" srcOrd="0" destOrd="0" presId="urn:microsoft.com/office/officeart/2005/8/layout/process2"/>
    <dgm:cxn modelId="{26B61C9A-E481-F043-8BC6-C1720F087267}" type="presOf" srcId="{323F218E-1BB0-479D-BCB0-A88A7457FA63}" destId="{DEBC0C81-9B32-2641-8C7F-93823E3B8456}" srcOrd="1" destOrd="0" presId="urn:microsoft.com/office/officeart/2005/8/layout/process2"/>
    <dgm:cxn modelId="{4CF379A5-45FC-344B-AF5F-0482FEEAC19D}" type="presOf" srcId="{FC212A44-5F4D-4533-901D-29F0B267BF70}" destId="{36DFE4DC-137A-F94A-8007-AC98B97C1692}" srcOrd="0" destOrd="0" presId="urn:microsoft.com/office/officeart/2005/8/layout/process2"/>
    <dgm:cxn modelId="{8DB456AF-CD39-45CA-96A6-23B63C1D74FC}" srcId="{FC212A44-5F4D-4533-901D-29F0B267BF70}" destId="{94C1E0EF-DF55-4FE1-91B8-CF0ABDE11438}" srcOrd="0" destOrd="0" parTransId="{7AE2FAF3-BCB1-4E64-AAAF-EEA61F351F27}" sibTransId="{DBDA3B5A-BBFF-4583-91AD-70D22AB49523}"/>
    <dgm:cxn modelId="{C3CE11D8-FB0A-5941-9004-04C13EE43FE4}" type="presOf" srcId="{68E499EF-67CF-4281-A6FB-F45A77098D82}" destId="{8CB0B344-3F40-C44B-9770-AB99855C7E76}" srcOrd="0" destOrd="0" presId="urn:microsoft.com/office/officeart/2005/8/layout/process2"/>
    <dgm:cxn modelId="{0A6D25DC-C27A-0149-8E39-4C3C795A2D3D}" type="presOf" srcId="{0AED2531-4DA7-4C3E-9998-C28D851409CE}" destId="{BF53EB55-2A2A-F142-AD22-3B713D76DBD9}" srcOrd="0" destOrd="0" presId="urn:microsoft.com/office/officeart/2005/8/layout/process2"/>
    <dgm:cxn modelId="{16182AF4-FB3E-5846-BD7B-154FF35C3882}" type="presOf" srcId="{D247040A-0F29-42FF-91EE-18DE705E9C61}" destId="{58E53B78-5A87-AD4A-AA55-3C3CD25C73B8}" srcOrd="0" destOrd="0" presId="urn:microsoft.com/office/officeart/2005/8/layout/process2"/>
    <dgm:cxn modelId="{D798255F-E04A-CB4B-9A2B-1EFAC0BDDC47}" type="presParOf" srcId="{36DFE4DC-137A-F94A-8007-AC98B97C1692}" destId="{1B8B376B-849A-6447-990B-191B28C4D24F}" srcOrd="0" destOrd="0" presId="urn:microsoft.com/office/officeart/2005/8/layout/process2"/>
    <dgm:cxn modelId="{C69BF9EC-7C30-354A-BF63-22C63FCE079A}" type="presParOf" srcId="{36DFE4DC-137A-F94A-8007-AC98B97C1692}" destId="{2F3B81E1-7F08-FD44-BFAE-F9ECDE8F79A0}" srcOrd="1" destOrd="0" presId="urn:microsoft.com/office/officeart/2005/8/layout/process2"/>
    <dgm:cxn modelId="{26F6B2DA-AB58-5849-BF98-CF4983C239ED}" type="presParOf" srcId="{2F3B81E1-7F08-FD44-BFAE-F9ECDE8F79A0}" destId="{638A7710-E051-2A40-8E5D-9304AE2F0927}" srcOrd="0" destOrd="0" presId="urn:microsoft.com/office/officeart/2005/8/layout/process2"/>
    <dgm:cxn modelId="{689BD07C-9951-5E4C-BD25-24B372EC6854}" type="presParOf" srcId="{36DFE4DC-137A-F94A-8007-AC98B97C1692}" destId="{8CB0B344-3F40-C44B-9770-AB99855C7E76}" srcOrd="2" destOrd="0" presId="urn:microsoft.com/office/officeart/2005/8/layout/process2"/>
    <dgm:cxn modelId="{9FE3C08C-5B94-484A-8449-D577D0F6BE01}" type="presParOf" srcId="{36DFE4DC-137A-F94A-8007-AC98B97C1692}" destId="{7BA4B2D0-AD62-A742-8843-2068DEBFFAA6}" srcOrd="3" destOrd="0" presId="urn:microsoft.com/office/officeart/2005/8/layout/process2"/>
    <dgm:cxn modelId="{0E9DD7CC-D4E3-8E47-835A-0903A45C1E15}" type="presParOf" srcId="{7BA4B2D0-AD62-A742-8843-2068DEBFFAA6}" destId="{DEBC0C81-9B32-2641-8C7F-93823E3B8456}" srcOrd="0" destOrd="0" presId="urn:microsoft.com/office/officeart/2005/8/layout/process2"/>
    <dgm:cxn modelId="{C3237DE8-B3D8-F141-9ABE-D6A229B5B75B}" type="presParOf" srcId="{36DFE4DC-137A-F94A-8007-AC98B97C1692}" destId="{148AFA9B-9C6A-E948-AA84-51FB05197B19}" srcOrd="4" destOrd="0" presId="urn:microsoft.com/office/officeart/2005/8/layout/process2"/>
    <dgm:cxn modelId="{39ED3441-6229-D245-BCBA-A8C9EEAADBD2}" type="presParOf" srcId="{36DFE4DC-137A-F94A-8007-AC98B97C1692}" destId="{58E53B78-5A87-AD4A-AA55-3C3CD25C73B8}" srcOrd="5" destOrd="0" presId="urn:microsoft.com/office/officeart/2005/8/layout/process2"/>
    <dgm:cxn modelId="{A18E34ED-C709-5E49-BFED-9DA2DEE3C9F7}" type="presParOf" srcId="{58E53B78-5A87-AD4A-AA55-3C3CD25C73B8}" destId="{9062C7DB-AEBB-7E4C-89A1-6CF48A221FD0}" srcOrd="0" destOrd="0" presId="urn:microsoft.com/office/officeart/2005/8/layout/process2"/>
    <dgm:cxn modelId="{C9DE492E-6521-514C-A3DB-B76CABA01142}" type="presParOf" srcId="{36DFE4DC-137A-F94A-8007-AC98B97C1692}" destId="{80B63F5F-4AD6-784B-9762-42293E59B3A2}" srcOrd="6" destOrd="0" presId="urn:microsoft.com/office/officeart/2005/8/layout/process2"/>
    <dgm:cxn modelId="{9596F46F-2A2C-3541-9132-46ECB8FAA894}" type="presParOf" srcId="{36DFE4DC-137A-F94A-8007-AC98B97C1692}" destId="{044BF63D-94AD-CB40-BA21-CE9B35F56E51}" srcOrd="7" destOrd="0" presId="urn:microsoft.com/office/officeart/2005/8/layout/process2"/>
    <dgm:cxn modelId="{0D1BD8F6-375A-6447-A564-110529C9D7B1}" type="presParOf" srcId="{044BF63D-94AD-CB40-BA21-CE9B35F56E51}" destId="{E96A08F4-3423-184D-9176-BDDE0C4CB75D}" srcOrd="0" destOrd="0" presId="urn:microsoft.com/office/officeart/2005/8/layout/process2"/>
    <dgm:cxn modelId="{0EE5278F-5C79-6840-8E47-85699E1F33FB}" type="presParOf" srcId="{36DFE4DC-137A-F94A-8007-AC98B97C1692}" destId="{BF53EB55-2A2A-F142-AD22-3B713D76DBD9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5691E0F1-7A64-4A0D-B0EB-7B5A1843200A}" type="doc">
      <dgm:prSet loTypeId="urn:microsoft.com/office/officeart/2005/8/layout/vProcess5" qsTypeId="urn:microsoft.com/office/officeart/2005/8/quickstyle/simple2" csTypeId="urn:microsoft.com/office/officeart/2005/8/colors/accent1_2"/>
      <dgm:spPr/>
    </dgm:pt>
    <dgm:pt modelId="{75E2227F-ACD8-4E55-AE31-2BBDDC32E9E8}">
      <dgm:prSet/>
      <dgm:spPr/>
      <dgm:t>
        <a:bodyPr/>
        <a:lstStyle/>
        <a:p>
          <a:r>
            <a:t>Discover</a:t>
          </a:r>
        </a:p>
      </dgm:t>
    </dgm:pt>
    <dgm:pt modelId="{065E46F6-321E-472F-BB45-CCD26C54499D}" type="parTrans" cxnId="{660B8D0A-9309-491A-95B5-B5369BC192E1}">
      <dgm:prSet/>
      <dgm:spPr/>
      <dgm:t>
        <a:bodyPr/>
        <a:lstStyle/>
        <a:p>
          <a:endParaRPr/>
        </a:p>
      </dgm:t>
    </dgm:pt>
    <dgm:pt modelId="{A8954D07-B6BD-4F96-99BA-35B7DEE308C0}" type="sibTrans" cxnId="{660B8D0A-9309-491A-95B5-B5369BC192E1}">
      <dgm:prSet/>
      <dgm:spPr/>
      <dgm:t>
        <a:bodyPr/>
        <a:lstStyle/>
        <a:p>
          <a:endParaRPr/>
        </a:p>
      </dgm:t>
    </dgm:pt>
    <dgm:pt modelId="{42E1EF98-7AD5-44C8-8471-EB4870F20BEF}">
      <dgm:prSet/>
      <dgm:spPr/>
      <dgm:t>
        <a:bodyPr/>
        <a:lstStyle/>
        <a:p>
          <a:r>
            <a:t>Define</a:t>
          </a:r>
        </a:p>
      </dgm:t>
    </dgm:pt>
    <dgm:pt modelId="{3190168A-0B7C-47EB-A501-7E0368348791}" type="parTrans" cxnId="{07154DC1-841F-48A9-999F-34A0D3121B5B}">
      <dgm:prSet/>
      <dgm:spPr/>
      <dgm:t>
        <a:bodyPr/>
        <a:lstStyle/>
        <a:p>
          <a:endParaRPr/>
        </a:p>
      </dgm:t>
    </dgm:pt>
    <dgm:pt modelId="{02F664E7-497D-46FA-B5F6-E3B8410DA5FC}" type="sibTrans" cxnId="{07154DC1-841F-48A9-999F-34A0D3121B5B}">
      <dgm:prSet/>
      <dgm:spPr/>
      <dgm:t>
        <a:bodyPr/>
        <a:lstStyle/>
        <a:p>
          <a:endParaRPr/>
        </a:p>
      </dgm:t>
    </dgm:pt>
    <dgm:pt modelId="{7D03E8C1-04A4-4018-B7FC-926BD33EB058}">
      <dgm:prSet/>
      <dgm:spPr/>
      <dgm:t>
        <a:bodyPr/>
        <a:lstStyle/>
        <a:p>
          <a:r>
            <a:t>Build</a:t>
          </a:r>
        </a:p>
      </dgm:t>
    </dgm:pt>
    <dgm:pt modelId="{7026C793-0862-4778-A3C8-76B316D67056}" type="parTrans" cxnId="{2704800F-6D0E-4EF4-AF68-618D7CEE2ACF}">
      <dgm:prSet/>
      <dgm:spPr/>
      <dgm:t>
        <a:bodyPr/>
        <a:lstStyle/>
        <a:p>
          <a:endParaRPr/>
        </a:p>
      </dgm:t>
    </dgm:pt>
    <dgm:pt modelId="{60BFCDEF-5FD9-4240-AEFF-9A03B9E8FCB1}" type="sibTrans" cxnId="{2704800F-6D0E-4EF4-AF68-618D7CEE2ACF}">
      <dgm:prSet/>
      <dgm:spPr/>
      <dgm:t>
        <a:bodyPr/>
        <a:lstStyle/>
        <a:p>
          <a:endParaRPr/>
        </a:p>
      </dgm:t>
    </dgm:pt>
    <dgm:pt modelId="{ABE8AE1C-33D9-494B-9F4C-C9D57FBED0C0}">
      <dgm:prSet/>
      <dgm:spPr/>
      <dgm:t>
        <a:bodyPr/>
        <a:lstStyle/>
        <a:p>
          <a:r>
            <a:t>Launch</a:t>
          </a:r>
        </a:p>
      </dgm:t>
    </dgm:pt>
    <dgm:pt modelId="{0E3F5F4C-F3F9-4BC0-A632-17C409981C3A}" type="parTrans" cxnId="{5E3FE441-9A9D-4D3E-B116-683FD42B7FA4}">
      <dgm:prSet/>
      <dgm:spPr/>
      <dgm:t>
        <a:bodyPr/>
        <a:lstStyle/>
        <a:p>
          <a:endParaRPr/>
        </a:p>
      </dgm:t>
    </dgm:pt>
    <dgm:pt modelId="{97CFF7BF-12F2-4E0B-9390-1627744B58AE}" type="sibTrans" cxnId="{5E3FE441-9A9D-4D3E-B116-683FD42B7FA4}">
      <dgm:prSet/>
      <dgm:spPr/>
      <dgm:t>
        <a:bodyPr/>
        <a:lstStyle/>
        <a:p>
          <a:endParaRPr/>
        </a:p>
      </dgm:t>
    </dgm:pt>
    <dgm:pt modelId="{4C213E0C-B95E-4D17-B72D-CE5791D34716}">
      <dgm:prSet/>
      <dgm:spPr/>
      <dgm:t>
        <a:bodyPr/>
        <a:lstStyle/>
        <a:p>
          <a:r>
            <a:t>Learn</a:t>
          </a:r>
        </a:p>
      </dgm:t>
    </dgm:pt>
    <dgm:pt modelId="{99D6BA7A-BBD6-4F47-B52F-627944CD68C9}" type="parTrans" cxnId="{22BAC5D0-9E7E-42EA-8E90-F42D502465A3}">
      <dgm:prSet/>
      <dgm:spPr/>
      <dgm:t>
        <a:bodyPr/>
        <a:lstStyle/>
        <a:p>
          <a:endParaRPr/>
        </a:p>
      </dgm:t>
    </dgm:pt>
    <dgm:pt modelId="{D197165B-01B5-4058-82F2-7C9799379AA5}" type="sibTrans" cxnId="{22BAC5D0-9E7E-42EA-8E90-F42D502465A3}">
      <dgm:prSet/>
      <dgm:spPr/>
      <dgm:t>
        <a:bodyPr/>
        <a:lstStyle/>
        <a:p>
          <a:endParaRPr/>
        </a:p>
      </dgm:t>
    </dgm:pt>
    <dgm:pt modelId="{49D86895-B6DD-464A-A7F5-4A4C463A56C2}" type="pres">
      <dgm:prSet presAssocID="{5691E0F1-7A64-4A0D-B0EB-7B5A1843200A}" presName="outerComposite" presStyleCnt="0">
        <dgm:presLayoutVars>
          <dgm:chMax val="5"/>
          <dgm:dir/>
          <dgm:resizeHandles val="exact"/>
        </dgm:presLayoutVars>
      </dgm:prSet>
      <dgm:spPr/>
    </dgm:pt>
    <dgm:pt modelId="{C05DA876-5401-7049-AA51-2A94A873F881}" type="pres">
      <dgm:prSet presAssocID="{5691E0F1-7A64-4A0D-B0EB-7B5A1843200A}" presName="dummyMaxCanvas" presStyleCnt="0">
        <dgm:presLayoutVars/>
      </dgm:prSet>
      <dgm:spPr/>
    </dgm:pt>
    <dgm:pt modelId="{C52DA664-5BD5-B14D-8359-827E15983F6D}" type="pres">
      <dgm:prSet presAssocID="{5691E0F1-7A64-4A0D-B0EB-7B5A1843200A}" presName="FiveNodes_1" presStyleLbl="node1" presStyleIdx="0" presStyleCnt="5">
        <dgm:presLayoutVars>
          <dgm:bulletEnabled val="1"/>
        </dgm:presLayoutVars>
      </dgm:prSet>
      <dgm:spPr/>
    </dgm:pt>
    <dgm:pt modelId="{E9EDA472-511A-7945-B4F6-D3557843D593}" type="pres">
      <dgm:prSet presAssocID="{5691E0F1-7A64-4A0D-B0EB-7B5A1843200A}" presName="FiveNodes_2" presStyleLbl="node1" presStyleIdx="1" presStyleCnt="5">
        <dgm:presLayoutVars>
          <dgm:bulletEnabled val="1"/>
        </dgm:presLayoutVars>
      </dgm:prSet>
      <dgm:spPr/>
    </dgm:pt>
    <dgm:pt modelId="{A30D3ED9-9CA7-2841-A777-8C77F8F7897C}" type="pres">
      <dgm:prSet presAssocID="{5691E0F1-7A64-4A0D-B0EB-7B5A1843200A}" presName="FiveNodes_3" presStyleLbl="node1" presStyleIdx="2" presStyleCnt="5">
        <dgm:presLayoutVars>
          <dgm:bulletEnabled val="1"/>
        </dgm:presLayoutVars>
      </dgm:prSet>
      <dgm:spPr/>
    </dgm:pt>
    <dgm:pt modelId="{8E8B596B-3B0B-2B41-B16E-3A8CEED15FB6}" type="pres">
      <dgm:prSet presAssocID="{5691E0F1-7A64-4A0D-B0EB-7B5A1843200A}" presName="FiveNodes_4" presStyleLbl="node1" presStyleIdx="3" presStyleCnt="5">
        <dgm:presLayoutVars>
          <dgm:bulletEnabled val="1"/>
        </dgm:presLayoutVars>
      </dgm:prSet>
      <dgm:spPr/>
    </dgm:pt>
    <dgm:pt modelId="{397EFBCE-C937-4749-88FE-1985FE734B10}" type="pres">
      <dgm:prSet presAssocID="{5691E0F1-7A64-4A0D-B0EB-7B5A1843200A}" presName="FiveNodes_5" presStyleLbl="node1" presStyleIdx="4" presStyleCnt="5">
        <dgm:presLayoutVars>
          <dgm:bulletEnabled val="1"/>
        </dgm:presLayoutVars>
      </dgm:prSet>
      <dgm:spPr/>
    </dgm:pt>
    <dgm:pt modelId="{E80C9C3E-4F2F-414B-A238-B9150D52C69B}" type="pres">
      <dgm:prSet presAssocID="{5691E0F1-7A64-4A0D-B0EB-7B5A1843200A}" presName="FiveConn_1-2" presStyleLbl="fgAccFollowNode1" presStyleIdx="0" presStyleCnt="4">
        <dgm:presLayoutVars>
          <dgm:bulletEnabled val="1"/>
        </dgm:presLayoutVars>
      </dgm:prSet>
      <dgm:spPr/>
    </dgm:pt>
    <dgm:pt modelId="{A5046BF2-1960-AB47-B6C2-8F8A7F8EDE50}" type="pres">
      <dgm:prSet presAssocID="{5691E0F1-7A64-4A0D-B0EB-7B5A1843200A}" presName="FiveConn_2-3" presStyleLbl="fgAccFollowNode1" presStyleIdx="1" presStyleCnt="4">
        <dgm:presLayoutVars>
          <dgm:bulletEnabled val="1"/>
        </dgm:presLayoutVars>
      </dgm:prSet>
      <dgm:spPr/>
    </dgm:pt>
    <dgm:pt modelId="{103D12E0-629B-8D40-AAC3-F441C8F21E15}" type="pres">
      <dgm:prSet presAssocID="{5691E0F1-7A64-4A0D-B0EB-7B5A1843200A}" presName="FiveConn_3-4" presStyleLbl="fgAccFollowNode1" presStyleIdx="2" presStyleCnt="4">
        <dgm:presLayoutVars>
          <dgm:bulletEnabled val="1"/>
        </dgm:presLayoutVars>
      </dgm:prSet>
      <dgm:spPr/>
    </dgm:pt>
    <dgm:pt modelId="{A5CB14B5-FFEB-3642-B4AD-893E7EED5032}" type="pres">
      <dgm:prSet presAssocID="{5691E0F1-7A64-4A0D-B0EB-7B5A1843200A}" presName="FiveConn_4-5" presStyleLbl="fgAccFollowNode1" presStyleIdx="3" presStyleCnt="4">
        <dgm:presLayoutVars>
          <dgm:bulletEnabled val="1"/>
        </dgm:presLayoutVars>
      </dgm:prSet>
      <dgm:spPr/>
    </dgm:pt>
    <dgm:pt modelId="{24B9372D-22E2-BA49-8F01-9A9CA4D3BA6F}" type="pres">
      <dgm:prSet presAssocID="{5691E0F1-7A64-4A0D-B0EB-7B5A1843200A}" presName="FiveNodes_1_text" presStyleLbl="node1" presStyleIdx="4" presStyleCnt="5">
        <dgm:presLayoutVars>
          <dgm:bulletEnabled val="1"/>
        </dgm:presLayoutVars>
      </dgm:prSet>
      <dgm:spPr/>
    </dgm:pt>
    <dgm:pt modelId="{9AC27D66-3216-004D-9BB4-E0BEDDC0857F}" type="pres">
      <dgm:prSet presAssocID="{5691E0F1-7A64-4A0D-B0EB-7B5A1843200A}" presName="FiveNodes_2_text" presStyleLbl="node1" presStyleIdx="4" presStyleCnt="5">
        <dgm:presLayoutVars>
          <dgm:bulletEnabled val="1"/>
        </dgm:presLayoutVars>
      </dgm:prSet>
      <dgm:spPr/>
    </dgm:pt>
    <dgm:pt modelId="{A64EB6FA-F83F-4E45-83AE-64185967C8D0}" type="pres">
      <dgm:prSet presAssocID="{5691E0F1-7A64-4A0D-B0EB-7B5A1843200A}" presName="FiveNodes_3_text" presStyleLbl="node1" presStyleIdx="4" presStyleCnt="5">
        <dgm:presLayoutVars>
          <dgm:bulletEnabled val="1"/>
        </dgm:presLayoutVars>
      </dgm:prSet>
      <dgm:spPr/>
    </dgm:pt>
    <dgm:pt modelId="{FC11A12C-C7F7-D741-A4CF-D949B696D498}" type="pres">
      <dgm:prSet presAssocID="{5691E0F1-7A64-4A0D-B0EB-7B5A1843200A}" presName="FiveNodes_4_text" presStyleLbl="node1" presStyleIdx="4" presStyleCnt="5">
        <dgm:presLayoutVars>
          <dgm:bulletEnabled val="1"/>
        </dgm:presLayoutVars>
      </dgm:prSet>
      <dgm:spPr/>
    </dgm:pt>
    <dgm:pt modelId="{603147C0-DA39-5344-B160-34BB4F95E3F3}" type="pres">
      <dgm:prSet presAssocID="{5691E0F1-7A64-4A0D-B0EB-7B5A1843200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660B8D0A-9309-491A-95B5-B5369BC192E1}" srcId="{5691E0F1-7A64-4A0D-B0EB-7B5A1843200A}" destId="{75E2227F-ACD8-4E55-AE31-2BBDDC32E9E8}" srcOrd="0" destOrd="0" parTransId="{065E46F6-321E-472F-BB45-CCD26C54499D}" sibTransId="{A8954D07-B6BD-4F96-99BA-35B7DEE308C0}"/>
    <dgm:cxn modelId="{2704800F-6D0E-4EF4-AF68-618D7CEE2ACF}" srcId="{5691E0F1-7A64-4A0D-B0EB-7B5A1843200A}" destId="{7D03E8C1-04A4-4018-B7FC-926BD33EB058}" srcOrd="2" destOrd="0" parTransId="{7026C793-0862-4778-A3C8-76B316D67056}" sibTransId="{60BFCDEF-5FD9-4240-AEFF-9A03B9E8FCB1}"/>
    <dgm:cxn modelId="{72043E15-559D-274E-AA8C-C5C01944A5BA}" type="presOf" srcId="{75E2227F-ACD8-4E55-AE31-2BBDDC32E9E8}" destId="{C52DA664-5BD5-B14D-8359-827E15983F6D}" srcOrd="0" destOrd="0" presId="urn:microsoft.com/office/officeart/2005/8/layout/vProcess5"/>
    <dgm:cxn modelId="{EA796B1C-6EE6-E141-91B3-923381840241}" type="presOf" srcId="{75E2227F-ACD8-4E55-AE31-2BBDDC32E9E8}" destId="{24B9372D-22E2-BA49-8F01-9A9CA4D3BA6F}" srcOrd="1" destOrd="0" presId="urn:microsoft.com/office/officeart/2005/8/layout/vProcess5"/>
    <dgm:cxn modelId="{5E3FE441-9A9D-4D3E-B116-683FD42B7FA4}" srcId="{5691E0F1-7A64-4A0D-B0EB-7B5A1843200A}" destId="{ABE8AE1C-33D9-494B-9F4C-C9D57FBED0C0}" srcOrd="3" destOrd="0" parTransId="{0E3F5F4C-F3F9-4BC0-A632-17C409981C3A}" sibTransId="{97CFF7BF-12F2-4E0B-9390-1627744B58AE}"/>
    <dgm:cxn modelId="{A62C4244-9513-BC47-B715-CC70DB7663EB}" type="presOf" srcId="{5691E0F1-7A64-4A0D-B0EB-7B5A1843200A}" destId="{49D86895-B6DD-464A-A7F5-4A4C463A56C2}" srcOrd="0" destOrd="0" presId="urn:microsoft.com/office/officeart/2005/8/layout/vProcess5"/>
    <dgm:cxn modelId="{2D7A2D46-4834-2B44-81F6-39209E6BC4A9}" type="presOf" srcId="{7D03E8C1-04A4-4018-B7FC-926BD33EB058}" destId="{A64EB6FA-F83F-4E45-83AE-64185967C8D0}" srcOrd="1" destOrd="0" presId="urn:microsoft.com/office/officeart/2005/8/layout/vProcess5"/>
    <dgm:cxn modelId="{938FC556-6A9D-094F-9C3A-DBEE29A4A3A5}" type="presOf" srcId="{7D03E8C1-04A4-4018-B7FC-926BD33EB058}" destId="{A30D3ED9-9CA7-2841-A777-8C77F8F7897C}" srcOrd="0" destOrd="0" presId="urn:microsoft.com/office/officeart/2005/8/layout/vProcess5"/>
    <dgm:cxn modelId="{4B334A94-F7E5-BB43-B7F7-52C7633C30A6}" type="presOf" srcId="{60BFCDEF-5FD9-4240-AEFF-9A03B9E8FCB1}" destId="{103D12E0-629B-8D40-AAC3-F441C8F21E15}" srcOrd="0" destOrd="0" presId="urn:microsoft.com/office/officeart/2005/8/layout/vProcess5"/>
    <dgm:cxn modelId="{E1D8BB9F-7FC2-2A4E-9209-79FB6BC244BD}" type="presOf" srcId="{97CFF7BF-12F2-4E0B-9390-1627744B58AE}" destId="{A5CB14B5-FFEB-3642-B4AD-893E7EED5032}" srcOrd="0" destOrd="0" presId="urn:microsoft.com/office/officeart/2005/8/layout/vProcess5"/>
    <dgm:cxn modelId="{82CF26A1-F9B5-6347-9CB9-F4950685AC6F}" type="presOf" srcId="{ABE8AE1C-33D9-494B-9F4C-C9D57FBED0C0}" destId="{FC11A12C-C7F7-D741-A4CF-D949B696D498}" srcOrd="1" destOrd="0" presId="urn:microsoft.com/office/officeart/2005/8/layout/vProcess5"/>
    <dgm:cxn modelId="{F5F690B0-B0C0-9444-A197-4ED716251BDD}" type="presOf" srcId="{02F664E7-497D-46FA-B5F6-E3B8410DA5FC}" destId="{A5046BF2-1960-AB47-B6C2-8F8A7F8EDE50}" srcOrd="0" destOrd="0" presId="urn:microsoft.com/office/officeart/2005/8/layout/vProcess5"/>
    <dgm:cxn modelId="{C79BBDBB-E5D9-0F43-AFD6-46E425E141D5}" type="presOf" srcId="{42E1EF98-7AD5-44C8-8471-EB4870F20BEF}" destId="{9AC27D66-3216-004D-9BB4-E0BEDDC0857F}" srcOrd="1" destOrd="0" presId="urn:microsoft.com/office/officeart/2005/8/layout/vProcess5"/>
    <dgm:cxn modelId="{D84A27BF-E55F-3A4E-B11E-5B34EC9C959A}" type="presOf" srcId="{42E1EF98-7AD5-44C8-8471-EB4870F20BEF}" destId="{E9EDA472-511A-7945-B4F6-D3557843D593}" srcOrd="0" destOrd="0" presId="urn:microsoft.com/office/officeart/2005/8/layout/vProcess5"/>
    <dgm:cxn modelId="{07154DC1-841F-48A9-999F-34A0D3121B5B}" srcId="{5691E0F1-7A64-4A0D-B0EB-7B5A1843200A}" destId="{42E1EF98-7AD5-44C8-8471-EB4870F20BEF}" srcOrd="1" destOrd="0" parTransId="{3190168A-0B7C-47EB-A501-7E0368348791}" sibTransId="{02F664E7-497D-46FA-B5F6-E3B8410DA5FC}"/>
    <dgm:cxn modelId="{AAB94FCB-A4DA-EE41-B5D4-C606432B1204}" type="presOf" srcId="{4C213E0C-B95E-4D17-B72D-CE5791D34716}" destId="{603147C0-DA39-5344-B160-34BB4F95E3F3}" srcOrd="1" destOrd="0" presId="urn:microsoft.com/office/officeart/2005/8/layout/vProcess5"/>
    <dgm:cxn modelId="{5F3B2AD0-CECE-1743-A943-0439310861EB}" type="presOf" srcId="{A8954D07-B6BD-4F96-99BA-35B7DEE308C0}" destId="{E80C9C3E-4F2F-414B-A238-B9150D52C69B}" srcOrd="0" destOrd="0" presId="urn:microsoft.com/office/officeart/2005/8/layout/vProcess5"/>
    <dgm:cxn modelId="{22BAC5D0-9E7E-42EA-8E90-F42D502465A3}" srcId="{5691E0F1-7A64-4A0D-B0EB-7B5A1843200A}" destId="{4C213E0C-B95E-4D17-B72D-CE5791D34716}" srcOrd="4" destOrd="0" parTransId="{99D6BA7A-BBD6-4F47-B52F-627944CD68C9}" sibTransId="{D197165B-01B5-4058-82F2-7C9799379AA5}"/>
    <dgm:cxn modelId="{B46976EC-E54F-C240-AE2D-FFF14A21CBD5}" type="presOf" srcId="{ABE8AE1C-33D9-494B-9F4C-C9D57FBED0C0}" destId="{8E8B596B-3B0B-2B41-B16E-3A8CEED15FB6}" srcOrd="0" destOrd="0" presId="urn:microsoft.com/office/officeart/2005/8/layout/vProcess5"/>
    <dgm:cxn modelId="{364387EE-D4F7-744E-A2CE-4AB83F1BFC16}" type="presOf" srcId="{4C213E0C-B95E-4D17-B72D-CE5791D34716}" destId="{397EFBCE-C937-4749-88FE-1985FE734B10}" srcOrd="0" destOrd="0" presId="urn:microsoft.com/office/officeart/2005/8/layout/vProcess5"/>
    <dgm:cxn modelId="{5638E604-3840-4E47-B97F-570BFD35FD07}" type="presParOf" srcId="{49D86895-B6DD-464A-A7F5-4A4C463A56C2}" destId="{C05DA876-5401-7049-AA51-2A94A873F881}" srcOrd="0" destOrd="0" presId="urn:microsoft.com/office/officeart/2005/8/layout/vProcess5"/>
    <dgm:cxn modelId="{5AB7BD12-BA10-F74E-8512-E8B18E47B220}" type="presParOf" srcId="{49D86895-B6DD-464A-A7F5-4A4C463A56C2}" destId="{C52DA664-5BD5-B14D-8359-827E15983F6D}" srcOrd="1" destOrd="0" presId="urn:microsoft.com/office/officeart/2005/8/layout/vProcess5"/>
    <dgm:cxn modelId="{50C868EF-94B8-3D46-BC64-D242D6BF9ECD}" type="presParOf" srcId="{49D86895-B6DD-464A-A7F5-4A4C463A56C2}" destId="{E9EDA472-511A-7945-B4F6-D3557843D593}" srcOrd="2" destOrd="0" presId="urn:microsoft.com/office/officeart/2005/8/layout/vProcess5"/>
    <dgm:cxn modelId="{88B20919-C117-EF4F-91D5-D69E7F258F5B}" type="presParOf" srcId="{49D86895-B6DD-464A-A7F5-4A4C463A56C2}" destId="{A30D3ED9-9CA7-2841-A777-8C77F8F7897C}" srcOrd="3" destOrd="0" presId="urn:microsoft.com/office/officeart/2005/8/layout/vProcess5"/>
    <dgm:cxn modelId="{242D4104-A75B-7F4E-8D5F-1EFF7CFEECDD}" type="presParOf" srcId="{49D86895-B6DD-464A-A7F5-4A4C463A56C2}" destId="{8E8B596B-3B0B-2B41-B16E-3A8CEED15FB6}" srcOrd="4" destOrd="0" presId="urn:microsoft.com/office/officeart/2005/8/layout/vProcess5"/>
    <dgm:cxn modelId="{5FB8808F-CCF9-644C-B7F1-FBB866D57FB4}" type="presParOf" srcId="{49D86895-B6DD-464A-A7F5-4A4C463A56C2}" destId="{397EFBCE-C937-4749-88FE-1985FE734B10}" srcOrd="5" destOrd="0" presId="urn:microsoft.com/office/officeart/2005/8/layout/vProcess5"/>
    <dgm:cxn modelId="{7EFBD1DC-31DC-7840-A9DB-DF5DE0DAAAD4}" type="presParOf" srcId="{49D86895-B6DD-464A-A7F5-4A4C463A56C2}" destId="{E80C9C3E-4F2F-414B-A238-B9150D52C69B}" srcOrd="6" destOrd="0" presId="urn:microsoft.com/office/officeart/2005/8/layout/vProcess5"/>
    <dgm:cxn modelId="{A8B420D0-17B1-594A-AB7C-62C5187CB72D}" type="presParOf" srcId="{49D86895-B6DD-464A-A7F5-4A4C463A56C2}" destId="{A5046BF2-1960-AB47-B6C2-8F8A7F8EDE50}" srcOrd="7" destOrd="0" presId="urn:microsoft.com/office/officeart/2005/8/layout/vProcess5"/>
    <dgm:cxn modelId="{ABF56855-9153-B14E-95E3-8D4904856C36}" type="presParOf" srcId="{49D86895-B6DD-464A-A7F5-4A4C463A56C2}" destId="{103D12E0-629B-8D40-AAC3-F441C8F21E15}" srcOrd="8" destOrd="0" presId="urn:microsoft.com/office/officeart/2005/8/layout/vProcess5"/>
    <dgm:cxn modelId="{48D3567C-72D5-344F-891B-A98F80746B37}" type="presParOf" srcId="{49D86895-B6DD-464A-A7F5-4A4C463A56C2}" destId="{A5CB14B5-FFEB-3642-B4AD-893E7EED5032}" srcOrd="9" destOrd="0" presId="urn:microsoft.com/office/officeart/2005/8/layout/vProcess5"/>
    <dgm:cxn modelId="{7DCE5F0B-8493-0D42-AC88-E8E761ED0BF8}" type="presParOf" srcId="{49D86895-B6DD-464A-A7F5-4A4C463A56C2}" destId="{24B9372D-22E2-BA49-8F01-9A9CA4D3BA6F}" srcOrd="10" destOrd="0" presId="urn:microsoft.com/office/officeart/2005/8/layout/vProcess5"/>
    <dgm:cxn modelId="{7088EED2-B4D2-1845-9A3E-EC2D4B84AA30}" type="presParOf" srcId="{49D86895-B6DD-464A-A7F5-4A4C463A56C2}" destId="{9AC27D66-3216-004D-9BB4-E0BEDDC0857F}" srcOrd="11" destOrd="0" presId="urn:microsoft.com/office/officeart/2005/8/layout/vProcess5"/>
    <dgm:cxn modelId="{2CB8FC64-FB64-E54A-90C8-A974262017BA}" type="presParOf" srcId="{49D86895-B6DD-464A-A7F5-4A4C463A56C2}" destId="{A64EB6FA-F83F-4E45-83AE-64185967C8D0}" srcOrd="12" destOrd="0" presId="urn:microsoft.com/office/officeart/2005/8/layout/vProcess5"/>
    <dgm:cxn modelId="{C265C8C1-69C9-E54B-AC78-D0F085A1D9B6}" type="presParOf" srcId="{49D86895-B6DD-464A-A7F5-4A4C463A56C2}" destId="{FC11A12C-C7F7-D741-A4CF-D949B696D498}" srcOrd="13" destOrd="0" presId="urn:microsoft.com/office/officeart/2005/8/layout/vProcess5"/>
    <dgm:cxn modelId="{EFA0D40E-855B-C644-A06B-5B5C3514E3B0}" type="presParOf" srcId="{49D86895-B6DD-464A-A7F5-4A4C463A56C2}" destId="{603147C0-DA39-5344-B160-34BB4F95E3F3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C0F8FB8D-CC82-44FC-8300-04FC35BE67E7}" type="doc">
      <dgm:prSet loTypeId="urn:microsoft.com/office/officeart/2005/8/layout/lProcess1" qsTypeId="urn:microsoft.com/office/officeart/2005/8/quickstyle/simple2" csTypeId="urn:microsoft.com/office/officeart/2005/8/colors/accent1_2"/>
      <dgm:spPr/>
    </dgm:pt>
    <dgm:pt modelId="{449C3AD4-DCCA-4E50-ACDC-67C7321D561D}">
      <dgm:prSet/>
      <dgm:spPr/>
      <dgm:t>
        <a:bodyPr/>
        <a:lstStyle/>
        <a:p>
          <a:r>
            <a:t>Discover</a:t>
          </a:r>
        </a:p>
      </dgm:t>
    </dgm:pt>
    <dgm:pt modelId="{42902194-5822-48AA-AB8B-689BC8F59B87}" type="parTrans" cxnId="{A722D02E-2712-49DE-9E95-BB405B973A8D}">
      <dgm:prSet/>
      <dgm:spPr/>
      <dgm:t>
        <a:bodyPr/>
        <a:lstStyle/>
        <a:p>
          <a:endParaRPr/>
        </a:p>
      </dgm:t>
    </dgm:pt>
    <dgm:pt modelId="{767D0E9F-8479-48AC-ADD2-E7E997475E57}" type="sibTrans" cxnId="{A722D02E-2712-49DE-9E95-BB405B973A8D}">
      <dgm:prSet/>
      <dgm:spPr/>
      <dgm:t>
        <a:bodyPr/>
        <a:lstStyle/>
        <a:p>
          <a:endParaRPr/>
        </a:p>
      </dgm:t>
    </dgm:pt>
    <dgm:pt modelId="{C7A17488-FDD3-479D-AB57-7EDE5896E6B2}">
      <dgm:prSet/>
      <dgm:spPr/>
      <dgm:t>
        <a:bodyPr/>
        <a:lstStyle/>
        <a:p>
          <a:r>
            <a:t>Define</a:t>
          </a:r>
        </a:p>
      </dgm:t>
    </dgm:pt>
    <dgm:pt modelId="{8CD93E4C-795E-4D64-BEB6-269806E8A2D7}" type="parTrans" cxnId="{C53D3B74-ED31-40AD-ADC2-58F03FC3A6F2}">
      <dgm:prSet/>
      <dgm:spPr/>
      <dgm:t>
        <a:bodyPr/>
        <a:lstStyle/>
        <a:p>
          <a:endParaRPr/>
        </a:p>
      </dgm:t>
    </dgm:pt>
    <dgm:pt modelId="{88BBF8D4-46B6-4280-9B89-F67E8E61A326}" type="sibTrans" cxnId="{C53D3B74-ED31-40AD-ADC2-58F03FC3A6F2}">
      <dgm:prSet/>
      <dgm:spPr/>
      <dgm:t>
        <a:bodyPr/>
        <a:lstStyle/>
        <a:p>
          <a:endParaRPr/>
        </a:p>
      </dgm:t>
    </dgm:pt>
    <dgm:pt modelId="{BAF4AF33-D33C-430A-BB53-CDD890F1A4C2}">
      <dgm:prSet/>
      <dgm:spPr/>
      <dgm:t>
        <a:bodyPr/>
        <a:lstStyle/>
        <a:p>
          <a:r>
            <a:t>Build</a:t>
          </a:r>
        </a:p>
      </dgm:t>
    </dgm:pt>
    <dgm:pt modelId="{6EE929F3-9001-4643-ACC3-B1EE8F03CF23}" type="parTrans" cxnId="{6908A9DB-3841-4056-A9E2-44EB05EE6F7A}">
      <dgm:prSet/>
      <dgm:spPr/>
      <dgm:t>
        <a:bodyPr/>
        <a:lstStyle/>
        <a:p>
          <a:endParaRPr/>
        </a:p>
      </dgm:t>
    </dgm:pt>
    <dgm:pt modelId="{9AFFDEB1-2B4A-4A33-AD72-3E7C9CC01323}" type="sibTrans" cxnId="{6908A9DB-3841-4056-A9E2-44EB05EE6F7A}">
      <dgm:prSet/>
      <dgm:spPr/>
      <dgm:t>
        <a:bodyPr/>
        <a:lstStyle/>
        <a:p>
          <a:endParaRPr/>
        </a:p>
      </dgm:t>
    </dgm:pt>
    <dgm:pt modelId="{28E83DC8-2BE0-4060-8D0B-F113613BD24D}">
      <dgm:prSet/>
      <dgm:spPr/>
      <dgm:t>
        <a:bodyPr/>
        <a:lstStyle/>
        <a:p>
          <a:r>
            <a:t>Launch</a:t>
          </a:r>
        </a:p>
      </dgm:t>
    </dgm:pt>
    <dgm:pt modelId="{AD9113BE-58A4-4367-BA40-D5DD1A463B47}" type="parTrans" cxnId="{A235CA1C-913D-4CD3-B312-A9F559247257}">
      <dgm:prSet/>
      <dgm:spPr/>
      <dgm:t>
        <a:bodyPr/>
        <a:lstStyle/>
        <a:p>
          <a:endParaRPr/>
        </a:p>
      </dgm:t>
    </dgm:pt>
    <dgm:pt modelId="{A2057D17-64E4-478C-8BD1-BD4145502DC6}" type="sibTrans" cxnId="{A235CA1C-913D-4CD3-B312-A9F559247257}">
      <dgm:prSet/>
      <dgm:spPr/>
      <dgm:t>
        <a:bodyPr/>
        <a:lstStyle/>
        <a:p>
          <a:endParaRPr/>
        </a:p>
      </dgm:t>
    </dgm:pt>
    <dgm:pt modelId="{FCC1A481-ED0A-42C8-8835-269E6B1A48A1}">
      <dgm:prSet/>
      <dgm:spPr/>
      <dgm:t>
        <a:bodyPr/>
        <a:lstStyle/>
        <a:p>
          <a:r>
            <a:t>Learn</a:t>
          </a:r>
        </a:p>
      </dgm:t>
    </dgm:pt>
    <dgm:pt modelId="{95C143CB-B2E3-4060-8B4A-7807348F338B}" type="parTrans" cxnId="{A58FEF23-3C78-4CD6-8224-E60BCCC6F9F5}">
      <dgm:prSet/>
      <dgm:spPr/>
      <dgm:t>
        <a:bodyPr/>
        <a:lstStyle/>
        <a:p>
          <a:endParaRPr/>
        </a:p>
      </dgm:t>
    </dgm:pt>
    <dgm:pt modelId="{DB589925-85BD-4684-90CF-960099ACE5E0}" type="sibTrans" cxnId="{A58FEF23-3C78-4CD6-8224-E60BCCC6F9F5}">
      <dgm:prSet/>
      <dgm:spPr/>
      <dgm:t>
        <a:bodyPr/>
        <a:lstStyle/>
        <a:p>
          <a:endParaRPr/>
        </a:p>
      </dgm:t>
    </dgm:pt>
    <dgm:pt modelId="{27982DE2-684A-2C4A-BB9E-0C87207A280A}" type="pres">
      <dgm:prSet presAssocID="{C0F8FB8D-CC82-44FC-8300-04FC35BE67E7}" presName="Name0" presStyleCnt="0">
        <dgm:presLayoutVars>
          <dgm:dir/>
          <dgm:animLvl val="lvl"/>
          <dgm:resizeHandles val="exact"/>
        </dgm:presLayoutVars>
      </dgm:prSet>
      <dgm:spPr/>
    </dgm:pt>
    <dgm:pt modelId="{CCD84337-8B35-204E-9C08-3B3159D980D1}" type="pres">
      <dgm:prSet presAssocID="{449C3AD4-DCCA-4E50-ACDC-67C7321D561D}" presName="vertFlow" presStyleCnt="0"/>
      <dgm:spPr/>
    </dgm:pt>
    <dgm:pt modelId="{04FCE7F8-5018-AD47-98D6-FFFFA7BE6FB7}" type="pres">
      <dgm:prSet presAssocID="{449C3AD4-DCCA-4E50-ACDC-67C7321D561D}" presName="header" presStyleLbl="node1" presStyleIdx="0" presStyleCnt="5"/>
      <dgm:spPr/>
    </dgm:pt>
    <dgm:pt modelId="{F1E2F6C0-FEC8-4140-B784-2F610A514737}" type="pres">
      <dgm:prSet presAssocID="{449C3AD4-DCCA-4E50-ACDC-67C7321D561D}" presName="hSp" presStyleCnt="0"/>
      <dgm:spPr/>
    </dgm:pt>
    <dgm:pt modelId="{1196F1F6-DB4B-A140-852C-72E5E5C67276}" type="pres">
      <dgm:prSet presAssocID="{C7A17488-FDD3-479D-AB57-7EDE5896E6B2}" presName="vertFlow" presStyleCnt="0"/>
      <dgm:spPr/>
    </dgm:pt>
    <dgm:pt modelId="{E95E926C-9F6E-7C4F-A114-C703D60B60F9}" type="pres">
      <dgm:prSet presAssocID="{C7A17488-FDD3-479D-AB57-7EDE5896E6B2}" presName="header" presStyleLbl="node1" presStyleIdx="1" presStyleCnt="5"/>
      <dgm:spPr/>
    </dgm:pt>
    <dgm:pt modelId="{817DE411-7ADC-2A4E-AC83-B2215769FC3A}" type="pres">
      <dgm:prSet presAssocID="{C7A17488-FDD3-479D-AB57-7EDE5896E6B2}" presName="hSp" presStyleCnt="0"/>
      <dgm:spPr/>
    </dgm:pt>
    <dgm:pt modelId="{C045FF7D-6424-4348-9EFF-5C9565776ABC}" type="pres">
      <dgm:prSet presAssocID="{BAF4AF33-D33C-430A-BB53-CDD890F1A4C2}" presName="vertFlow" presStyleCnt="0"/>
      <dgm:spPr/>
    </dgm:pt>
    <dgm:pt modelId="{2846F509-DBA5-5C41-95C1-D16838FB3F3B}" type="pres">
      <dgm:prSet presAssocID="{BAF4AF33-D33C-430A-BB53-CDD890F1A4C2}" presName="header" presStyleLbl="node1" presStyleIdx="2" presStyleCnt="5"/>
      <dgm:spPr/>
    </dgm:pt>
    <dgm:pt modelId="{E17C991F-0C25-9F4B-916D-0BDF9B94153D}" type="pres">
      <dgm:prSet presAssocID="{BAF4AF33-D33C-430A-BB53-CDD890F1A4C2}" presName="hSp" presStyleCnt="0"/>
      <dgm:spPr/>
    </dgm:pt>
    <dgm:pt modelId="{072D4C05-F13F-1145-83EF-55043973A66A}" type="pres">
      <dgm:prSet presAssocID="{28E83DC8-2BE0-4060-8D0B-F113613BD24D}" presName="vertFlow" presStyleCnt="0"/>
      <dgm:spPr/>
    </dgm:pt>
    <dgm:pt modelId="{D0E5C1DF-BEA7-A041-AAF4-359D8DE1A903}" type="pres">
      <dgm:prSet presAssocID="{28E83DC8-2BE0-4060-8D0B-F113613BD24D}" presName="header" presStyleLbl="node1" presStyleIdx="3" presStyleCnt="5"/>
      <dgm:spPr/>
    </dgm:pt>
    <dgm:pt modelId="{1E38AC41-A033-F446-9AC8-7932BE03799A}" type="pres">
      <dgm:prSet presAssocID="{28E83DC8-2BE0-4060-8D0B-F113613BD24D}" presName="hSp" presStyleCnt="0"/>
      <dgm:spPr/>
    </dgm:pt>
    <dgm:pt modelId="{EC7CF23D-567B-B740-A25D-32547406ACD0}" type="pres">
      <dgm:prSet presAssocID="{FCC1A481-ED0A-42C8-8835-269E6B1A48A1}" presName="vertFlow" presStyleCnt="0"/>
      <dgm:spPr/>
    </dgm:pt>
    <dgm:pt modelId="{DF572836-8E7E-B045-B5D0-173934DBF71B}" type="pres">
      <dgm:prSet presAssocID="{FCC1A481-ED0A-42C8-8835-269E6B1A48A1}" presName="header" presStyleLbl="node1" presStyleIdx="4" presStyleCnt="5"/>
      <dgm:spPr/>
    </dgm:pt>
  </dgm:ptLst>
  <dgm:cxnLst>
    <dgm:cxn modelId="{A235CA1C-913D-4CD3-B312-A9F559247257}" srcId="{C0F8FB8D-CC82-44FC-8300-04FC35BE67E7}" destId="{28E83DC8-2BE0-4060-8D0B-F113613BD24D}" srcOrd="3" destOrd="0" parTransId="{AD9113BE-58A4-4367-BA40-D5DD1A463B47}" sibTransId="{A2057D17-64E4-478C-8BD1-BD4145502DC6}"/>
    <dgm:cxn modelId="{A58FEF23-3C78-4CD6-8224-E60BCCC6F9F5}" srcId="{C0F8FB8D-CC82-44FC-8300-04FC35BE67E7}" destId="{FCC1A481-ED0A-42C8-8835-269E6B1A48A1}" srcOrd="4" destOrd="0" parTransId="{95C143CB-B2E3-4060-8B4A-7807348F338B}" sibTransId="{DB589925-85BD-4684-90CF-960099ACE5E0}"/>
    <dgm:cxn modelId="{A722D02E-2712-49DE-9E95-BB405B973A8D}" srcId="{C0F8FB8D-CC82-44FC-8300-04FC35BE67E7}" destId="{449C3AD4-DCCA-4E50-ACDC-67C7321D561D}" srcOrd="0" destOrd="0" parTransId="{42902194-5822-48AA-AB8B-689BC8F59B87}" sibTransId="{767D0E9F-8479-48AC-ADD2-E7E997475E57}"/>
    <dgm:cxn modelId="{6019963B-50D2-574F-895E-D01EA8DE3A36}" type="presOf" srcId="{C7A17488-FDD3-479D-AB57-7EDE5896E6B2}" destId="{E95E926C-9F6E-7C4F-A114-C703D60B60F9}" srcOrd="0" destOrd="0" presId="urn:microsoft.com/office/officeart/2005/8/layout/lProcess1"/>
    <dgm:cxn modelId="{177A0E56-81FE-2A48-995B-DDFA3826C99C}" type="presOf" srcId="{FCC1A481-ED0A-42C8-8835-269E6B1A48A1}" destId="{DF572836-8E7E-B045-B5D0-173934DBF71B}" srcOrd="0" destOrd="0" presId="urn:microsoft.com/office/officeart/2005/8/layout/lProcess1"/>
    <dgm:cxn modelId="{C53D3B74-ED31-40AD-ADC2-58F03FC3A6F2}" srcId="{C0F8FB8D-CC82-44FC-8300-04FC35BE67E7}" destId="{C7A17488-FDD3-479D-AB57-7EDE5896E6B2}" srcOrd="1" destOrd="0" parTransId="{8CD93E4C-795E-4D64-BEB6-269806E8A2D7}" sibTransId="{88BBF8D4-46B6-4280-9B89-F67E8E61A326}"/>
    <dgm:cxn modelId="{AF6F1882-E32E-2444-BDBB-E253D2E52483}" type="presOf" srcId="{449C3AD4-DCCA-4E50-ACDC-67C7321D561D}" destId="{04FCE7F8-5018-AD47-98D6-FFFFA7BE6FB7}" srcOrd="0" destOrd="0" presId="urn:microsoft.com/office/officeart/2005/8/layout/lProcess1"/>
    <dgm:cxn modelId="{761BFD8C-46FB-1A4B-96FE-6283775C65DF}" type="presOf" srcId="{28E83DC8-2BE0-4060-8D0B-F113613BD24D}" destId="{D0E5C1DF-BEA7-A041-AAF4-359D8DE1A903}" srcOrd="0" destOrd="0" presId="urn:microsoft.com/office/officeart/2005/8/layout/lProcess1"/>
    <dgm:cxn modelId="{876F6B9B-273E-BA48-A946-4818FD77F006}" type="presOf" srcId="{BAF4AF33-D33C-430A-BB53-CDD890F1A4C2}" destId="{2846F509-DBA5-5C41-95C1-D16838FB3F3B}" srcOrd="0" destOrd="0" presId="urn:microsoft.com/office/officeart/2005/8/layout/lProcess1"/>
    <dgm:cxn modelId="{40C970AA-F200-364D-A73B-02C23BDDBC8C}" type="presOf" srcId="{C0F8FB8D-CC82-44FC-8300-04FC35BE67E7}" destId="{27982DE2-684A-2C4A-BB9E-0C87207A280A}" srcOrd="0" destOrd="0" presId="urn:microsoft.com/office/officeart/2005/8/layout/lProcess1"/>
    <dgm:cxn modelId="{6908A9DB-3841-4056-A9E2-44EB05EE6F7A}" srcId="{C0F8FB8D-CC82-44FC-8300-04FC35BE67E7}" destId="{BAF4AF33-D33C-430A-BB53-CDD890F1A4C2}" srcOrd="2" destOrd="0" parTransId="{6EE929F3-9001-4643-ACC3-B1EE8F03CF23}" sibTransId="{9AFFDEB1-2B4A-4A33-AD72-3E7C9CC01323}"/>
    <dgm:cxn modelId="{B4187908-F0D0-4E4D-AAF8-F0CE351A8EB3}" type="presParOf" srcId="{27982DE2-684A-2C4A-BB9E-0C87207A280A}" destId="{CCD84337-8B35-204E-9C08-3B3159D980D1}" srcOrd="0" destOrd="0" presId="urn:microsoft.com/office/officeart/2005/8/layout/lProcess1"/>
    <dgm:cxn modelId="{30B244C3-C60C-2E44-B656-598867E6584D}" type="presParOf" srcId="{CCD84337-8B35-204E-9C08-3B3159D980D1}" destId="{04FCE7F8-5018-AD47-98D6-FFFFA7BE6FB7}" srcOrd="0" destOrd="0" presId="urn:microsoft.com/office/officeart/2005/8/layout/lProcess1"/>
    <dgm:cxn modelId="{3CF93F6B-E900-2A4B-BADD-0F8BADFDBFFD}" type="presParOf" srcId="{27982DE2-684A-2C4A-BB9E-0C87207A280A}" destId="{F1E2F6C0-FEC8-4140-B784-2F610A514737}" srcOrd="1" destOrd="0" presId="urn:microsoft.com/office/officeart/2005/8/layout/lProcess1"/>
    <dgm:cxn modelId="{D8A6C70A-372C-584A-BC29-B12B2E8E9E3E}" type="presParOf" srcId="{27982DE2-684A-2C4A-BB9E-0C87207A280A}" destId="{1196F1F6-DB4B-A140-852C-72E5E5C67276}" srcOrd="2" destOrd="0" presId="urn:microsoft.com/office/officeart/2005/8/layout/lProcess1"/>
    <dgm:cxn modelId="{B2660F65-803B-024B-915A-5701A1792FA6}" type="presParOf" srcId="{1196F1F6-DB4B-A140-852C-72E5E5C67276}" destId="{E95E926C-9F6E-7C4F-A114-C703D60B60F9}" srcOrd="0" destOrd="0" presId="urn:microsoft.com/office/officeart/2005/8/layout/lProcess1"/>
    <dgm:cxn modelId="{BD17778F-2F45-4142-A853-389DF5DE7A83}" type="presParOf" srcId="{27982DE2-684A-2C4A-BB9E-0C87207A280A}" destId="{817DE411-7ADC-2A4E-AC83-B2215769FC3A}" srcOrd="3" destOrd="0" presId="urn:microsoft.com/office/officeart/2005/8/layout/lProcess1"/>
    <dgm:cxn modelId="{E8F1E575-F727-FC4A-8A0A-3AA791D6A748}" type="presParOf" srcId="{27982DE2-684A-2C4A-BB9E-0C87207A280A}" destId="{C045FF7D-6424-4348-9EFF-5C9565776ABC}" srcOrd="4" destOrd="0" presId="urn:microsoft.com/office/officeart/2005/8/layout/lProcess1"/>
    <dgm:cxn modelId="{C49D9A80-9CC2-6543-A491-2DF3E481FAE1}" type="presParOf" srcId="{C045FF7D-6424-4348-9EFF-5C9565776ABC}" destId="{2846F509-DBA5-5C41-95C1-D16838FB3F3B}" srcOrd="0" destOrd="0" presId="urn:microsoft.com/office/officeart/2005/8/layout/lProcess1"/>
    <dgm:cxn modelId="{15F43803-9A75-7341-AFC8-BB0E2A4438A4}" type="presParOf" srcId="{27982DE2-684A-2C4A-BB9E-0C87207A280A}" destId="{E17C991F-0C25-9F4B-916D-0BDF9B94153D}" srcOrd="5" destOrd="0" presId="urn:microsoft.com/office/officeart/2005/8/layout/lProcess1"/>
    <dgm:cxn modelId="{37AB2E37-9830-8B41-9790-B23D08F30F1F}" type="presParOf" srcId="{27982DE2-684A-2C4A-BB9E-0C87207A280A}" destId="{072D4C05-F13F-1145-83EF-55043973A66A}" srcOrd="6" destOrd="0" presId="urn:microsoft.com/office/officeart/2005/8/layout/lProcess1"/>
    <dgm:cxn modelId="{43443527-69FE-B04B-9FC4-2118C5A7BD49}" type="presParOf" srcId="{072D4C05-F13F-1145-83EF-55043973A66A}" destId="{D0E5C1DF-BEA7-A041-AAF4-359D8DE1A903}" srcOrd="0" destOrd="0" presId="urn:microsoft.com/office/officeart/2005/8/layout/lProcess1"/>
    <dgm:cxn modelId="{8F06B908-BC81-314D-BB3D-FA860222481E}" type="presParOf" srcId="{27982DE2-684A-2C4A-BB9E-0C87207A280A}" destId="{1E38AC41-A033-F446-9AC8-7932BE03799A}" srcOrd="7" destOrd="0" presId="urn:microsoft.com/office/officeart/2005/8/layout/lProcess1"/>
    <dgm:cxn modelId="{23B542DF-3819-1140-A059-E2BE287611E8}" type="presParOf" srcId="{27982DE2-684A-2C4A-BB9E-0C87207A280A}" destId="{EC7CF23D-567B-B740-A25D-32547406ACD0}" srcOrd="8" destOrd="0" presId="urn:microsoft.com/office/officeart/2005/8/layout/lProcess1"/>
    <dgm:cxn modelId="{4E5E3583-B7B2-2743-8D81-E1603D8A1202}" type="presParOf" srcId="{EC7CF23D-567B-B740-A25D-32547406ACD0}" destId="{DF572836-8E7E-B045-B5D0-173934DBF71B}" srcOrd="0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E855BBCF-AC82-44AA-81FB-CF0BA89EAFD0}" type="doc">
      <dgm:prSet loTypeId="urn:microsoft.com/office/officeart/2009/layout/CircleArrowProcess" qsTypeId="urn:microsoft.com/office/officeart/2005/8/quickstyle/simple2" csTypeId="urn:microsoft.com/office/officeart/2005/8/colors/accent1_2"/>
      <dgm:spPr/>
    </dgm:pt>
    <dgm:pt modelId="{143EFFCB-E808-40C7-A7DE-24AB640CCA3E}">
      <dgm:prSet/>
      <dgm:spPr/>
      <dgm:t>
        <a:bodyPr/>
        <a:lstStyle/>
        <a:p>
          <a:r>
            <a:t>Discover</a:t>
          </a:r>
        </a:p>
      </dgm:t>
    </dgm:pt>
    <dgm:pt modelId="{5E613199-A8D2-4DB9-846E-5C409B046359}" type="parTrans" cxnId="{DC020030-771A-487E-AA84-A21973587EBD}">
      <dgm:prSet/>
      <dgm:spPr/>
      <dgm:t>
        <a:bodyPr/>
        <a:lstStyle/>
        <a:p>
          <a:endParaRPr/>
        </a:p>
      </dgm:t>
    </dgm:pt>
    <dgm:pt modelId="{49955A09-ACC1-4701-8465-9184F8F23CA8}" type="sibTrans" cxnId="{DC020030-771A-487E-AA84-A21973587EBD}">
      <dgm:prSet/>
      <dgm:spPr/>
      <dgm:t>
        <a:bodyPr/>
        <a:lstStyle/>
        <a:p>
          <a:endParaRPr/>
        </a:p>
      </dgm:t>
    </dgm:pt>
    <dgm:pt modelId="{47369FC7-C3AE-4124-B98A-823EEE9AAF72}">
      <dgm:prSet/>
      <dgm:spPr/>
      <dgm:t>
        <a:bodyPr/>
        <a:lstStyle/>
        <a:p>
          <a:r>
            <a:t>Define</a:t>
          </a:r>
        </a:p>
      </dgm:t>
    </dgm:pt>
    <dgm:pt modelId="{81DB97BD-7398-4D7F-AA9A-B91CCFCFB94A}" type="parTrans" cxnId="{B896FD87-FD50-4D7E-8E17-9A3416996CB3}">
      <dgm:prSet/>
      <dgm:spPr/>
      <dgm:t>
        <a:bodyPr/>
        <a:lstStyle/>
        <a:p>
          <a:endParaRPr/>
        </a:p>
      </dgm:t>
    </dgm:pt>
    <dgm:pt modelId="{873CC596-A6E0-43EB-963C-8F9C6DC414AE}" type="sibTrans" cxnId="{B896FD87-FD50-4D7E-8E17-9A3416996CB3}">
      <dgm:prSet/>
      <dgm:spPr/>
      <dgm:t>
        <a:bodyPr/>
        <a:lstStyle/>
        <a:p>
          <a:endParaRPr/>
        </a:p>
      </dgm:t>
    </dgm:pt>
    <dgm:pt modelId="{0635EFD6-1EDB-426B-9B8E-8BA17EB15099}">
      <dgm:prSet/>
      <dgm:spPr/>
      <dgm:t>
        <a:bodyPr/>
        <a:lstStyle/>
        <a:p>
          <a:r>
            <a:t>Build</a:t>
          </a:r>
        </a:p>
      </dgm:t>
    </dgm:pt>
    <dgm:pt modelId="{BBE2DB86-56C2-4EC0-B513-E3E4990A11EF}" type="parTrans" cxnId="{654827B4-0039-4CBF-B64B-7A2251D73D75}">
      <dgm:prSet/>
      <dgm:spPr/>
      <dgm:t>
        <a:bodyPr/>
        <a:lstStyle/>
        <a:p>
          <a:endParaRPr/>
        </a:p>
      </dgm:t>
    </dgm:pt>
    <dgm:pt modelId="{9130C4D1-8591-47A6-9E6F-0E7B34489698}" type="sibTrans" cxnId="{654827B4-0039-4CBF-B64B-7A2251D73D75}">
      <dgm:prSet/>
      <dgm:spPr/>
      <dgm:t>
        <a:bodyPr/>
        <a:lstStyle/>
        <a:p>
          <a:endParaRPr/>
        </a:p>
      </dgm:t>
    </dgm:pt>
    <dgm:pt modelId="{052E7612-9CB5-464A-97AD-7FBC4E46BB8A}">
      <dgm:prSet/>
      <dgm:spPr/>
      <dgm:t>
        <a:bodyPr/>
        <a:lstStyle/>
        <a:p>
          <a:r>
            <a:t>Launch</a:t>
          </a:r>
        </a:p>
      </dgm:t>
    </dgm:pt>
    <dgm:pt modelId="{071C9039-D2E9-470D-90A6-058C86667126}" type="parTrans" cxnId="{39DD3806-BDE8-47CF-B52F-3EC609375390}">
      <dgm:prSet/>
      <dgm:spPr/>
      <dgm:t>
        <a:bodyPr/>
        <a:lstStyle/>
        <a:p>
          <a:endParaRPr/>
        </a:p>
      </dgm:t>
    </dgm:pt>
    <dgm:pt modelId="{582D978D-B87C-4F25-B21F-CC5BD83F80DF}" type="sibTrans" cxnId="{39DD3806-BDE8-47CF-B52F-3EC609375390}">
      <dgm:prSet/>
      <dgm:spPr/>
      <dgm:t>
        <a:bodyPr/>
        <a:lstStyle/>
        <a:p>
          <a:endParaRPr/>
        </a:p>
      </dgm:t>
    </dgm:pt>
    <dgm:pt modelId="{2BF82672-AB94-4E1D-8033-3BA5C9A6AAC2}">
      <dgm:prSet/>
      <dgm:spPr/>
      <dgm:t>
        <a:bodyPr/>
        <a:lstStyle/>
        <a:p>
          <a:r>
            <a:t>Learn</a:t>
          </a:r>
        </a:p>
      </dgm:t>
    </dgm:pt>
    <dgm:pt modelId="{59CC014B-1144-446B-8BB2-0D9DD123E014}" type="parTrans" cxnId="{31F315E9-7470-4C62-B55D-434266045F68}">
      <dgm:prSet/>
      <dgm:spPr/>
      <dgm:t>
        <a:bodyPr/>
        <a:lstStyle/>
        <a:p>
          <a:endParaRPr/>
        </a:p>
      </dgm:t>
    </dgm:pt>
    <dgm:pt modelId="{6C04E00B-63D0-4E95-9D0C-A34E1AC07355}" type="sibTrans" cxnId="{31F315E9-7470-4C62-B55D-434266045F68}">
      <dgm:prSet/>
      <dgm:spPr/>
      <dgm:t>
        <a:bodyPr/>
        <a:lstStyle/>
        <a:p>
          <a:endParaRPr/>
        </a:p>
      </dgm:t>
    </dgm:pt>
    <dgm:pt modelId="{4D38A248-B06E-5A40-8682-23A7A7BF28E5}" type="pres">
      <dgm:prSet presAssocID="{E855BBCF-AC82-44AA-81FB-CF0BA89EAFD0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09522B4A-CA9C-EF43-AA10-295F89142D81}" type="pres">
      <dgm:prSet presAssocID="{143EFFCB-E808-40C7-A7DE-24AB640CCA3E}" presName="Accent1" presStyleCnt="0"/>
      <dgm:spPr/>
    </dgm:pt>
    <dgm:pt modelId="{676B4974-4412-484F-9B65-17516B3B70AC}" type="pres">
      <dgm:prSet presAssocID="{143EFFCB-E808-40C7-A7DE-24AB640CCA3E}" presName="Accent" presStyleLbl="node1" presStyleIdx="0" presStyleCnt="5"/>
      <dgm:spPr/>
    </dgm:pt>
    <dgm:pt modelId="{036A3648-4D73-4E45-87CB-6425CD6F7FAB}" type="pres">
      <dgm:prSet presAssocID="{143EFFCB-E808-40C7-A7DE-24AB640CCA3E}" presName="Parent1" presStyleLbl="revTx" presStyleIdx="0" presStyleCnt="5">
        <dgm:presLayoutVars>
          <dgm:chMax val="1"/>
          <dgm:chPref val="1"/>
          <dgm:bulletEnabled val="1"/>
        </dgm:presLayoutVars>
      </dgm:prSet>
      <dgm:spPr/>
    </dgm:pt>
    <dgm:pt modelId="{A94B561B-71DB-AC40-96CA-3F1D2FE06236}" type="pres">
      <dgm:prSet presAssocID="{47369FC7-C3AE-4124-B98A-823EEE9AAF72}" presName="Accent2" presStyleCnt="0"/>
      <dgm:spPr/>
    </dgm:pt>
    <dgm:pt modelId="{2444A7E1-36C5-D148-8061-F7C5D58E100E}" type="pres">
      <dgm:prSet presAssocID="{47369FC7-C3AE-4124-B98A-823EEE9AAF72}" presName="Accent" presStyleLbl="node1" presStyleIdx="1" presStyleCnt="5"/>
      <dgm:spPr/>
    </dgm:pt>
    <dgm:pt modelId="{F34FCC25-798E-AB4C-89D6-712A075B817C}" type="pres">
      <dgm:prSet presAssocID="{47369FC7-C3AE-4124-B98A-823EEE9AAF72}" presName="Parent2" presStyleLbl="revTx" presStyleIdx="1" presStyleCnt="5">
        <dgm:presLayoutVars>
          <dgm:chMax val="1"/>
          <dgm:chPref val="1"/>
          <dgm:bulletEnabled val="1"/>
        </dgm:presLayoutVars>
      </dgm:prSet>
      <dgm:spPr/>
    </dgm:pt>
    <dgm:pt modelId="{C31C1ABA-375E-4942-916B-4A93EC013A07}" type="pres">
      <dgm:prSet presAssocID="{0635EFD6-1EDB-426B-9B8E-8BA17EB15099}" presName="Accent3" presStyleCnt="0"/>
      <dgm:spPr/>
    </dgm:pt>
    <dgm:pt modelId="{570DF771-9AF3-2648-B7BA-567C8FC4C09C}" type="pres">
      <dgm:prSet presAssocID="{0635EFD6-1EDB-426B-9B8E-8BA17EB15099}" presName="Accent" presStyleLbl="node1" presStyleIdx="2" presStyleCnt="5"/>
      <dgm:spPr/>
    </dgm:pt>
    <dgm:pt modelId="{E9F93BA8-DA9B-F248-B6E9-0EE6A7197C59}" type="pres">
      <dgm:prSet presAssocID="{0635EFD6-1EDB-426B-9B8E-8BA17EB15099}" presName="Parent3" presStyleLbl="revTx" presStyleIdx="2" presStyleCnt="5">
        <dgm:presLayoutVars>
          <dgm:chMax val="1"/>
          <dgm:chPref val="1"/>
          <dgm:bulletEnabled val="1"/>
        </dgm:presLayoutVars>
      </dgm:prSet>
      <dgm:spPr/>
    </dgm:pt>
    <dgm:pt modelId="{323D9DEF-9A29-7A4A-B2C7-A012BA023548}" type="pres">
      <dgm:prSet presAssocID="{052E7612-9CB5-464A-97AD-7FBC4E46BB8A}" presName="Accent4" presStyleCnt="0"/>
      <dgm:spPr/>
    </dgm:pt>
    <dgm:pt modelId="{702ED63E-06FC-F94D-A485-D9115DC93311}" type="pres">
      <dgm:prSet presAssocID="{052E7612-9CB5-464A-97AD-7FBC4E46BB8A}" presName="Accent" presStyleLbl="node1" presStyleIdx="3" presStyleCnt="5"/>
      <dgm:spPr/>
    </dgm:pt>
    <dgm:pt modelId="{C1FCA3B7-F75B-FD44-9BC7-939C41DF05F8}" type="pres">
      <dgm:prSet presAssocID="{052E7612-9CB5-464A-97AD-7FBC4E46BB8A}" presName="Parent4" presStyleLbl="revTx" presStyleIdx="3" presStyleCnt="5">
        <dgm:presLayoutVars>
          <dgm:chMax val="1"/>
          <dgm:chPref val="1"/>
          <dgm:bulletEnabled val="1"/>
        </dgm:presLayoutVars>
      </dgm:prSet>
      <dgm:spPr/>
    </dgm:pt>
    <dgm:pt modelId="{C54F58A1-F545-0E48-9746-88461F2526F2}" type="pres">
      <dgm:prSet presAssocID="{2BF82672-AB94-4E1D-8033-3BA5C9A6AAC2}" presName="Accent5" presStyleCnt="0"/>
      <dgm:spPr/>
    </dgm:pt>
    <dgm:pt modelId="{A987042F-D68C-614B-9122-5AC0D59A6168}" type="pres">
      <dgm:prSet presAssocID="{2BF82672-AB94-4E1D-8033-3BA5C9A6AAC2}" presName="Accent" presStyleLbl="node1" presStyleIdx="4" presStyleCnt="5"/>
      <dgm:spPr/>
    </dgm:pt>
    <dgm:pt modelId="{F4AC0213-956C-E64B-AE9A-1E09EDE1D277}" type="pres">
      <dgm:prSet presAssocID="{2BF82672-AB94-4E1D-8033-3BA5C9A6AAC2}" presName="Parent5" presStyleLbl="revTx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C0583001-877C-CE4C-A110-897C15C47948}" type="presOf" srcId="{E855BBCF-AC82-44AA-81FB-CF0BA89EAFD0}" destId="{4D38A248-B06E-5A40-8682-23A7A7BF28E5}" srcOrd="0" destOrd="0" presId="urn:microsoft.com/office/officeart/2009/layout/CircleArrowProcess"/>
    <dgm:cxn modelId="{39DD3806-BDE8-47CF-B52F-3EC609375390}" srcId="{E855BBCF-AC82-44AA-81FB-CF0BA89EAFD0}" destId="{052E7612-9CB5-464A-97AD-7FBC4E46BB8A}" srcOrd="3" destOrd="0" parTransId="{071C9039-D2E9-470D-90A6-058C86667126}" sibTransId="{582D978D-B87C-4F25-B21F-CC5BD83F80DF}"/>
    <dgm:cxn modelId="{DC020030-771A-487E-AA84-A21973587EBD}" srcId="{E855BBCF-AC82-44AA-81FB-CF0BA89EAFD0}" destId="{143EFFCB-E808-40C7-A7DE-24AB640CCA3E}" srcOrd="0" destOrd="0" parTransId="{5E613199-A8D2-4DB9-846E-5C409B046359}" sibTransId="{49955A09-ACC1-4701-8465-9184F8F23CA8}"/>
    <dgm:cxn modelId="{FACB6952-54B9-534B-B8B1-394EC18D5AAF}" type="presOf" srcId="{2BF82672-AB94-4E1D-8033-3BA5C9A6AAC2}" destId="{F4AC0213-956C-E64B-AE9A-1E09EDE1D277}" srcOrd="0" destOrd="0" presId="urn:microsoft.com/office/officeart/2009/layout/CircleArrowProcess"/>
    <dgm:cxn modelId="{38463F5E-DFC6-7447-BAF6-7AFD5A21AEF7}" type="presOf" srcId="{47369FC7-C3AE-4124-B98A-823EEE9AAF72}" destId="{F34FCC25-798E-AB4C-89D6-712A075B817C}" srcOrd="0" destOrd="0" presId="urn:microsoft.com/office/officeart/2009/layout/CircleArrowProcess"/>
    <dgm:cxn modelId="{B896FD87-FD50-4D7E-8E17-9A3416996CB3}" srcId="{E855BBCF-AC82-44AA-81FB-CF0BA89EAFD0}" destId="{47369FC7-C3AE-4124-B98A-823EEE9AAF72}" srcOrd="1" destOrd="0" parTransId="{81DB97BD-7398-4D7F-AA9A-B91CCFCFB94A}" sibTransId="{873CC596-A6E0-43EB-963C-8F9C6DC414AE}"/>
    <dgm:cxn modelId="{268A8898-4060-244C-9339-9BAF5AB06AEF}" type="presOf" srcId="{0635EFD6-1EDB-426B-9B8E-8BA17EB15099}" destId="{E9F93BA8-DA9B-F248-B6E9-0EE6A7197C59}" srcOrd="0" destOrd="0" presId="urn:microsoft.com/office/officeart/2009/layout/CircleArrowProcess"/>
    <dgm:cxn modelId="{654827B4-0039-4CBF-B64B-7A2251D73D75}" srcId="{E855BBCF-AC82-44AA-81FB-CF0BA89EAFD0}" destId="{0635EFD6-1EDB-426B-9B8E-8BA17EB15099}" srcOrd="2" destOrd="0" parTransId="{BBE2DB86-56C2-4EC0-B513-E3E4990A11EF}" sibTransId="{9130C4D1-8591-47A6-9E6F-0E7B34489698}"/>
    <dgm:cxn modelId="{D0D689D4-BEE5-254B-AE09-BE5B31CF363B}" type="presOf" srcId="{143EFFCB-E808-40C7-A7DE-24AB640CCA3E}" destId="{036A3648-4D73-4E45-87CB-6425CD6F7FAB}" srcOrd="0" destOrd="0" presId="urn:microsoft.com/office/officeart/2009/layout/CircleArrowProcess"/>
    <dgm:cxn modelId="{31F315E9-7470-4C62-B55D-434266045F68}" srcId="{E855BBCF-AC82-44AA-81FB-CF0BA89EAFD0}" destId="{2BF82672-AB94-4E1D-8033-3BA5C9A6AAC2}" srcOrd="4" destOrd="0" parTransId="{59CC014B-1144-446B-8BB2-0D9DD123E014}" sibTransId="{6C04E00B-63D0-4E95-9D0C-A34E1AC07355}"/>
    <dgm:cxn modelId="{D9281AE9-3130-E140-8B47-D2F0D90A1950}" type="presOf" srcId="{052E7612-9CB5-464A-97AD-7FBC4E46BB8A}" destId="{C1FCA3B7-F75B-FD44-9BC7-939C41DF05F8}" srcOrd="0" destOrd="0" presId="urn:microsoft.com/office/officeart/2009/layout/CircleArrowProcess"/>
    <dgm:cxn modelId="{751DFB4E-347F-6543-83CA-ADAB30735C72}" type="presParOf" srcId="{4D38A248-B06E-5A40-8682-23A7A7BF28E5}" destId="{09522B4A-CA9C-EF43-AA10-295F89142D81}" srcOrd="0" destOrd="0" presId="urn:microsoft.com/office/officeart/2009/layout/CircleArrowProcess"/>
    <dgm:cxn modelId="{FEB4AD43-CEFA-7A49-83CC-12C9048195F8}" type="presParOf" srcId="{09522B4A-CA9C-EF43-AA10-295F89142D81}" destId="{676B4974-4412-484F-9B65-17516B3B70AC}" srcOrd="0" destOrd="0" presId="urn:microsoft.com/office/officeart/2009/layout/CircleArrowProcess"/>
    <dgm:cxn modelId="{C8D724E0-4A0B-8743-A0CE-07B386FE8C49}" type="presParOf" srcId="{4D38A248-B06E-5A40-8682-23A7A7BF28E5}" destId="{036A3648-4D73-4E45-87CB-6425CD6F7FAB}" srcOrd="1" destOrd="0" presId="urn:microsoft.com/office/officeart/2009/layout/CircleArrowProcess"/>
    <dgm:cxn modelId="{8D8116F4-A3FA-7E4F-83A9-1431DD193580}" type="presParOf" srcId="{4D38A248-B06E-5A40-8682-23A7A7BF28E5}" destId="{A94B561B-71DB-AC40-96CA-3F1D2FE06236}" srcOrd="2" destOrd="0" presId="urn:microsoft.com/office/officeart/2009/layout/CircleArrowProcess"/>
    <dgm:cxn modelId="{03654809-3876-F14D-A433-CD2C8F9A9F24}" type="presParOf" srcId="{A94B561B-71DB-AC40-96CA-3F1D2FE06236}" destId="{2444A7E1-36C5-D148-8061-F7C5D58E100E}" srcOrd="0" destOrd="0" presId="urn:microsoft.com/office/officeart/2009/layout/CircleArrowProcess"/>
    <dgm:cxn modelId="{272BD417-28B0-9F41-AE61-0F5C2B8192C4}" type="presParOf" srcId="{4D38A248-B06E-5A40-8682-23A7A7BF28E5}" destId="{F34FCC25-798E-AB4C-89D6-712A075B817C}" srcOrd="3" destOrd="0" presId="urn:microsoft.com/office/officeart/2009/layout/CircleArrowProcess"/>
    <dgm:cxn modelId="{413300D8-6ABA-FF44-A526-5477324E98E4}" type="presParOf" srcId="{4D38A248-B06E-5A40-8682-23A7A7BF28E5}" destId="{C31C1ABA-375E-4942-916B-4A93EC013A07}" srcOrd="4" destOrd="0" presId="urn:microsoft.com/office/officeart/2009/layout/CircleArrowProcess"/>
    <dgm:cxn modelId="{52DE123D-C64E-094C-B38A-FDB0739A6148}" type="presParOf" srcId="{C31C1ABA-375E-4942-916B-4A93EC013A07}" destId="{570DF771-9AF3-2648-B7BA-567C8FC4C09C}" srcOrd="0" destOrd="0" presId="urn:microsoft.com/office/officeart/2009/layout/CircleArrowProcess"/>
    <dgm:cxn modelId="{AE2D3B2F-7173-7A45-88C5-C83425E27F6F}" type="presParOf" srcId="{4D38A248-B06E-5A40-8682-23A7A7BF28E5}" destId="{E9F93BA8-DA9B-F248-B6E9-0EE6A7197C59}" srcOrd="5" destOrd="0" presId="urn:microsoft.com/office/officeart/2009/layout/CircleArrowProcess"/>
    <dgm:cxn modelId="{76EDCC0A-8802-7640-9A5C-76C0CAC46222}" type="presParOf" srcId="{4D38A248-B06E-5A40-8682-23A7A7BF28E5}" destId="{323D9DEF-9A29-7A4A-B2C7-A012BA023548}" srcOrd="6" destOrd="0" presId="urn:microsoft.com/office/officeart/2009/layout/CircleArrowProcess"/>
    <dgm:cxn modelId="{1C053C25-8887-F24B-AA97-829D46D4CE83}" type="presParOf" srcId="{323D9DEF-9A29-7A4A-B2C7-A012BA023548}" destId="{702ED63E-06FC-F94D-A485-D9115DC93311}" srcOrd="0" destOrd="0" presId="urn:microsoft.com/office/officeart/2009/layout/CircleArrowProcess"/>
    <dgm:cxn modelId="{79A1FDC4-7580-6F41-8C13-CE76DAB54142}" type="presParOf" srcId="{4D38A248-B06E-5A40-8682-23A7A7BF28E5}" destId="{C1FCA3B7-F75B-FD44-9BC7-939C41DF05F8}" srcOrd="7" destOrd="0" presId="urn:microsoft.com/office/officeart/2009/layout/CircleArrowProcess"/>
    <dgm:cxn modelId="{CD9495F2-567B-EC48-934D-961A7168F933}" type="presParOf" srcId="{4D38A248-B06E-5A40-8682-23A7A7BF28E5}" destId="{C54F58A1-F545-0E48-9746-88461F2526F2}" srcOrd="8" destOrd="0" presId="urn:microsoft.com/office/officeart/2009/layout/CircleArrowProcess"/>
    <dgm:cxn modelId="{D5C69A5A-964E-594D-849F-2BD472EC1B14}" type="presParOf" srcId="{C54F58A1-F545-0E48-9746-88461F2526F2}" destId="{A987042F-D68C-614B-9122-5AC0D59A6168}" srcOrd="0" destOrd="0" presId="urn:microsoft.com/office/officeart/2009/layout/CircleArrowProcess"/>
    <dgm:cxn modelId="{BF662010-7C49-7142-9EAA-C34C31D53194}" type="presParOf" srcId="{4D38A248-B06E-5A40-8682-23A7A7BF28E5}" destId="{F4AC0213-956C-E64B-AE9A-1E09EDE1D277}" srcOrd="9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7875CDBD-C48B-4C32-9EFF-4E9AD5BC9A98}" type="doc">
      <dgm:prSet loTypeId="urn:microsoft.com/office/officeart/2005/8/layout/process5" qsTypeId="urn:microsoft.com/office/officeart/2005/8/quickstyle/simple2" csTypeId="urn:microsoft.com/office/officeart/2005/8/colors/accent1_2"/>
      <dgm:spPr/>
    </dgm:pt>
    <dgm:pt modelId="{D57F8FC4-C73B-4FED-818C-C5A6323970C6}">
      <dgm:prSet/>
      <dgm:spPr/>
      <dgm:t>
        <a:bodyPr/>
        <a:lstStyle/>
        <a:p>
          <a:r>
            <a:t>Discover</a:t>
          </a:r>
        </a:p>
      </dgm:t>
    </dgm:pt>
    <dgm:pt modelId="{B2FD45DA-9895-4198-9628-E95EFEB5ED68}" type="parTrans" cxnId="{7D8AB53B-FFD8-4111-9529-EE2EC34A2564}">
      <dgm:prSet/>
      <dgm:spPr/>
      <dgm:t>
        <a:bodyPr/>
        <a:lstStyle/>
        <a:p>
          <a:endParaRPr/>
        </a:p>
      </dgm:t>
    </dgm:pt>
    <dgm:pt modelId="{4401A4E8-3AD4-4267-8FDA-1397852B186F}" type="sibTrans" cxnId="{7D8AB53B-FFD8-4111-9529-EE2EC34A2564}">
      <dgm:prSet/>
      <dgm:spPr/>
      <dgm:t>
        <a:bodyPr/>
        <a:lstStyle/>
        <a:p>
          <a:endParaRPr/>
        </a:p>
      </dgm:t>
    </dgm:pt>
    <dgm:pt modelId="{69707B19-CC08-4469-B347-35D3AA0E748C}">
      <dgm:prSet/>
      <dgm:spPr/>
      <dgm:t>
        <a:bodyPr/>
        <a:lstStyle/>
        <a:p>
          <a:r>
            <a:t>Define</a:t>
          </a:r>
        </a:p>
      </dgm:t>
    </dgm:pt>
    <dgm:pt modelId="{2248F1DD-2EC9-4C00-BA6F-3B040159382C}" type="parTrans" cxnId="{B9BBD313-0BFF-43FC-BA3A-7BC2AE51C03C}">
      <dgm:prSet/>
      <dgm:spPr/>
      <dgm:t>
        <a:bodyPr/>
        <a:lstStyle/>
        <a:p>
          <a:endParaRPr/>
        </a:p>
      </dgm:t>
    </dgm:pt>
    <dgm:pt modelId="{23EE4A95-DCBB-4103-9965-BB6AB3330BC7}" type="sibTrans" cxnId="{B9BBD313-0BFF-43FC-BA3A-7BC2AE51C03C}">
      <dgm:prSet/>
      <dgm:spPr/>
      <dgm:t>
        <a:bodyPr/>
        <a:lstStyle/>
        <a:p>
          <a:endParaRPr/>
        </a:p>
      </dgm:t>
    </dgm:pt>
    <dgm:pt modelId="{71905482-C6CF-4689-8413-DF2B981610DC}">
      <dgm:prSet/>
      <dgm:spPr/>
      <dgm:t>
        <a:bodyPr/>
        <a:lstStyle/>
        <a:p>
          <a:r>
            <a:t>Build</a:t>
          </a:r>
        </a:p>
      </dgm:t>
    </dgm:pt>
    <dgm:pt modelId="{60F12218-5321-4B5F-B61E-9E46982473CF}" type="parTrans" cxnId="{A59D2C63-C4F3-4A50-B990-572197740C3B}">
      <dgm:prSet/>
      <dgm:spPr/>
      <dgm:t>
        <a:bodyPr/>
        <a:lstStyle/>
        <a:p>
          <a:endParaRPr/>
        </a:p>
      </dgm:t>
    </dgm:pt>
    <dgm:pt modelId="{109D5A55-39EA-46B2-BC10-8758B4AA267D}" type="sibTrans" cxnId="{A59D2C63-C4F3-4A50-B990-572197740C3B}">
      <dgm:prSet/>
      <dgm:spPr/>
      <dgm:t>
        <a:bodyPr/>
        <a:lstStyle/>
        <a:p>
          <a:endParaRPr/>
        </a:p>
      </dgm:t>
    </dgm:pt>
    <dgm:pt modelId="{77B011FB-1D5C-4D29-A7DC-0AE36D901A7E}">
      <dgm:prSet/>
      <dgm:spPr/>
      <dgm:t>
        <a:bodyPr/>
        <a:lstStyle/>
        <a:p>
          <a:r>
            <a:t>Launch</a:t>
          </a:r>
        </a:p>
      </dgm:t>
    </dgm:pt>
    <dgm:pt modelId="{848298CC-FE49-454F-9949-3414A6B65822}" type="parTrans" cxnId="{F8293D02-38CE-48A6-B55C-D215E8BFD085}">
      <dgm:prSet/>
      <dgm:spPr/>
      <dgm:t>
        <a:bodyPr/>
        <a:lstStyle/>
        <a:p>
          <a:endParaRPr/>
        </a:p>
      </dgm:t>
    </dgm:pt>
    <dgm:pt modelId="{DD36ECDB-E73B-46B1-8540-26B94DA22E1D}" type="sibTrans" cxnId="{F8293D02-38CE-48A6-B55C-D215E8BFD085}">
      <dgm:prSet/>
      <dgm:spPr/>
      <dgm:t>
        <a:bodyPr/>
        <a:lstStyle/>
        <a:p>
          <a:endParaRPr/>
        </a:p>
      </dgm:t>
    </dgm:pt>
    <dgm:pt modelId="{B1C258F4-5F43-4899-88C3-5BA9BC4A8B58}">
      <dgm:prSet/>
      <dgm:spPr/>
      <dgm:t>
        <a:bodyPr/>
        <a:lstStyle/>
        <a:p>
          <a:r>
            <a:t>Learn</a:t>
          </a:r>
        </a:p>
      </dgm:t>
    </dgm:pt>
    <dgm:pt modelId="{9F3E902B-D24C-4A2D-9EB0-4974C2D16B62}" type="parTrans" cxnId="{EAFDED81-650B-431D-96E5-621A91FD41EC}">
      <dgm:prSet/>
      <dgm:spPr/>
      <dgm:t>
        <a:bodyPr/>
        <a:lstStyle/>
        <a:p>
          <a:endParaRPr/>
        </a:p>
      </dgm:t>
    </dgm:pt>
    <dgm:pt modelId="{DC022F30-CCB3-47AD-8E2B-1DF8C777FF83}" type="sibTrans" cxnId="{EAFDED81-650B-431D-96E5-621A91FD41EC}">
      <dgm:prSet/>
      <dgm:spPr/>
      <dgm:t>
        <a:bodyPr/>
        <a:lstStyle/>
        <a:p>
          <a:endParaRPr/>
        </a:p>
      </dgm:t>
    </dgm:pt>
    <dgm:pt modelId="{87E44C95-29C3-164C-95C0-35615669F4DC}" type="pres">
      <dgm:prSet presAssocID="{7875CDBD-C48B-4C32-9EFF-4E9AD5BC9A98}" presName="diagram" presStyleCnt="0">
        <dgm:presLayoutVars>
          <dgm:dir/>
          <dgm:resizeHandles val="exact"/>
        </dgm:presLayoutVars>
      </dgm:prSet>
      <dgm:spPr/>
    </dgm:pt>
    <dgm:pt modelId="{4E0DE27E-7D40-3D44-AA9A-80E9B4BC752F}" type="pres">
      <dgm:prSet presAssocID="{D57F8FC4-C73B-4FED-818C-C5A6323970C6}" presName="node" presStyleLbl="node1" presStyleIdx="0" presStyleCnt="5">
        <dgm:presLayoutVars>
          <dgm:bulletEnabled val="1"/>
        </dgm:presLayoutVars>
      </dgm:prSet>
      <dgm:spPr/>
    </dgm:pt>
    <dgm:pt modelId="{B0EB9F93-7E73-9D47-8176-A9124CD585F3}" type="pres">
      <dgm:prSet presAssocID="{4401A4E8-3AD4-4267-8FDA-1397852B186F}" presName="sibTrans" presStyleLbl="sibTrans2D1" presStyleIdx="0" presStyleCnt="4"/>
      <dgm:spPr/>
    </dgm:pt>
    <dgm:pt modelId="{7ED7B042-4E9B-CF44-8715-D7DEE27035EE}" type="pres">
      <dgm:prSet presAssocID="{4401A4E8-3AD4-4267-8FDA-1397852B186F}" presName="connectorText" presStyleLbl="sibTrans2D1" presStyleIdx="0" presStyleCnt="4"/>
      <dgm:spPr/>
    </dgm:pt>
    <dgm:pt modelId="{7066E1D3-F1F3-3C4D-82B8-D4D833A8EE21}" type="pres">
      <dgm:prSet presAssocID="{69707B19-CC08-4469-B347-35D3AA0E748C}" presName="node" presStyleLbl="node1" presStyleIdx="1" presStyleCnt="5">
        <dgm:presLayoutVars>
          <dgm:bulletEnabled val="1"/>
        </dgm:presLayoutVars>
      </dgm:prSet>
      <dgm:spPr/>
    </dgm:pt>
    <dgm:pt modelId="{1E90C4D4-D2D3-2D4F-8490-131FF9386C37}" type="pres">
      <dgm:prSet presAssocID="{23EE4A95-DCBB-4103-9965-BB6AB3330BC7}" presName="sibTrans" presStyleLbl="sibTrans2D1" presStyleIdx="1" presStyleCnt="4"/>
      <dgm:spPr/>
    </dgm:pt>
    <dgm:pt modelId="{0E079023-6CBA-1B42-824C-9C53E565043F}" type="pres">
      <dgm:prSet presAssocID="{23EE4A95-DCBB-4103-9965-BB6AB3330BC7}" presName="connectorText" presStyleLbl="sibTrans2D1" presStyleIdx="1" presStyleCnt="4"/>
      <dgm:spPr/>
    </dgm:pt>
    <dgm:pt modelId="{509D9FD2-B32A-EF49-BD3B-4B901925842B}" type="pres">
      <dgm:prSet presAssocID="{71905482-C6CF-4689-8413-DF2B981610DC}" presName="node" presStyleLbl="node1" presStyleIdx="2" presStyleCnt="5">
        <dgm:presLayoutVars>
          <dgm:bulletEnabled val="1"/>
        </dgm:presLayoutVars>
      </dgm:prSet>
      <dgm:spPr/>
    </dgm:pt>
    <dgm:pt modelId="{F891723B-01F6-574E-891E-1ED70F7EDA29}" type="pres">
      <dgm:prSet presAssocID="{109D5A55-39EA-46B2-BC10-8758B4AA267D}" presName="sibTrans" presStyleLbl="sibTrans2D1" presStyleIdx="2" presStyleCnt="4"/>
      <dgm:spPr/>
    </dgm:pt>
    <dgm:pt modelId="{E4EB27B0-DF40-7149-84CD-7AB43E3D3747}" type="pres">
      <dgm:prSet presAssocID="{109D5A55-39EA-46B2-BC10-8758B4AA267D}" presName="connectorText" presStyleLbl="sibTrans2D1" presStyleIdx="2" presStyleCnt="4"/>
      <dgm:spPr/>
    </dgm:pt>
    <dgm:pt modelId="{533DD58C-8BE4-914E-A76B-E5E4E61A6F22}" type="pres">
      <dgm:prSet presAssocID="{77B011FB-1D5C-4D29-A7DC-0AE36D901A7E}" presName="node" presStyleLbl="node1" presStyleIdx="3" presStyleCnt="5">
        <dgm:presLayoutVars>
          <dgm:bulletEnabled val="1"/>
        </dgm:presLayoutVars>
      </dgm:prSet>
      <dgm:spPr/>
    </dgm:pt>
    <dgm:pt modelId="{AF329F9C-E4A2-DC4F-854B-D0B781ED21E3}" type="pres">
      <dgm:prSet presAssocID="{DD36ECDB-E73B-46B1-8540-26B94DA22E1D}" presName="sibTrans" presStyleLbl="sibTrans2D1" presStyleIdx="3" presStyleCnt="4"/>
      <dgm:spPr/>
    </dgm:pt>
    <dgm:pt modelId="{47CE3438-D9B0-A840-B101-E36036E9AA75}" type="pres">
      <dgm:prSet presAssocID="{DD36ECDB-E73B-46B1-8540-26B94DA22E1D}" presName="connectorText" presStyleLbl="sibTrans2D1" presStyleIdx="3" presStyleCnt="4"/>
      <dgm:spPr/>
    </dgm:pt>
    <dgm:pt modelId="{FA4E9794-E473-AF4C-810C-1E1041B10895}" type="pres">
      <dgm:prSet presAssocID="{B1C258F4-5F43-4899-88C3-5BA9BC4A8B58}" presName="node" presStyleLbl="node1" presStyleIdx="4" presStyleCnt="5">
        <dgm:presLayoutVars>
          <dgm:bulletEnabled val="1"/>
        </dgm:presLayoutVars>
      </dgm:prSet>
      <dgm:spPr/>
    </dgm:pt>
  </dgm:ptLst>
  <dgm:cxnLst>
    <dgm:cxn modelId="{F8293D02-38CE-48A6-B55C-D215E8BFD085}" srcId="{7875CDBD-C48B-4C32-9EFF-4E9AD5BC9A98}" destId="{77B011FB-1D5C-4D29-A7DC-0AE36D901A7E}" srcOrd="3" destOrd="0" parTransId="{848298CC-FE49-454F-9949-3414A6B65822}" sibTransId="{DD36ECDB-E73B-46B1-8540-26B94DA22E1D}"/>
    <dgm:cxn modelId="{B9BBD313-0BFF-43FC-BA3A-7BC2AE51C03C}" srcId="{7875CDBD-C48B-4C32-9EFF-4E9AD5BC9A98}" destId="{69707B19-CC08-4469-B347-35D3AA0E748C}" srcOrd="1" destOrd="0" parTransId="{2248F1DD-2EC9-4C00-BA6F-3B040159382C}" sibTransId="{23EE4A95-DCBB-4103-9965-BB6AB3330BC7}"/>
    <dgm:cxn modelId="{CD33C215-72A7-C341-BBB3-B282D7A16D48}" type="presOf" srcId="{77B011FB-1D5C-4D29-A7DC-0AE36D901A7E}" destId="{533DD58C-8BE4-914E-A76B-E5E4E61A6F22}" srcOrd="0" destOrd="0" presId="urn:microsoft.com/office/officeart/2005/8/layout/process5"/>
    <dgm:cxn modelId="{732C201E-B9C9-B444-8077-D8A4F85CD255}" type="presOf" srcId="{B1C258F4-5F43-4899-88C3-5BA9BC4A8B58}" destId="{FA4E9794-E473-AF4C-810C-1E1041B10895}" srcOrd="0" destOrd="0" presId="urn:microsoft.com/office/officeart/2005/8/layout/process5"/>
    <dgm:cxn modelId="{7D8AB53B-FFD8-4111-9529-EE2EC34A2564}" srcId="{7875CDBD-C48B-4C32-9EFF-4E9AD5BC9A98}" destId="{D57F8FC4-C73B-4FED-818C-C5A6323970C6}" srcOrd="0" destOrd="0" parTransId="{B2FD45DA-9895-4198-9628-E95EFEB5ED68}" sibTransId="{4401A4E8-3AD4-4267-8FDA-1397852B186F}"/>
    <dgm:cxn modelId="{E45F543C-4EF9-E846-9430-DE74D4A487AB}" type="presOf" srcId="{23EE4A95-DCBB-4103-9965-BB6AB3330BC7}" destId="{1E90C4D4-D2D3-2D4F-8490-131FF9386C37}" srcOrd="0" destOrd="0" presId="urn:microsoft.com/office/officeart/2005/8/layout/process5"/>
    <dgm:cxn modelId="{3B936855-08C7-614E-BFD2-8226A67272FE}" type="presOf" srcId="{23EE4A95-DCBB-4103-9965-BB6AB3330BC7}" destId="{0E079023-6CBA-1B42-824C-9C53E565043F}" srcOrd="1" destOrd="0" presId="urn:microsoft.com/office/officeart/2005/8/layout/process5"/>
    <dgm:cxn modelId="{A59D2C63-C4F3-4A50-B990-572197740C3B}" srcId="{7875CDBD-C48B-4C32-9EFF-4E9AD5BC9A98}" destId="{71905482-C6CF-4689-8413-DF2B981610DC}" srcOrd="2" destOrd="0" parTransId="{60F12218-5321-4B5F-B61E-9E46982473CF}" sibTransId="{109D5A55-39EA-46B2-BC10-8758B4AA267D}"/>
    <dgm:cxn modelId="{3F186B66-799F-994A-A75B-66B2A418E356}" type="presOf" srcId="{109D5A55-39EA-46B2-BC10-8758B4AA267D}" destId="{F891723B-01F6-574E-891E-1ED70F7EDA29}" srcOrd="0" destOrd="0" presId="urn:microsoft.com/office/officeart/2005/8/layout/process5"/>
    <dgm:cxn modelId="{18BFF478-D7F0-D04C-9BA0-A7D10B3E559C}" type="presOf" srcId="{DD36ECDB-E73B-46B1-8540-26B94DA22E1D}" destId="{AF329F9C-E4A2-DC4F-854B-D0B781ED21E3}" srcOrd="0" destOrd="0" presId="urn:microsoft.com/office/officeart/2005/8/layout/process5"/>
    <dgm:cxn modelId="{EAFDED81-650B-431D-96E5-621A91FD41EC}" srcId="{7875CDBD-C48B-4C32-9EFF-4E9AD5BC9A98}" destId="{B1C258F4-5F43-4899-88C3-5BA9BC4A8B58}" srcOrd="4" destOrd="0" parTransId="{9F3E902B-D24C-4A2D-9EB0-4974C2D16B62}" sibTransId="{DC022F30-CCB3-47AD-8E2B-1DF8C777FF83}"/>
    <dgm:cxn modelId="{68CE5695-AEFF-544F-B694-0C58711CE302}" type="presOf" srcId="{69707B19-CC08-4469-B347-35D3AA0E748C}" destId="{7066E1D3-F1F3-3C4D-82B8-D4D833A8EE21}" srcOrd="0" destOrd="0" presId="urn:microsoft.com/office/officeart/2005/8/layout/process5"/>
    <dgm:cxn modelId="{31317B96-6A60-BB43-A0A1-74280D9378DF}" type="presOf" srcId="{4401A4E8-3AD4-4267-8FDA-1397852B186F}" destId="{7ED7B042-4E9B-CF44-8715-D7DEE27035EE}" srcOrd="1" destOrd="0" presId="urn:microsoft.com/office/officeart/2005/8/layout/process5"/>
    <dgm:cxn modelId="{CE974A9C-E339-A047-9157-ABFDA90932E0}" type="presOf" srcId="{109D5A55-39EA-46B2-BC10-8758B4AA267D}" destId="{E4EB27B0-DF40-7149-84CD-7AB43E3D3747}" srcOrd="1" destOrd="0" presId="urn:microsoft.com/office/officeart/2005/8/layout/process5"/>
    <dgm:cxn modelId="{5B83B4AC-C187-1745-B24B-14A2711D0964}" type="presOf" srcId="{D57F8FC4-C73B-4FED-818C-C5A6323970C6}" destId="{4E0DE27E-7D40-3D44-AA9A-80E9B4BC752F}" srcOrd="0" destOrd="0" presId="urn:microsoft.com/office/officeart/2005/8/layout/process5"/>
    <dgm:cxn modelId="{083FFECF-93EA-9C4E-823D-F8336CDD51F0}" type="presOf" srcId="{71905482-C6CF-4689-8413-DF2B981610DC}" destId="{509D9FD2-B32A-EF49-BD3B-4B901925842B}" srcOrd="0" destOrd="0" presId="urn:microsoft.com/office/officeart/2005/8/layout/process5"/>
    <dgm:cxn modelId="{26CE94D5-72BB-CB4D-8990-6DE660B29995}" type="presOf" srcId="{7875CDBD-C48B-4C32-9EFF-4E9AD5BC9A98}" destId="{87E44C95-29C3-164C-95C0-35615669F4DC}" srcOrd="0" destOrd="0" presId="urn:microsoft.com/office/officeart/2005/8/layout/process5"/>
    <dgm:cxn modelId="{A67048F9-619C-C74A-B6F1-831A0B53908D}" type="presOf" srcId="{DD36ECDB-E73B-46B1-8540-26B94DA22E1D}" destId="{47CE3438-D9B0-A840-B101-E36036E9AA75}" srcOrd="1" destOrd="0" presId="urn:microsoft.com/office/officeart/2005/8/layout/process5"/>
    <dgm:cxn modelId="{7C5330FE-0558-6549-8763-7DBEE19F02C0}" type="presOf" srcId="{4401A4E8-3AD4-4267-8FDA-1397852B186F}" destId="{B0EB9F93-7E73-9D47-8176-A9124CD585F3}" srcOrd="0" destOrd="0" presId="urn:microsoft.com/office/officeart/2005/8/layout/process5"/>
    <dgm:cxn modelId="{34E4FC14-7066-864D-BE67-9B6241D4E11B}" type="presParOf" srcId="{87E44C95-29C3-164C-95C0-35615669F4DC}" destId="{4E0DE27E-7D40-3D44-AA9A-80E9B4BC752F}" srcOrd="0" destOrd="0" presId="urn:microsoft.com/office/officeart/2005/8/layout/process5"/>
    <dgm:cxn modelId="{DE0FF480-ED18-0D47-A7C1-C2B40E066CE3}" type="presParOf" srcId="{87E44C95-29C3-164C-95C0-35615669F4DC}" destId="{B0EB9F93-7E73-9D47-8176-A9124CD585F3}" srcOrd="1" destOrd="0" presId="urn:microsoft.com/office/officeart/2005/8/layout/process5"/>
    <dgm:cxn modelId="{AA1F7010-3EAC-1F4C-8E88-CFE305617BCA}" type="presParOf" srcId="{B0EB9F93-7E73-9D47-8176-A9124CD585F3}" destId="{7ED7B042-4E9B-CF44-8715-D7DEE27035EE}" srcOrd="0" destOrd="0" presId="urn:microsoft.com/office/officeart/2005/8/layout/process5"/>
    <dgm:cxn modelId="{B7C666D1-6BFB-A04F-9E5F-37273372CBAF}" type="presParOf" srcId="{87E44C95-29C3-164C-95C0-35615669F4DC}" destId="{7066E1D3-F1F3-3C4D-82B8-D4D833A8EE21}" srcOrd="2" destOrd="0" presId="urn:microsoft.com/office/officeart/2005/8/layout/process5"/>
    <dgm:cxn modelId="{637C5F98-2FF2-9440-8778-0232A4B65210}" type="presParOf" srcId="{87E44C95-29C3-164C-95C0-35615669F4DC}" destId="{1E90C4D4-D2D3-2D4F-8490-131FF9386C37}" srcOrd="3" destOrd="0" presId="urn:microsoft.com/office/officeart/2005/8/layout/process5"/>
    <dgm:cxn modelId="{0DAC17E0-1AFA-4C4C-B1A0-8B99EA8C205E}" type="presParOf" srcId="{1E90C4D4-D2D3-2D4F-8490-131FF9386C37}" destId="{0E079023-6CBA-1B42-824C-9C53E565043F}" srcOrd="0" destOrd="0" presId="urn:microsoft.com/office/officeart/2005/8/layout/process5"/>
    <dgm:cxn modelId="{5AFC84F5-5212-9444-A8ED-9A76AF3AE7E4}" type="presParOf" srcId="{87E44C95-29C3-164C-95C0-35615669F4DC}" destId="{509D9FD2-B32A-EF49-BD3B-4B901925842B}" srcOrd="4" destOrd="0" presId="urn:microsoft.com/office/officeart/2005/8/layout/process5"/>
    <dgm:cxn modelId="{196D14C6-64D8-D943-81F1-CE8C4A4D401C}" type="presParOf" srcId="{87E44C95-29C3-164C-95C0-35615669F4DC}" destId="{F891723B-01F6-574E-891E-1ED70F7EDA29}" srcOrd="5" destOrd="0" presId="urn:microsoft.com/office/officeart/2005/8/layout/process5"/>
    <dgm:cxn modelId="{A6E55674-2BA9-B748-AC4B-5FB2316C4B17}" type="presParOf" srcId="{F891723B-01F6-574E-891E-1ED70F7EDA29}" destId="{E4EB27B0-DF40-7149-84CD-7AB43E3D3747}" srcOrd="0" destOrd="0" presId="urn:microsoft.com/office/officeart/2005/8/layout/process5"/>
    <dgm:cxn modelId="{FDD064B0-AC1D-8045-9313-30649BAF8109}" type="presParOf" srcId="{87E44C95-29C3-164C-95C0-35615669F4DC}" destId="{533DD58C-8BE4-914E-A76B-E5E4E61A6F22}" srcOrd="6" destOrd="0" presId="urn:microsoft.com/office/officeart/2005/8/layout/process5"/>
    <dgm:cxn modelId="{60394451-862F-7742-81AF-C84311FB199A}" type="presParOf" srcId="{87E44C95-29C3-164C-95C0-35615669F4DC}" destId="{AF329F9C-E4A2-DC4F-854B-D0B781ED21E3}" srcOrd="7" destOrd="0" presId="urn:microsoft.com/office/officeart/2005/8/layout/process5"/>
    <dgm:cxn modelId="{A5499CD2-68F2-0845-A805-5B1A95E4125E}" type="presParOf" srcId="{AF329F9C-E4A2-DC4F-854B-D0B781ED21E3}" destId="{47CE3438-D9B0-A840-B101-E36036E9AA75}" srcOrd="0" destOrd="0" presId="urn:microsoft.com/office/officeart/2005/8/layout/process5"/>
    <dgm:cxn modelId="{1CFAFE4A-2AEE-FD4B-9C08-ADCEE0A81C58}" type="presParOf" srcId="{87E44C95-29C3-164C-95C0-35615669F4DC}" destId="{FA4E9794-E473-AF4C-810C-1E1041B10895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7285CA90-3F3E-4D8D-AB7E-7E7DCCA3085B}" type="doc">
      <dgm:prSet loTypeId="urn:microsoft.com/office/officeart/2005/8/layout/bProcess3" qsTypeId="urn:microsoft.com/office/officeart/2005/8/quickstyle/simple2" csTypeId="urn:microsoft.com/office/officeart/2005/8/colors/accent1_2"/>
      <dgm:spPr/>
    </dgm:pt>
    <dgm:pt modelId="{1AD4B200-7AC9-4DDA-A4FB-428C1C38544D}">
      <dgm:prSet/>
      <dgm:spPr/>
      <dgm:t>
        <a:bodyPr/>
        <a:lstStyle/>
        <a:p>
          <a:r>
            <a:t>Discover</a:t>
          </a:r>
        </a:p>
      </dgm:t>
    </dgm:pt>
    <dgm:pt modelId="{275497F1-CABD-4596-A739-7FBB9913104D}" type="parTrans" cxnId="{3902C160-8F5C-44F5-8BFF-B27C5E808317}">
      <dgm:prSet/>
      <dgm:spPr/>
      <dgm:t>
        <a:bodyPr/>
        <a:lstStyle/>
        <a:p>
          <a:endParaRPr/>
        </a:p>
      </dgm:t>
    </dgm:pt>
    <dgm:pt modelId="{0170840E-1A2D-45D3-B13B-D5712EBC06D2}" type="sibTrans" cxnId="{3902C160-8F5C-44F5-8BFF-B27C5E808317}">
      <dgm:prSet/>
      <dgm:spPr/>
      <dgm:t>
        <a:bodyPr/>
        <a:lstStyle/>
        <a:p>
          <a:endParaRPr/>
        </a:p>
      </dgm:t>
    </dgm:pt>
    <dgm:pt modelId="{F4BDC8FB-9C00-4CF8-B002-84819F354D70}">
      <dgm:prSet/>
      <dgm:spPr/>
      <dgm:t>
        <a:bodyPr/>
        <a:lstStyle/>
        <a:p>
          <a:r>
            <a:t>Define</a:t>
          </a:r>
        </a:p>
      </dgm:t>
    </dgm:pt>
    <dgm:pt modelId="{6C2B66C2-4FF3-42C5-B6FE-05A1149F8D3D}" type="parTrans" cxnId="{7737538B-5BFA-4B62-91BD-EA9F8480BBA6}">
      <dgm:prSet/>
      <dgm:spPr/>
      <dgm:t>
        <a:bodyPr/>
        <a:lstStyle/>
        <a:p>
          <a:endParaRPr/>
        </a:p>
      </dgm:t>
    </dgm:pt>
    <dgm:pt modelId="{FC979169-35E9-4DAF-9183-AD8A4C6002BD}" type="sibTrans" cxnId="{7737538B-5BFA-4B62-91BD-EA9F8480BBA6}">
      <dgm:prSet/>
      <dgm:spPr/>
      <dgm:t>
        <a:bodyPr/>
        <a:lstStyle/>
        <a:p>
          <a:endParaRPr/>
        </a:p>
      </dgm:t>
    </dgm:pt>
    <dgm:pt modelId="{160909E8-678C-45EA-B7D9-663F4E6D9F4B}">
      <dgm:prSet/>
      <dgm:spPr/>
      <dgm:t>
        <a:bodyPr/>
        <a:lstStyle/>
        <a:p>
          <a:r>
            <a:t>Build</a:t>
          </a:r>
        </a:p>
      </dgm:t>
    </dgm:pt>
    <dgm:pt modelId="{8FE82EAB-8690-4BE9-9CE9-33FCCFB4339A}" type="parTrans" cxnId="{D2E63733-0836-4AF9-A056-5A7D89F9C5D9}">
      <dgm:prSet/>
      <dgm:spPr/>
      <dgm:t>
        <a:bodyPr/>
        <a:lstStyle/>
        <a:p>
          <a:endParaRPr/>
        </a:p>
      </dgm:t>
    </dgm:pt>
    <dgm:pt modelId="{B9FD56BA-B04D-4D04-8D74-D43122062979}" type="sibTrans" cxnId="{D2E63733-0836-4AF9-A056-5A7D89F9C5D9}">
      <dgm:prSet/>
      <dgm:spPr/>
      <dgm:t>
        <a:bodyPr/>
        <a:lstStyle/>
        <a:p>
          <a:endParaRPr/>
        </a:p>
      </dgm:t>
    </dgm:pt>
    <dgm:pt modelId="{0097946B-090A-4B22-B514-A2B014F9CE98}">
      <dgm:prSet/>
      <dgm:spPr/>
      <dgm:t>
        <a:bodyPr/>
        <a:lstStyle/>
        <a:p>
          <a:r>
            <a:t>Launch</a:t>
          </a:r>
        </a:p>
      </dgm:t>
    </dgm:pt>
    <dgm:pt modelId="{86B44530-4AF7-4E21-B5C3-AB85B3A80CEA}" type="parTrans" cxnId="{9DF919AB-8B34-45C0-A86B-71F8C98C87B5}">
      <dgm:prSet/>
      <dgm:spPr/>
      <dgm:t>
        <a:bodyPr/>
        <a:lstStyle/>
        <a:p>
          <a:endParaRPr/>
        </a:p>
      </dgm:t>
    </dgm:pt>
    <dgm:pt modelId="{7BB65E22-CC68-4E8D-8B54-A482CDCDF2D3}" type="sibTrans" cxnId="{9DF919AB-8B34-45C0-A86B-71F8C98C87B5}">
      <dgm:prSet/>
      <dgm:spPr/>
      <dgm:t>
        <a:bodyPr/>
        <a:lstStyle/>
        <a:p>
          <a:endParaRPr/>
        </a:p>
      </dgm:t>
    </dgm:pt>
    <dgm:pt modelId="{70F3DEDE-3F35-4EC3-A41C-A7EC69161946}">
      <dgm:prSet/>
      <dgm:spPr/>
      <dgm:t>
        <a:bodyPr/>
        <a:lstStyle/>
        <a:p>
          <a:r>
            <a:t>Learn</a:t>
          </a:r>
        </a:p>
      </dgm:t>
    </dgm:pt>
    <dgm:pt modelId="{74516AEE-EBCD-483E-AA68-6D6F536CC805}" type="parTrans" cxnId="{15856D46-FC15-4EAF-ABFB-3A333334D59F}">
      <dgm:prSet/>
      <dgm:spPr/>
      <dgm:t>
        <a:bodyPr/>
        <a:lstStyle/>
        <a:p>
          <a:endParaRPr/>
        </a:p>
      </dgm:t>
    </dgm:pt>
    <dgm:pt modelId="{497B19E7-97D0-4A28-93AF-264EEAB03D33}" type="sibTrans" cxnId="{15856D46-FC15-4EAF-ABFB-3A333334D59F}">
      <dgm:prSet/>
      <dgm:spPr/>
      <dgm:t>
        <a:bodyPr/>
        <a:lstStyle/>
        <a:p>
          <a:endParaRPr/>
        </a:p>
      </dgm:t>
    </dgm:pt>
    <dgm:pt modelId="{8A9067B2-EB30-3948-8781-9B95C3DF45DF}" type="pres">
      <dgm:prSet presAssocID="{7285CA90-3F3E-4D8D-AB7E-7E7DCCA3085B}" presName="Name0" presStyleCnt="0">
        <dgm:presLayoutVars>
          <dgm:dir/>
          <dgm:resizeHandles val="exact"/>
        </dgm:presLayoutVars>
      </dgm:prSet>
      <dgm:spPr/>
    </dgm:pt>
    <dgm:pt modelId="{486A56DA-B22D-CA42-BEA5-6891849676BA}" type="pres">
      <dgm:prSet presAssocID="{1AD4B200-7AC9-4DDA-A4FB-428C1C38544D}" presName="node" presStyleLbl="node1" presStyleIdx="0" presStyleCnt="5">
        <dgm:presLayoutVars>
          <dgm:bulletEnabled val="1"/>
        </dgm:presLayoutVars>
      </dgm:prSet>
      <dgm:spPr/>
    </dgm:pt>
    <dgm:pt modelId="{CE61B674-C2FD-A843-A5A9-76C534DD7123}" type="pres">
      <dgm:prSet presAssocID="{0170840E-1A2D-45D3-B13B-D5712EBC06D2}" presName="sibTrans" presStyleLbl="sibTrans1D1" presStyleIdx="0" presStyleCnt="4"/>
      <dgm:spPr/>
    </dgm:pt>
    <dgm:pt modelId="{FB69667F-DF35-2540-9A89-C51BD4E08A13}" type="pres">
      <dgm:prSet presAssocID="{0170840E-1A2D-45D3-B13B-D5712EBC06D2}" presName="connectorText" presStyleLbl="sibTrans1D1" presStyleIdx="0" presStyleCnt="4"/>
      <dgm:spPr/>
    </dgm:pt>
    <dgm:pt modelId="{347990A5-7908-7D4E-8D6C-35A6988897DF}" type="pres">
      <dgm:prSet presAssocID="{F4BDC8FB-9C00-4CF8-B002-84819F354D70}" presName="node" presStyleLbl="node1" presStyleIdx="1" presStyleCnt="5">
        <dgm:presLayoutVars>
          <dgm:bulletEnabled val="1"/>
        </dgm:presLayoutVars>
      </dgm:prSet>
      <dgm:spPr/>
    </dgm:pt>
    <dgm:pt modelId="{DEA0C88E-C04B-734A-8EDB-3B11EA378C04}" type="pres">
      <dgm:prSet presAssocID="{FC979169-35E9-4DAF-9183-AD8A4C6002BD}" presName="sibTrans" presStyleLbl="sibTrans1D1" presStyleIdx="1" presStyleCnt="4"/>
      <dgm:spPr/>
    </dgm:pt>
    <dgm:pt modelId="{FB44C9F7-0476-E24A-A017-C8DA0DBAF8B8}" type="pres">
      <dgm:prSet presAssocID="{FC979169-35E9-4DAF-9183-AD8A4C6002BD}" presName="connectorText" presStyleLbl="sibTrans1D1" presStyleIdx="1" presStyleCnt="4"/>
      <dgm:spPr/>
    </dgm:pt>
    <dgm:pt modelId="{8AEB50BA-95B3-9842-9809-024C6D7BA4E1}" type="pres">
      <dgm:prSet presAssocID="{160909E8-678C-45EA-B7D9-663F4E6D9F4B}" presName="node" presStyleLbl="node1" presStyleIdx="2" presStyleCnt="5">
        <dgm:presLayoutVars>
          <dgm:bulletEnabled val="1"/>
        </dgm:presLayoutVars>
      </dgm:prSet>
      <dgm:spPr/>
    </dgm:pt>
    <dgm:pt modelId="{DFF42EB8-C01B-6D48-A991-C80B56909870}" type="pres">
      <dgm:prSet presAssocID="{B9FD56BA-B04D-4D04-8D74-D43122062979}" presName="sibTrans" presStyleLbl="sibTrans1D1" presStyleIdx="2" presStyleCnt="4"/>
      <dgm:spPr/>
    </dgm:pt>
    <dgm:pt modelId="{0AA867E3-8E9E-5643-89E9-99C647237DF6}" type="pres">
      <dgm:prSet presAssocID="{B9FD56BA-B04D-4D04-8D74-D43122062979}" presName="connectorText" presStyleLbl="sibTrans1D1" presStyleIdx="2" presStyleCnt="4"/>
      <dgm:spPr/>
    </dgm:pt>
    <dgm:pt modelId="{A4B69A75-E953-D14B-841C-13C9CAEE652F}" type="pres">
      <dgm:prSet presAssocID="{0097946B-090A-4B22-B514-A2B014F9CE98}" presName="node" presStyleLbl="node1" presStyleIdx="3" presStyleCnt="5">
        <dgm:presLayoutVars>
          <dgm:bulletEnabled val="1"/>
        </dgm:presLayoutVars>
      </dgm:prSet>
      <dgm:spPr/>
    </dgm:pt>
    <dgm:pt modelId="{66CEC769-A6A7-D245-AEE2-93049BF9F878}" type="pres">
      <dgm:prSet presAssocID="{7BB65E22-CC68-4E8D-8B54-A482CDCDF2D3}" presName="sibTrans" presStyleLbl="sibTrans1D1" presStyleIdx="3" presStyleCnt="4"/>
      <dgm:spPr/>
    </dgm:pt>
    <dgm:pt modelId="{83F111C3-C874-9C44-BC42-CE59A7A8CAD9}" type="pres">
      <dgm:prSet presAssocID="{7BB65E22-CC68-4E8D-8B54-A482CDCDF2D3}" presName="connectorText" presStyleLbl="sibTrans1D1" presStyleIdx="3" presStyleCnt="4"/>
      <dgm:spPr/>
    </dgm:pt>
    <dgm:pt modelId="{C5BD7F1B-D2CA-EB4D-A71F-E25449BA2FC3}" type="pres">
      <dgm:prSet presAssocID="{70F3DEDE-3F35-4EC3-A41C-A7EC69161946}" presName="node" presStyleLbl="node1" presStyleIdx="4" presStyleCnt="5">
        <dgm:presLayoutVars>
          <dgm:bulletEnabled val="1"/>
        </dgm:presLayoutVars>
      </dgm:prSet>
      <dgm:spPr/>
    </dgm:pt>
  </dgm:ptLst>
  <dgm:cxnLst>
    <dgm:cxn modelId="{5A445C0A-29BA-C14E-95AA-B5761CFF780D}" type="presOf" srcId="{70F3DEDE-3F35-4EC3-A41C-A7EC69161946}" destId="{C5BD7F1B-D2CA-EB4D-A71F-E25449BA2FC3}" srcOrd="0" destOrd="0" presId="urn:microsoft.com/office/officeart/2005/8/layout/bProcess3"/>
    <dgm:cxn modelId="{A388A818-FC83-FE4B-90AB-BFFBE3C64286}" type="presOf" srcId="{B9FD56BA-B04D-4D04-8D74-D43122062979}" destId="{DFF42EB8-C01B-6D48-A991-C80B56909870}" srcOrd="0" destOrd="0" presId="urn:microsoft.com/office/officeart/2005/8/layout/bProcess3"/>
    <dgm:cxn modelId="{F7862C1D-E0A6-C348-AB8E-E5EB512011D6}" type="presOf" srcId="{FC979169-35E9-4DAF-9183-AD8A4C6002BD}" destId="{DEA0C88E-C04B-734A-8EDB-3B11EA378C04}" srcOrd="0" destOrd="0" presId="urn:microsoft.com/office/officeart/2005/8/layout/bProcess3"/>
    <dgm:cxn modelId="{A6409220-6739-7C4A-A286-1117E7668F97}" type="presOf" srcId="{7BB65E22-CC68-4E8D-8B54-A482CDCDF2D3}" destId="{66CEC769-A6A7-D245-AEE2-93049BF9F878}" srcOrd="0" destOrd="0" presId="urn:microsoft.com/office/officeart/2005/8/layout/bProcess3"/>
    <dgm:cxn modelId="{D2E63733-0836-4AF9-A056-5A7D89F9C5D9}" srcId="{7285CA90-3F3E-4D8D-AB7E-7E7DCCA3085B}" destId="{160909E8-678C-45EA-B7D9-663F4E6D9F4B}" srcOrd="2" destOrd="0" parTransId="{8FE82EAB-8690-4BE9-9CE9-33FCCFB4339A}" sibTransId="{B9FD56BA-B04D-4D04-8D74-D43122062979}"/>
    <dgm:cxn modelId="{BAC0BB40-375E-BC46-8777-DBC0BD564A4F}" type="presOf" srcId="{7285CA90-3F3E-4D8D-AB7E-7E7DCCA3085B}" destId="{8A9067B2-EB30-3948-8781-9B95C3DF45DF}" srcOrd="0" destOrd="0" presId="urn:microsoft.com/office/officeart/2005/8/layout/bProcess3"/>
    <dgm:cxn modelId="{15856D46-FC15-4EAF-ABFB-3A333334D59F}" srcId="{7285CA90-3F3E-4D8D-AB7E-7E7DCCA3085B}" destId="{70F3DEDE-3F35-4EC3-A41C-A7EC69161946}" srcOrd="4" destOrd="0" parTransId="{74516AEE-EBCD-483E-AA68-6D6F536CC805}" sibTransId="{497B19E7-97D0-4A28-93AF-264EEAB03D33}"/>
    <dgm:cxn modelId="{3902C160-8F5C-44F5-8BFF-B27C5E808317}" srcId="{7285CA90-3F3E-4D8D-AB7E-7E7DCCA3085B}" destId="{1AD4B200-7AC9-4DDA-A4FB-428C1C38544D}" srcOrd="0" destOrd="0" parTransId="{275497F1-CABD-4596-A739-7FBB9913104D}" sibTransId="{0170840E-1A2D-45D3-B13B-D5712EBC06D2}"/>
    <dgm:cxn modelId="{4D045778-3524-F240-8755-D1D5F1CDB4C6}" type="presOf" srcId="{0170840E-1A2D-45D3-B13B-D5712EBC06D2}" destId="{CE61B674-C2FD-A843-A5A9-76C534DD7123}" srcOrd="0" destOrd="0" presId="urn:microsoft.com/office/officeart/2005/8/layout/bProcess3"/>
    <dgm:cxn modelId="{2115F582-2737-F043-8818-8E4B8FD28018}" type="presOf" srcId="{1AD4B200-7AC9-4DDA-A4FB-428C1C38544D}" destId="{486A56DA-B22D-CA42-BEA5-6891849676BA}" srcOrd="0" destOrd="0" presId="urn:microsoft.com/office/officeart/2005/8/layout/bProcess3"/>
    <dgm:cxn modelId="{7737538B-5BFA-4B62-91BD-EA9F8480BBA6}" srcId="{7285CA90-3F3E-4D8D-AB7E-7E7DCCA3085B}" destId="{F4BDC8FB-9C00-4CF8-B002-84819F354D70}" srcOrd="1" destOrd="0" parTransId="{6C2B66C2-4FF3-42C5-B6FE-05A1149F8D3D}" sibTransId="{FC979169-35E9-4DAF-9183-AD8A4C6002BD}"/>
    <dgm:cxn modelId="{B3E0538B-55EF-374C-A91D-B6EBF33D3C09}" type="presOf" srcId="{0097946B-090A-4B22-B514-A2B014F9CE98}" destId="{A4B69A75-E953-D14B-841C-13C9CAEE652F}" srcOrd="0" destOrd="0" presId="urn:microsoft.com/office/officeart/2005/8/layout/bProcess3"/>
    <dgm:cxn modelId="{2A49618F-1CAB-534B-9BD6-CCC2CE66891C}" type="presOf" srcId="{B9FD56BA-B04D-4D04-8D74-D43122062979}" destId="{0AA867E3-8E9E-5643-89E9-99C647237DF6}" srcOrd="1" destOrd="0" presId="urn:microsoft.com/office/officeart/2005/8/layout/bProcess3"/>
    <dgm:cxn modelId="{762CDB99-B20A-DD45-97B0-AED25ABB6B24}" type="presOf" srcId="{F4BDC8FB-9C00-4CF8-B002-84819F354D70}" destId="{347990A5-7908-7D4E-8D6C-35A6988897DF}" srcOrd="0" destOrd="0" presId="urn:microsoft.com/office/officeart/2005/8/layout/bProcess3"/>
    <dgm:cxn modelId="{9DF919AB-8B34-45C0-A86B-71F8C98C87B5}" srcId="{7285CA90-3F3E-4D8D-AB7E-7E7DCCA3085B}" destId="{0097946B-090A-4B22-B514-A2B014F9CE98}" srcOrd="3" destOrd="0" parTransId="{86B44530-4AF7-4E21-B5C3-AB85B3A80CEA}" sibTransId="{7BB65E22-CC68-4E8D-8B54-A482CDCDF2D3}"/>
    <dgm:cxn modelId="{4AF81EC8-E1C4-5846-9853-64C335FD77B8}" type="presOf" srcId="{0170840E-1A2D-45D3-B13B-D5712EBC06D2}" destId="{FB69667F-DF35-2540-9A89-C51BD4E08A13}" srcOrd="1" destOrd="0" presId="urn:microsoft.com/office/officeart/2005/8/layout/bProcess3"/>
    <dgm:cxn modelId="{439D83D5-2850-C34C-9F3F-4C7B75F24DCF}" type="presOf" srcId="{FC979169-35E9-4DAF-9183-AD8A4C6002BD}" destId="{FB44C9F7-0476-E24A-A017-C8DA0DBAF8B8}" srcOrd="1" destOrd="0" presId="urn:microsoft.com/office/officeart/2005/8/layout/bProcess3"/>
    <dgm:cxn modelId="{F2BBEAD9-E48A-B441-BF7C-E2F7A9C721A0}" type="presOf" srcId="{7BB65E22-CC68-4E8D-8B54-A482CDCDF2D3}" destId="{83F111C3-C874-9C44-BC42-CE59A7A8CAD9}" srcOrd="1" destOrd="0" presId="urn:microsoft.com/office/officeart/2005/8/layout/bProcess3"/>
    <dgm:cxn modelId="{38A361EC-D309-ED41-80BD-861FC6B72442}" type="presOf" srcId="{160909E8-678C-45EA-B7D9-663F4E6D9F4B}" destId="{8AEB50BA-95B3-9842-9809-024C6D7BA4E1}" srcOrd="0" destOrd="0" presId="urn:microsoft.com/office/officeart/2005/8/layout/bProcess3"/>
    <dgm:cxn modelId="{697D3D96-67FA-7044-9FAD-E74C296354AF}" type="presParOf" srcId="{8A9067B2-EB30-3948-8781-9B95C3DF45DF}" destId="{486A56DA-B22D-CA42-BEA5-6891849676BA}" srcOrd="0" destOrd="0" presId="urn:microsoft.com/office/officeart/2005/8/layout/bProcess3"/>
    <dgm:cxn modelId="{9430A338-B8D1-6849-8801-2BB532FCCB47}" type="presParOf" srcId="{8A9067B2-EB30-3948-8781-9B95C3DF45DF}" destId="{CE61B674-C2FD-A843-A5A9-76C534DD7123}" srcOrd="1" destOrd="0" presId="urn:microsoft.com/office/officeart/2005/8/layout/bProcess3"/>
    <dgm:cxn modelId="{48E8DCA6-B49D-F04D-8F46-F594DBCB0155}" type="presParOf" srcId="{CE61B674-C2FD-A843-A5A9-76C534DD7123}" destId="{FB69667F-DF35-2540-9A89-C51BD4E08A13}" srcOrd="0" destOrd="0" presId="urn:microsoft.com/office/officeart/2005/8/layout/bProcess3"/>
    <dgm:cxn modelId="{154DF953-D617-2D4F-AA51-F4E07C16413D}" type="presParOf" srcId="{8A9067B2-EB30-3948-8781-9B95C3DF45DF}" destId="{347990A5-7908-7D4E-8D6C-35A6988897DF}" srcOrd="2" destOrd="0" presId="urn:microsoft.com/office/officeart/2005/8/layout/bProcess3"/>
    <dgm:cxn modelId="{B31A190D-8D49-B946-BD24-5F2572F6D70B}" type="presParOf" srcId="{8A9067B2-EB30-3948-8781-9B95C3DF45DF}" destId="{DEA0C88E-C04B-734A-8EDB-3B11EA378C04}" srcOrd="3" destOrd="0" presId="urn:microsoft.com/office/officeart/2005/8/layout/bProcess3"/>
    <dgm:cxn modelId="{02EB9477-912F-3044-98D8-8CE073B3B3F4}" type="presParOf" srcId="{DEA0C88E-C04B-734A-8EDB-3B11EA378C04}" destId="{FB44C9F7-0476-E24A-A017-C8DA0DBAF8B8}" srcOrd="0" destOrd="0" presId="urn:microsoft.com/office/officeart/2005/8/layout/bProcess3"/>
    <dgm:cxn modelId="{0458140C-7FCD-4344-BB16-C878A73C0A7A}" type="presParOf" srcId="{8A9067B2-EB30-3948-8781-9B95C3DF45DF}" destId="{8AEB50BA-95B3-9842-9809-024C6D7BA4E1}" srcOrd="4" destOrd="0" presId="urn:microsoft.com/office/officeart/2005/8/layout/bProcess3"/>
    <dgm:cxn modelId="{3BD0BF6D-64A7-A04B-87E4-1D969B52FFB0}" type="presParOf" srcId="{8A9067B2-EB30-3948-8781-9B95C3DF45DF}" destId="{DFF42EB8-C01B-6D48-A991-C80B56909870}" srcOrd="5" destOrd="0" presId="urn:microsoft.com/office/officeart/2005/8/layout/bProcess3"/>
    <dgm:cxn modelId="{92848116-2F73-B64F-AD4A-0019CE4399C1}" type="presParOf" srcId="{DFF42EB8-C01B-6D48-A991-C80B56909870}" destId="{0AA867E3-8E9E-5643-89E9-99C647237DF6}" srcOrd="0" destOrd="0" presId="urn:microsoft.com/office/officeart/2005/8/layout/bProcess3"/>
    <dgm:cxn modelId="{CDE840D0-9971-3A4F-A6D3-766CA50D39E2}" type="presParOf" srcId="{8A9067B2-EB30-3948-8781-9B95C3DF45DF}" destId="{A4B69A75-E953-D14B-841C-13C9CAEE652F}" srcOrd="6" destOrd="0" presId="urn:microsoft.com/office/officeart/2005/8/layout/bProcess3"/>
    <dgm:cxn modelId="{AEE67DAF-80DE-3A48-AD75-C32E74D7C74B}" type="presParOf" srcId="{8A9067B2-EB30-3948-8781-9B95C3DF45DF}" destId="{66CEC769-A6A7-D245-AEE2-93049BF9F878}" srcOrd="7" destOrd="0" presId="urn:microsoft.com/office/officeart/2005/8/layout/bProcess3"/>
    <dgm:cxn modelId="{EE783153-5705-4341-8BEE-F6628B8130AA}" type="presParOf" srcId="{66CEC769-A6A7-D245-AEE2-93049BF9F878}" destId="{83F111C3-C874-9C44-BC42-CE59A7A8CAD9}" srcOrd="0" destOrd="0" presId="urn:microsoft.com/office/officeart/2005/8/layout/bProcess3"/>
    <dgm:cxn modelId="{8287A4BA-6188-A74F-9D72-CAEA8A03FF5D}" type="presParOf" srcId="{8A9067B2-EB30-3948-8781-9B95C3DF45DF}" destId="{C5BD7F1B-D2CA-EB4D-A71F-E25449BA2FC3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2378450D-BB09-44D8-A0A0-20134C1722A6}" type="doc">
      <dgm:prSet loTypeId="urn:microsoft.com/office/officeart/2005/8/layout/bProcess4" qsTypeId="urn:microsoft.com/office/officeart/2005/8/quickstyle/simple2" csTypeId="urn:microsoft.com/office/officeart/2005/8/colors/accent1_2"/>
      <dgm:spPr/>
    </dgm:pt>
    <dgm:pt modelId="{76D7E743-1660-4AE7-906F-539FD9F68519}">
      <dgm:prSet/>
      <dgm:spPr/>
      <dgm:t>
        <a:bodyPr/>
        <a:lstStyle/>
        <a:p>
          <a:r>
            <a:t>Discover</a:t>
          </a:r>
        </a:p>
      </dgm:t>
    </dgm:pt>
    <dgm:pt modelId="{E185166B-8E06-4C82-BDC0-539D33CA2038}" type="parTrans" cxnId="{6F7107AD-05D4-4D0D-83E2-2EF85EC49037}">
      <dgm:prSet/>
      <dgm:spPr/>
      <dgm:t>
        <a:bodyPr/>
        <a:lstStyle/>
        <a:p>
          <a:endParaRPr/>
        </a:p>
      </dgm:t>
    </dgm:pt>
    <dgm:pt modelId="{B912337F-158A-478C-A18F-C31D119EA004}" type="sibTrans" cxnId="{6F7107AD-05D4-4D0D-83E2-2EF85EC49037}">
      <dgm:prSet/>
      <dgm:spPr/>
      <dgm:t>
        <a:bodyPr/>
        <a:lstStyle/>
        <a:p>
          <a:endParaRPr/>
        </a:p>
      </dgm:t>
    </dgm:pt>
    <dgm:pt modelId="{F238801A-5C75-4310-95E4-CBE54E3E3DB5}">
      <dgm:prSet/>
      <dgm:spPr/>
      <dgm:t>
        <a:bodyPr/>
        <a:lstStyle/>
        <a:p>
          <a:r>
            <a:t>Define</a:t>
          </a:r>
        </a:p>
      </dgm:t>
    </dgm:pt>
    <dgm:pt modelId="{DC3ECBD7-2CAF-4ED9-8F22-CDBA90D29665}" type="parTrans" cxnId="{D8AE5ED1-8355-4F1E-851A-41E69F54B11A}">
      <dgm:prSet/>
      <dgm:spPr/>
      <dgm:t>
        <a:bodyPr/>
        <a:lstStyle/>
        <a:p>
          <a:endParaRPr/>
        </a:p>
      </dgm:t>
    </dgm:pt>
    <dgm:pt modelId="{FE682B1B-DEEC-4577-AE0A-F2328F89BF0B}" type="sibTrans" cxnId="{D8AE5ED1-8355-4F1E-851A-41E69F54B11A}">
      <dgm:prSet/>
      <dgm:spPr/>
      <dgm:t>
        <a:bodyPr/>
        <a:lstStyle/>
        <a:p>
          <a:endParaRPr/>
        </a:p>
      </dgm:t>
    </dgm:pt>
    <dgm:pt modelId="{1B31AAB2-E818-4AE5-B391-C43AA4EA54CD}">
      <dgm:prSet/>
      <dgm:spPr/>
      <dgm:t>
        <a:bodyPr/>
        <a:lstStyle/>
        <a:p>
          <a:r>
            <a:t>Build</a:t>
          </a:r>
        </a:p>
      </dgm:t>
    </dgm:pt>
    <dgm:pt modelId="{202AB917-B4DD-455A-BA7D-44DB503EE6D0}" type="parTrans" cxnId="{C224ECD5-233A-446B-8D54-A2D11B711FAC}">
      <dgm:prSet/>
      <dgm:spPr/>
      <dgm:t>
        <a:bodyPr/>
        <a:lstStyle/>
        <a:p>
          <a:endParaRPr/>
        </a:p>
      </dgm:t>
    </dgm:pt>
    <dgm:pt modelId="{90394883-8372-4206-BB57-8F55724D12B4}" type="sibTrans" cxnId="{C224ECD5-233A-446B-8D54-A2D11B711FAC}">
      <dgm:prSet/>
      <dgm:spPr/>
      <dgm:t>
        <a:bodyPr/>
        <a:lstStyle/>
        <a:p>
          <a:endParaRPr/>
        </a:p>
      </dgm:t>
    </dgm:pt>
    <dgm:pt modelId="{C1DF0698-8B65-4D6B-9872-213F0EA2625C}">
      <dgm:prSet/>
      <dgm:spPr/>
      <dgm:t>
        <a:bodyPr/>
        <a:lstStyle/>
        <a:p>
          <a:r>
            <a:t>Launch</a:t>
          </a:r>
        </a:p>
      </dgm:t>
    </dgm:pt>
    <dgm:pt modelId="{DD902632-7DF8-47E7-88AD-D82FD25C4A90}" type="parTrans" cxnId="{940C9A50-E89F-421E-957E-40A9D2A1D263}">
      <dgm:prSet/>
      <dgm:spPr/>
      <dgm:t>
        <a:bodyPr/>
        <a:lstStyle/>
        <a:p>
          <a:endParaRPr/>
        </a:p>
      </dgm:t>
    </dgm:pt>
    <dgm:pt modelId="{7FC5B3EA-193A-499B-B27B-4DF3BA7E3278}" type="sibTrans" cxnId="{940C9A50-E89F-421E-957E-40A9D2A1D263}">
      <dgm:prSet/>
      <dgm:spPr/>
      <dgm:t>
        <a:bodyPr/>
        <a:lstStyle/>
        <a:p>
          <a:endParaRPr/>
        </a:p>
      </dgm:t>
    </dgm:pt>
    <dgm:pt modelId="{2468D93F-5139-4F20-BE2C-97E7FF210975}">
      <dgm:prSet/>
      <dgm:spPr/>
      <dgm:t>
        <a:bodyPr/>
        <a:lstStyle/>
        <a:p>
          <a:r>
            <a:t>Learn</a:t>
          </a:r>
        </a:p>
      </dgm:t>
    </dgm:pt>
    <dgm:pt modelId="{14F79586-C4BA-49AC-9E17-A67792418176}" type="parTrans" cxnId="{683B1ED1-2E3E-4FA5-BC64-3C036E5129BA}">
      <dgm:prSet/>
      <dgm:spPr/>
      <dgm:t>
        <a:bodyPr/>
        <a:lstStyle/>
        <a:p>
          <a:endParaRPr/>
        </a:p>
      </dgm:t>
    </dgm:pt>
    <dgm:pt modelId="{54429429-079D-45C5-AFE5-0C6239784B69}" type="sibTrans" cxnId="{683B1ED1-2E3E-4FA5-BC64-3C036E5129BA}">
      <dgm:prSet/>
      <dgm:spPr/>
      <dgm:t>
        <a:bodyPr/>
        <a:lstStyle/>
        <a:p>
          <a:endParaRPr/>
        </a:p>
      </dgm:t>
    </dgm:pt>
    <dgm:pt modelId="{3900D284-2F03-8D46-9184-37FF66C2EFA1}" type="pres">
      <dgm:prSet presAssocID="{2378450D-BB09-44D8-A0A0-20134C1722A6}" presName="Name0" presStyleCnt="0">
        <dgm:presLayoutVars>
          <dgm:dir/>
          <dgm:resizeHandles/>
        </dgm:presLayoutVars>
      </dgm:prSet>
      <dgm:spPr/>
    </dgm:pt>
    <dgm:pt modelId="{9EDF7652-2D78-9F45-B96A-13CDA5C0318E}" type="pres">
      <dgm:prSet presAssocID="{76D7E743-1660-4AE7-906F-539FD9F68519}" presName="compNode" presStyleCnt="0"/>
      <dgm:spPr/>
    </dgm:pt>
    <dgm:pt modelId="{271870F7-EAE1-C848-9627-23CC9BF496DA}" type="pres">
      <dgm:prSet presAssocID="{76D7E743-1660-4AE7-906F-539FD9F68519}" presName="dummyConnPt" presStyleCnt="0"/>
      <dgm:spPr/>
    </dgm:pt>
    <dgm:pt modelId="{B7E76F90-B4DC-0146-B987-1EB7CF948028}" type="pres">
      <dgm:prSet presAssocID="{76D7E743-1660-4AE7-906F-539FD9F68519}" presName="node" presStyleLbl="node1" presStyleIdx="0" presStyleCnt="5">
        <dgm:presLayoutVars>
          <dgm:bulletEnabled val="1"/>
        </dgm:presLayoutVars>
      </dgm:prSet>
      <dgm:spPr/>
    </dgm:pt>
    <dgm:pt modelId="{9D8582AD-C729-5842-8D41-0024C1A9078D}" type="pres">
      <dgm:prSet presAssocID="{B912337F-158A-478C-A18F-C31D119EA004}" presName="sibTrans" presStyleLbl="bgSibTrans2D1" presStyleIdx="0" presStyleCnt="4"/>
      <dgm:spPr/>
    </dgm:pt>
    <dgm:pt modelId="{F54F96B5-DAFB-1149-BCAA-05B82BE42E4E}" type="pres">
      <dgm:prSet presAssocID="{F238801A-5C75-4310-95E4-CBE54E3E3DB5}" presName="compNode" presStyleCnt="0"/>
      <dgm:spPr/>
    </dgm:pt>
    <dgm:pt modelId="{0390CC2D-E173-AF4C-9FC9-65F02611AE9E}" type="pres">
      <dgm:prSet presAssocID="{F238801A-5C75-4310-95E4-CBE54E3E3DB5}" presName="dummyConnPt" presStyleCnt="0"/>
      <dgm:spPr/>
    </dgm:pt>
    <dgm:pt modelId="{DF251B5B-7FB4-C549-A06E-23A0C7309361}" type="pres">
      <dgm:prSet presAssocID="{F238801A-5C75-4310-95E4-CBE54E3E3DB5}" presName="node" presStyleLbl="node1" presStyleIdx="1" presStyleCnt="5">
        <dgm:presLayoutVars>
          <dgm:bulletEnabled val="1"/>
        </dgm:presLayoutVars>
      </dgm:prSet>
      <dgm:spPr/>
    </dgm:pt>
    <dgm:pt modelId="{32A9CE7B-BF9D-834C-BEA4-7F49E64BA3DA}" type="pres">
      <dgm:prSet presAssocID="{FE682B1B-DEEC-4577-AE0A-F2328F89BF0B}" presName="sibTrans" presStyleLbl="bgSibTrans2D1" presStyleIdx="1" presStyleCnt="4"/>
      <dgm:spPr/>
    </dgm:pt>
    <dgm:pt modelId="{8C9371DD-63A7-804F-B5F2-D25DFF613E23}" type="pres">
      <dgm:prSet presAssocID="{1B31AAB2-E818-4AE5-B391-C43AA4EA54CD}" presName="compNode" presStyleCnt="0"/>
      <dgm:spPr/>
    </dgm:pt>
    <dgm:pt modelId="{A98B9755-1471-2345-9C3C-7A6EB3F380E8}" type="pres">
      <dgm:prSet presAssocID="{1B31AAB2-E818-4AE5-B391-C43AA4EA54CD}" presName="dummyConnPt" presStyleCnt="0"/>
      <dgm:spPr/>
    </dgm:pt>
    <dgm:pt modelId="{A5DD760C-962B-8C41-9DB8-EB2684F075AE}" type="pres">
      <dgm:prSet presAssocID="{1B31AAB2-E818-4AE5-B391-C43AA4EA54CD}" presName="node" presStyleLbl="node1" presStyleIdx="2" presStyleCnt="5">
        <dgm:presLayoutVars>
          <dgm:bulletEnabled val="1"/>
        </dgm:presLayoutVars>
      </dgm:prSet>
      <dgm:spPr/>
    </dgm:pt>
    <dgm:pt modelId="{987B4B5B-9F5C-CF47-8A7B-A534BF4A8D1E}" type="pres">
      <dgm:prSet presAssocID="{90394883-8372-4206-BB57-8F55724D12B4}" presName="sibTrans" presStyleLbl="bgSibTrans2D1" presStyleIdx="2" presStyleCnt="4"/>
      <dgm:spPr/>
    </dgm:pt>
    <dgm:pt modelId="{0EC5FFCA-6A0A-6347-A447-0CD276593176}" type="pres">
      <dgm:prSet presAssocID="{C1DF0698-8B65-4D6B-9872-213F0EA2625C}" presName="compNode" presStyleCnt="0"/>
      <dgm:spPr/>
    </dgm:pt>
    <dgm:pt modelId="{DB5D32E1-EE52-6142-980A-AA660B2B7E03}" type="pres">
      <dgm:prSet presAssocID="{C1DF0698-8B65-4D6B-9872-213F0EA2625C}" presName="dummyConnPt" presStyleCnt="0"/>
      <dgm:spPr/>
    </dgm:pt>
    <dgm:pt modelId="{526CB05B-701C-B642-8B30-1D69C6E11CEC}" type="pres">
      <dgm:prSet presAssocID="{C1DF0698-8B65-4D6B-9872-213F0EA2625C}" presName="node" presStyleLbl="node1" presStyleIdx="3" presStyleCnt="5">
        <dgm:presLayoutVars>
          <dgm:bulletEnabled val="1"/>
        </dgm:presLayoutVars>
      </dgm:prSet>
      <dgm:spPr/>
    </dgm:pt>
    <dgm:pt modelId="{DFD154DE-00CA-134D-8CD0-BB01C84CC36B}" type="pres">
      <dgm:prSet presAssocID="{7FC5B3EA-193A-499B-B27B-4DF3BA7E3278}" presName="sibTrans" presStyleLbl="bgSibTrans2D1" presStyleIdx="3" presStyleCnt="4"/>
      <dgm:spPr/>
    </dgm:pt>
    <dgm:pt modelId="{00CA45CE-DF94-1C48-86A9-BF134B77D262}" type="pres">
      <dgm:prSet presAssocID="{2468D93F-5139-4F20-BE2C-97E7FF210975}" presName="compNode" presStyleCnt="0"/>
      <dgm:spPr/>
    </dgm:pt>
    <dgm:pt modelId="{50E77A51-284C-904E-AF3D-2188801E1210}" type="pres">
      <dgm:prSet presAssocID="{2468D93F-5139-4F20-BE2C-97E7FF210975}" presName="dummyConnPt" presStyleCnt="0"/>
      <dgm:spPr/>
    </dgm:pt>
    <dgm:pt modelId="{21846BFA-26EF-CB45-A9FB-BC48983C74FD}" type="pres">
      <dgm:prSet presAssocID="{2468D93F-5139-4F20-BE2C-97E7FF210975}" presName="node" presStyleLbl="node1" presStyleIdx="4" presStyleCnt="5">
        <dgm:presLayoutVars>
          <dgm:bulletEnabled val="1"/>
        </dgm:presLayoutVars>
      </dgm:prSet>
      <dgm:spPr/>
    </dgm:pt>
  </dgm:ptLst>
  <dgm:cxnLst>
    <dgm:cxn modelId="{6C794305-64AE-4D45-98A1-4810BC654C1B}" type="presOf" srcId="{7FC5B3EA-193A-499B-B27B-4DF3BA7E3278}" destId="{DFD154DE-00CA-134D-8CD0-BB01C84CC36B}" srcOrd="0" destOrd="0" presId="urn:microsoft.com/office/officeart/2005/8/layout/bProcess4"/>
    <dgm:cxn modelId="{9146AB29-2FD1-F948-995F-F5A4B70152F5}" type="presOf" srcId="{1B31AAB2-E818-4AE5-B391-C43AA4EA54CD}" destId="{A5DD760C-962B-8C41-9DB8-EB2684F075AE}" srcOrd="0" destOrd="0" presId="urn:microsoft.com/office/officeart/2005/8/layout/bProcess4"/>
    <dgm:cxn modelId="{FDDCEC2C-E1D6-0A4A-AD5A-8C9843A76438}" type="presOf" srcId="{C1DF0698-8B65-4D6B-9872-213F0EA2625C}" destId="{526CB05B-701C-B642-8B30-1D69C6E11CEC}" srcOrd="0" destOrd="0" presId="urn:microsoft.com/office/officeart/2005/8/layout/bProcess4"/>
    <dgm:cxn modelId="{940C9A50-E89F-421E-957E-40A9D2A1D263}" srcId="{2378450D-BB09-44D8-A0A0-20134C1722A6}" destId="{C1DF0698-8B65-4D6B-9872-213F0EA2625C}" srcOrd="3" destOrd="0" parTransId="{DD902632-7DF8-47E7-88AD-D82FD25C4A90}" sibTransId="{7FC5B3EA-193A-499B-B27B-4DF3BA7E3278}"/>
    <dgm:cxn modelId="{09467072-4E45-C04D-A5D5-44352BAA47F6}" type="presOf" srcId="{90394883-8372-4206-BB57-8F55724D12B4}" destId="{987B4B5B-9F5C-CF47-8A7B-A534BF4A8D1E}" srcOrd="0" destOrd="0" presId="urn:microsoft.com/office/officeart/2005/8/layout/bProcess4"/>
    <dgm:cxn modelId="{0E5B2E9D-D721-5A49-9CD5-7542E8E61093}" type="presOf" srcId="{B912337F-158A-478C-A18F-C31D119EA004}" destId="{9D8582AD-C729-5842-8D41-0024C1A9078D}" srcOrd="0" destOrd="0" presId="urn:microsoft.com/office/officeart/2005/8/layout/bProcess4"/>
    <dgm:cxn modelId="{C3D2D9AB-380A-0143-ABDB-D43AD97A966A}" type="presOf" srcId="{F238801A-5C75-4310-95E4-CBE54E3E3DB5}" destId="{DF251B5B-7FB4-C549-A06E-23A0C7309361}" srcOrd="0" destOrd="0" presId="urn:microsoft.com/office/officeart/2005/8/layout/bProcess4"/>
    <dgm:cxn modelId="{6F7107AD-05D4-4D0D-83E2-2EF85EC49037}" srcId="{2378450D-BB09-44D8-A0A0-20134C1722A6}" destId="{76D7E743-1660-4AE7-906F-539FD9F68519}" srcOrd="0" destOrd="0" parTransId="{E185166B-8E06-4C82-BDC0-539D33CA2038}" sibTransId="{B912337F-158A-478C-A18F-C31D119EA004}"/>
    <dgm:cxn modelId="{CD2FADB3-222F-BE4D-847B-E62B49CEA179}" type="presOf" srcId="{FE682B1B-DEEC-4577-AE0A-F2328F89BF0B}" destId="{32A9CE7B-BF9D-834C-BEA4-7F49E64BA3DA}" srcOrd="0" destOrd="0" presId="urn:microsoft.com/office/officeart/2005/8/layout/bProcess4"/>
    <dgm:cxn modelId="{9B32EFBB-6E6E-CE46-91A0-F970B302FA4D}" type="presOf" srcId="{76D7E743-1660-4AE7-906F-539FD9F68519}" destId="{B7E76F90-B4DC-0146-B987-1EB7CF948028}" srcOrd="0" destOrd="0" presId="urn:microsoft.com/office/officeart/2005/8/layout/bProcess4"/>
    <dgm:cxn modelId="{B4BE2EC9-6B3A-0247-9543-1EA3AA488DF6}" type="presOf" srcId="{2378450D-BB09-44D8-A0A0-20134C1722A6}" destId="{3900D284-2F03-8D46-9184-37FF66C2EFA1}" srcOrd="0" destOrd="0" presId="urn:microsoft.com/office/officeart/2005/8/layout/bProcess4"/>
    <dgm:cxn modelId="{BB3405D1-4446-0A4B-84CA-0C9ED45124C6}" type="presOf" srcId="{2468D93F-5139-4F20-BE2C-97E7FF210975}" destId="{21846BFA-26EF-CB45-A9FB-BC48983C74FD}" srcOrd="0" destOrd="0" presId="urn:microsoft.com/office/officeart/2005/8/layout/bProcess4"/>
    <dgm:cxn modelId="{683B1ED1-2E3E-4FA5-BC64-3C036E5129BA}" srcId="{2378450D-BB09-44D8-A0A0-20134C1722A6}" destId="{2468D93F-5139-4F20-BE2C-97E7FF210975}" srcOrd="4" destOrd="0" parTransId="{14F79586-C4BA-49AC-9E17-A67792418176}" sibTransId="{54429429-079D-45C5-AFE5-0C6239784B69}"/>
    <dgm:cxn modelId="{D8AE5ED1-8355-4F1E-851A-41E69F54B11A}" srcId="{2378450D-BB09-44D8-A0A0-20134C1722A6}" destId="{F238801A-5C75-4310-95E4-CBE54E3E3DB5}" srcOrd="1" destOrd="0" parTransId="{DC3ECBD7-2CAF-4ED9-8F22-CDBA90D29665}" sibTransId="{FE682B1B-DEEC-4577-AE0A-F2328F89BF0B}"/>
    <dgm:cxn modelId="{C224ECD5-233A-446B-8D54-A2D11B711FAC}" srcId="{2378450D-BB09-44D8-A0A0-20134C1722A6}" destId="{1B31AAB2-E818-4AE5-B391-C43AA4EA54CD}" srcOrd="2" destOrd="0" parTransId="{202AB917-B4DD-455A-BA7D-44DB503EE6D0}" sibTransId="{90394883-8372-4206-BB57-8F55724D12B4}"/>
    <dgm:cxn modelId="{C16C0446-94DE-B84B-B17E-3978EE3EC7CB}" type="presParOf" srcId="{3900D284-2F03-8D46-9184-37FF66C2EFA1}" destId="{9EDF7652-2D78-9F45-B96A-13CDA5C0318E}" srcOrd="0" destOrd="0" presId="urn:microsoft.com/office/officeart/2005/8/layout/bProcess4"/>
    <dgm:cxn modelId="{12553145-1806-F542-9BBF-9A334C71258C}" type="presParOf" srcId="{9EDF7652-2D78-9F45-B96A-13CDA5C0318E}" destId="{271870F7-EAE1-C848-9627-23CC9BF496DA}" srcOrd="0" destOrd="0" presId="urn:microsoft.com/office/officeart/2005/8/layout/bProcess4"/>
    <dgm:cxn modelId="{4E2BC83D-E04F-8F46-8B67-1818AFCC3CB7}" type="presParOf" srcId="{9EDF7652-2D78-9F45-B96A-13CDA5C0318E}" destId="{B7E76F90-B4DC-0146-B987-1EB7CF948028}" srcOrd="1" destOrd="0" presId="urn:microsoft.com/office/officeart/2005/8/layout/bProcess4"/>
    <dgm:cxn modelId="{2193FA7E-DCC9-464C-9361-4179DE148A45}" type="presParOf" srcId="{3900D284-2F03-8D46-9184-37FF66C2EFA1}" destId="{9D8582AD-C729-5842-8D41-0024C1A9078D}" srcOrd="1" destOrd="0" presId="urn:microsoft.com/office/officeart/2005/8/layout/bProcess4"/>
    <dgm:cxn modelId="{D230479B-A881-BF47-BB9B-513A60D8F646}" type="presParOf" srcId="{3900D284-2F03-8D46-9184-37FF66C2EFA1}" destId="{F54F96B5-DAFB-1149-BCAA-05B82BE42E4E}" srcOrd="2" destOrd="0" presId="urn:microsoft.com/office/officeart/2005/8/layout/bProcess4"/>
    <dgm:cxn modelId="{0CB9E81D-6F8C-F049-876B-25BF1CEA225B}" type="presParOf" srcId="{F54F96B5-DAFB-1149-BCAA-05B82BE42E4E}" destId="{0390CC2D-E173-AF4C-9FC9-65F02611AE9E}" srcOrd="0" destOrd="0" presId="urn:microsoft.com/office/officeart/2005/8/layout/bProcess4"/>
    <dgm:cxn modelId="{D92763A9-B3C7-1F43-92E8-38E6C80B71DE}" type="presParOf" srcId="{F54F96B5-DAFB-1149-BCAA-05B82BE42E4E}" destId="{DF251B5B-7FB4-C549-A06E-23A0C7309361}" srcOrd="1" destOrd="0" presId="urn:microsoft.com/office/officeart/2005/8/layout/bProcess4"/>
    <dgm:cxn modelId="{509E1681-FF38-294D-BB13-FF07D34A1F77}" type="presParOf" srcId="{3900D284-2F03-8D46-9184-37FF66C2EFA1}" destId="{32A9CE7B-BF9D-834C-BEA4-7F49E64BA3DA}" srcOrd="3" destOrd="0" presId="urn:microsoft.com/office/officeart/2005/8/layout/bProcess4"/>
    <dgm:cxn modelId="{E4C81A6C-421B-4B4E-B697-620CCC6A27A8}" type="presParOf" srcId="{3900D284-2F03-8D46-9184-37FF66C2EFA1}" destId="{8C9371DD-63A7-804F-B5F2-D25DFF613E23}" srcOrd="4" destOrd="0" presId="urn:microsoft.com/office/officeart/2005/8/layout/bProcess4"/>
    <dgm:cxn modelId="{42D56681-C0C2-A14D-91FF-348AAFC3D1BB}" type="presParOf" srcId="{8C9371DD-63A7-804F-B5F2-D25DFF613E23}" destId="{A98B9755-1471-2345-9C3C-7A6EB3F380E8}" srcOrd="0" destOrd="0" presId="urn:microsoft.com/office/officeart/2005/8/layout/bProcess4"/>
    <dgm:cxn modelId="{0EA76240-59BA-7740-8BE7-41C3865B220F}" type="presParOf" srcId="{8C9371DD-63A7-804F-B5F2-D25DFF613E23}" destId="{A5DD760C-962B-8C41-9DB8-EB2684F075AE}" srcOrd="1" destOrd="0" presId="urn:microsoft.com/office/officeart/2005/8/layout/bProcess4"/>
    <dgm:cxn modelId="{31846301-C092-F041-BE7D-1D02A4E7F4AB}" type="presParOf" srcId="{3900D284-2F03-8D46-9184-37FF66C2EFA1}" destId="{987B4B5B-9F5C-CF47-8A7B-A534BF4A8D1E}" srcOrd="5" destOrd="0" presId="urn:microsoft.com/office/officeart/2005/8/layout/bProcess4"/>
    <dgm:cxn modelId="{62D252D7-3F49-0846-AA09-1A3637535C00}" type="presParOf" srcId="{3900D284-2F03-8D46-9184-37FF66C2EFA1}" destId="{0EC5FFCA-6A0A-6347-A447-0CD276593176}" srcOrd="6" destOrd="0" presId="urn:microsoft.com/office/officeart/2005/8/layout/bProcess4"/>
    <dgm:cxn modelId="{12E45A8E-D64F-E147-A611-901EA335F6F0}" type="presParOf" srcId="{0EC5FFCA-6A0A-6347-A447-0CD276593176}" destId="{DB5D32E1-EE52-6142-980A-AA660B2B7E03}" srcOrd="0" destOrd="0" presId="urn:microsoft.com/office/officeart/2005/8/layout/bProcess4"/>
    <dgm:cxn modelId="{EE4F14DE-F49F-0A47-9112-6B26EDEEC858}" type="presParOf" srcId="{0EC5FFCA-6A0A-6347-A447-0CD276593176}" destId="{526CB05B-701C-B642-8B30-1D69C6E11CEC}" srcOrd="1" destOrd="0" presId="urn:microsoft.com/office/officeart/2005/8/layout/bProcess4"/>
    <dgm:cxn modelId="{D180BC3E-BBEF-1042-93EC-385D5A617EE6}" type="presParOf" srcId="{3900D284-2F03-8D46-9184-37FF66C2EFA1}" destId="{DFD154DE-00CA-134D-8CD0-BB01C84CC36B}" srcOrd="7" destOrd="0" presId="urn:microsoft.com/office/officeart/2005/8/layout/bProcess4"/>
    <dgm:cxn modelId="{5B075286-0581-ED43-8259-6C5084B65EE6}" type="presParOf" srcId="{3900D284-2F03-8D46-9184-37FF66C2EFA1}" destId="{00CA45CE-DF94-1C48-86A9-BF134B77D262}" srcOrd="8" destOrd="0" presId="urn:microsoft.com/office/officeart/2005/8/layout/bProcess4"/>
    <dgm:cxn modelId="{484116B5-2C7C-8346-998B-DE1AFE7F9ECA}" type="presParOf" srcId="{00CA45CE-DF94-1C48-86A9-BF134B77D262}" destId="{50E77A51-284C-904E-AF3D-2188801E1210}" srcOrd="0" destOrd="0" presId="urn:microsoft.com/office/officeart/2005/8/layout/bProcess4"/>
    <dgm:cxn modelId="{6B93BF2A-951B-7648-B7A3-4332C0287AF3}" type="presParOf" srcId="{00CA45CE-DF94-1C48-86A9-BF134B77D262}" destId="{21846BFA-26EF-CB45-A9FB-BC48983C74FD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C8E9F1BA-B937-4A43-A0D1-C8E16AA01BAA}" type="doc">
      <dgm:prSet loTypeId="urn:microsoft.com/office/officeart/2008/layout/AscendingPictureAccentProcess" qsTypeId="urn:microsoft.com/office/officeart/2005/8/quickstyle/simple2" csTypeId="urn:microsoft.com/office/officeart/2005/8/colors/accent1_2"/>
      <dgm:spPr/>
    </dgm:pt>
    <dgm:pt modelId="{30D8B4F5-3C83-49D6-8F6A-08B13E1E4679}">
      <dgm:prSet/>
      <dgm:spPr/>
      <dgm:t>
        <a:bodyPr/>
        <a:lstStyle/>
        <a:p>
          <a:r>
            <a:t>Discover</a:t>
          </a:r>
        </a:p>
      </dgm:t>
    </dgm:pt>
    <dgm:pt modelId="{4698B361-0D80-4754-909D-D9B42522F320}" type="parTrans" cxnId="{C7DAFBD2-813F-42B1-9462-56345E67A290}">
      <dgm:prSet/>
      <dgm:spPr/>
      <dgm:t>
        <a:bodyPr/>
        <a:lstStyle/>
        <a:p>
          <a:endParaRPr/>
        </a:p>
      </dgm:t>
    </dgm:pt>
    <dgm:pt modelId="{CC3D7A0A-26A9-4580-96FD-72F9480E247C}" type="sibTrans" cxnId="{C7DAFBD2-813F-42B1-9462-56345E67A290}">
      <dgm:prSet/>
      <dgm:spPr/>
      <dgm:t>
        <a:bodyPr/>
        <a:lstStyle/>
        <a:p>
          <a:endParaRPr/>
        </a:p>
      </dgm:t>
    </dgm:pt>
    <dgm:pt modelId="{90330D37-F0A9-4025-9178-10F379B49899}">
      <dgm:prSet/>
      <dgm:spPr/>
      <dgm:t>
        <a:bodyPr/>
        <a:lstStyle/>
        <a:p>
          <a:r>
            <a:t>Define</a:t>
          </a:r>
        </a:p>
      </dgm:t>
    </dgm:pt>
    <dgm:pt modelId="{6C33C183-88D0-409A-9CCF-1AE5FC46AB78}" type="parTrans" cxnId="{640557DA-A4B7-4F6F-B35B-41857ECAFD07}">
      <dgm:prSet/>
      <dgm:spPr/>
      <dgm:t>
        <a:bodyPr/>
        <a:lstStyle/>
        <a:p>
          <a:endParaRPr/>
        </a:p>
      </dgm:t>
    </dgm:pt>
    <dgm:pt modelId="{7CF501DD-926F-4ECF-A7D8-E0E2175CEC89}" type="sibTrans" cxnId="{640557DA-A4B7-4F6F-B35B-41857ECAFD07}">
      <dgm:prSet/>
      <dgm:spPr/>
      <dgm:t>
        <a:bodyPr/>
        <a:lstStyle/>
        <a:p>
          <a:endParaRPr/>
        </a:p>
      </dgm:t>
    </dgm:pt>
    <dgm:pt modelId="{8398D170-D1CB-40F1-A2ED-BEC12BEBF6DD}">
      <dgm:prSet/>
      <dgm:spPr/>
      <dgm:t>
        <a:bodyPr/>
        <a:lstStyle/>
        <a:p>
          <a:r>
            <a:t>Build</a:t>
          </a:r>
        </a:p>
      </dgm:t>
    </dgm:pt>
    <dgm:pt modelId="{33F1D63B-26B9-472C-AA28-9F5681975F75}" type="parTrans" cxnId="{4EA30CBC-00CE-4A20-BBB1-35EA4B734B36}">
      <dgm:prSet/>
      <dgm:spPr/>
      <dgm:t>
        <a:bodyPr/>
        <a:lstStyle/>
        <a:p>
          <a:endParaRPr/>
        </a:p>
      </dgm:t>
    </dgm:pt>
    <dgm:pt modelId="{6AD746FB-71E4-406E-ACDF-2CA6521C183F}" type="sibTrans" cxnId="{4EA30CBC-00CE-4A20-BBB1-35EA4B734B36}">
      <dgm:prSet/>
      <dgm:spPr/>
      <dgm:t>
        <a:bodyPr/>
        <a:lstStyle/>
        <a:p>
          <a:endParaRPr/>
        </a:p>
      </dgm:t>
    </dgm:pt>
    <dgm:pt modelId="{BD98591E-3EA0-4871-921E-531D4928AFF4}">
      <dgm:prSet/>
      <dgm:spPr/>
      <dgm:t>
        <a:bodyPr/>
        <a:lstStyle/>
        <a:p>
          <a:r>
            <a:t>Launch</a:t>
          </a:r>
        </a:p>
      </dgm:t>
    </dgm:pt>
    <dgm:pt modelId="{5BC55A27-D93E-4AE1-9CB4-186F03AAA92F}" type="parTrans" cxnId="{AD449ED3-673A-4E85-8A71-4F6D28188C2C}">
      <dgm:prSet/>
      <dgm:spPr/>
      <dgm:t>
        <a:bodyPr/>
        <a:lstStyle/>
        <a:p>
          <a:endParaRPr/>
        </a:p>
      </dgm:t>
    </dgm:pt>
    <dgm:pt modelId="{7211E88F-9D55-42FD-BD4C-D580A9027AE9}" type="sibTrans" cxnId="{AD449ED3-673A-4E85-8A71-4F6D28188C2C}">
      <dgm:prSet/>
      <dgm:spPr/>
      <dgm:t>
        <a:bodyPr/>
        <a:lstStyle/>
        <a:p>
          <a:endParaRPr/>
        </a:p>
      </dgm:t>
    </dgm:pt>
    <dgm:pt modelId="{A79E7766-4855-4084-B850-47F3794F9181}">
      <dgm:prSet/>
      <dgm:spPr/>
      <dgm:t>
        <a:bodyPr/>
        <a:lstStyle/>
        <a:p>
          <a:r>
            <a:t>Learn</a:t>
          </a:r>
        </a:p>
      </dgm:t>
    </dgm:pt>
    <dgm:pt modelId="{DA0D8B15-430A-4280-91DA-041E726C318D}" type="parTrans" cxnId="{DA4E9642-C293-400F-A7E3-FDA568C49EB5}">
      <dgm:prSet/>
      <dgm:spPr/>
      <dgm:t>
        <a:bodyPr/>
        <a:lstStyle/>
        <a:p>
          <a:endParaRPr/>
        </a:p>
      </dgm:t>
    </dgm:pt>
    <dgm:pt modelId="{31919D7D-E444-4CCB-86D4-AC381C3353FC}" type="sibTrans" cxnId="{DA4E9642-C293-400F-A7E3-FDA568C49EB5}">
      <dgm:prSet/>
      <dgm:spPr/>
      <dgm:t>
        <a:bodyPr/>
        <a:lstStyle/>
        <a:p>
          <a:endParaRPr/>
        </a:p>
      </dgm:t>
    </dgm:pt>
    <dgm:pt modelId="{5EC3B110-C829-4FF7-8681-DFE592ED01CD}" type="pres">
      <dgm:prSet presAssocID="{C8E9F1BA-B937-4A43-A0D1-C8E16AA01BAA}" presName="Name0" presStyleCnt="0">
        <dgm:presLayoutVars>
          <dgm:chMax val="7"/>
          <dgm:chPref val="7"/>
          <dgm:dir/>
        </dgm:presLayoutVars>
      </dgm:prSet>
      <dgm:spPr/>
    </dgm:pt>
    <dgm:pt modelId="{5712E154-96B4-5B48-976A-D6F5F9217A35}" type="pres">
      <dgm:prSet presAssocID="{C8E9F1BA-B937-4A43-A0D1-C8E16AA01BAA}" presName="dot1" presStyleLbl="alignNode1" presStyleIdx="0" presStyleCnt="15"/>
      <dgm:spPr/>
    </dgm:pt>
    <dgm:pt modelId="{B74C3286-045D-7048-ABD9-20836F361925}" type="pres">
      <dgm:prSet presAssocID="{C8E9F1BA-B937-4A43-A0D1-C8E16AA01BAA}" presName="dot2" presStyleLbl="alignNode1" presStyleIdx="1" presStyleCnt="15"/>
      <dgm:spPr/>
    </dgm:pt>
    <dgm:pt modelId="{DE02D91A-6826-E245-A29A-52EA7D83CB4B}" type="pres">
      <dgm:prSet presAssocID="{C8E9F1BA-B937-4A43-A0D1-C8E16AA01BAA}" presName="dot3" presStyleLbl="alignNode1" presStyleIdx="2" presStyleCnt="15"/>
      <dgm:spPr/>
    </dgm:pt>
    <dgm:pt modelId="{51EEF40F-B3DD-D043-929E-76C0E3C1ED1B}" type="pres">
      <dgm:prSet presAssocID="{C8E9F1BA-B937-4A43-A0D1-C8E16AA01BAA}" presName="dot4" presStyleLbl="alignNode1" presStyleIdx="3" presStyleCnt="15"/>
      <dgm:spPr/>
    </dgm:pt>
    <dgm:pt modelId="{EF3415BA-FAD5-8343-AB5F-B0CDF495123D}" type="pres">
      <dgm:prSet presAssocID="{C8E9F1BA-B937-4A43-A0D1-C8E16AA01BAA}" presName="dot5" presStyleLbl="alignNode1" presStyleIdx="4" presStyleCnt="15"/>
      <dgm:spPr/>
    </dgm:pt>
    <dgm:pt modelId="{6BB59453-D9AA-234B-B092-B2BDB9C1F9A8}" type="pres">
      <dgm:prSet presAssocID="{C8E9F1BA-B937-4A43-A0D1-C8E16AA01BAA}" presName="dot6" presStyleLbl="alignNode1" presStyleIdx="5" presStyleCnt="15"/>
      <dgm:spPr/>
    </dgm:pt>
    <dgm:pt modelId="{B62A8F59-C671-6C4B-8A2A-0BB3F9E51CF7}" type="pres">
      <dgm:prSet presAssocID="{C8E9F1BA-B937-4A43-A0D1-C8E16AA01BAA}" presName="dot7" presStyleLbl="alignNode1" presStyleIdx="6" presStyleCnt="15"/>
      <dgm:spPr/>
    </dgm:pt>
    <dgm:pt modelId="{2276CC76-DEB8-7F46-A775-CF47BB7A9E9F}" type="pres">
      <dgm:prSet presAssocID="{C8E9F1BA-B937-4A43-A0D1-C8E16AA01BAA}" presName="dot8" presStyleLbl="alignNode1" presStyleIdx="7" presStyleCnt="15"/>
      <dgm:spPr/>
    </dgm:pt>
    <dgm:pt modelId="{1ADBCA6D-1009-3447-BC9B-B5A3662FA992}" type="pres">
      <dgm:prSet presAssocID="{C8E9F1BA-B937-4A43-A0D1-C8E16AA01BAA}" presName="dotArrow1" presStyleLbl="alignNode1" presStyleIdx="8" presStyleCnt="15"/>
      <dgm:spPr/>
    </dgm:pt>
    <dgm:pt modelId="{476D8B5B-54B8-8649-B2B1-E396F9EC938B}" type="pres">
      <dgm:prSet presAssocID="{C8E9F1BA-B937-4A43-A0D1-C8E16AA01BAA}" presName="dotArrow2" presStyleLbl="alignNode1" presStyleIdx="9" presStyleCnt="15"/>
      <dgm:spPr/>
    </dgm:pt>
    <dgm:pt modelId="{86AA41F0-8871-574E-83E0-32AD09FBAABA}" type="pres">
      <dgm:prSet presAssocID="{C8E9F1BA-B937-4A43-A0D1-C8E16AA01BAA}" presName="dotArrow3" presStyleLbl="alignNode1" presStyleIdx="10" presStyleCnt="15"/>
      <dgm:spPr/>
    </dgm:pt>
    <dgm:pt modelId="{09F2B608-5BF7-B64C-BE23-454C827C818D}" type="pres">
      <dgm:prSet presAssocID="{C8E9F1BA-B937-4A43-A0D1-C8E16AA01BAA}" presName="dotArrow4" presStyleLbl="alignNode1" presStyleIdx="11" presStyleCnt="15"/>
      <dgm:spPr/>
    </dgm:pt>
    <dgm:pt modelId="{6BAA591B-76D6-7E4F-B808-9AEF8211629C}" type="pres">
      <dgm:prSet presAssocID="{C8E9F1BA-B937-4A43-A0D1-C8E16AA01BAA}" presName="dotArrow5" presStyleLbl="alignNode1" presStyleIdx="12" presStyleCnt="15"/>
      <dgm:spPr/>
    </dgm:pt>
    <dgm:pt modelId="{F8C343B1-8ADC-974F-9F6E-05AD69FB0085}" type="pres">
      <dgm:prSet presAssocID="{C8E9F1BA-B937-4A43-A0D1-C8E16AA01BAA}" presName="dotArrow6" presStyleLbl="alignNode1" presStyleIdx="13" presStyleCnt="15"/>
      <dgm:spPr/>
    </dgm:pt>
    <dgm:pt modelId="{C31FAF10-B42D-BD4D-A71F-A89F57117D71}" type="pres">
      <dgm:prSet presAssocID="{C8E9F1BA-B937-4A43-A0D1-C8E16AA01BAA}" presName="dotArrow7" presStyleLbl="alignNode1" presStyleIdx="14" presStyleCnt="15"/>
      <dgm:spPr/>
    </dgm:pt>
    <dgm:pt modelId="{72D32AFF-A3AF-5C48-B9C8-867148946010}" type="pres">
      <dgm:prSet presAssocID="{30D8B4F5-3C83-49D6-8F6A-08B13E1E4679}" presName="parTx1" presStyleLbl="node1" presStyleIdx="0" presStyleCnt="5"/>
      <dgm:spPr/>
    </dgm:pt>
    <dgm:pt modelId="{254BA6E3-E239-7842-9E1C-EE5BE609C1E9}" type="pres">
      <dgm:prSet presAssocID="{CC3D7A0A-26A9-4580-96FD-72F9480E247C}" presName="picture1" presStyleCnt="0"/>
      <dgm:spPr/>
    </dgm:pt>
    <dgm:pt modelId="{3AC0EEA6-C720-4E8A-B197-E2ED1E8B46D6}" type="pres">
      <dgm:prSet presAssocID="{CC3D7A0A-26A9-4580-96FD-72F9480E247C}" presName="imageRepeatNode" presStyleLbl="fgImgPlace1" presStyleIdx="0" presStyleCnt="5"/>
      <dgm:spPr/>
    </dgm:pt>
    <dgm:pt modelId="{96E0661B-33AD-CE43-8005-AD4594E79520}" type="pres">
      <dgm:prSet presAssocID="{90330D37-F0A9-4025-9178-10F379B49899}" presName="parTx2" presStyleLbl="node1" presStyleIdx="1" presStyleCnt="5"/>
      <dgm:spPr/>
    </dgm:pt>
    <dgm:pt modelId="{F3ADDF9F-FB5F-F542-B6A2-AF8C860F1AE0}" type="pres">
      <dgm:prSet presAssocID="{7CF501DD-926F-4ECF-A7D8-E0E2175CEC89}" presName="picture2" presStyleCnt="0"/>
      <dgm:spPr/>
    </dgm:pt>
    <dgm:pt modelId="{E349D3FF-9533-4660-ADE5-63B207628094}" type="pres">
      <dgm:prSet presAssocID="{7CF501DD-926F-4ECF-A7D8-E0E2175CEC89}" presName="imageRepeatNode" presStyleLbl="fgImgPlace1" presStyleIdx="1" presStyleCnt="5"/>
      <dgm:spPr/>
    </dgm:pt>
    <dgm:pt modelId="{0FBB12C7-0146-1547-86B8-717D532F5BC3}" type="pres">
      <dgm:prSet presAssocID="{8398D170-D1CB-40F1-A2ED-BEC12BEBF6DD}" presName="parTx3" presStyleLbl="node1" presStyleIdx="2" presStyleCnt="5"/>
      <dgm:spPr/>
    </dgm:pt>
    <dgm:pt modelId="{E75BD005-C79C-F449-8C06-160A1AE74AAD}" type="pres">
      <dgm:prSet presAssocID="{6AD746FB-71E4-406E-ACDF-2CA6521C183F}" presName="picture3" presStyleCnt="0"/>
      <dgm:spPr/>
    </dgm:pt>
    <dgm:pt modelId="{521D9A52-E918-43BC-B88B-7C11420EEEE3}" type="pres">
      <dgm:prSet presAssocID="{6AD746FB-71E4-406E-ACDF-2CA6521C183F}" presName="imageRepeatNode" presStyleLbl="fgImgPlace1" presStyleIdx="2" presStyleCnt="5"/>
      <dgm:spPr/>
    </dgm:pt>
    <dgm:pt modelId="{6B1F4131-CAC8-9B43-B85A-F5BE692CF8C3}" type="pres">
      <dgm:prSet presAssocID="{BD98591E-3EA0-4871-921E-531D4928AFF4}" presName="parTx4" presStyleLbl="node1" presStyleIdx="3" presStyleCnt="5"/>
      <dgm:spPr/>
    </dgm:pt>
    <dgm:pt modelId="{183F0B38-7021-184B-A3B1-FADAEE14081D}" type="pres">
      <dgm:prSet presAssocID="{7211E88F-9D55-42FD-BD4C-D580A9027AE9}" presName="picture4" presStyleCnt="0"/>
      <dgm:spPr/>
    </dgm:pt>
    <dgm:pt modelId="{93965647-1138-44D7-BC0A-A1A00AD2EEBA}" type="pres">
      <dgm:prSet presAssocID="{7211E88F-9D55-42FD-BD4C-D580A9027AE9}" presName="imageRepeatNode" presStyleLbl="fgImgPlace1" presStyleIdx="3" presStyleCnt="5"/>
      <dgm:spPr/>
    </dgm:pt>
    <dgm:pt modelId="{07FD9E2C-A401-2449-B61E-92F553983129}" type="pres">
      <dgm:prSet presAssocID="{A79E7766-4855-4084-B850-47F3794F9181}" presName="parTx5" presStyleLbl="node1" presStyleIdx="4" presStyleCnt="5"/>
      <dgm:spPr/>
    </dgm:pt>
    <dgm:pt modelId="{5E5672CE-1442-0145-9084-9968A2C827B2}" type="pres">
      <dgm:prSet presAssocID="{31919D7D-E444-4CCB-86D4-AC381C3353FC}" presName="picture5" presStyleCnt="0"/>
      <dgm:spPr/>
    </dgm:pt>
    <dgm:pt modelId="{4B6726C5-A62D-414E-9085-249B734ECB66}" type="pres">
      <dgm:prSet presAssocID="{31919D7D-E444-4CCB-86D4-AC381C3353FC}" presName="imageRepeatNode" presStyleLbl="fgImgPlace1" presStyleIdx="4" presStyleCnt="5"/>
      <dgm:spPr/>
    </dgm:pt>
  </dgm:ptLst>
  <dgm:cxnLst>
    <dgm:cxn modelId="{5696C41E-BB0B-7E41-9415-82110CABE964}" type="presOf" srcId="{30D8B4F5-3C83-49D6-8F6A-08B13E1E4679}" destId="{72D32AFF-A3AF-5C48-B9C8-867148946010}" srcOrd="0" destOrd="0" presId="urn:microsoft.com/office/officeart/2008/layout/AscendingPictureAccentProcess"/>
    <dgm:cxn modelId="{F09B0F23-7F31-EA46-A37D-D125C4210B92}" type="presOf" srcId="{CC3D7A0A-26A9-4580-96FD-72F9480E247C}" destId="{3AC0EEA6-C720-4E8A-B197-E2ED1E8B46D6}" srcOrd="0" destOrd="0" presId="urn:microsoft.com/office/officeart/2008/layout/AscendingPictureAccentProcess"/>
    <dgm:cxn modelId="{8A6E743A-51E2-E84E-B5ED-CF8165D7F505}" type="presOf" srcId="{A79E7766-4855-4084-B850-47F3794F9181}" destId="{07FD9E2C-A401-2449-B61E-92F553983129}" srcOrd="0" destOrd="0" presId="urn:microsoft.com/office/officeart/2008/layout/AscendingPictureAccentProcess"/>
    <dgm:cxn modelId="{DA4E9642-C293-400F-A7E3-FDA568C49EB5}" srcId="{C8E9F1BA-B937-4A43-A0D1-C8E16AA01BAA}" destId="{A79E7766-4855-4084-B850-47F3794F9181}" srcOrd="4" destOrd="0" parTransId="{DA0D8B15-430A-4280-91DA-041E726C318D}" sibTransId="{31919D7D-E444-4CCB-86D4-AC381C3353FC}"/>
    <dgm:cxn modelId="{43062855-00FD-4E4A-9BBA-5B0506ED3CFF}" type="presOf" srcId="{BD98591E-3EA0-4871-921E-531D4928AFF4}" destId="{6B1F4131-CAC8-9B43-B85A-F5BE692CF8C3}" srcOrd="0" destOrd="0" presId="urn:microsoft.com/office/officeart/2008/layout/AscendingPictureAccentProcess"/>
    <dgm:cxn modelId="{139B0BA4-60F4-504D-9FB3-30498D3D0AC9}" type="presOf" srcId="{90330D37-F0A9-4025-9178-10F379B49899}" destId="{96E0661B-33AD-CE43-8005-AD4594E79520}" srcOrd="0" destOrd="0" presId="urn:microsoft.com/office/officeart/2008/layout/AscendingPictureAccentProcess"/>
    <dgm:cxn modelId="{F0224BA9-4D97-E148-A25B-5522A67D9F7C}" type="presOf" srcId="{8398D170-D1CB-40F1-A2ED-BEC12BEBF6DD}" destId="{0FBB12C7-0146-1547-86B8-717D532F5BC3}" srcOrd="0" destOrd="0" presId="urn:microsoft.com/office/officeart/2008/layout/AscendingPictureAccentProcess"/>
    <dgm:cxn modelId="{4EA30CBC-00CE-4A20-BBB1-35EA4B734B36}" srcId="{C8E9F1BA-B937-4A43-A0D1-C8E16AA01BAA}" destId="{8398D170-D1CB-40F1-A2ED-BEC12BEBF6DD}" srcOrd="2" destOrd="0" parTransId="{33F1D63B-26B9-472C-AA28-9F5681975F75}" sibTransId="{6AD746FB-71E4-406E-ACDF-2CA6521C183F}"/>
    <dgm:cxn modelId="{69A841C8-C4A1-FD4E-9982-EFDF27CC2A72}" type="presOf" srcId="{7211E88F-9D55-42FD-BD4C-D580A9027AE9}" destId="{93965647-1138-44D7-BC0A-A1A00AD2EEBA}" srcOrd="0" destOrd="0" presId="urn:microsoft.com/office/officeart/2008/layout/AscendingPictureAccentProcess"/>
    <dgm:cxn modelId="{C7DAFBD2-813F-42B1-9462-56345E67A290}" srcId="{C8E9F1BA-B937-4A43-A0D1-C8E16AA01BAA}" destId="{30D8B4F5-3C83-49D6-8F6A-08B13E1E4679}" srcOrd="0" destOrd="0" parTransId="{4698B361-0D80-4754-909D-D9B42522F320}" sibTransId="{CC3D7A0A-26A9-4580-96FD-72F9480E247C}"/>
    <dgm:cxn modelId="{AD449ED3-673A-4E85-8A71-4F6D28188C2C}" srcId="{C8E9F1BA-B937-4A43-A0D1-C8E16AA01BAA}" destId="{BD98591E-3EA0-4871-921E-531D4928AFF4}" srcOrd="3" destOrd="0" parTransId="{5BC55A27-D93E-4AE1-9CB4-186F03AAA92F}" sibTransId="{7211E88F-9D55-42FD-BD4C-D580A9027AE9}"/>
    <dgm:cxn modelId="{640557DA-A4B7-4F6F-B35B-41857ECAFD07}" srcId="{C8E9F1BA-B937-4A43-A0D1-C8E16AA01BAA}" destId="{90330D37-F0A9-4025-9178-10F379B49899}" srcOrd="1" destOrd="0" parTransId="{6C33C183-88D0-409A-9CCF-1AE5FC46AB78}" sibTransId="{7CF501DD-926F-4ECF-A7D8-E0E2175CEC89}"/>
    <dgm:cxn modelId="{404700DB-EDCF-6446-92E1-1F08CB62D423}" type="presOf" srcId="{6AD746FB-71E4-406E-ACDF-2CA6521C183F}" destId="{521D9A52-E918-43BC-B88B-7C11420EEEE3}" srcOrd="0" destOrd="0" presId="urn:microsoft.com/office/officeart/2008/layout/AscendingPictureAccentProcess"/>
    <dgm:cxn modelId="{96632DE1-55E8-4A1A-9803-C9BE8751273E}" type="presOf" srcId="{C8E9F1BA-B937-4A43-A0D1-C8E16AA01BAA}" destId="{5EC3B110-C829-4FF7-8681-DFE592ED01CD}" srcOrd="0" destOrd="0" presId="urn:microsoft.com/office/officeart/2008/layout/AscendingPictureAccentProcess"/>
    <dgm:cxn modelId="{A68C32E4-9D68-5F4D-9B73-4884F2118406}" type="presOf" srcId="{31919D7D-E444-4CCB-86D4-AC381C3353FC}" destId="{4B6726C5-A62D-414E-9085-249B734ECB66}" srcOrd="0" destOrd="0" presId="urn:microsoft.com/office/officeart/2008/layout/AscendingPictureAccentProcess"/>
    <dgm:cxn modelId="{E0C83DFE-8C9C-4B4C-9E13-C75528F188AC}" type="presOf" srcId="{7CF501DD-926F-4ECF-A7D8-E0E2175CEC89}" destId="{E349D3FF-9533-4660-ADE5-63B207628094}" srcOrd="0" destOrd="0" presId="urn:microsoft.com/office/officeart/2008/layout/AscendingPictureAccentProcess"/>
    <dgm:cxn modelId="{42E2EEA0-7BFA-2040-816D-C2205174D1AA}" type="presParOf" srcId="{5EC3B110-C829-4FF7-8681-DFE592ED01CD}" destId="{5712E154-96B4-5B48-976A-D6F5F9217A35}" srcOrd="0" destOrd="0" presId="urn:microsoft.com/office/officeart/2008/layout/AscendingPictureAccentProcess"/>
    <dgm:cxn modelId="{BBA5010D-B2FB-E842-B7EE-DB7B9BF3B148}" type="presParOf" srcId="{5EC3B110-C829-4FF7-8681-DFE592ED01CD}" destId="{B74C3286-045D-7048-ABD9-20836F361925}" srcOrd="1" destOrd="0" presId="urn:microsoft.com/office/officeart/2008/layout/AscendingPictureAccentProcess"/>
    <dgm:cxn modelId="{853E7086-2C85-DA42-A929-F99DDEE8D99B}" type="presParOf" srcId="{5EC3B110-C829-4FF7-8681-DFE592ED01CD}" destId="{DE02D91A-6826-E245-A29A-52EA7D83CB4B}" srcOrd="2" destOrd="0" presId="urn:microsoft.com/office/officeart/2008/layout/AscendingPictureAccentProcess"/>
    <dgm:cxn modelId="{00E665D7-A09C-7D4B-A676-ACC99F703239}" type="presParOf" srcId="{5EC3B110-C829-4FF7-8681-DFE592ED01CD}" destId="{51EEF40F-B3DD-D043-929E-76C0E3C1ED1B}" srcOrd="3" destOrd="0" presId="urn:microsoft.com/office/officeart/2008/layout/AscendingPictureAccentProcess"/>
    <dgm:cxn modelId="{FC659EF9-0014-164A-A39E-6BE59E861AC6}" type="presParOf" srcId="{5EC3B110-C829-4FF7-8681-DFE592ED01CD}" destId="{EF3415BA-FAD5-8343-AB5F-B0CDF495123D}" srcOrd="4" destOrd="0" presId="urn:microsoft.com/office/officeart/2008/layout/AscendingPictureAccentProcess"/>
    <dgm:cxn modelId="{9896704E-FF3B-2B4C-AAFB-CF64A6EE4528}" type="presParOf" srcId="{5EC3B110-C829-4FF7-8681-DFE592ED01CD}" destId="{6BB59453-D9AA-234B-B092-B2BDB9C1F9A8}" srcOrd="5" destOrd="0" presId="urn:microsoft.com/office/officeart/2008/layout/AscendingPictureAccentProcess"/>
    <dgm:cxn modelId="{DCD6B8FA-30D8-1E43-9313-BE713EDA605C}" type="presParOf" srcId="{5EC3B110-C829-4FF7-8681-DFE592ED01CD}" destId="{B62A8F59-C671-6C4B-8A2A-0BB3F9E51CF7}" srcOrd="6" destOrd="0" presId="urn:microsoft.com/office/officeart/2008/layout/AscendingPictureAccentProcess"/>
    <dgm:cxn modelId="{A3262CBB-5FB4-C343-8156-E96679F3CA0D}" type="presParOf" srcId="{5EC3B110-C829-4FF7-8681-DFE592ED01CD}" destId="{2276CC76-DEB8-7F46-A775-CF47BB7A9E9F}" srcOrd="7" destOrd="0" presId="urn:microsoft.com/office/officeart/2008/layout/AscendingPictureAccentProcess"/>
    <dgm:cxn modelId="{5AB15B74-383D-6345-9BBB-9641AE8E98C8}" type="presParOf" srcId="{5EC3B110-C829-4FF7-8681-DFE592ED01CD}" destId="{1ADBCA6D-1009-3447-BC9B-B5A3662FA992}" srcOrd="8" destOrd="0" presId="urn:microsoft.com/office/officeart/2008/layout/AscendingPictureAccentProcess"/>
    <dgm:cxn modelId="{1B7711DA-05B4-A046-AB3C-245DD783DB5E}" type="presParOf" srcId="{5EC3B110-C829-4FF7-8681-DFE592ED01CD}" destId="{476D8B5B-54B8-8649-B2B1-E396F9EC938B}" srcOrd="9" destOrd="0" presId="urn:microsoft.com/office/officeart/2008/layout/AscendingPictureAccentProcess"/>
    <dgm:cxn modelId="{8AE9FE27-9D97-DF46-9461-A683C5401C3B}" type="presParOf" srcId="{5EC3B110-C829-4FF7-8681-DFE592ED01CD}" destId="{86AA41F0-8871-574E-83E0-32AD09FBAABA}" srcOrd="10" destOrd="0" presId="urn:microsoft.com/office/officeart/2008/layout/AscendingPictureAccentProcess"/>
    <dgm:cxn modelId="{9EAD743C-52DF-7745-BF00-A3FB06A22254}" type="presParOf" srcId="{5EC3B110-C829-4FF7-8681-DFE592ED01CD}" destId="{09F2B608-5BF7-B64C-BE23-454C827C818D}" srcOrd="11" destOrd="0" presId="urn:microsoft.com/office/officeart/2008/layout/AscendingPictureAccentProcess"/>
    <dgm:cxn modelId="{3C0745CC-0F35-774E-AD4F-E4E779212385}" type="presParOf" srcId="{5EC3B110-C829-4FF7-8681-DFE592ED01CD}" destId="{6BAA591B-76D6-7E4F-B808-9AEF8211629C}" srcOrd="12" destOrd="0" presId="urn:microsoft.com/office/officeart/2008/layout/AscendingPictureAccentProcess"/>
    <dgm:cxn modelId="{87CC8F58-994C-2246-92E3-9FF7DCEAED32}" type="presParOf" srcId="{5EC3B110-C829-4FF7-8681-DFE592ED01CD}" destId="{F8C343B1-8ADC-974F-9F6E-05AD69FB0085}" srcOrd="13" destOrd="0" presId="urn:microsoft.com/office/officeart/2008/layout/AscendingPictureAccentProcess"/>
    <dgm:cxn modelId="{3B66A988-08CC-FA4B-A3F7-3F2755590BCC}" type="presParOf" srcId="{5EC3B110-C829-4FF7-8681-DFE592ED01CD}" destId="{C31FAF10-B42D-BD4D-A71F-A89F57117D71}" srcOrd="14" destOrd="0" presId="urn:microsoft.com/office/officeart/2008/layout/AscendingPictureAccentProcess"/>
    <dgm:cxn modelId="{2759189A-7309-7A47-AABC-749D0920A281}" type="presParOf" srcId="{5EC3B110-C829-4FF7-8681-DFE592ED01CD}" destId="{72D32AFF-A3AF-5C48-B9C8-867148946010}" srcOrd="15" destOrd="0" presId="urn:microsoft.com/office/officeart/2008/layout/AscendingPictureAccentProcess"/>
    <dgm:cxn modelId="{9DF93EA9-D789-D74C-B410-F707A96A4AEE}" type="presParOf" srcId="{5EC3B110-C829-4FF7-8681-DFE592ED01CD}" destId="{254BA6E3-E239-7842-9E1C-EE5BE609C1E9}" srcOrd="16" destOrd="0" presId="urn:microsoft.com/office/officeart/2008/layout/AscendingPictureAccentProcess"/>
    <dgm:cxn modelId="{EFCC2014-022B-E740-A015-37C5E645B062}" type="presParOf" srcId="{254BA6E3-E239-7842-9E1C-EE5BE609C1E9}" destId="{3AC0EEA6-C720-4E8A-B197-E2ED1E8B46D6}" srcOrd="0" destOrd="0" presId="urn:microsoft.com/office/officeart/2008/layout/AscendingPictureAccentProcess"/>
    <dgm:cxn modelId="{73F8F949-8D44-1B4D-A137-DAE986B5462C}" type="presParOf" srcId="{5EC3B110-C829-4FF7-8681-DFE592ED01CD}" destId="{96E0661B-33AD-CE43-8005-AD4594E79520}" srcOrd="17" destOrd="0" presId="urn:microsoft.com/office/officeart/2008/layout/AscendingPictureAccentProcess"/>
    <dgm:cxn modelId="{8EDC0680-61EA-CD41-B822-A3E63F79297D}" type="presParOf" srcId="{5EC3B110-C829-4FF7-8681-DFE592ED01CD}" destId="{F3ADDF9F-FB5F-F542-B6A2-AF8C860F1AE0}" srcOrd="18" destOrd="0" presId="urn:microsoft.com/office/officeart/2008/layout/AscendingPictureAccentProcess"/>
    <dgm:cxn modelId="{97D5E658-E7F4-C64F-AD24-F05D5C98FD7F}" type="presParOf" srcId="{F3ADDF9F-FB5F-F542-B6A2-AF8C860F1AE0}" destId="{E349D3FF-9533-4660-ADE5-63B207628094}" srcOrd="0" destOrd="0" presId="urn:microsoft.com/office/officeart/2008/layout/AscendingPictureAccentProcess"/>
    <dgm:cxn modelId="{17BD1B79-BF37-F049-86DD-F6EDEBD29336}" type="presParOf" srcId="{5EC3B110-C829-4FF7-8681-DFE592ED01CD}" destId="{0FBB12C7-0146-1547-86B8-717D532F5BC3}" srcOrd="19" destOrd="0" presId="urn:microsoft.com/office/officeart/2008/layout/AscendingPictureAccentProcess"/>
    <dgm:cxn modelId="{81F4A016-30EE-FF4F-BF3E-78BB6A4AB108}" type="presParOf" srcId="{5EC3B110-C829-4FF7-8681-DFE592ED01CD}" destId="{E75BD005-C79C-F449-8C06-160A1AE74AAD}" srcOrd="20" destOrd="0" presId="urn:microsoft.com/office/officeart/2008/layout/AscendingPictureAccentProcess"/>
    <dgm:cxn modelId="{3587E7C8-AA10-A84B-9F2A-8570DF9BA41A}" type="presParOf" srcId="{E75BD005-C79C-F449-8C06-160A1AE74AAD}" destId="{521D9A52-E918-43BC-B88B-7C11420EEEE3}" srcOrd="0" destOrd="0" presId="urn:microsoft.com/office/officeart/2008/layout/AscendingPictureAccentProcess"/>
    <dgm:cxn modelId="{42A7EB44-D870-9A41-82B6-A483DAEE065F}" type="presParOf" srcId="{5EC3B110-C829-4FF7-8681-DFE592ED01CD}" destId="{6B1F4131-CAC8-9B43-B85A-F5BE692CF8C3}" srcOrd="21" destOrd="0" presId="urn:microsoft.com/office/officeart/2008/layout/AscendingPictureAccentProcess"/>
    <dgm:cxn modelId="{A54D051B-1B91-7743-9E34-B166DB4BF4C1}" type="presParOf" srcId="{5EC3B110-C829-4FF7-8681-DFE592ED01CD}" destId="{183F0B38-7021-184B-A3B1-FADAEE14081D}" srcOrd="22" destOrd="0" presId="urn:microsoft.com/office/officeart/2008/layout/AscendingPictureAccentProcess"/>
    <dgm:cxn modelId="{F59C3F96-4279-2144-8F48-876777A48B27}" type="presParOf" srcId="{183F0B38-7021-184B-A3B1-FADAEE14081D}" destId="{93965647-1138-44D7-BC0A-A1A00AD2EEBA}" srcOrd="0" destOrd="0" presId="urn:microsoft.com/office/officeart/2008/layout/AscendingPictureAccentProcess"/>
    <dgm:cxn modelId="{0AA5648E-AD22-BA43-9446-D3BF8D29FDF3}" type="presParOf" srcId="{5EC3B110-C829-4FF7-8681-DFE592ED01CD}" destId="{07FD9E2C-A401-2449-B61E-92F553983129}" srcOrd="23" destOrd="0" presId="urn:microsoft.com/office/officeart/2008/layout/AscendingPictureAccentProcess"/>
    <dgm:cxn modelId="{BC31DE47-ADE9-FB4C-B3A1-799D3170BCF4}" type="presParOf" srcId="{5EC3B110-C829-4FF7-8681-DFE592ED01CD}" destId="{5E5672CE-1442-0145-9084-9968A2C827B2}" srcOrd="24" destOrd="0" presId="urn:microsoft.com/office/officeart/2008/layout/AscendingPictureAccentProcess"/>
    <dgm:cxn modelId="{70EF2925-69C4-8A46-8B7B-C796FC9FCBAA}" type="presParOf" srcId="{5E5672CE-1442-0145-9084-9968A2C827B2}" destId="{4B6726C5-A62D-414E-9085-249B734ECB66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F260E7C2-6261-45B8-A861-7AA02FF0F8AB}" type="doc">
      <dgm:prSet loTypeId="urn:microsoft.com/office/officeart/2005/8/layout/arrow2" qsTypeId="urn:microsoft.com/office/officeart/2005/8/quickstyle/simple2" csTypeId="urn:microsoft.com/office/officeart/2005/8/colors/accent1_2"/>
      <dgm:spPr/>
    </dgm:pt>
    <dgm:pt modelId="{0E731E0D-51FF-4B84-BE32-9A26710C99AD}">
      <dgm:prSet/>
      <dgm:spPr/>
      <dgm:t>
        <a:bodyPr/>
        <a:lstStyle/>
        <a:p>
          <a:r>
            <a:t>Discover</a:t>
          </a:r>
        </a:p>
      </dgm:t>
    </dgm:pt>
    <dgm:pt modelId="{7837FFB2-3081-40E3-8101-3F342ED8C5B8}" type="parTrans" cxnId="{3B01D4F7-5B49-4AEF-B518-8D0C1E4A9CB4}">
      <dgm:prSet/>
      <dgm:spPr/>
      <dgm:t>
        <a:bodyPr/>
        <a:lstStyle/>
        <a:p>
          <a:endParaRPr/>
        </a:p>
      </dgm:t>
    </dgm:pt>
    <dgm:pt modelId="{082A7DF5-F6BB-4E61-8DD7-C4BDEBAC8CC9}" type="sibTrans" cxnId="{3B01D4F7-5B49-4AEF-B518-8D0C1E4A9CB4}">
      <dgm:prSet/>
      <dgm:spPr/>
      <dgm:t>
        <a:bodyPr/>
        <a:lstStyle/>
        <a:p>
          <a:endParaRPr/>
        </a:p>
      </dgm:t>
    </dgm:pt>
    <dgm:pt modelId="{17AB381E-5A33-482F-ADDB-89271613478C}">
      <dgm:prSet/>
      <dgm:spPr/>
      <dgm:t>
        <a:bodyPr/>
        <a:lstStyle/>
        <a:p>
          <a:r>
            <a:t>Define</a:t>
          </a:r>
        </a:p>
      </dgm:t>
    </dgm:pt>
    <dgm:pt modelId="{11BC41D3-8922-4A18-87FC-757A63A70770}" type="parTrans" cxnId="{D6FD7117-88B2-4799-8AB5-516221FDA7BC}">
      <dgm:prSet/>
      <dgm:spPr/>
      <dgm:t>
        <a:bodyPr/>
        <a:lstStyle/>
        <a:p>
          <a:endParaRPr/>
        </a:p>
      </dgm:t>
    </dgm:pt>
    <dgm:pt modelId="{9F4D7FCF-BF2C-4164-8ED6-C2A0D683BE52}" type="sibTrans" cxnId="{D6FD7117-88B2-4799-8AB5-516221FDA7BC}">
      <dgm:prSet/>
      <dgm:spPr/>
      <dgm:t>
        <a:bodyPr/>
        <a:lstStyle/>
        <a:p>
          <a:endParaRPr/>
        </a:p>
      </dgm:t>
    </dgm:pt>
    <dgm:pt modelId="{C9626B64-C578-4B49-B373-B810E6F2FF37}">
      <dgm:prSet/>
      <dgm:spPr/>
      <dgm:t>
        <a:bodyPr/>
        <a:lstStyle/>
        <a:p>
          <a:r>
            <a:t>Build</a:t>
          </a:r>
        </a:p>
      </dgm:t>
    </dgm:pt>
    <dgm:pt modelId="{770255CC-C916-467F-9959-65A3F3B5FA48}" type="parTrans" cxnId="{46909F04-640B-4F53-85E1-8D728DEB68CC}">
      <dgm:prSet/>
      <dgm:spPr/>
      <dgm:t>
        <a:bodyPr/>
        <a:lstStyle/>
        <a:p>
          <a:endParaRPr/>
        </a:p>
      </dgm:t>
    </dgm:pt>
    <dgm:pt modelId="{68E017CB-4C9E-4D41-9DDD-C025B1CB2932}" type="sibTrans" cxnId="{46909F04-640B-4F53-85E1-8D728DEB68CC}">
      <dgm:prSet/>
      <dgm:spPr/>
      <dgm:t>
        <a:bodyPr/>
        <a:lstStyle/>
        <a:p>
          <a:endParaRPr/>
        </a:p>
      </dgm:t>
    </dgm:pt>
    <dgm:pt modelId="{39044262-7067-4A54-AD3B-1EC3E7CC9AA3}">
      <dgm:prSet/>
      <dgm:spPr/>
      <dgm:t>
        <a:bodyPr/>
        <a:lstStyle/>
        <a:p>
          <a:r>
            <a:t>Launch</a:t>
          </a:r>
        </a:p>
      </dgm:t>
    </dgm:pt>
    <dgm:pt modelId="{06BC68E2-24FD-4E53-821A-4E69D5660900}" type="parTrans" cxnId="{A54CAF80-CF07-431A-B7C0-2D658B183E1C}">
      <dgm:prSet/>
      <dgm:spPr/>
      <dgm:t>
        <a:bodyPr/>
        <a:lstStyle/>
        <a:p>
          <a:endParaRPr/>
        </a:p>
      </dgm:t>
    </dgm:pt>
    <dgm:pt modelId="{1E187A20-30CD-47B0-899B-6D4DC3AED78B}" type="sibTrans" cxnId="{A54CAF80-CF07-431A-B7C0-2D658B183E1C}">
      <dgm:prSet/>
      <dgm:spPr/>
      <dgm:t>
        <a:bodyPr/>
        <a:lstStyle/>
        <a:p>
          <a:endParaRPr/>
        </a:p>
      </dgm:t>
    </dgm:pt>
    <dgm:pt modelId="{C433C036-ECD1-43BD-802A-10496A023680}">
      <dgm:prSet/>
      <dgm:spPr/>
      <dgm:t>
        <a:bodyPr/>
        <a:lstStyle/>
        <a:p>
          <a:r>
            <a:t>Learn</a:t>
          </a:r>
        </a:p>
      </dgm:t>
    </dgm:pt>
    <dgm:pt modelId="{4A8563DE-0D79-4636-BB6E-AE5C6DFA7873}" type="parTrans" cxnId="{3ADD6BA1-5B3E-4617-A2B4-B3AA28EEF7A1}">
      <dgm:prSet/>
      <dgm:spPr/>
      <dgm:t>
        <a:bodyPr/>
        <a:lstStyle/>
        <a:p>
          <a:endParaRPr/>
        </a:p>
      </dgm:t>
    </dgm:pt>
    <dgm:pt modelId="{91064D50-547B-48E0-BE16-D9D44DE24D10}" type="sibTrans" cxnId="{3ADD6BA1-5B3E-4617-A2B4-B3AA28EEF7A1}">
      <dgm:prSet/>
      <dgm:spPr/>
      <dgm:t>
        <a:bodyPr/>
        <a:lstStyle/>
        <a:p>
          <a:endParaRPr/>
        </a:p>
      </dgm:t>
    </dgm:pt>
    <dgm:pt modelId="{1B047978-66D7-D844-8AEE-B4495570C015}" type="pres">
      <dgm:prSet presAssocID="{F260E7C2-6261-45B8-A861-7AA02FF0F8AB}" presName="arrowDiagram" presStyleCnt="0">
        <dgm:presLayoutVars>
          <dgm:chMax val="5"/>
          <dgm:dir/>
          <dgm:resizeHandles val="exact"/>
        </dgm:presLayoutVars>
      </dgm:prSet>
      <dgm:spPr/>
    </dgm:pt>
    <dgm:pt modelId="{F5AB0729-6663-A64E-BA5D-3F04950AFE5F}" type="pres">
      <dgm:prSet presAssocID="{F260E7C2-6261-45B8-A861-7AA02FF0F8AB}" presName="arrow" presStyleLbl="bgShp" presStyleIdx="0" presStyleCnt="1"/>
      <dgm:spPr/>
    </dgm:pt>
    <dgm:pt modelId="{6C2774CC-C8AA-D740-A23A-FDC02CF1E4B6}" type="pres">
      <dgm:prSet presAssocID="{F260E7C2-6261-45B8-A861-7AA02FF0F8AB}" presName="arrowDiagram5" presStyleCnt="0"/>
      <dgm:spPr/>
    </dgm:pt>
    <dgm:pt modelId="{2FDFC764-2184-B348-8CF3-6A150ED94A13}" type="pres">
      <dgm:prSet presAssocID="{0E731E0D-51FF-4B84-BE32-9A26710C99AD}" presName="bullet5a" presStyleLbl="node1" presStyleIdx="0" presStyleCnt="5"/>
      <dgm:spPr/>
    </dgm:pt>
    <dgm:pt modelId="{A479D5AD-1DB4-1C45-AC77-ACF3B0367FE4}" type="pres">
      <dgm:prSet presAssocID="{0E731E0D-51FF-4B84-BE32-9A26710C99AD}" presName="textBox5a" presStyleLbl="revTx" presStyleIdx="0" presStyleCnt="5">
        <dgm:presLayoutVars>
          <dgm:bulletEnabled val="1"/>
        </dgm:presLayoutVars>
      </dgm:prSet>
      <dgm:spPr/>
    </dgm:pt>
    <dgm:pt modelId="{BD591F33-BA66-914E-8200-BE9805A7D905}" type="pres">
      <dgm:prSet presAssocID="{17AB381E-5A33-482F-ADDB-89271613478C}" presName="bullet5b" presStyleLbl="node1" presStyleIdx="1" presStyleCnt="5"/>
      <dgm:spPr/>
    </dgm:pt>
    <dgm:pt modelId="{808FBCF4-9EDF-6C43-B1EE-E8410469CEA2}" type="pres">
      <dgm:prSet presAssocID="{17AB381E-5A33-482F-ADDB-89271613478C}" presName="textBox5b" presStyleLbl="revTx" presStyleIdx="1" presStyleCnt="5">
        <dgm:presLayoutVars>
          <dgm:bulletEnabled val="1"/>
        </dgm:presLayoutVars>
      </dgm:prSet>
      <dgm:spPr/>
    </dgm:pt>
    <dgm:pt modelId="{480D4A1C-E79C-134A-9780-38213FE0F26B}" type="pres">
      <dgm:prSet presAssocID="{C9626B64-C578-4B49-B373-B810E6F2FF37}" presName="bullet5c" presStyleLbl="node1" presStyleIdx="2" presStyleCnt="5"/>
      <dgm:spPr/>
    </dgm:pt>
    <dgm:pt modelId="{4CC3CF8D-3EE9-A34B-8FF6-E34FFB7162BC}" type="pres">
      <dgm:prSet presAssocID="{C9626B64-C578-4B49-B373-B810E6F2FF37}" presName="textBox5c" presStyleLbl="revTx" presStyleIdx="2" presStyleCnt="5">
        <dgm:presLayoutVars>
          <dgm:bulletEnabled val="1"/>
        </dgm:presLayoutVars>
      </dgm:prSet>
      <dgm:spPr/>
    </dgm:pt>
    <dgm:pt modelId="{B887A060-154B-1145-BB2D-EA751D405F9D}" type="pres">
      <dgm:prSet presAssocID="{39044262-7067-4A54-AD3B-1EC3E7CC9AA3}" presName="bullet5d" presStyleLbl="node1" presStyleIdx="3" presStyleCnt="5"/>
      <dgm:spPr/>
    </dgm:pt>
    <dgm:pt modelId="{6042DF22-2041-6E42-A649-46B3848F15C8}" type="pres">
      <dgm:prSet presAssocID="{39044262-7067-4A54-AD3B-1EC3E7CC9AA3}" presName="textBox5d" presStyleLbl="revTx" presStyleIdx="3" presStyleCnt="5">
        <dgm:presLayoutVars>
          <dgm:bulletEnabled val="1"/>
        </dgm:presLayoutVars>
      </dgm:prSet>
      <dgm:spPr/>
    </dgm:pt>
    <dgm:pt modelId="{01B8BC86-D793-9444-879B-FA2F2B19C6B0}" type="pres">
      <dgm:prSet presAssocID="{C433C036-ECD1-43BD-802A-10496A023680}" presName="bullet5e" presStyleLbl="node1" presStyleIdx="4" presStyleCnt="5"/>
      <dgm:spPr/>
    </dgm:pt>
    <dgm:pt modelId="{14E3DDD8-928D-3B42-9314-88D690439E6E}" type="pres">
      <dgm:prSet presAssocID="{C433C036-ECD1-43BD-802A-10496A023680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D7AD6103-FAC2-BD44-BC5E-1EC1F7C01F20}" type="presOf" srcId="{0E731E0D-51FF-4B84-BE32-9A26710C99AD}" destId="{A479D5AD-1DB4-1C45-AC77-ACF3B0367FE4}" srcOrd="0" destOrd="0" presId="urn:microsoft.com/office/officeart/2005/8/layout/arrow2"/>
    <dgm:cxn modelId="{46909F04-640B-4F53-85E1-8D728DEB68CC}" srcId="{F260E7C2-6261-45B8-A861-7AA02FF0F8AB}" destId="{C9626B64-C578-4B49-B373-B810E6F2FF37}" srcOrd="2" destOrd="0" parTransId="{770255CC-C916-467F-9959-65A3F3B5FA48}" sibTransId="{68E017CB-4C9E-4D41-9DDD-C025B1CB2932}"/>
    <dgm:cxn modelId="{B2EE8C11-1651-5B49-B1A5-E5AB4DFB45AD}" type="presOf" srcId="{F260E7C2-6261-45B8-A861-7AA02FF0F8AB}" destId="{1B047978-66D7-D844-8AEE-B4495570C015}" srcOrd="0" destOrd="0" presId="urn:microsoft.com/office/officeart/2005/8/layout/arrow2"/>
    <dgm:cxn modelId="{D6FD7117-88B2-4799-8AB5-516221FDA7BC}" srcId="{F260E7C2-6261-45B8-A861-7AA02FF0F8AB}" destId="{17AB381E-5A33-482F-ADDB-89271613478C}" srcOrd="1" destOrd="0" parTransId="{11BC41D3-8922-4A18-87FC-757A63A70770}" sibTransId="{9F4D7FCF-BF2C-4164-8ED6-C2A0D683BE52}"/>
    <dgm:cxn modelId="{0CCD6F6D-78B6-FE49-9F67-A26635833EC9}" type="presOf" srcId="{C9626B64-C578-4B49-B373-B810E6F2FF37}" destId="{4CC3CF8D-3EE9-A34B-8FF6-E34FFB7162BC}" srcOrd="0" destOrd="0" presId="urn:microsoft.com/office/officeart/2005/8/layout/arrow2"/>
    <dgm:cxn modelId="{3C861E72-D2CF-DF43-A764-73B168562C71}" type="presOf" srcId="{39044262-7067-4A54-AD3B-1EC3E7CC9AA3}" destId="{6042DF22-2041-6E42-A649-46B3848F15C8}" srcOrd="0" destOrd="0" presId="urn:microsoft.com/office/officeart/2005/8/layout/arrow2"/>
    <dgm:cxn modelId="{49095778-A5B0-E34B-91D0-75F454A92AD0}" type="presOf" srcId="{C433C036-ECD1-43BD-802A-10496A023680}" destId="{14E3DDD8-928D-3B42-9314-88D690439E6E}" srcOrd="0" destOrd="0" presId="urn:microsoft.com/office/officeart/2005/8/layout/arrow2"/>
    <dgm:cxn modelId="{A54CAF80-CF07-431A-B7C0-2D658B183E1C}" srcId="{F260E7C2-6261-45B8-A861-7AA02FF0F8AB}" destId="{39044262-7067-4A54-AD3B-1EC3E7CC9AA3}" srcOrd="3" destOrd="0" parTransId="{06BC68E2-24FD-4E53-821A-4E69D5660900}" sibTransId="{1E187A20-30CD-47B0-899B-6D4DC3AED78B}"/>
    <dgm:cxn modelId="{3ADD6BA1-5B3E-4617-A2B4-B3AA28EEF7A1}" srcId="{F260E7C2-6261-45B8-A861-7AA02FF0F8AB}" destId="{C433C036-ECD1-43BD-802A-10496A023680}" srcOrd="4" destOrd="0" parTransId="{4A8563DE-0D79-4636-BB6E-AE5C6DFA7873}" sibTransId="{91064D50-547B-48E0-BE16-D9D44DE24D10}"/>
    <dgm:cxn modelId="{A995ABCF-B611-DD4B-9B2A-F2F9B5DE5529}" type="presOf" srcId="{17AB381E-5A33-482F-ADDB-89271613478C}" destId="{808FBCF4-9EDF-6C43-B1EE-E8410469CEA2}" srcOrd="0" destOrd="0" presId="urn:microsoft.com/office/officeart/2005/8/layout/arrow2"/>
    <dgm:cxn modelId="{3B01D4F7-5B49-4AEF-B518-8D0C1E4A9CB4}" srcId="{F260E7C2-6261-45B8-A861-7AA02FF0F8AB}" destId="{0E731E0D-51FF-4B84-BE32-9A26710C99AD}" srcOrd="0" destOrd="0" parTransId="{7837FFB2-3081-40E3-8101-3F342ED8C5B8}" sibTransId="{082A7DF5-F6BB-4E61-8DD7-C4BDEBAC8CC9}"/>
    <dgm:cxn modelId="{2A0D5EA9-A186-BF48-8479-BB393EDBBDC6}" type="presParOf" srcId="{1B047978-66D7-D844-8AEE-B4495570C015}" destId="{F5AB0729-6663-A64E-BA5D-3F04950AFE5F}" srcOrd="0" destOrd="0" presId="urn:microsoft.com/office/officeart/2005/8/layout/arrow2"/>
    <dgm:cxn modelId="{ABC00370-4437-A142-9F64-EEB0651A8083}" type="presParOf" srcId="{1B047978-66D7-D844-8AEE-B4495570C015}" destId="{6C2774CC-C8AA-D740-A23A-FDC02CF1E4B6}" srcOrd="1" destOrd="0" presId="urn:microsoft.com/office/officeart/2005/8/layout/arrow2"/>
    <dgm:cxn modelId="{F8A50F78-5AC7-B44A-B8F1-AF1820CFBB34}" type="presParOf" srcId="{6C2774CC-C8AA-D740-A23A-FDC02CF1E4B6}" destId="{2FDFC764-2184-B348-8CF3-6A150ED94A13}" srcOrd="0" destOrd="0" presId="urn:microsoft.com/office/officeart/2005/8/layout/arrow2"/>
    <dgm:cxn modelId="{AC3CBE5F-DEAC-E24D-9A1C-6AE13000B5FA}" type="presParOf" srcId="{6C2774CC-C8AA-D740-A23A-FDC02CF1E4B6}" destId="{A479D5AD-1DB4-1C45-AC77-ACF3B0367FE4}" srcOrd="1" destOrd="0" presId="urn:microsoft.com/office/officeart/2005/8/layout/arrow2"/>
    <dgm:cxn modelId="{A6B0E10B-F28E-D645-8B06-0A2B3174FD8C}" type="presParOf" srcId="{6C2774CC-C8AA-D740-A23A-FDC02CF1E4B6}" destId="{BD591F33-BA66-914E-8200-BE9805A7D905}" srcOrd="2" destOrd="0" presId="urn:microsoft.com/office/officeart/2005/8/layout/arrow2"/>
    <dgm:cxn modelId="{BCE1AF6E-3405-D94F-A0E3-2C0D59506169}" type="presParOf" srcId="{6C2774CC-C8AA-D740-A23A-FDC02CF1E4B6}" destId="{808FBCF4-9EDF-6C43-B1EE-E8410469CEA2}" srcOrd="3" destOrd="0" presId="urn:microsoft.com/office/officeart/2005/8/layout/arrow2"/>
    <dgm:cxn modelId="{7B9CC981-9685-784F-84F5-4D97D971553B}" type="presParOf" srcId="{6C2774CC-C8AA-D740-A23A-FDC02CF1E4B6}" destId="{480D4A1C-E79C-134A-9780-38213FE0F26B}" srcOrd="4" destOrd="0" presId="urn:microsoft.com/office/officeart/2005/8/layout/arrow2"/>
    <dgm:cxn modelId="{AF11C803-754F-7243-B7FD-7894796736D0}" type="presParOf" srcId="{6C2774CC-C8AA-D740-A23A-FDC02CF1E4B6}" destId="{4CC3CF8D-3EE9-A34B-8FF6-E34FFB7162BC}" srcOrd="5" destOrd="0" presId="urn:microsoft.com/office/officeart/2005/8/layout/arrow2"/>
    <dgm:cxn modelId="{379895B3-29F6-294D-AD22-BC6A4EF3F6CA}" type="presParOf" srcId="{6C2774CC-C8AA-D740-A23A-FDC02CF1E4B6}" destId="{B887A060-154B-1145-BB2D-EA751D405F9D}" srcOrd="6" destOrd="0" presId="urn:microsoft.com/office/officeart/2005/8/layout/arrow2"/>
    <dgm:cxn modelId="{D38CFD3C-CBC8-3D4D-8344-EDBC9BF885A1}" type="presParOf" srcId="{6C2774CC-C8AA-D740-A23A-FDC02CF1E4B6}" destId="{6042DF22-2041-6E42-A649-46B3848F15C8}" srcOrd="7" destOrd="0" presId="urn:microsoft.com/office/officeart/2005/8/layout/arrow2"/>
    <dgm:cxn modelId="{3979E101-E027-1346-944F-A8B7799D315A}" type="presParOf" srcId="{6C2774CC-C8AA-D740-A23A-FDC02CF1E4B6}" destId="{01B8BC86-D793-9444-879B-FA2F2B19C6B0}" srcOrd="8" destOrd="0" presId="urn:microsoft.com/office/officeart/2005/8/layout/arrow2"/>
    <dgm:cxn modelId="{394A97A9-FACB-174B-BD0F-20AB841968A8}" type="presParOf" srcId="{6C2774CC-C8AA-D740-A23A-FDC02CF1E4B6}" destId="{14E3DDD8-928D-3B42-9314-88D690439E6E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C24223B4-B261-421C-9F7C-5620EEB4FDF8}" type="doc">
      <dgm:prSet loTypeId="urn:microsoft.com/office/officeart/2009/3/layout/DescendingProcess" qsTypeId="urn:microsoft.com/office/officeart/2005/8/quickstyle/simple2" csTypeId="urn:microsoft.com/office/officeart/2005/8/colors/accent1_2"/>
      <dgm:spPr/>
    </dgm:pt>
    <dgm:pt modelId="{D5D91130-3E84-4D7E-8DBA-6AD52A90B1C6}">
      <dgm:prSet/>
      <dgm:spPr/>
      <dgm:t>
        <a:bodyPr/>
        <a:lstStyle/>
        <a:p>
          <a:r>
            <a:t>Discover</a:t>
          </a:r>
        </a:p>
      </dgm:t>
    </dgm:pt>
    <dgm:pt modelId="{F43D6C5F-3CAB-44DB-BFF7-40E2C545446B}" type="parTrans" cxnId="{56BCB8C6-2A30-463F-9B9F-BF248DF4382C}">
      <dgm:prSet/>
      <dgm:spPr/>
      <dgm:t>
        <a:bodyPr/>
        <a:lstStyle/>
        <a:p>
          <a:endParaRPr/>
        </a:p>
      </dgm:t>
    </dgm:pt>
    <dgm:pt modelId="{EE767FAA-8FEE-44BE-9688-88A990D39661}" type="sibTrans" cxnId="{56BCB8C6-2A30-463F-9B9F-BF248DF4382C}">
      <dgm:prSet/>
      <dgm:spPr/>
      <dgm:t>
        <a:bodyPr/>
        <a:lstStyle/>
        <a:p>
          <a:endParaRPr/>
        </a:p>
      </dgm:t>
    </dgm:pt>
    <dgm:pt modelId="{E8E8F0D6-2F9A-4A0C-8474-75CA653EC7F4}">
      <dgm:prSet/>
      <dgm:spPr/>
      <dgm:t>
        <a:bodyPr/>
        <a:lstStyle/>
        <a:p>
          <a:r>
            <a:t>Define</a:t>
          </a:r>
        </a:p>
      </dgm:t>
    </dgm:pt>
    <dgm:pt modelId="{99895576-9554-48E1-89E4-984CD039A25F}" type="parTrans" cxnId="{19DE2977-F90F-492F-8CF3-78B53CBE728A}">
      <dgm:prSet/>
      <dgm:spPr/>
      <dgm:t>
        <a:bodyPr/>
        <a:lstStyle/>
        <a:p>
          <a:endParaRPr/>
        </a:p>
      </dgm:t>
    </dgm:pt>
    <dgm:pt modelId="{C5067B16-8A96-48D1-82E0-CF4A629E3C86}" type="sibTrans" cxnId="{19DE2977-F90F-492F-8CF3-78B53CBE728A}">
      <dgm:prSet/>
      <dgm:spPr/>
      <dgm:t>
        <a:bodyPr/>
        <a:lstStyle/>
        <a:p>
          <a:endParaRPr/>
        </a:p>
      </dgm:t>
    </dgm:pt>
    <dgm:pt modelId="{CF06D16B-8E03-4FDE-8B27-9B9F1CB2618B}">
      <dgm:prSet/>
      <dgm:spPr/>
      <dgm:t>
        <a:bodyPr/>
        <a:lstStyle/>
        <a:p>
          <a:r>
            <a:t>Build</a:t>
          </a:r>
        </a:p>
      </dgm:t>
    </dgm:pt>
    <dgm:pt modelId="{5D9BB4B6-AB84-4A79-900C-35F81A5B8D86}" type="parTrans" cxnId="{EA094A97-BF7C-4D04-A3D3-A818D0E611D0}">
      <dgm:prSet/>
      <dgm:spPr/>
      <dgm:t>
        <a:bodyPr/>
        <a:lstStyle/>
        <a:p>
          <a:endParaRPr/>
        </a:p>
      </dgm:t>
    </dgm:pt>
    <dgm:pt modelId="{DA51967D-9CA7-423B-9EC6-02368C42AD91}" type="sibTrans" cxnId="{EA094A97-BF7C-4D04-A3D3-A818D0E611D0}">
      <dgm:prSet/>
      <dgm:spPr/>
      <dgm:t>
        <a:bodyPr/>
        <a:lstStyle/>
        <a:p>
          <a:endParaRPr/>
        </a:p>
      </dgm:t>
    </dgm:pt>
    <dgm:pt modelId="{33F1EA1C-F61F-4BA5-99A6-F9874FC63A18}">
      <dgm:prSet/>
      <dgm:spPr/>
      <dgm:t>
        <a:bodyPr/>
        <a:lstStyle/>
        <a:p>
          <a:r>
            <a:t>Launch</a:t>
          </a:r>
        </a:p>
      </dgm:t>
    </dgm:pt>
    <dgm:pt modelId="{D3850174-F418-4864-92CF-79E72284CE8E}" type="parTrans" cxnId="{D3119438-077C-46BE-B261-8176BDC9DCC9}">
      <dgm:prSet/>
      <dgm:spPr/>
      <dgm:t>
        <a:bodyPr/>
        <a:lstStyle/>
        <a:p>
          <a:endParaRPr/>
        </a:p>
      </dgm:t>
    </dgm:pt>
    <dgm:pt modelId="{6C15F4A0-9C55-419A-B8E8-50FAB261658E}" type="sibTrans" cxnId="{D3119438-077C-46BE-B261-8176BDC9DCC9}">
      <dgm:prSet/>
      <dgm:spPr/>
      <dgm:t>
        <a:bodyPr/>
        <a:lstStyle/>
        <a:p>
          <a:endParaRPr/>
        </a:p>
      </dgm:t>
    </dgm:pt>
    <dgm:pt modelId="{554E5DD6-1621-4425-B842-4CCB97AB5CBA}">
      <dgm:prSet/>
      <dgm:spPr/>
      <dgm:t>
        <a:bodyPr/>
        <a:lstStyle/>
        <a:p>
          <a:r>
            <a:t>Learn</a:t>
          </a:r>
        </a:p>
      </dgm:t>
    </dgm:pt>
    <dgm:pt modelId="{2B98CC8D-DC27-4D91-9F2F-5DA7C0F02321}" type="parTrans" cxnId="{C8BE29E3-DC87-4FC8-8DDB-A1421AB80A2F}">
      <dgm:prSet/>
      <dgm:spPr/>
      <dgm:t>
        <a:bodyPr/>
        <a:lstStyle/>
        <a:p>
          <a:endParaRPr/>
        </a:p>
      </dgm:t>
    </dgm:pt>
    <dgm:pt modelId="{849B26C1-AECF-420A-9DE6-BEC9BD3D4FE0}" type="sibTrans" cxnId="{C8BE29E3-DC87-4FC8-8DDB-A1421AB80A2F}">
      <dgm:prSet/>
      <dgm:spPr/>
      <dgm:t>
        <a:bodyPr/>
        <a:lstStyle/>
        <a:p>
          <a:endParaRPr/>
        </a:p>
      </dgm:t>
    </dgm:pt>
    <dgm:pt modelId="{E440A636-8BC5-174F-9AB1-1AC585FB7458}" type="pres">
      <dgm:prSet presAssocID="{C24223B4-B261-421C-9F7C-5620EEB4FDF8}" presName="Name0" presStyleCnt="0">
        <dgm:presLayoutVars>
          <dgm:chMax val="7"/>
          <dgm:chPref val="5"/>
        </dgm:presLayoutVars>
      </dgm:prSet>
      <dgm:spPr/>
    </dgm:pt>
    <dgm:pt modelId="{1E74CC65-E86A-6747-8541-31E35F02641E}" type="pres">
      <dgm:prSet presAssocID="{C24223B4-B261-421C-9F7C-5620EEB4FDF8}" presName="arrowNode" presStyleLbl="node1" presStyleIdx="0" presStyleCnt="1"/>
      <dgm:spPr/>
    </dgm:pt>
    <dgm:pt modelId="{B4031AE5-54C7-3B4A-BCC4-60BA586BB5B4}" type="pres">
      <dgm:prSet presAssocID="{D5D91130-3E84-4D7E-8DBA-6AD52A90B1C6}" presName="txNode1" presStyleLbl="revTx" presStyleIdx="0" presStyleCnt="5">
        <dgm:presLayoutVars>
          <dgm:bulletEnabled val="1"/>
        </dgm:presLayoutVars>
      </dgm:prSet>
      <dgm:spPr/>
    </dgm:pt>
    <dgm:pt modelId="{36467CDE-C5A0-294A-AF35-B499EDC4C57E}" type="pres">
      <dgm:prSet presAssocID="{E8E8F0D6-2F9A-4A0C-8474-75CA653EC7F4}" presName="txNode2" presStyleLbl="revTx" presStyleIdx="1" presStyleCnt="5">
        <dgm:presLayoutVars>
          <dgm:bulletEnabled val="1"/>
        </dgm:presLayoutVars>
      </dgm:prSet>
      <dgm:spPr/>
    </dgm:pt>
    <dgm:pt modelId="{44A67CDE-5218-5E4F-A841-3F2E6EDAF9E4}" type="pres">
      <dgm:prSet presAssocID="{C5067B16-8A96-48D1-82E0-CF4A629E3C86}" presName="dotNode2" presStyleCnt="0"/>
      <dgm:spPr/>
    </dgm:pt>
    <dgm:pt modelId="{DC70F7E1-CD5F-7B4F-B61B-2D7378A3A162}" type="pres">
      <dgm:prSet presAssocID="{C5067B16-8A96-48D1-82E0-CF4A629E3C86}" presName="dotRepeatNode" presStyleLbl="fgShp" presStyleIdx="0" presStyleCnt="3"/>
      <dgm:spPr/>
    </dgm:pt>
    <dgm:pt modelId="{107162F7-3C46-9346-9FB1-8A16A5CFEA55}" type="pres">
      <dgm:prSet presAssocID="{CF06D16B-8E03-4FDE-8B27-9B9F1CB2618B}" presName="txNode3" presStyleLbl="revTx" presStyleIdx="2" presStyleCnt="5">
        <dgm:presLayoutVars>
          <dgm:bulletEnabled val="1"/>
        </dgm:presLayoutVars>
      </dgm:prSet>
      <dgm:spPr/>
    </dgm:pt>
    <dgm:pt modelId="{982656A1-D373-F846-8ADD-2C826DEA7D57}" type="pres">
      <dgm:prSet presAssocID="{DA51967D-9CA7-423B-9EC6-02368C42AD91}" presName="dotNode3" presStyleCnt="0"/>
      <dgm:spPr/>
    </dgm:pt>
    <dgm:pt modelId="{3406F146-40F1-7E45-8E58-65EEF4C18012}" type="pres">
      <dgm:prSet presAssocID="{DA51967D-9CA7-423B-9EC6-02368C42AD91}" presName="dotRepeatNode" presStyleLbl="fgShp" presStyleIdx="1" presStyleCnt="3"/>
      <dgm:spPr/>
    </dgm:pt>
    <dgm:pt modelId="{1C1A96DD-2F53-E640-B9B0-F90AD513DEF2}" type="pres">
      <dgm:prSet presAssocID="{33F1EA1C-F61F-4BA5-99A6-F9874FC63A18}" presName="txNode4" presStyleLbl="revTx" presStyleIdx="3" presStyleCnt="5">
        <dgm:presLayoutVars>
          <dgm:bulletEnabled val="1"/>
        </dgm:presLayoutVars>
      </dgm:prSet>
      <dgm:spPr/>
    </dgm:pt>
    <dgm:pt modelId="{D1C52A2C-F9E9-534B-8885-17CE838976DE}" type="pres">
      <dgm:prSet presAssocID="{6C15F4A0-9C55-419A-B8E8-50FAB261658E}" presName="dotNode4" presStyleCnt="0"/>
      <dgm:spPr/>
    </dgm:pt>
    <dgm:pt modelId="{583BB060-2420-9646-9BA0-C0501D9E483E}" type="pres">
      <dgm:prSet presAssocID="{6C15F4A0-9C55-419A-B8E8-50FAB261658E}" presName="dotRepeatNode" presStyleLbl="fgShp" presStyleIdx="2" presStyleCnt="3"/>
      <dgm:spPr/>
    </dgm:pt>
    <dgm:pt modelId="{31ABF751-6A6F-DF4B-B0F8-2E07E695291C}" type="pres">
      <dgm:prSet presAssocID="{554E5DD6-1621-4425-B842-4CCB97AB5CBA}" presName="txNode5" presStyleLbl="revTx" presStyleIdx="4" presStyleCnt="5">
        <dgm:presLayoutVars>
          <dgm:bulletEnabled val="1"/>
        </dgm:presLayoutVars>
      </dgm:prSet>
      <dgm:spPr/>
    </dgm:pt>
  </dgm:ptLst>
  <dgm:cxnLst>
    <dgm:cxn modelId="{2D1F3E1B-47A3-4847-AF65-D53ED1745E4B}" type="presOf" srcId="{E8E8F0D6-2F9A-4A0C-8474-75CA653EC7F4}" destId="{36467CDE-C5A0-294A-AF35-B499EDC4C57E}" srcOrd="0" destOrd="0" presId="urn:microsoft.com/office/officeart/2009/3/layout/DescendingProcess"/>
    <dgm:cxn modelId="{D3119438-077C-46BE-B261-8176BDC9DCC9}" srcId="{C24223B4-B261-421C-9F7C-5620EEB4FDF8}" destId="{33F1EA1C-F61F-4BA5-99A6-F9874FC63A18}" srcOrd="3" destOrd="0" parTransId="{D3850174-F418-4864-92CF-79E72284CE8E}" sibTransId="{6C15F4A0-9C55-419A-B8E8-50FAB261658E}"/>
    <dgm:cxn modelId="{20EEBB4C-D4CF-CE4D-9448-E5081B3FFBA8}" type="presOf" srcId="{CF06D16B-8E03-4FDE-8B27-9B9F1CB2618B}" destId="{107162F7-3C46-9346-9FB1-8A16A5CFEA55}" srcOrd="0" destOrd="0" presId="urn:microsoft.com/office/officeart/2009/3/layout/DescendingProcess"/>
    <dgm:cxn modelId="{ED1BA567-B9C3-2C47-BA50-383ED979BAA1}" type="presOf" srcId="{D5D91130-3E84-4D7E-8DBA-6AD52A90B1C6}" destId="{B4031AE5-54C7-3B4A-BCC4-60BA586BB5B4}" srcOrd="0" destOrd="0" presId="urn:microsoft.com/office/officeart/2009/3/layout/DescendingProcess"/>
    <dgm:cxn modelId="{19DE2977-F90F-492F-8CF3-78B53CBE728A}" srcId="{C24223B4-B261-421C-9F7C-5620EEB4FDF8}" destId="{E8E8F0D6-2F9A-4A0C-8474-75CA653EC7F4}" srcOrd="1" destOrd="0" parTransId="{99895576-9554-48E1-89E4-984CD039A25F}" sibTransId="{C5067B16-8A96-48D1-82E0-CF4A629E3C86}"/>
    <dgm:cxn modelId="{E04AE57B-2323-F64E-A187-BF5F35CC7095}" type="presOf" srcId="{DA51967D-9CA7-423B-9EC6-02368C42AD91}" destId="{3406F146-40F1-7E45-8E58-65EEF4C18012}" srcOrd="0" destOrd="0" presId="urn:microsoft.com/office/officeart/2009/3/layout/DescendingProcess"/>
    <dgm:cxn modelId="{219AB088-C1F3-6947-953A-6B13181C98D6}" type="presOf" srcId="{554E5DD6-1621-4425-B842-4CCB97AB5CBA}" destId="{31ABF751-6A6F-DF4B-B0F8-2E07E695291C}" srcOrd="0" destOrd="0" presId="urn:microsoft.com/office/officeart/2009/3/layout/DescendingProcess"/>
    <dgm:cxn modelId="{EA094A97-BF7C-4D04-A3D3-A818D0E611D0}" srcId="{C24223B4-B261-421C-9F7C-5620EEB4FDF8}" destId="{CF06D16B-8E03-4FDE-8B27-9B9F1CB2618B}" srcOrd="2" destOrd="0" parTransId="{5D9BB4B6-AB84-4A79-900C-35F81A5B8D86}" sibTransId="{DA51967D-9CA7-423B-9EC6-02368C42AD91}"/>
    <dgm:cxn modelId="{750228C3-3490-754A-8AF4-96700F1A996F}" type="presOf" srcId="{33F1EA1C-F61F-4BA5-99A6-F9874FC63A18}" destId="{1C1A96DD-2F53-E640-B9B0-F90AD513DEF2}" srcOrd="0" destOrd="0" presId="urn:microsoft.com/office/officeart/2009/3/layout/DescendingProcess"/>
    <dgm:cxn modelId="{56BCB8C6-2A30-463F-9B9F-BF248DF4382C}" srcId="{C24223B4-B261-421C-9F7C-5620EEB4FDF8}" destId="{D5D91130-3E84-4D7E-8DBA-6AD52A90B1C6}" srcOrd="0" destOrd="0" parTransId="{F43D6C5F-3CAB-44DB-BFF7-40E2C545446B}" sibTransId="{EE767FAA-8FEE-44BE-9688-88A990D39661}"/>
    <dgm:cxn modelId="{DC860ED1-8F07-514A-931E-1729933B3925}" type="presOf" srcId="{6C15F4A0-9C55-419A-B8E8-50FAB261658E}" destId="{583BB060-2420-9646-9BA0-C0501D9E483E}" srcOrd="0" destOrd="0" presId="urn:microsoft.com/office/officeart/2009/3/layout/DescendingProcess"/>
    <dgm:cxn modelId="{863972DD-953B-9A4C-BE26-BC492F93AD45}" type="presOf" srcId="{C5067B16-8A96-48D1-82E0-CF4A629E3C86}" destId="{DC70F7E1-CD5F-7B4F-B61B-2D7378A3A162}" srcOrd="0" destOrd="0" presId="urn:microsoft.com/office/officeart/2009/3/layout/DescendingProcess"/>
    <dgm:cxn modelId="{C8BE29E3-DC87-4FC8-8DDB-A1421AB80A2F}" srcId="{C24223B4-B261-421C-9F7C-5620EEB4FDF8}" destId="{554E5DD6-1621-4425-B842-4CCB97AB5CBA}" srcOrd="4" destOrd="0" parTransId="{2B98CC8D-DC27-4D91-9F2F-5DA7C0F02321}" sibTransId="{849B26C1-AECF-420A-9DE6-BEC9BD3D4FE0}"/>
    <dgm:cxn modelId="{F53167FE-8612-CF46-ADD1-A50C928DAEE6}" type="presOf" srcId="{C24223B4-B261-421C-9F7C-5620EEB4FDF8}" destId="{E440A636-8BC5-174F-9AB1-1AC585FB7458}" srcOrd="0" destOrd="0" presId="urn:microsoft.com/office/officeart/2009/3/layout/DescendingProcess"/>
    <dgm:cxn modelId="{F226244B-E72F-8A44-BD41-AE1940DE75B9}" type="presParOf" srcId="{E440A636-8BC5-174F-9AB1-1AC585FB7458}" destId="{1E74CC65-E86A-6747-8541-31E35F02641E}" srcOrd="0" destOrd="0" presId="urn:microsoft.com/office/officeart/2009/3/layout/DescendingProcess"/>
    <dgm:cxn modelId="{86FD4FFA-B176-C441-86B0-ABDA223C55AD}" type="presParOf" srcId="{E440A636-8BC5-174F-9AB1-1AC585FB7458}" destId="{B4031AE5-54C7-3B4A-BCC4-60BA586BB5B4}" srcOrd="1" destOrd="0" presId="urn:microsoft.com/office/officeart/2009/3/layout/DescendingProcess"/>
    <dgm:cxn modelId="{B4613D69-B05D-E043-BD00-564F2EC2E6A3}" type="presParOf" srcId="{E440A636-8BC5-174F-9AB1-1AC585FB7458}" destId="{36467CDE-C5A0-294A-AF35-B499EDC4C57E}" srcOrd="2" destOrd="0" presId="urn:microsoft.com/office/officeart/2009/3/layout/DescendingProcess"/>
    <dgm:cxn modelId="{E4FA71EA-D946-6743-A669-064B3323D52C}" type="presParOf" srcId="{E440A636-8BC5-174F-9AB1-1AC585FB7458}" destId="{44A67CDE-5218-5E4F-A841-3F2E6EDAF9E4}" srcOrd="3" destOrd="0" presId="urn:microsoft.com/office/officeart/2009/3/layout/DescendingProcess"/>
    <dgm:cxn modelId="{C35063B6-517F-864B-8706-74F5637D1D22}" type="presParOf" srcId="{44A67CDE-5218-5E4F-A841-3F2E6EDAF9E4}" destId="{DC70F7E1-CD5F-7B4F-B61B-2D7378A3A162}" srcOrd="0" destOrd="0" presId="urn:microsoft.com/office/officeart/2009/3/layout/DescendingProcess"/>
    <dgm:cxn modelId="{FC36990F-FB5D-BB48-881C-7A551D895139}" type="presParOf" srcId="{E440A636-8BC5-174F-9AB1-1AC585FB7458}" destId="{107162F7-3C46-9346-9FB1-8A16A5CFEA55}" srcOrd="4" destOrd="0" presId="urn:microsoft.com/office/officeart/2009/3/layout/DescendingProcess"/>
    <dgm:cxn modelId="{976D21C0-2A57-EC42-BD13-151805B7C3C4}" type="presParOf" srcId="{E440A636-8BC5-174F-9AB1-1AC585FB7458}" destId="{982656A1-D373-F846-8ADD-2C826DEA7D57}" srcOrd="5" destOrd="0" presId="urn:microsoft.com/office/officeart/2009/3/layout/DescendingProcess"/>
    <dgm:cxn modelId="{C3480C8C-13E1-834E-B944-C7E1A5A4379C}" type="presParOf" srcId="{982656A1-D373-F846-8ADD-2C826DEA7D57}" destId="{3406F146-40F1-7E45-8E58-65EEF4C18012}" srcOrd="0" destOrd="0" presId="urn:microsoft.com/office/officeart/2009/3/layout/DescendingProcess"/>
    <dgm:cxn modelId="{83607EC9-CA89-7F4C-96FB-83111D25A3CB}" type="presParOf" srcId="{E440A636-8BC5-174F-9AB1-1AC585FB7458}" destId="{1C1A96DD-2F53-E640-B9B0-F90AD513DEF2}" srcOrd="6" destOrd="0" presId="urn:microsoft.com/office/officeart/2009/3/layout/DescendingProcess"/>
    <dgm:cxn modelId="{DD5CF8DD-E75A-184F-9B44-7BA79361B3A1}" type="presParOf" srcId="{E440A636-8BC5-174F-9AB1-1AC585FB7458}" destId="{D1C52A2C-F9E9-534B-8885-17CE838976DE}" srcOrd="7" destOrd="0" presId="urn:microsoft.com/office/officeart/2009/3/layout/DescendingProcess"/>
    <dgm:cxn modelId="{156A7E21-B427-E043-BBB7-0AA2D12B1157}" type="presParOf" srcId="{D1C52A2C-F9E9-534B-8885-17CE838976DE}" destId="{583BB060-2420-9646-9BA0-C0501D9E483E}" srcOrd="0" destOrd="0" presId="urn:microsoft.com/office/officeart/2009/3/layout/DescendingProcess"/>
    <dgm:cxn modelId="{818DA554-5F7A-B843-AF19-C385AA537003}" type="presParOf" srcId="{E440A636-8BC5-174F-9AB1-1AC585FB7458}" destId="{31ABF751-6A6F-DF4B-B0F8-2E07E695291C}" srcOrd="8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0BEC50AD-1829-4E41-B400-3CD7ADE55F46}" type="doc">
      <dgm:prSet loTypeId="urn:microsoft.com/office/officeart/2005/8/layout/bProcess2" qsTypeId="urn:microsoft.com/office/officeart/2005/8/quickstyle/simple2" csTypeId="urn:microsoft.com/office/officeart/2005/8/colors/accent1_2"/>
      <dgm:spPr/>
    </dgm:pt>
    <dgm:pt modelId="{2B74D85D-5509-49CA-A42C-BAC36453ED09}">
      <dgm:prSet/>
      <dgm:spPr/>
      <dgm:t>
        <a:bodyPr/>
        <a:lstStyle/>
        <a:p>
          <a:r>
            <a:t>Discover</a:t>
          </a:r>
        </a:p>
      </dgm:t>
    </dgm:pt>
    <dgm:pt modelId="{F3286D15-492D-439C-9D79-918BBAB372A4}" type="parTrans" cxnId="{7BF81E54-2E22-421A-BF72-E73A25335241}">
      <dgm:prSet/>
      <dgm:spPr/>
      <dgm:t>
        <a:bodyPr/>
        <a:lstStyle/>
        <a:p>
          <a:endParaRPr/>
        </a:p>
      </dgm:t>
    </dgm:pt>
    <dgm:pt modelId="{81822E21-E796-4890-9068-C2F0FA90B284}" type="sibTrans" cxnId="{7BF81E54-2E22-421A-BF72-E73A25335241}">
      <dgm:prSet/>
      <dgm:spPr/>
      <dgm:t>
        <a:bodyPr/>
        <a:lstStyle/>
        <a:p>
          <a:endParaRPr/>
        </a:p>
      </dgm:t>
    </dgm:pt>
    <dgm:pt modelId="{607A4911-1AD1-49F5-B690-4C5DB342BD0A}">
      <dgm:prSet/>
      <dgm:spPr/>
      <dgm:t>
        <a:bodyPr/>
        <a:lstStyle/>
        <a:p>
          <a:r>
            <a:t>Define</a:t>
          </a:r>
        </a:p>
      </dgm:t>
    </dgm:pt>
    <dgm:pt modelId="{3E654298-47CD-44BE-9EB0-1C353403B13F}" type="parTrans" cxnId="{55D44E33-339B-4A9A-9508-3D98875E3534}">
      <dgm:prSet/>
      <dgm:spPr/>
      <dgm:t>
        <a:bodyPr/>
        <a:lstStyle/>
        <a:p>
          <a:endParaRPr/>
        </a:p>
      </dgm:t>
    </dgm:pt>
    <dgm:pt modelId="{48D7B36B-76AB-4660-961C-E8696EBCF824}" type="sibTrans" cxnId="{55D44E33-339B-4A9A-9508-3D98875E3534}">
      <dgm:prSet/>
      <dgm:spPr/>
      <dgm:t>
        <a:bodyPr/>
        <a:lstStyle/>
        <a:p>
          <a:endParaRPr/>
        </a:p>
      </dgm:t>
    </dgm:pt>
    <dgm:pt modelId="{43337244-A267-4B2D-91D8-7435307BB745}">
      <dgm:prSet/>
      <dgm:spPr/>
      <dgm:t>
        <a:bodyPr/>
        <a:lstStyle/>
        <a:p>
          <a:r>
            <a:t>Build</a:t>
          </a:r>
        </a:p>
      </dgm:t>
    </dgm:pt>
    <dgm:pt modelId="{9D4C8073-DE55-4445-BC55-D7D33B99E98D}" type="parTrans" cxnId="{AC69EF06-152F-4150-AF80-6A8BA538A3C5}">
      <dgm:prSet/>
      <dgm:spPr/>
      <dgm:t>
        <a:bodyPr/>
        <a:lstStyle/>
        <a:p>
          <a:endParaRPr/>
        </a:p>
      </dgm:t>
    </dgm:pt>
    <dgm:pt modelId="{F4ECAD5B-5750-49E8-A06E-12BE485F09F6}" type="sibTrans" cxnId="{AC69EF06-152F-4150-AF80-6A8BA538A3C5}">
      <dgm:prSet/>
      <dgm:spPr/>
      <dgm:t>
        <a:bodyPr/>
        <a:lstStyle/>
        <a:p>
          <a:endParaRPr/>
        </a:p>
      </dgm:t>
    </dgm:pt>
    <dgm:pt modelId="{CFE011F6-42A1-48A3-A656-456F07290FAC}">
      <dgm:prSet/>
      <dgm:spPr/>
      <dgm:t>
        <a:bodyPr/>
        <a:lstStyle/>
        <a:p>
          <a:r>
            <a:t>Launch</a:t>
          </a:r>
        </a:p>
      </dgm:t>
    </dgm:pt>
    <dgm:pt modelId="{E8ABA81B-2300-40AE-BB69-B90D8A2C926A}" type="parTrans" cxnId="{1F4A2524-47C0-4D44-8643-CC5AD08DC9F5}">
      <dgm:prSet/>
      <dgm:spPr/>
      <dgm:t>
        <a:bodyPr/>
        <a:lstStyle/>
        <a:p>
          <a:endParaRPr/>
        </a:p>
      </dgm:t>
    </dgm:pt>
    <dgm:pt modelId="{5038D901-C335-4FCE-80CF-E251BA515423}" type="sibTrans" cxnId="{1F4A2524-47C0-4D44-8643-CC5AD08DC9F5}">
      <dgm:prSet/>
      <dgm:spPr/>
      <dgm:t>
        <a:bodyPr/>
        <a:lstStyle/>
        <a:p>
          <a:endParaRPr/>
        </a:p>
      </dgm:t>
    </dgm:pt>
    <dgm:pt modelId="{CFDDF553-1835-48BC-88EB-E98A417C50C6}">
      <dgm:prSet/>
      <dgm:spPr/>
      <dgm:t>
        <a:bodyPr/>
        <a:lstStyle/>
        <a:p>
          <a:r>
            <a:t>Learn</a:t>
          </a:r>
        </a:p>
      </dgm:t>
    </dgm:pt>
    <dgm:pt modelId="{DF1FCAD1-7307-4CD2-8719-F25CD10A6511}" type="parTrans" cxnId="{5A4314AE-B4EE-4E4E-B04A-5ADD2CB665C1}">
      <dgm:prSet/>
      <dgm:spPr/>
      <dgm:t>
        <a:bodyPr/>
        <a:lstStyle/>
        <a:p>
          <a:endParaRPr/>
        </a:p>
      </dgm:t>
    </dgm:pt>
    <dgm:pt modelId="{F44CFCFB-ECFF-4052-99CF-C016C0EF4BE5}" type="sibTrans" cxnId="{5A4314AE-B4EE-4E4E-B04A-5ADD2CB665C1}">
      <dgm:prSet/>
      <dgm:spPr/>
      <dgm:t>
        <a:bodyPr/>
        <a:lstStyle/>
        <a:p>
          <a:endParaRPr/>
        </a:p>
      </dgm:t>
    </dgm:pt>
    <dgm:pt modelId="{D30BF5BF-D3D5-264D-867B-14AE7076F04D}" type="pres">
      <dgm:prSet presAssocID="{0BEC50AD-1829-4E41-B400-3CD7ADE55F46}" presName="diagram" presStyleCnt="0">
        <dgm:presLayoutVars>
          <dgm:dir/>
          <dgm:resizeHandles/>
        </dgm:presLayoutVars>
      </dgm:prSet>
      <dgm:spPr/>
    </dgm:pt>
    <dgm:pt modelId="{3BD9C084-F545-2148-B887-6FF630F2B9CF}" type="pres">
      <dgm:prSet presAssocID="{2B74D85D-5509-49CA-A42C-BAC36453ED09}" presName="firstNode" presStyleLbl="node1" presStyleIdx="0" presStyleCnt="5">
        <dgm:presLayoutVars>
          <dgm:bulletEnabled val="1"/>
        </dgm:presLayoutVars>
      </dgm:prSet>
      <dgm:spPr/>
    </dgm:pt>
    <dgm:pt modelId="{840257A6-3A08-3C45-8472-8C492593A0FD}" type="pres">
      <dgm:prSet presAssocID="{81822E21-E796-4890-9068-C2F0FA90B284}" presName="sibTrans" presStyleLbl="sibTrans2D1" presStyleIdx="0" presStyleCnt="4"/>
      <dgm:spPr/>
    </dgm:pt>
    <dgm:pt modelId="{0C8BD03E-567D-5344-B38B-C46401941268}" type="pres">
      <dgm:prSet presAssocID="{607A4911-1AD1-49F5-B690-4C5DB342BD0A}" presName="middleNode" presStyleCnt="0"/>
      <dgm:spPr/>
    </dgm:pt>
    <dgm:pt modelId="{8BA88EDC-34D5-EA40-BDD5-F515D8500C05}" type="pres">
      <dgm:prSet presAssocID="{607A4911-1AD1-49F5-B690-4C5DB342BD0A}" presName="padding" presStyleLbl="node1" presStyleIdx="0" presStyleCnt="5"/>
      <dgm:spPr/>
    </dgm:pt>
    <dgm:pt modelId="{02B5E16E-B09F-E642-9D74-E02883ADFDA3}" type="pres">
      <dgm:prSet presAssocID="{607A4911-1AD1-49F5-B690-4C5DB342BD0A}" presName="shape" presStyleLbl="node1" presStyleIdx="1" presStyleCnt="5">
        <dgm:presLayoutVars>
          <dgm:bulletEnabled val="1"/>
        </dgm:presLayoutVars>
      </dgm:prSet>
      <dgm:spPr/>
    </dgm:pt>
    <dgm:pt modelId="{18BEDACC-7DD1-164E-B3FB-7971B9AB226C}" type="pres">
      <dgm:prSet presAssocID="{48D7B36B-76AB-4660-961C-E8696EBCF824}" presName="sibTrans" presStyleLbl="sibTrans2D1" presStyleIdx="1" presStyleCnt="4"/>
      <dgm:spPr/>
    </dgm:pt>
    <dgm:pt modelId="{88E6D3E6-2C4E-4141-A7D6-6277402357D6}" type="pres">
      <dgm:prSet presAssocID="{43337244-A267-4B2D-91D8-7435307BB745}" presName="middleNode" presStyleCnt="0"/>
      <dgm:spPr/>
    </dgm:pt>
    <dgm:pt modelId="{6E89E826-3C67-0A42-8A05-408C8958CFF4}" type="pres">
      <dgm:prSet presAssocID="{43337244-A267-4B2D-91D8-7435307BB745}" presName="padding" presStyleLbl="node1" presStyleIdx="1" presStyleCnt="5"/>
      <dgm:spPr/>
    </dgm:pt>
    <dgm:pt modelId="{16BD0021-DF2B-094B-99AA-D23BD6E36FBB}" type="pres">
      <dgm:prSet presAssocID="{43337244-A267-4B2D-91D8-7435307BB745}" presName="shape" presStyleLbl="node1" presStyleIdx="2" presStyleCnt="5">
        <dgm:presLayoutVars>
          <dgm:bulletEnabled val="1"/>
        </dgm:presLayoutVars>
      </dgm:prSet>
      <dgm:spPr/>
    </dgm:pt>
    <dgm:pt modelId="{D0B2FF4E-8F39-454C-8D2E-D7C3BA051B2C}" type="pres">
      <dgm:prSet presAssocID="{F4ECAD5B-5750-49E8-A06E-12BE485F09F6}" presName="sibTrans" presStyleLbl="sibTrans2D1" presStyleIdx="2" presStyleCnt="4"/>
      <dgm:spPr/>
    </dgm:pt>
    <dgm:pt modelId="{BFBAA2E6-C4F9-5A4D-A5E5-0C597E703750}" type="pres">
      <dgm:prSet presAssocID="{CFE011F6-42A1-48A3-A656-456F07290FAC}" presName="middleNode" presStyleCnt="0"/>
      <dgm:spPr/>
    </dgm:pt>
    <dgm:pt modelId="{3BB0EF9D-659F-C04D-BBBA-3EBED37944C7}" type="pres">
      <dgm:prSet presAssocID="{CFE011F6-42A1-48A3-A656-456F07290FAC}" presName="padding" presStyleLbl="node1" presStyleIdx="2" presStyleCnt="5"/>
      <dgm:spPr/>
    </dgm:pt>
    <dgm:pt modelId="{9B25F630-41A8-C84D-B70D-F21711559192}" type="pres">
      <dgm:prSet presAssocID="{CFE011F6-42A1-48A3-A656-456F07290FAC}" presName="shape" presStyleLbl="node1" presStyleIdx="3" presStyleCnt="5">
        <dgm:presLayoutVars>
          <dgm:bulletEnabled val="1"/>
        </dgm:presLayoutVars>
      </dgm:prSet>
      <dgm:spPr/>
    </dgm:pt>
    <dgm:pt modelId="{08D6FB3A-79C6-AB4B-965F-AC9ABCBDF4BE}" type="pres">
      <dgm:prSet presAssocID="{5038D901-C335-4FCE-80CF-E251BA515423}" presName="sibTrans" presStyleLbl="sibTrans2D1" presStyleIdx="3" presStyleCnt="4"/>
      <dgm:spPr/>
    </dgm:pt>
    <dgm:pt modelId="{A0291F17-DDEA-F941-BB20-31575CA1958F}" type="pres">
      <dgm:prSet presAssocID="{CFDDF553-1835-48BC-88EB-E98A417C50C6}" presName="lastNode" presStyleLbl="node1" presStyleIdx="4" presStyleCnt="5">
        <dgm:presLayoutVars>
          <dgm:bulletEnabled val="1"/>
        </dgm:presLayoutVars>
      </dgm:prSet>
      <dgm:spPr/>
    </dgm:pt>
  </dgm:ptLst>
  <dgm:cxnLst>
    <dgm:cxn modelId="{AC69EF06-152F-4150-AF80-6A8BA538A3C5}" srcId="{0BEC50AD-1829-4E41-B400-3CD7ADE55F46}" destId="{43337244-A267-4B2D-91D8-7435307BB745}" srcOrd="2" destOrd="0" parTransId="{9D4C8073-DE55-4445-BC55-D7D33B99E98D}" sibTransId="{F4ECAD5B-5750-49E8-A06E-12BE485F09F6}"/>
    <dgm:cxn modelId="{BE36F01E-6437-CB4A-AEDE-FF120B7D1AD4}" type="presOf" srcId="{F4ECAD5B-5750-49E8-A06E-12BE485F09F6}" destId="{D0B2FF4E-8F39-454C-8D2E-D7C3BA051B2C}" srcOrd="0" destOrd="0" presId="urn:microsoft.com/office/officeart/2005/8/layout/bProcess2"/>
    <dgm:cxn modelId="{1F4A2524-47C0-4D44-8643-CC5AD08DC9F5}" srcId="{0BEC50AD-1829-4E41-B400-3CD7ADE55F46}" destId="{CFE011F6-42A1-48A3-A656-456F07290FAC}" srcOrd="3" destOrd="0" parTransId="{E8ABA81B-2300-40AE-BB69-B90D8A2C926A}" sibTransId="{5038D901-C335-4FCE-80CF-E251BA515423}"/>
    <dgm:cxn modelId="{55D44E33-339B-4A9A-9508-3D98875E3534}" srcId="{0BEC50AD-1829-4E41-B400-3CD7ADE55F46}" destId="{607A4911-1AD1-49F5-B690-4C5DB342BD0A}" srcOrd="1" destOrd="0" parTransId="{3E654298-47CD-44BE-9EB0-1C353403B13F}" sibTransId="{48D7B36B-76AB-4660-961C-E8696EBCF824}"/>
    <dgm:cxn modelId="{F237C339-EE53-D14E-B97A-AC102D9D6C2C}" type="presOf" srcId="{48D7B36B-76AB-4660-961C-E8696EBCF824}" destId="{18BEDACC-7DD1-164E-B3FB-7971B9AB226C}" srcOrd="0" destOrd="0" presId="urn:microsoft.com/office/officeart/2005/8/layout/bProcess2"/>
    <dgm:cxn modelId="{7BF81E54-2E22-421A-BF72-E73A25335241}" srcId="{0BEC50AD-1829-4E41-B400-3CD7ADE55F46}" destId="{2B74D85D-5509-49CA-A42C-BAC36453ED09}" srcOrd="0" destOrd="0" parTransId="{F3286D15-492D-439C-9D79-918BBAB372A4}" sibTransId="{81822E21-E796-4890-9068-C2F0FA90B284}"/>
    <dgm:cxn modelId="{F1D1C265-D6D2-3E42-8C0C-7D831DE5536A}" type="presOf" srcId="{CFDDF553-1835-48BC-88EB-E98A417C50C6}" destId="{A0291F17-DDEA-F941-BB20-31575CA1958F}" srcOrd="0" destOrd="0" presId="urn:microsoft.com/office/officeart/2005/8/layout/bProcess2"/>
    <dgm:cxn modelId="{CBAAAD83-141B-D74D-AF1D-9CC5C72E02EA}" type="presOf" srcId="{0BEC50AD-1829-4E41-B400-3CD7ADE55F46}" destId="{D30BF5BF-D3D5-264D-867B-14AE7076F04D}" srcOrd="0" destOrd="0" presId="urn:microsoft.com/office/officeart/2005/8/layout/bProcess2"/>
    <dgm:cxn modelId="{E91E328E-E54A-F04B-B406-F69A3C36BCB3}" type="presOf" srcId="{5038D901-C335-4FCE-80CF-E251BA515423}" destId="{08D6FB3A-79C6-AB4B-965F-AC9ABCBDF4BE}" srcOrd="0" destOrd="0" presId="urn:microsoft.com/office/officeart/2005/8/layout/bProcess2"/>
    <dgm:cxn modelId="{969ECE9F-407C-C845-8285-1D6247A58849}" type="presOf" srcId="{607A4911-1AD1-49F5-B690-4C5DB342BD0A}" destId="{02B5E16E-B09F-E642-9D74-E02883ADFDA3}" srcOrd="0" destOrd="0" presId="urn:microsoft.com/office/officeart/2005/8/layout/bProcess2"/>
    <dgm:cxn modelId="{EC405FA1-4ED0-7347-B7BC-9EEA9EC79650}" type="presOf" srcId="{43337244-A267-4B2D-91D8-7435307BB745}" destId="{16BD0021-DF2B-094B-99AA-D23BD6E36FBB}" srcOrd="0" destOrd="0" presId="urn:microsoft.com/office/officeart/2005/8/layout/bProcess2"/>
    <dgm:cxn modelId="{5A4314AE-B4EE-4E4E-B04A-5ADD2CB665C1}" srcId="{0BEC50AD-1829-4E41-B400-3CD7ADE55F46}" destId="{CFDDF553-1835-48BC-88EB-E98A417C50C6}" srcOrd="4" destOrd="0" parTransId="{DF1FCAD1-7307-4CD2-8719-F25CD10A6511}" sibTransId="{F44CFCFB-ECFF-4052-99CF-C016C0EF4BE5}"/>
    <dgm:cxn modelId="{C379F1D3-E38B-8B45-8713-8B90A7596221}" type="presOf" srcId="{81822E21-E796-4890-9068-C2F0FA90B284}" destId="{840257A6-3A08-3C45-8472-8C492593A0FD}" srcOrd="0" destOrd="0" presId="urn:microsoft.com/office/officeart/2005/8/layout/bProcess2"/>
    <dgm:cxn modelId="{463C80D7-90AD-DC4A-9184-505C402B2ADC}" type="presOf" srcId="{2B74D85D-5509-49CA-A42C-BAC36453ED09}" destId="{3BD9C084-F545-2148-B887-6FF630F2B9CF}" srcOrd="0" destOrd="0" presId="urn:microsoft.com/office/officeart/2005/8/layout/bProcess2"/>
    <dgm:cxn modelId="{7E48B9E8-CE3D-694D-8947-55C49593E446}" type="presOf" srcId="{CFE011F6-42A1-48A3-A656-456F07290FAC}" destId="{9B25F630-41A8-C84D-B70D-F21711559192}" srcOrd="0" destOrd="0" presId="urn:microsoft.com/office/officeart/2005/8/layout/bProcess2"/>
    <dgm:cxn modelId="{AC910D5A-353C-D045-A212-B86F3308C650}" type="presParOf" srcId="{D30BF5BF-D3D5-264D-867B-14AE7076F04D}" destId="{3BD9C084-F545-2148-B887-6FF630F2B9CF}" srcOrd="0" destOrd="0" presId="urn:microsoft.com/office/officeart/2005/8/layout/bProcess2"/>
    <dgm:cxn modelId="{3193E198-5945-EE44-8F91-99E7B5B7824E}" type="presParOf" srcId="{D30BF5BF-D3D5-264D-867B-14AE7076F04D}" destId="{840257A6-3A08-3C45-8472-8C492593A0FD}" srcOrd="1" destOrd="0" presId="urn:microsoft.com/office/officeart/2005/8/layout/bProcess2"/>
    <dgm:cxn modelId="{3F5452FF-CCE5-8045-90AD-60F71E0220CE}" type="presParOf" srcId="{D30BF5BF-D3D5-264D-867B-14AE7076F04D}" destId="{0C8BD03E-567D-5344-B38B-C46401941268}" srcOrd="2" destOrd="0" presId="urn:microsoft.com/office/officeart/2005/8/layout/bProcess2"/>
    <dgm:cxn modelId="{EB4413C2-6DE4-4549-85AF-49948EF22295}" type="presParOf" srcId="{0C8BD03E-567D-5344-B38B-C46401941268}" destId="{8BA88EDC-34D5-EA40-BDD5-F515D8500C05}" srcOrd="0" destOrd="0" presId="urn:microsoft.com/office/officeart/2005/8/layout/bProcess2"/>
    <dgm:cxn modelId="{16CBAC92-C789-DB4F-8317-451FD9CACA50}" type="presParOf" srcId="{0C8BD03E-567D-5344-B38B-C46401941268}" destId="{02B5E16E-B09F-E642-9D74-E02883ADFDA3}" srcOrd="1" destOrd="0" presId="urn:microsoft.com/office/officeart/2005/8/layout/bProcess2"/>
    <dgm:cxn modelId="{C5998C04-BF0A-BA47-B4E7-16381BC5248E}" type="presParOf" srcId="{D30BF5BF-D3D5-264D-867B-14AE7076F04D}" destId="{18BEDACC-7DD1-164E-B3FB-7971B9AB226C}" srcOrd="3" destOrd="0" presId="urn:microsoft.com/office/officeart/2005/8/layout/bProcess2"/>
    <dgm:cxn modelId="{6DC781EF-FEB6-D847-8949-EBCDFA60F784}" type="presParOf" srcId="{D30BF5BF-D3D5-264D-867B-14AE7076F04D}" destId="{88E6D3E6-2C4E-4141-A7D6-6277402357D6}" srcOrd="4" destOrd="0" presId="urn:microsoft.com/office/officeart/2005/8/layout/bProcess2"/>
    <dgm:cxn modelId="{D3940526-1BF7-A846-92A9-32D2B823E945}" type="presParOf" srcId="{88E6D3E6-2C4E-4141-A7D6-6277402357D6}" destId="{6E89E826-3C67-0A42-8A05-408C8958CFF4}" srcOrd="0" destOrd="0" presId="urn:microsoft.com/office/officeart/2005/8/layout/bProcess2"/>
    <dgm:cxn modelId="{C4B1494C-D757-5840-9C1E-0566D77FF9E7}" type="presParOf" srcId="{88E6D3E6-2C4E-4141-A7D6-6277402357D6}" destId="{16BD0021-DF2B-094B-99AA-D23BD6E36FBB}" srcOrd="1" destOrd="0" presId="urn:microsoft.com/office/officeart/2005/8/layout/bProcess2"/>
    <dgm:cxn modelId="{9F433E7A-0798-3D4F-B11A-4549A2E32660}" type="presParOf" srcId="{D30BF5BF-D3D5-264D-867B-14AE7076F04D}" destId="{D0B2FF4E-8F39-454C-8D2E-D7C3BA051B2C}" srcOrd="5" destOrd="0" presId="urn:microsoft.com/office/officeart/2005/8/layout/bProcess2"/>
    <dgm:cxn modelId="{AFA0F609-58B9-A247-B236-D7D384C6211F}" type="presParOf" srcId="{D30BF5BF-D3D5-264D-867B-14AE7076F04D}" destId="{BFBAA2E6-C4F9-5A4D-A5E5-0C597E703750}" srcOrd="6" destOrd="0" presId="urn:microsoft.com/office/officeart/2005/8/layout/bProcess2"/>
    <dgm:cxn modelId="{BFA918B3-81A3-514B-AEB3-932F5379F569}" type="presParOf" srcId="{BFBAA2E6-C4F9-5A4D-A5E5-0C597E703750}" destId="{3BB0EF9D-659F-C04D-BBBA-3EBED37944C7}" srcOrd="0" destOrd="0" presId="urn:microsoft.com/office/officeart/2005/8/layout/bProcess2"/>
    <dgm:cxn modelId="{45D5C7CA-F6FE-7B42-81B8-E7657E21FAD1}" type="presParOf" srcId="{BFBAA2E6-C4F9-5A4D-A5E5-0C597E703750}" destId="{9B25F630-41A8-C84D-B70D-F21711559192}" srcOrd="1" destOrd="0" presId="urn:microsoft.com/office/officeart/2005/8/layout/bProcess2"/>
    <dgm:cxn modelId="{100DEE3B-28A0-9B45-BF04-F36494FA22FD}" type="presParOf" srcId="{D30BF5BF-D3D5-264D-867B-14AE7076F04D}" destId="{08D6FB3A-79C6-AB4B-965F-AC9ABCBDF4BE}" srcOrd="7" destOrd="0" presId="urn:microsoft.com/office/officeart/2005/8/layout/bProcess2"/>
    <dgm:cxn modelId="{DE63C8F6-B592-4249-A53A-934AC207BB46}" type="presParOf" srcId="{D30BF5BF-D3D5-264D-867B-14AE7076F04D}" destId="{A0291F17-DDEA-F941-BB20-31575CA1958F}" srcOrd="8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08D67A93-FB32-463A-B548-D4A85F4EFFCF}" type="doc">
      <dgm:prSet loTypeId="urn:microsoft.com/office/officeart/2005/8/layout/equation1" qsTypeId="urn:microsoft.com/office/officeart/2005/8/quickstyle/simple2" csTypeId="urn:microsoft.com/office/officeart/2005/8/colors/accent1_2"/>
      <dgm:spPr/>
    </dgm:pt>
    <dgm:pt modelId="{A661C71F-15D8-46F5-9F80-344E71F45AC7}">
      <dgm:prSet/>
      <dgm:spPr/>
      <dgm:t>
        <a:bodyPr/>
        <a:lstStyle/>
        <a:p>
          <a:r>
            <a:t>Discover</a:t>
          </a:r>
        </a:p>
      </dgm:t>
    </dgm:pt>
    <dgm:pt modelId="{2F73F477-1054-4435-A954-18F752B8C749}" type="parTrans" cxnId="{E30EB111-4FFA-4B87-ACB0-D0BE2FB3AFB3}">
      <dgm:prSet/>
      <dgm:spPr/>
      <dgm:t>
        <a:bodyPr/>
        <a:lstStyle/>
        <a:p>
          <a:endParaRPr/>
        </a:p>
      </dgm:t>
    </dgm:pt>
    <dgm:pt modelId="{D28D6F1E-A6B2-4071-B7D8-6A98679275AA}" type="sibTrans" cxnId="{E30EB111-4FFA-4B87-ACB0-D0BE2FB3AFB3}">
      <dgm:prSet/>
      <dgm:spPr/>
      <dgm:t>
        <a:bodyPr/>
        <a:lstStyle/>
        <a:p>
          <a:endParaRPr/>
        </a:p>
      </dgm:t>
    </dgm:pt>
    <dgm:pt modelId="{4DC713B8-1E50-4262-8B79-8B2713141461}">
      <dgm:prSet/>
      <dgm:spPr/>
      <dgm:t>
        <a:bodyPr/>
        <a:lstStyle/>
        <a:p>
          <a:r>
            <a:t>Define</a:t>
          </a:r>
        </a:p>
      </dgm:t>
    </dgm:pt>
    <dgm:pt modelId="{C4EA5423-6973-4387-B87B-14EB4AB13650}" type="parTrans" cxnId="{F13DC961-96A1-4357-93D9-4D112B3362E5}">
      <dgm:prSet/>
      <dgm:spPr/>
      <dgm:t>
        <a:bodyPr/>
        <a:lstStyle/>
        <a:p>
          <a:endParaRPr/>
        </a:p>
      </dgm:t>
    </dgm:pt>
    <dgm:pt modelId="{21F9C161-40E1-4852-AD1A-95899CCB1963}" type="sibTrans" cxnId="{F13DC961-96A1-4357-93D9-4D112B3362E5}">
      <dgm:prSet/>
      <dgm:spPr/>
      <dgm:t>
        <a:bodyPr/>
        <a:lstStyle/>
        <a:p>
          <a:endParaRPr/>
        </a:p>
      </dgm:t>
    </dgm:pt>
    <dgm:pt modelId="{6FEDDB3A-AFD9-4476-9424-997B3AEA78D1}">
      <dgm:prSet/>
      <dgm:spPr/>
      <dgm:t>
        <a:bodyPr/>
        <a:lstStyle/>
        <a:p>
          <a:r>
            <a:t>Build</a:t>
          </a:r>
        </a:p>
      </dgm:t>
    </dgm:pt>
    <dgm:pt modelId="{72E2A00A-E568-44A8-AC36-F3AB6C67919A}" type="parTrans" cxnId="{FD661C55-A9D5-42A9-B590-40CF2F25830D}">
      <dgm:prSet/>
      <dgm:spPr/>
      <dgm:t>
        <a:bodyPr/>
        <a:lstStyle/>
        <a:p>
          <a:endParaRPr/>
        </a:p>
      </dgm:t>
    </dgm:pt>
    <dgm:pt modelId="{1A7D1F0E-4D07-44B6-ABE1-FEA2704B5F4B}" type="sibTrans" cxnId="{FD661C55-A9D5-42A9-B590-40CF2F25830D}">
      <dgm:prSet/>
      <dgm:spPr/>
      <dgm:t>
        <a:bodyPr/>
        <a:lstStyle/>
        <a:p>
          <a:endParaRPr/>
        </a:p>
      </dgm:t>
    </dgm:pt>
    <dgm:pt modelId="{2B05DB30-3A4B-46DE-905B-DC1A32B796DB}">
      <dgm:prSet/>
      <dgm:spPr/>
      <dgm:t>
        <a:bodyPr/>
        <a:lstStyle/>
        <a:p>
          <a:r>
            <a:t>Launch</a:t>
          </a:r>
        </a:p>
      </dgm:t>
    </dgm:pt>
    <dgm:pt modelId="{4406E306-2127-41DB-A843-45B9BD5C8301}" type="parTrans" cxnId="{C35EF818-D4F2-4C50-AC65-5F960790FBA5}">
      <dgm:prSet/>
      <dgm:spPr/>
      <dgm:t>
        <a:bodyPr/>
        <a:lstStyle/>
        <a:p>
          <a:endParaRPr/>
        </a:p>
      </dgm:t>
    </dgm:pt>
    <dgm:pt modelId="{6365404C-D011-48D3-B3C7-7CB3A4CC7E47}" type="sibTrans" cxnId="{C35EF818-D4F2-4C50-AC65-5F960790FBA5}">
      <dgm:prSet/>
      <dgm:spPr/>
      <dgm:t>
        <a:bodyPr/>
        <a:lstStyle/>
        <a:p>
          <a:endParaRPr/>
        </a:p>
      </dgm:t>
    </dgm:pt>
    <dgm:pt modelId="{FF9BADC8-85D1-49FB-B7BF-B8ED3B184BFF}">
      <dgm:prSet/>
      <dgm:spPr/>
      <dgm:t>
        <a:bodyPr/>
        <a:lstStyle/>
        <a:p>
          <a:r>
            <a:t>Learn</a:t>
          </a:r>
        </a:p>
      </dgm:t>
    </dgm:pt>
    <dgm:pt modelId="{C0F6BE2B-BC21-4809-8341-2BA0656CC82A}" type="parTrans" cxnId="{A3CE9B3E-1496-409E-B3AA-8F102E15D301}">
      <dgm:prSet/>
      <dgm:spPr/>
      <dgm:t>
        <a:bodyPr/>
        <a:lstStyle/>
        <a:p>
          <a:endParaRPr/>
        </a:p>
      </dgm:t>
    </dgm:pt>
    <dgm:pt modelId="{49D9392C-A8E8-481C-9C02-4E5CFD67F2F3}" type="sibTrans" cxnId="{A3CE9B3E-1496-409E-B3AA-8F102E15D301}">
      <dgm:prSet/>
      <dgm:spPr/>
      <dgm:t>
        <a:bodyPr/>
        <a:lstStyle/>
        <a:p>
          <a:endParaRPr/>
        </a:p>
      </dgm:t>
    </dgm:pt>
    <dgm:pt modelId="{2765A02D-052E-4B47-8793-99C899F72F6F}" type="pres">
      <dgm:prSet presAssocID="{08D67A93-FB32-463A-B548-D4A85F4EFFCF}" presName="linearFlow" presStyleCnt="0">
        <dgm:presLayoutVars>
          <dgm:dir/>
          <dgm:resizeHandles val="exact"/>
        </dgm:presLayoutVars>
      </dgm:prSet>
      <dgm:spPr/>
    </dgm:pt>
    <dgm:pt modelId="{25F0AFB1-CE52-854C-94C1-CBAE885A3C77}" type="pres">
      <dgm:prSet presAssocID="{A661C71F-15D8-46F5-9F80-344E71F45AC7}" presName="node" presStyleLbl="node1" presStyleIdx="0" presStyleCnt="5">
        <dgm:presLayoutVars>
          <dgm:bulletEnabled val="1"/>
        </dgm:presLayoutVars>
      </dgm:prSet>
      <dgm:spPr/>
    </dgm:pt>
    <dgm:pt modelId="{3783293F-8A47-AF44-9A2A-4ABB60232A94}" type="pres">
      <dgm:prSet presAssocID="{D28D6F1E-A6B2-4071-B7D8-6A98679275AA}" presName="spacerL" presStyleCnt="0"/>
      <dgm:spPr/>
    </dgm:pt>
    <dgm:pt modelId="{B2E307A5-7935-E749-BBD7-79DBB23430F0}" type="pres">
      <dgm:prSet presAssocID="{D28D6F1E-A6B2-4071-B7D8-6A98679275AA}" presName="sibTrans" presStyleLbl="sibTrans2D1" presStyleIdx="0" presStyleCnt="4"/>
      <dgm:spPr/>
    </dgm:pt>
    <dgm:pt modelId="{9BD78425-8EFA-9F4B-A1B9-674B9F06E9CC}" type="pres">
      <dgm:prSet presAssocID="{D28D6F1E-A6B2-4071-B7D8-6A98679275AA}" presName="spacerR" presStyleCnt="0"/>
      <dgm:spPr/>
    </dgm:pt>
    <dgm:pt modelId="{2487E694-4CCF-C441-ACB4-A03AABCC4D54}" type="pres">
      <dgm:prSet presAssocID="{4DC713B8-1E50-4262-8B79-8B2713141461}" presName="node" presStyleLbl="node1" presStyleIdx="1" presStyleCnt="5">
        <dgm:presLayoutVars>
          <dgm:bulletEnabled val="1"/>
        </dgm:presLayoutVars>
      </dgm:prSet>
      <dgm:spPr/>
    </dgm:pt>
    <dgm:pt modelId="{B9EA802E-D4DC-7A48-BEA9-D44418F5390F}" type="pres">
      <dgm:prSet presAssocID="{21F9C161-40E1-4852-AD1A-95899CCB1963}" presName="spacerL" presStyleCnt="0"/>
      <dgm:spPr/>
    </dgm:pt>
    <dgm:pt modelId="{6AA60DB1-EB89-DC42-B10E-FA2D64553839}" type="pres">
      <dgm:prSet presAssocID="{21F9C161-40E1-4852-AD1A-95899CCB1963}" presName="sibTrans" presStyleLbl="sibTrans2D1" presStyleIdx="1" presStyleCnt="4"/>
      <dgm:spPr/>
    </dgm:pt>
    <dgm:pt modelId="{95BD3FAF-380C-4F43-9598-850EC4F68249}" type="pres">
      <dgm:prSet presAssocID="{21F9C161-40E1-4852-AD1A-95899CCB1963}" presName="spacerR" presStyleCnt="0"/>
      <dgm:spPr/>
    </dgm:pt>
    <dgm:pt modelId="{3E0FBB1B-7258-3942-AF0A-5A53AFC0B2C1}" type="pres">
      <dgm:prSet presAssocID="{6FEDDB3A-AFD9-4476-9424-997B3AEA78D1}" presName="node" presStyleLbl="node1" presStyleIdx="2" presStyleCnt="5">
        <dgm:presLayoutVars>
          <dgm:bulletEnabled val="1"/>
        </dgm:presLayoutVars>
      </dgm:prSet>
      <dgm:spPr/>
    </dgm:pt>
    <dgm:pt modelId="{6C644F6E-C93B-4E4D-88D7-F5769DA3E98C}" type="pres">
      <dgm:prSet presAssocID="{1A7D1F0E-4D07-44B6-ABE1-FEA2704B5F4B}" presName="spacerL" presStyleCnt="0"/>
      <dgm:spPr/>
    </dgm:pt>
    <dgm:pt modelId="{7FBBC535-F0A3-0541-98E0-ACD8750A6222}" type="pres">
      <dgm:prSet presAssocID="{1A7D1F0E-4D07-44B6-ABE1-FEA2704B5F4B}" presName="sibTrans" presStyleLbl="sibTrans2D1" presStyleIdx="2" presStyleCnt="4"/>
      <dgm:spPr/>
    </dgm:pt>
    <dgm:pt modelId="{294BAF61-E1B1-D94D-8C50-3198E612E44B}" type="pres">
      <dgm:prSet presAssocID="{1A7D1F0E-4D07-44B6-ABE1-FEA2704B5F4B}" presName="spacerR" presStyleCnt="0"/>
      <dgm:spPr/>
    </dgm:pt>
    <dgm:pt modelId="{BADC8174-3698-8146-BE18-210324F6EA4A}" type="pres">
      <dgm:prSet presAssocID="{2B05DB30-3A4B-46DE-905B-DC1A32B796DB}" presName="node" presStyleLbl="node1" presStyleIdx="3" presStyleCnt="5">
        <dgm:presLayoutVars>
          <dgm:bulletEnabled val="1"/>
        </dgm:presLayoutVars>
      </dgm:prSet>
      <dgm:spPr/>
    </dgm:pt>
    <dgm:pt modelId="{F16A03DD-68CF-1E4D-B11B-4D8DA185EC82}" type="pres">
      <dgm:prSet presAssocID="{6365404C-D011-48D3-B3C7-7CB3A4CC7E47}" presName="spacerL" presStyleCnt="0"/>
      <dgm:spPr/>
    </dgm:pt>
    <dgm:pt modelId="{1A680961-42A9-874C-96C7-D0D176A023C8}" type="pres">
      <dgm:prSet presAssocID="{6365404C-D011-48D3-B3C7-7CB3A4CC7E47}" presName="sibTrans" presStyleLbl="sibTrans2D1" presStyleIdx="3" presStyleCnt="4"/>
      <dgm:spPr/>
    </dgm:pt>
    <dgm:pt modelId="{C61A4187-A137-0541-9035-5ADDA11916EA}" type="pres">
      <dgm:prSet presAssocID="{6365404C-D011-48D3-B3C7-7CB3A4CC7E47}" presName="spacerR" presStyleCnt="0"/>
      <dgm:spPr/>
    </dgm:pt>
    <dgm:pt modelId="{35F73954-1FA9-B34B-BF94-7CD9A47674B9}" type="pres">
      <dgm:prSet presAssocID="{FF9BADC8-85D1-49FB-B7BF-B8ED3B184BFF}" presName="node" presStyleLbl="node1" presStyleIdx="4" presStyleCnt="5">
        <dgm:presLayoutVars>
          <dgm:bulletEnabled val="1"/>
        </dgm:presLayoutVars>
      </dgm:prSet>
      <dgm:spPr/>
    </dgm:pt>
  </dgm:ptLst>
  <dgm:cxnLst>
    <dgm:cxn modelId="{E30EB111-4FFA-4B87-ACB0-D0BE2FB3AFB3}" srcId="{08D67A93-FB32-463A-B548-D4A85F4EFFCF}" destId="{A661C71F-15D8-46F5-9F80-344E71F45AC7}" srcOrd="0" destOrd="0" parTransId="{2F73F477-1054-4435-A954-18F752B8C749}" sibTransId="{D28D6F1E-A6B2-4071-B7D8-6A98679275AA}"/>
    <dgm:cxn modelId="{C35EF818-D4F2-4C50-AC65-5F960790FBA5}" srcId="{08D67A93-FB32-463A-B548-D4A85F4EFFCF}" destId="{2B05DB30-3A4B-46DE-905B-DC1A32B796DB}" srcOrd="3" destOrd="0" parTransId="{4406E306-2127-41DB-A843-45B9BD5C8301}" sibTransId="{6365404C-D011-48D3-B3C7-7CB3A4CC7E47}"/>
    <dgm:cxn modelId="{A4A1F11C-F1FC-8243-ACCA-2F436ED69F00}" type="presOf" srcId="{2B05DB30-3A4B-46DE-905B-DC1A32B796DB}" destId="{BADC8174-3698-8146-BE18-210324F6EA4A}" srcOrd="0" destOrd="0" presId="urn:microsoft.com/office/officeart/2005/8/layout/equation1"/>
    <dgm:cxn modelId="{7503DB32-BDD6-C54B-A41C-4266DB05251F}" type="presOf" srcId="{21F9C161-40E1-4852-AD1A-95899CCB1963}" destId="{6AA60DB1-EB89-DC42-B10E-FA2D64553839}" srcOrd="0" destOrd="0" presId="urn:microsoft.com/office/officeart/2005/8/layout/equation1"/>
    <dgm:cxn modelId="{BF43C035-CD9E-7C42-9CD7-C1DDC0FD0062}" type="presOf" srcId="{6FEDDB3A-AFD9-4476-9424-997B3AEA78D1}" destId="{3E0FBB1B-7258-3942-AF0A-5A53AFC0B2C1}" srcOrd="0" destOrd="0" presId="urn:microsoft.com/office/officeart/2005/8/layout/equation1"/>
    <dgm:cxn modelId="{A3CE9B3E-1496-409E-B3AA-8F102E15D301}" srcId="{08D67A93-FB32-463A-B548-D4A85F4EFFCF}" destId="{FF9BADC8-85D1-49FB-B7BF-B8ED3B184BFF}" srcOrd="4" destOrd="0" parTransId="{C0F6BE2B-BC21-4809-8341-2BA0656CC82A}" sibTransId="{49D9392C-A8E8-481C-9C02-4E5CFD67F2F3}"/>
    <dgm:cxn modelId="{FD661C55-A9D5-42A9-B590-40CF2F25830D}" srcId="{08D67A93-FB32-463A-B548-D4A85F4EFFCF}" destId="{6FEDDB3A-AFD9-4476-9424-997B3AEA78D1}" srcOrd="2" destOrd="0" parTransId="{72E2A00A-E568-44A8-AC36-F3AB6C67919A}" sibTransId="{1A7D1F0E-4D07-44B6-ABE1-FEA2704B5F4B}"/>
    <dgm:cxn modelId="{F13DC961-96A1-4357-93D9-4D112B3362E5}" srcId="{08D67A93-FB32-463A-B548-D4A85F4EFFCF}" destId="{4DC713B8-1E50-4262-8B79-8B2713141461}" srcOrd="1" destOrd="0" parTransId="{C4EA5423-6973-4387-B87B-14EB4AB13650}" sibTransId="{21F9C161-40E1-4852-AD1A-95899CCB1963}"/>
    <dgm:cxn modelId="{2BE1227A-A42C-F74B-A9AE-4CD92F17F27B}" type="presOf" srcId="{6365404C-D011-48D3-B3C7-7CB3A4CC7E47}" destId="{1A680961-42A9-874C-96C7-D0D176A023C8}" srcOrd="0" destOrd="0" presId="urn:microsoft.com/office/officeart/2005/8/layout/equation1"/>
    <dgm:cxn modelId="{B2A4737F-6C1B-6543-A341-AAAC5175F3C6}" type="presOf" srcId="{FF9BADC8-85D1-49FB-B7BF-B8ED3B184BFF}" destId="{35F73954-1FA9-B34B-BF94-7CD9A47674B9}" srcOrd="0" destOrd="0" presId="urn:microsoft.com/office/officeart/2005/8/layout/equation1"/>
    <dgm:cxn modelId="{8158C699-D793-4E44-88BD-E337775E3D57}" type="presOf" srcId="{08D67A93-FB32-463A-B548-D4A85F4EFFCF}" destId="{2765A02D-052E-4B47-8793-99C899F72F6F}" srcOrd="0" destOrd="0" presId="urn:microsoft.com/office/officeart/2005/8/layout/equation1"/>
    <dgm:cxn modelId="{64FC10BF-D956-8348-B78A-D8D587C02C13}" type="presOf" srcId="{1A7D1F0E-4D07-44B6-ABE1-FEA2704B5F4B}" destId="{7FBBC535-F0A3-0541-98E0-ACD8750A6222}" srcOrd="0" destOrd="0" presId="urn:microsoft.com/office/officeart/2005/8/layout/equation1"/>
    <dgm:cxn modelId="{2F0E32C1-C4C7-A545-93B3-02A820C3F12C}" type="presOf" srcId="{D28D6F1E-A6B2-4071-B7D8-6A98679275AA}" destId="{B2E307A5-7935-E749-BBD7-79DBB23430F0}" srcOrd="0" destOrd="0" presId="urn:microsoft.com/office/officeart/2005/8/layout/equation1"/>
    <dgm:cxn modelId="{13FB14C4-54A4-9F4D-8285-51D987F24F19}" type="presOf" srcId="{4DC713B8-1E50-4262-8B79-8B2713141461}" destId="{2487E694-4CCF-C441-ACB4-A03AABCC4D54}" srcOrd="0" destOrd="0" presId="urn:microsoft.com/office/officeart/2005/8/layout/equation1"/>
    <dgm:cxn modelId="{5B6E18EB-29A2-CF45-B832-116772166AC5}" type="presOf" srcId="{A661C71F-15D8-46F5-9F80-344E71F45AC7}" destId="{25F0AFB1-CE52-854C-94C1-CBAE885A3C77}" srcOrd="0" destOrd="0" presId="urn:microsoft.com/office/officeart/2005/8/layout/equation1"/>
    <dgm:cxn modelId="{8FAA719F-73BC-EB4C-A931-89DF63E617F5}" type="presParOf" srcId="{2765A02D-052E-4B47-8793-99C899F72F6F}" destId="{25F0AFB1-CE52-854C-94C1-CBAE885A3C77}" srcOrd="0" destOrd="0" presId="urn:microsoft.com/office/officeart/2005/8/layout/equation1"/>
    <dgm:cxn modelId="{97AE0D95-FA70-364F-9F29-F1D92FE3F3E2}" type="presParOf" srcId="{2765A02D-052E-4B47-8793-99C899F72F6F}" destId="{3783293F-8A47-AF44-9A2A-4ABB60232A94}" srcOrd="1" destOrd="0" presId="urn:microsoft.com/office/officeart/2005/8/layout/equation1"/>
    <dgm:cxn modelId="{12620478-F290-5148-BE2C-E4BCCF5FB396}" type="presParOf" srcId="{2765A02D-052E-4B47-8793-99C899F72F6F}" destId="{B2E307A5-7935-E749-BBD7-79DBB23430F0}" srcOrd="2" destOrd="0" presId="urn:microsoft.com/office/officeart/2005/8/layout/equation1"/>
    <dgm:cxn modelId="{7D53B7A5-57B4-8A44-9060-2393193EA8A3}" type="presParOf" srcId="{2765A02D-052E-4B47-8793-99C899F72F6F}" destId="{9BD78425-8EFA-9F4B-A1B9-674B9F06E9CC}" srcOrd="3" destOrd="0" presId="urn:microsoft.com/office/officeart/2005/8/layout/equation1"/>
    <dgm:cxn modelId="{68264A8E-FC4A-1E49-9BF4-F3A9003BFFCA}" type="presParOf" srcId="{2765A02D-052E-4B47-8793-99C899F72F6F}" destId="{2487E694-4CCF-C441-ACB4-A03AABCC4D54}" srcOrd="4" destOrd="0" presId="urn:microsoft.com/office/officeart/2005/8/layout/equation1"/>
    <dgm:cxn modelId="{A2D007BA-B6E8-0641-A45B-9D6793C1A179}" type="presParOf" srcId="{2765A02D-052E-4B47-8793-99C899F72F6F}" destId="{B9EA802E-D4DC-7A48-BEA9-D44418F5390F}" srcOrd="5" destOrd="0" presId="urn:microsoft.com/office/officeart/2005/8/layout/equation1"/>
    <dgm:cxn modelId="{BC2B9145-CB8A-144B-B03B-AC97A9AAB5EB}" type="presParOf" srcId="{2765A02D-052E-4B47-8793-99C899F72F6F}" destId="{6AA60DB1-EB89-DC42-B10E-FA2D64553839}" srcOrd="6" destOrd="0" presId="urn:microsoft.com/office/officeart/2005/8/layout/equation1"/>
    <dgm:cxn modelId="{1DC26CB4-BB86-5F4F-AB46-AFD77265093C}" type="presParOf" srcId="{2765A02D-052E-4B47-8793-99C899F72F6F}" destId="{95BD3FAF-380C-4F43-9598-850EC4F68249}" srcOrd="7" destOrd="0" presId="urn:microsoft.com/office/officeart/2005/8/layout/equation1"/>
    <dgm:cxn modelId="{C54236B5-085E-D843-BDA3-C1940F66A4D4}" type="presParOf" srcId="{2765A02D-052E-4B47-8793-99C899F72F6F}" destId="{3E0FBB1B-7258-3942-AF0A-5A53AFC0B2C1}" srcOrd="8" destOrd="0" presId="urn:microsoft.com/office/officeart/2005/8/layout/equation1"/>
    <dgm:cxn modelId="{8BBA59E8-641C-9749-99C8-3BC5DE8996E4}" type="presParOf" srcId="{2765A02D-052E-4B47-8793-99C899F72F6F}" destId="{6C644F6E-C93B-4E4D-88D7-F5769DA3E98C}" srcOrd="9" destOrd="0" presId="urn:microsoft.com/office/officeart/2005/8/layout/equation1"/>
    <dgm:cxn modelId="{FB63A225-CF21-DC4A-82A8-3D4524120DA8}" type="presParOf" srcId="{2765A02D-052E-4B47-8793-99C899F72F6F}" destId="{7FBBC535-F0A3-0541-98E0-ACD8750A6222}" srcOrd="10" destOrd="0" presId="urn:microsoft.com/office/officeart/2005/8/layout/equation1"/>
    <dgm:cxn modelId="{1D9E3660-CB2C-8546-B1EC-528539136A40}" type="presParOf" srcId="{2765A02D-052E-4B47-8793-99C899F72F6F}" destId="{294BAF61-E1B1-D94D-8C50-3198E612E44B}" srcOrd="11" destOrd="0" presId="urn:microsoft.com/office/officeart/2005/8/layout/equation1"/>
    <dgm:cxn modelId="{DB19C281-E448-D148-847B-75620EC23115}" type="presParOf" srcId="{2765A02D-052E-4B47-8793-99C899F72F6F}" destId="{BADC8174-3698-8146-BE18-210324F6EA4A}" srcOrd="12" destOrd="0" presId="urn:microsoft.com/office/officeart/2005/8/layout/equation1"/>
    <dgm:cxn modelId="{27955230-7D2A-BC42-832E-11155D44D001}" type="presParOf" srcId="{2765A02D-052E-4B47-8793-99C899F72F6F}" destId="{F16A03DD-68CF-1E4D-B11B-4D8DA185EC82}" srcOrd="13" destOrd="0" presId="urn:microsoft.com/office/officeart/2005/8/layout/equation1"/>
    <dgm:cxn modelId="{3CD147B5-D885-0B49-8B6A-CA36CD09504A}" type="presParOf" srcId="{2765A02D-052E-4B47-8793-99C899F72F6F}" destId="{1A680961-42A9-874C-96C7-D0D176A023C8}" srcOrd="14" destOrd="0" presId="urn:microsoft.com/office/officeart/2005/8/layout/equation1"/>
    <dgm:cxn modelId="{EA565344-7456-D14D-AB1F-A0B47FDE94F4}" type="presParOf" srcId="{2765A02D-052E-4B47-8793-99C899F72F6F}" destId="{C61A4187-A137-0541-9035-5ADDA11916EA}" srcOrd="15" destOrd="0" presId="urn:microsoft.com/office/officeart/2005/8/layout/equation1"/>
    <dgm:cxn modelId="{00965ECD-27A6-7A4E-A84A-30183CA3BA5C}" type="presParOf" srcId="{2765A02D-052E-4B47-8793-99C899F72F6F}" destId="{35F73954-1FA9-B34B-BF94-7CD9A47674B9}" srcOrd="16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A027A174-6387-4D2A-B3F4-8DF671B54422}" type="doc">
      <dgm:prSet loTypeId="urn:microsoft.com/office/officeart/2005/8/layout/equation2" qsTypeId="urn:microsoft.com/office/officeart/2005/8/quickstyle/simple2" csTypeId="urn:microsoft.com/office/officeart/2005/8/colors/accent1_2"/>
      <dgm:spPr/>
    </dgm:pt>
    <dgm:pt modelId="{305C2E69-FBC1-4F12-9413-B49F4C5C8FB4}">
      <dgm:prSet/>
      <dgm:spPr/>
      <dgm:t>
        <a:bodyPr/>
        <a:lstStyle/>
        <a:p>
          <a:r>
            <a:t>Discover</a:t>
          </a:r>
        </a:p>
      </dgm:t>
    </dgm:pt>
    <dgm:pt modelId="{AFE52E06-FB74-4015-AD8F-FF04144D387D}" type="parTrans" cxnId="{5E37572E-B908-4986-B82C-4CAEA710DF44}">
      <dgm:prSet/>
      <dgm:spPr/>
      <dgm:t>
        <a:bodyPr/>
        <a:lstStyle/>
        <a:p>
          <a:endParaRPr/>
        </a:p>
      </dgm:t>
    </dgm:pt>
    <dgm:pt modelId="{4D76FEC9-74AB-447C-852E-697457459CAC}" type="sibTrans" cxnId="{5E37572E-B908-4986-B82C-4CAEA710DF44}">
      <dgm:prSet/>
      <dgm:spPr/>
      <dgm:t>
        <a:bodyPr/>
        <a:lstStyle/>
        <a:p>
          <a:endParaRPr/>
        </a:p>
      </dgm:t>
    </dgm:pt>
    <dgm:pt modelId="{560E4A3B-3855-4F82-BB3D-2A67FFEDD53B}">
      <dgm:prSet/>
      <dgm:spPr/>
      <dgm:t>
        <a:bodyPr/>
        <a:lstStyle/>
        <a:p>
          <a:r>
            <a:t>Define</a:t>
          </a:r>
        </a:p>
      </dgm:t>
    </dgm:pt>
    <dgm:pt modelId="{88F0EACF-D8AE-4EE6-90D7-85E597D57F0C}" type="parTrans" cxnId="{D0816654-ACDD-4214-9965-863DEBFB8E66}">
      <dgm:prSet/>
      <dgm:spPr/>
      <dgm:t>
        <a:bodyPr/>
        <a:lstStyle/>
        <a:p>
          <a:endParaRPr/>
        </a:p>
      </dgm:t>
    </dgm:pt>
    <dgm:pt modelId="{36CC95BB-E867-4136-9C53-F871FB55629E}" type="sibTrans" cxnId="{D0816654-ACDD-4214-9965-863DEBFB8E66}">
      <dgm:prSet/>
      <dgm:spPr/>
      <dgm:t>
        <a:bodyPr/>
        <a:lstStyle/>
        <a:p>
          <a:endParaRPr/>
        </a:p>
      </dgm:t>
    </dgm:pt>
    <dgm:pt modelId="{DFC2F169-AE3B-4D8C-A713-5CF085BF55E5}">
      <dgm:prSet/>
      <dgm:spPr/>
      <dgm:t>
        <a:bodyPr/>
        <a:lstStyle/>
        <a:p>
          <a:r>
            <a:t>Build</a:t>
          </a:r>
        </a:p>
      </dgm:t>
    </dgm:pt>
    <dgm:pt modelId="{9556AB7C-5912-424E-811F-9B6E3B8B52F9}" type="parTrans" cxnId="{8F7B64AE-EAD4-439E-B8E7-20D769505F4C}">
      <dgm:prSet/>
      <dgm:spPr/>
      <dgm:t>
        <a:bodyPr/>
        <a:lstStyle/>
        <a:p>
          <a:endParaRPr/>
        </a:p>
      </dgm:t>
    </dgm:pt>
    <dgm:pt modelId="{14057D95-96A3-4FCE-9977-1A8CAD231111}" type="sibTrans" cxnId="{8F7B64AE-EAD4-439E-B8E7-20D769505F4C}">
      <dgm:prSet/>
      <dgm:spPr/>
      <dgm:t>
        <a:bodyPr/>
        <a:lstStyle/>
        <a:p>
          <a:endParaRPr/>
        </a:p>
      </dgm:t>
    </dgm:pt>
    <dgm:pt modelId="{2C28FB6D-88B8-479A-B87A-F0B55B87BEE4}">
      <dgm:prSet/>
      <dgm:spPr/>
      <dgm:t>
        <a:bodyPr/>
        <a:lstStyle/>
        <a:p>
          <a:r>
            <a:t>Launch</a:t>
          </a:r>
        </a:p>
      </dgm:t>
    </dgm:pt>
    <dgm:pt modelId="{984E47F4-9E91-4D09-9E8D-46EC62E077EE}" type="parTrans" cxnId="{5A465164-7A43-4BAB-AD01-83D8CD790F75}">
      <dgm:prSet/>
      <dgm:spPr/>
      <dgm:t>
        <a:bodyPr/>
        <a:lstStyle/>
        <a:p>
          <a:endParaRPr/>
        </a:p>
      </dgm:t>
    </dgm:pt>
    <dgm:pt modelId="{D891DF11-D34B-4478-8F91-73D7EE7BB005}" type="sibTrans" cxnId="{5A465164-7A43-4BAB-AD01-83D8CD790F75}">
      <dgm:prSet/>
      <dgm:spPr/>
      <dgm:t>
        <a:bodyPr/>
        <a:lstStyle/>
        <a:p>
          <a:endParaRPr/>
        </a:p>
      </dgm:t>
    </dgm:pt>
    <dgm:pt modelId="{2048535B-0C54-4EE6-AA9E-FF996DC62CFC}">
      <dgm:prSet/>
      <dgm:spPr/>
      <dgm:t>
        <a:bodyPr/>
        <a:lstStyle/>
        <a:p>
          <a:r>
            <a:t>Learn</a:t>
          </a:r>
        </a:p>
      </dgm:t>
    </dgm:pt>
    <dgm:pt modelId="{A260196F-EE7C-4CE1-9118-C28BF79EB384}" type="parTrans" cxnId="{0DBF51AD-8BFA-4109-88C3-D8F8AEE32220}">
      <dgm:prSet/>
      <dgm:spPr/>
      <dgm:t>
        <a:bodyPr/>
        <a:lstStyle/>
        <a:p>
          <a:endParaRPr/>
        </a:p>
      </dgm:t>
    </dgm:pt>
    <dgm:pt modelId="{33058ABB-728D-4577-A568-9AB47DA993CA}" type="sibTrans" cxnId="{0DBF51AD-8BFA-4109-88C3-D8F8AEE32220}">
      <dgm:prSet/>
      <dgm:spPr/>
      <dgm:t>
        <a:bodyPr/>
        <a:lstStyle/>
        <a:p>
          <a:endParaRPr/>
        </a:p>
      </dgm:t>
    </dgm:pt>
    <dgm:pt modelId="{980A02BF-4E28-A747-A083-2336F5C57980}" type="pres">
      <dgm:prSet presAssocID="{A027A174-6387-4D2A-B3F4-8DF671B54422}" presName="Name0" presStyleCnt="0">
        <dgm:presLayoutVars>
          <dgm:dir/>
          <dgm:resizeHandles val="exact"/>
        </dgm:presLayoutVars>
      </dgm:prSet>
      <dgm:spPr/>
    </dgm:pt>
    <dgm:pt modelId="{8FB6127A-92B7-3D4B-B26E-A195AEDF3897}" type="pres">
      <dgm:prSet presAssocID="{A027A174-6387-4D2A-B3F4-8DF671B54422}" presName="vNodes" presStyleCnt="0"/>
      <dgm:spPr/>
    </dgm:pt>
    <dgm:pt modelId="{AB671FA9-D6B1-8C4E-B05F-E96520D2280A}" type="pres">
      <dgm:prSet presAssocID="{305C2E69-FBC1-4F12-9413-B49F4C5C8FB4}" presName="node" presStyleLbl="node1" presStyleIdx="0" presStyleCnt="5">
        <dgm:presLayoutVars>
          <dgm:bulletEnabled val="1"/>
        </dgm:presLayoutVars>
      </dgm:prSet>
      <dgm:spPr/>
    </dgm:pt>
    <dgm:pt modelId="{EDA2E6F0-D3EE-4547-A60A-B3377D470B51}" type="pres">
      <dgm:prSet presAssocID="{4D76FEC9-74AB-447C-852E-697457459CAC}" presName="spacerT" presStyleCnt="0"/>
      <dgm:spPr/>
    </dgm:pt>
    <dgm:pt modelId="{4DFBE4D4-0EAB-B447-93E6-5C0D354EBF3D}" type="pres">
      <dgm:prSet presAssocID="{4D76FEC9-74AB-447C-852E-697457459CAC}" presName="sibTrans" presStyleLbl="sibTrans2D1" presStyleIdx="0" presStyleCnt="4"/>
      <dgm:spPr/>
    </dgm:pt>
    <dgm:pt modelId="{7CCE364E-A90C-EC4E-AE46-7F634039D050}" type="pres">
      <dgm:prSet presAssocID="{4D76FEC9-74AB-447C-852E-697457459CAC}" presName="spacerB" presStyleCnt="0"/>
      <dgm:spPr/>
    </dgm:pt>
    <dgm:pt modelId="{C361B049-817E-B04B-9E46-48F546FA7F6E}" type="pres">
      <dgm:prSet presAssocID="{560E4A3B-3855-4F82-BB3D-2A67FFEDD53B}" presName="node" presStyleLbl="node1" presStyleIdx="1" presStyleCnt="5">
        <dgm:presLayoutVars>
          <dgm:bulletEnabled val="1"/>
        </dgm:presLayoutVars>
      </dgm:prSet>
      <dgm:spPr/>
    </dgm:pt>
    <dgm:pt modelId="{493EBB43-4D21-044C-88C8-B3BFC950EDDE}" type="pres">
      <dgm:prSet presAssocID="{36CC95BB-E867-4136-9C53-F871FB55629E}" presName="spacerT" presStyleCnt="0"/>
      <dgm:spPr/>
    </dgm:pt>
    <dgm:pt modelId="{C7AE1360-F148-5C4E-851A-D454DEA23319}" type="pres">
      <dgm:prSet presAssocID="{36CC95BB-E867-4136-9C53-F871FB55629E}" presName="sibTrans" presStyleLbl="sibTrans2D1" presStyleIdx="1" presStyleCnt="4"/>
      <dgm:spPr/>
    </dgm:pt>
    <dgm:pt modelId="{F8863E83-326E-8F4B-87D7-C2E782CBE80A}" type="pres">
      <dgm:prSet presAssocID="{36CC95BB-E867-4136-9C53-F871FB55629E}" presName="spacerB" presStyleCnt="0"/>
      <dgm:spPr/>
    </dgm:pt>
    <dgm:pt modelId="{771D6C03-2EF7-AE45-B06A-07461C98E674}" type="pres">
      <dgm:prSet presAssocID="{DFC2F169-AE3B-4D8C-A713-5CF085BF55E5}" presName="node" presStyleLbl="node1" presStyleIdx="2" presStyleCnt="5">
        <dgm:presLayoutVars>
          <dgm:bulletEnabled val="1"/>
        </dgm:presLayoutVars>
      </dgm:prSet>
      <dgm:spPr/>
    </dgm:pt>
    <dgm:pt modelId="{E1B73EB1-9F72-9943-996E-24E291D66958}" type="pres">
      <dgm:prSet presAssocID="{14057D95-96A3-4FCE-9977-1A8CAD231111}" presName="spacerT" presStyleCnt="0"/>
      <dgm:spPr/>
    </dgm:pt>
    <dgm:pt modelId="{024E1527-3903-EB45-90B9-FA3B5CBB681D}" type="pres">
      <dgm:prSet presAssocID="{14057D95-96A3-4FCE-9977-1A8CAD231111}" presName="sibTrans" presStyleLbl="sibTrans2D1" presStyleIdx="2" presStyleCnt="4"/>
      <dgm:spPr/>
    </dgm:pt>
    <dgm:pt modelId="{7142409E-4B8D-3C42-ACAD-E329C4F9147F}" type="pres">
      <dgm:prSet presAssocID="{14057D95-96A3-4FCE-9977-1A8CAD231111}" presName="spacerB" presStyleCnt="0"/>
      <dgm:spPr/>
    </dgm:pt>
    <dgm:pt modelId="{B740EA54-E2C2-E84D-A8F1-F8F67DAFEC66}" type="pres">
      <dgm:prSet presAssocID="{2C28FB6D-88B8-479A-B87A-F0B55B87BEE4}" presName="node" presStyleLbl="node1" presStyleIdx="3" presStyleCnt="5">
        <dgm:presLayoutVars>
          <dgm:bulletEnabled val="1"/>
        </dgm:presLayoutVars>
      </dgm:prSet>
      <dgm:spPr/>
    </dgm:pt>
    <dgm:pt modelId="{29C7E461-1E48-9244-A5E3-1CCEEAC51FE7}" type="pres">
      <dgm:prSet presAssocID="{A027A174-6387-4D2A-B3F4-8DF671B54422}" presName="sibTransLast" presStyleLbl="sibTrans2D1" presStyleIdx="3" presStyleCnt="4"/>
      <dgm:spPr/>
    </dgm:pt>
    <dgm:pt modelId="{56E6234C-6CF0-6C45-AAE3-3B5A930DC654}" type="pres">
      <dgm:prSet presAssocID="{A027A174-6387-4D2A-B3F4-8DF671B54422}" presName="connectorText" presStyleLbl="sibTrans2D1" presStyleIdx="3" presStyleCnt="4"/>
      <dgm:spPr/>
    </dgm:pt>
    <dgm:pt modelId="{105F43DA-722C-3347-B7CB-0896021F4689}" type="pres">
      <dgm:prSet presAssocID="{A027A174-6387-4D2A-B3F4-8DF671B54422}" presName="lastNode" presStyleLbl="node1" presStyleIdx="4" presStyleCnt="5">
        <dgm:presLayoutVars>
          <dgm:bulletEnabled val="1"/>
        </dgm:presLayoutVars>
      </dgm:prSet>
      <dgm:spPr/>
    </dgm:pt>
  </dgm:ptLst>
  <dgm:cxnLst>
    <dgm:cxn modelId="{17C29315-17D4-D74B-8FD5-A18695E29DBA}" type="presOf" srcId="{DFC2F169-AE3B-4D8C-A713-5CF085BF55E5}" destId="{771D6C03-2EF7-AE45-B06A-07461C98E674}" srcOrd="0" destOrd="0" presId="urn:microsoft.com/office/officeart/2005/8/layout/equation2"/>
    <dgm:cxn modelId="{0C5CB51E-BA81-C24D-9B03-95B4A0870A44}" type="presOf" srcId="{D891DF11-D34B-4478-8F91-73D7EE7BB005}" destId="{29C7E461-1E48-9244-A5E3-1CCEEAC51FE7}" srcOrd="0" destOrd="0" presId="urn:microsoft.com/office/officeart/2005/8/layout/equation2"/>
    <dgm:cxn modelId="{A531B326-4F75-DB47-A029-EE109A32998C}" type="presOf" srcId="{A027A174-6387-4D2A-B3F4-8DF671B54422}" destId="{980A02BF-4E28-A747-A083-2336F5C57980}" srcOrd="0" destOrd="0" presId="urn:microsoft.com/office/officeart/2005/8/layout/equation2"/>
    <dgm:cxn modelId="{66077A2A-F8EB-E045-B68E-E13891D14FE0}" type="presOf" srcId="{305C2E69-FBC1-4F12-9413-B49F4C5C8FB4}" destId="{AB671FA9-D6B1-8C4E-B05F-E96520D2280A}" srcOrd="0" destOrd="0" presId="urn:microsoft.com/office/officeart/2005/8/layout/equation2"/>
    <dgm:cxn modelId="{5E37572E-B908-4986-B82C-4CAEA710DF44}" srcId="{A027A174-6387-4D2A-B3F4-8DF671B54422}" destId="{305C2E69-FBC1-4F12-9413-B49F4C5C8FB4}" srcOrd="0" destOrd="0" parTransId="{AFE52E06-FB74-4015-AD8F-FF04144D387D}" sibTransId="{4D76FEC9-74AB-447C-852E-697457459CAC}"/>
    <dgm:cxn modelId="{D0816654-ACDD-4214-9965-863DEBFB8E66}" srcId="{A027A174-6387-4D2A-B3F4-8DF671B54422}" destId="{560E4A3B-3855-4F82-BB3D-2A67FFEDD53B}" srcOrd="1" destOrd="0" parTransId="{88F0EACF-D8AE-4EE6-90D7-85E597D57F0C}" sibTransId="{36CC95BB-E867-4136-9C53-F871FB55629E}"/>
    <dgm:cxn modelId="{CB177C5E-4DD5-294E-B2AE-2181FF25049E}" type="presOf" srcId="{36CC95BB-E867-4136-9C53-F871FB55629E}" destId="{C7AE1360-F148-5C4E-851A-D454DEA23319}" srcOrd="0" destOrd="0" presId="urn:microsoft.com/office/officeart/2005/8/layout/equation2"/>
    <dgm:cxn modelId="{5A465164-7A43-4BAB-AD01-83D8CD790F75}" srcId="{A027A174-6387-4D2A-B3F4-8DF671B54422}" destId="{2C28FB6D-88B8-479A-B87A-F0B55B87BEE4}" srcOrd="3" destOrd="0" parTransId="{984E47F4-9E91-4D09-9E8D-46EC62E077EE}" sibTransId="{D891DF11-D34B-4478-8F91-73D7EE7BB005}"/>
    <dgm:cxn modelId="{5132306A-9387-0B48-9B83-54495403F018}" type="presOf" srcId="{2048535B-0C54-4EE6-AA9E-FF996DC62CFC}" destId="{105F43DA-722C-3347-B7CB-0896021F4689}" srcOrd="0" destOrd="0" presId="urn:microsoft.com/office/officeart/2005/8/layout/equation2"/>
    <dgm:cxn modelId="{E42AFA8A-FAFF-2344-B25D-660648548168}" type="presOf" srcId="{4D76FEC9-74AB-447C-852E-697457459CAC}" destId="{4DFBE4D4-0EAB-B447-93E6-5C0D354EBF3D}" srcOrd="0" destOrd="0" presId="urn:microsoft.com/office/officeart/2005/8/layout/equation2"/>
    <dgm:cxn modelId="{BA795097-6CCD-734C-A29D-8DC0B3EFF7A6}" type="presOf" srcId="{560E4A3B-3855-4F82-BB3D-2A67FFEDD53B}" destId="{C361B049-817E-B04B-9E46-48F546FA7F6E}" srcOrd="0" destOrd="0" presId="urn:microsoft.com/office/officeart/2005/8/layout/equation2"/>
    <dgm:cxn modelId="{0DBF51AD-8BFA-4109-88C3-D8F8AEE32220}" srcId="{A027A174-6387-4D2A-B3F4-8DF671B54422}" destId="{2048535B-0C54-4EE6-AA9E-FF996DC62CFC}" srcOrd="4" destOrd="0" parTransId="{A260196F-EE7C-4CE1-9118-C28BF79EB384}" sibTransId="{33058ABB-728D-4577-A568-9AB47DA993CA}"/>
    <dgm:cxn modelId="{8F7B64AE-EAD4-439E-B8E7-20D769505F4C}" srcId="{A027A174-6387-4D2A-B3F4-8DF671B54422}" destId="{DFC2F169-AE3B-4D8C-A713-5CF085BF55E5}" srcOrd="2" destOrd="0" parTransId="{9556AB7C-5912-424E-811F-9B6E3B8B52F9}" sibTransId="{14057D95-96A3-4FCE-9977-1A8CAD231111}"/>
    <dgm:cxn modelId="{C12B0CB9-6BAA-3541-A4E0-545A7CF35376}" type="presOf" srcId="{14057D95-96A3-4FCE-9977-1A8CAD231111}" destId="{024E1527-3903-EB45-90B9-FA3B5CBB681D}" srcOrd="0" destOrd="0" presId="urn:microsoft.com/office/officeart/2005/8/layout/equation2"/>
    <dgm:cxn modelId="{ED041CD9-E954-E344-9402-CFF4461879DD}" type="presOf" srcId="{2C28FB6D-88B8-479A-B87A-F0B55B87BEE4}" destId="{B740EA54-E2C2-E84D-A8F1-F8F67DAFEC66}" srcOrd="0" destOrd="0" presId="urn:microsoft.com/office/officeart/2005/8/layout/equation2"/>
    <dgm:cxn modelId="{A00BAEF4-618F-BB4E-9BE5-D4B0C212193E}" type="presOf" srcId="{D891DF11-D34B-4478-8F91-73D7EE7BB005}" destId="{56E6234C-6CF0-6C45-AAE3-3B5A930DC654}" srcOrd="1" destOrd="0" presId="urn:microsoft.com/office/officeart/2005/8/layout/equation2"/>
    <dgm:cxn modelId="{CD492630-203D-7A4E-A400-B81F98459ABA}" type="presParOf" srcId="{980A02BF-4E28-A747-A083-2336F5C57980}" destId="{8FB6127A-92B7-3D4B-B26E-A195AEDF3897}" srcOrd="0" destOrd="0" presId="urn:microsoft.com/office/officeart/2005/8/layout/equation2"/>
    <dgm:cxn modelId="{E905F00D-06DA-464C-B4B6-EECC92DBF85B}" type="presParOf" srcId="{8FB6127A-92B7-3D4B-B26E-A195AEDF3897}" destId="{AB671FA9-D6B1-8C4E-B05F-E96520D2280A}" srcOrd="0" destOrd="0" presId="urn:microsoft.com/office/officeart/2005/8/layout/equation2"/>
    <dgm:cxn modelId="{1C1CCB44-0F15-CD43-83FF-B8CDF7DE551B}" type="presParOf" srcId="{8FB6127A-92B7-3D4B-B26E-A195AEDF3897}" destId="{EDA2E6F0-D3EE-4547-A60A-B3377D470B51}" srcOrd="1" destOrd="0" presId="urn:microsoft.com/office/officeart/2005/8/layout/equation2"/>
    <dgm:cxn modelId="{D344C0EF-A9C2-4F43-A26A-5A3DFA8288D8}" type="presParOf" srcId="{8FB6127A-92B7-3D4B-B26E-A195AEDF3897}" destId="{4DFBE4D4-0EAB-B447-93E6-5C0D354EBF3D}" srcOrd="2" destOrd="0" presId="urn:microsoft.com/office/officeart/2005/8/layout/equation2"/>
    <dgm:cxn modelId="{04E3D20D-4761-094E-AE86-48175C978687}" type="presParOf" srcId="{8FB6127A-92B7-3D4B-B26E-A195AEDF3897}" destId="{7CCE364E-A90C-EC4E-AE46-7F634039D050}" srcOrd="3" destOrd="0" presId="urn:microsoft.com/office/officeart/2005/8/layout/equation2"/>
    <dgm:cxn modelId="{1C69A9FA-C96E-CE4F-93B9-0D9E36EB5AD9}" type="presParOf" srcId="{8FB6127A-92B7-3D4B-B26E-A195AEDF3897}" destId="{C361B049-817E-B04B-9E46-48F546FA7F6E}" srcOrd="4" destOrd="0" presId="urn:microsoft.com/office/officeart/2005/8/layout/equation2"/>
    <dgm:cxn modelId="{357D6490-C79F-0445-ACA8-59BABE9E0A6E}" type="presParOf" srcId="{8FB6127A-92B7-3D4B-B26E-A195AEDF3897}" destId="{493EBB43-4D21-044C-88C8-B3BFC950EDDE}" srcOrd="5" destOrd="0" presId="urn:microsoft.com/office/officeart/2005/8/layout/equation2"/>
    <dgm:cxn modelId="{63474F7D-880F-F64B-9626-72B9AC700A4D}" type="presParOf" srcId="{8FB6127A-92B7-3D4B-B26E-A195AEDF3897}" destId="{C7AE1360-F148-5C4E-851A-D454DEA23319}" srcOrd="6" destOrd="0" presId="urn:microsoft.com/office/officeart/2005/8/layout/equation2"/>
    <dgm:cxn modelId="{728342FA-6D21-2045-AA50-4A47A8F5D45D}" type="presParOf" srcId="{8FB6127A-92B7-3D4B-B26E-A195AEDF3897}" destId="{F8863E83-326E-8F4B-87D7-C2E782CBE80A}" srcOrd="7" destOrd="0" presId="urn:microsoft.com/office/officeart/2005/8/layout/equation2"/>
    <dgm:cxn modelId="{6B24912C-8B9D-B94A-BA16-510D1173F8B9}" type="presParOf" srcId="{8FB6127A-92B7-3D4B-B26E-A195AEDF3897}" destId="{771D6C03-2EF7-AE45-B06A-07461C98E674}" srcOrd="8" destOrd="0" presId="urn:microsoft.com/office/officeart/2005/8/layout/equation2"/>
    <dgm:cxn modelId="{5350DB36-ADD2-8E4D-BDCE-FA62D3B3505F}" type="presParOf" srcId="{8FB6127A-92B7-3D4B-B26E-A195AEDF3897}" destId="{E1B73EB1-9F72-9943-996E-24E291D66958}" srcOrd="9" destOrd="0" presId="urn:microsoft.com/office/officeart/2005/8/layout/equation2"/>
    <dgm:cxn modelId="{38C02B17-3525-544E-B1B8-2066EE160764}" type="presParOf" srcId="{8FB6127A-92B7-3D4B-B26E-A195AEDF3897}" destId="{024E1527-3903-EB45-90B9-FA3B5CBB681D}" srcOrd="10" destOrd="0" presId="urn:microsoft.com/office/officeart/2005/8/layout/equation2"/>
    <dgm:cxn modelId="{D8628E04-86BE-8840-A732-8982D6B81880}" type="presParOf" srcId="{8FB6127A-92B7-3D4B-B26E-A195AEDF3897}" destId="{7142409E-4B8D-3C42-ACAD-E329C4F9147F}" srcOrd="11" destOrd="0" presId="urn:microsoft.com/office/officeart/2005/8/layout/equation2"/>
    <dgm:cxn modelId="{34346B2B-920A-3B48-91B4-3E602E37E126}" type="presParOf" srcId="{8FB6127A-92B7-3D4B-B26E-A195AEDF3897}" destId="{B740EA54-E2C2-E84D-A8F1-F8F67DAFEC66}" srcOrd="12" destOrd="0" presId="urn:microsoft.com/office/officeart/2005/8/layout/equation2"/>
    <dgm:cxn modelId="{BBE7BD4C-265E-3E4C-9DF7-22FDC9C9E576}" type="presParOf" srcId="{980A02BF-4E28-A747-A083-2336F5C57980}" destId="{29C7E461-1E48-9244-A5E3-1CCEEAC51FE7}" srcOrd="1" destOrd="0" presId="urn:microsoft.com/office/officeart/2005/8/layout/equation2"/>
    <dgm:cxn modelId="{203DA9F9-9119-8A47-89EF-8F72B887854F}" type="presParOf" srcId="{29C7E461-1E48-9244-A5E3-1CCEEAC51FE7}" destId="{56E6234C-6CF0-6C45-AAE3-3B5A930DC654}" srcOrd="0" destOrd="0" presId="urn:microsoft.com/office/officeart/2005/8/layout/equation2"/>
    <dgm:cxn modelId="{8DE8DD4E-BC02-634D-87B7-3B87099F36BC}" type="presParOf" srcId="{980A02BF-4E28-A747-A083-2336F5C57980}" destId="{105F43DA-722C-3347-B7CB-0896021F4689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847B0D1F-0799-4C49-8EF8-71A4CCBF45F1}" type="doc">
      <dgm:prSet loTypeId="urn:microsoft.com/office/officeart/2005/8/layout/funnel1" qsTypeId="urn:microsoft.com/office/officeart/2005/8/quickstyle/simple2" csTypeId="urn:microsoft.com/office/officeart/2005/8/colors/accent1_2"/>
      <dgm:spPr/>
    </dgm:pt>
    <dgm:pt modelId="{F30CFAED-2CBB-4FC2-AF2A-B135C7580D22}">
      <dgm:prSet/>
      <dgm:spPr/>
      <dgm:t>
        <a:bodyPr/>
        <a:lstStyle/>
        <a:p>
          <a:r>
            <a:t>Discover</a:t>
          </a:r>
        </a:p>
      </dgm:t>
    </dgm:pt>
    <dgm:pt modelId="{D07A0B8D-3328-4D99-9235-EB8E47DD15BC}" type="parTrans" cxnId="{96C8FDA9-BE9E-437A-A388-7313CF6E6BFD}">
      <dgm:prSet/>
      <dgm:spPr/>
      <dgm:t>
        <a:bodyPr/>
        <a:lstStyle/>
        <a:p>
          <a:endParaRPr/>
        </a:p>
      </dgm:t>
    </dgm:pt>
    <dgm:pt modelId="{52F8E172-215E-40FE-9043-11DF5E58100D}" type="sibTrans" cxnId="{96C8FDA9-BE9E-437A-A388-7313CF6E6BFD}">
      <dgm:prSet/>
      <dgm:spPr/>
      <dgm:t>
        <a:bodyPr/>
        <a:lstStyle/>
        <a:p>
          <a:endParaRPr/>
        </a:p>
      </dgm:t>
    </dgm:pt>
    <dgm:pt modelId="{98D95658-6541-4B60-B6D0-DCB213A6DE03}">
      <dgm:prSet/>
      <dgm:spPr/>
      <dgm:t>
        <a:bodyPr/>
        <a:lstStyle/>
        <a:p>
          <a:r>
            <a:t>Define</a:t>
          </a:r>
        </a:p>
      </dgm:t>
    </dgm:pt>
    <dgm:pt modelId="{A4483ECD-8F7C-47A3-95EC-91E301A082E5}" type="parTrans" cxnId="{8B58D852-EA0D-4682-BF4A-6AD2DA3F8B89}">
      <dgm:prSet/>
      <dgm:spPr/>
      <dgm:t>
        <a:bodyPr/>
        <a:lstStyle/>
        <a:p>
          <a:endParaRPr/>
        </a:p>
      </dgm:t>
    </dgm:pt>
    <dgm:pt modelId="{F82D50A1-B4EF-4A3E-B812-FBFD8E858346}" type="sibTrans" cxnId="{8B58D852-EA0D-4682-BF4A-6AD2DA3F8B89}">
      <dgm:prSet/>
      <dgm:spPr/>
      <dgm:t>
        <a:bodyPr/>
        <a:lstStyle/>
        <a:p>
          <a:endParaRPr/>
        </a:p>
      </dgm:t>
    </dgm:pt>
    <dgm:pt modelId="{817EB0C1-2ABA-463A-B10A-5AE64EE6EE13}">
      <dgm:prSet/>
      <dgm:spPr/>
      <dgm:t>
        <a:bodyPr/>
        <a:lstStyle/>
        <a:p>
          <a:r>
            <a:t>Build</a:t>
          </a:r>
        </a:p>
      </dgm:t>
    </dgm:pt>
    <dgm:pt modelId="{ACF34AAB-4DFF-42BB-B0F6-CEC56F80D02C}" type="parTrans" cxnId="{94FC0842-8716-4A29-8E90-44FD96E11335}">
      <dgm:prSet/>
      <dgm:spPr/>
      <dgm:t>
        <a:bodyPr/>
        <a:lstStyle/>
        <a:p>
          <a:endParaRPr/>
        </a:p>
      </dgm:t>
    </dgm:pt>
    <dgm:pt modelId="{30580797-E589-482F-9F7B-32FA74E721DF}" type="sibTrans" cxnId="{94FC0842-8716-4A29-8E90-44FD96E11335}">
      <dgm:prSet/>
      <dgm:spPr/>
      <dgm:t>
        <a:bodyPr/>
        <a:lstStyle/>
        <a:p>
          <a:endParaRPr/>
        </a:p>
      </dgm:t>
    </dgm:pt>
    <dgm:pt modelId="{78AE97B3-3B2B-47EA-B427-D35B2A51031F}">
      <dgm:prSet/>
      <dgm:spPr/>
      <dgm:t>
        <a:bodyPr/>
        <a:lstStyle/>
        <a:p>
          <a:r>
            <a:t>Launch</a:t>
          </a:r>
        </a:p>
      </dgm:t>
    </dgm:pt>
    <dgm:pt modelId="{897C66A6-AE1A-4705-BA26-5AFA7354EDA9}" type="parTrans" cxnId="{E6D7B126-C5C7-46EE-8E57-B4F47A4054D0}">
      <dgm:prSet/>
      <dgm:spPr/>
      <dgm:t>
        <a:bodyPr/>
        <a:lstStyle/>
        <a:p>
          <a:endParaRPr/>
        </a:p>
      </dgm:t>
    </dgm:pt>
    <dgm:pt modelId="{04886469-D3A4-483C-A2C6-9F6F8C1A94AD}" type="sibTrans" cxnId="{E6D7B126-C5C7-46EE-8E57-B4F47A4054D0}">
      <dgm:prSet/>
      <dgm:spPr/>
      <dgm:t>
        <a:bodyPr/>
        <a:lstStyle/>
        <a:p>
          <a:endParaRPr/>
        </a:p>
      </dgm:t>
    </dgm:pt>
    <dgm:pt modelId="{0760D1C5-9C12-4883-B876-3BAD64C21D17}">
      <dgm:prSet/>
      <dgm:spPr/>
    </dgm:pt>
    <dgm:pt modelId="{5CF9529D-D703-4F8C-A546-EDC3404B1B7B}" type="parTrans" cxnId="{A020BF01-6DDD-4B5D-9DD5-9DAAFA1A726F}">
      <dgm:prSet/>
      <dgm:spPr/>
      <dgm:t>
        <a:bodyPr/>
        <a:lstStyle/>
        <a:p>
          <a:endParaRPr/>
        </a:p>
      </dgm:t>
    </dgm:pt>
    <dgm:pt modelId="{9A80A654-ADF6-4C48-867C-91C1A5D439B3}" type="sibTrans" cxnId="{A020BF01-6DDD-4B5D-9DD5-9DAAFA1A726F}">
      <dgm:prSet/>
      <dgm:spPr/>
      <dgm:t>
        <a:bodyPr/>
        <a:lstStyle/>
        <a:p>
          <a:endParaRPr/>
        </a:p>
      </dgm:t>
    </dgm:pt>
    <dgm:pt modelId="{01CE7A2E-986E-3841-8212-06B4B102AC75}" type="pres">
      <dgm:prSet presAssocID="{847B0D1F-0799-4C49-8EF8-71A4CCBF45F1}" presName="Name0" presStyleCnt="0">
        <dgm:presLayoutVars>
          <dgm:chMax val="4"/>
          <dgm:resizeHandles val="exact"/>
        </dgm:presLayoutVars>
      </dgm:prSet>
      <dgm:spPr/>
    </dgm:pt>
    <dgm:pt modelId="{F62E84C6-1CFA-6946-812F-02B1A05EECE7}" type="pres">
      <dgm:prSet presAssocID="{847B0D1F-0799-4C49-8EF8-71A4CCBF45F1}" presName="ellipse" presStyleLbl="trBgShp" presStyleIdx="0" presStyleCnt="1"/>
      <dgm:spPr/>
    </dgm:pt>
    <dgm:pt modelId="{45F38222-9928-6645-9016-4B53257267D2}" type="pres">
      <dgm:prSet presAssocID="{847B0D1F-0799-4C49-8EF8-71A4CCBF45F1}" presName="arrow1" presStyleLbl="fgShp" presStyleIdx="0" presStyleCnt="1"/>
      <dgm:spPr/>
    </dgm:pt>
    <dgm:pt modelId="{E3776165-F747-1F46-A123-55ECBF9EC02E}" type="pres">
      <dgm:prSet presAssocID="{847B0D1F-0799-4C49-8EF8-71A4CCBF45F1}" presName="rectangle" presStyleLbl="revTx" presStyleIdx="0" presStyleCnt="1">
        <dgm:presLayoutVars>
          <dgm:bulletEnabled val="1"/>
        </dgm:presLayoutVars>
      </dgm:prSet>
      <dgm:spPr/>
    </dgm:pt>
    <dgm:pt modelId="{CA0CB4C7-5C7A-0147-AE13-DB5AD1A03FCA}" type="pres">
      <dgm:prSet presAssocID="{98D95658-6541-4B60-B6D0-DCB213A6DE03}" presName="item1" presStyleLbl="node1" presStyleIdx="0" presStyleCnt="3">
        <dgm:presLayoutVars>
          <dgm:bulletEnabled val="1"/>
        </dgm:presLayoutVars>
      </dgm:prSet>
      <dgm:spPr/>
    </dgm:pt>
    <dgm:pt modelId="{FB0E2CA0-D953-9043-8FA6-28BFED3ADB66}" type="pres">
      <dgm:prSet presAssocID="{817EB0C1-2ABA-463A-B10A-5AE64EE6EE13}" presName="item2" presStyleLbl="node1" presStyleIdx="1" presStyleCnt="3">
        <dgm:presLayoutVars>
          <dgm:bulletEnabled val="1"/>
        </dgm:presLayoutVars>
      </dgm:prSet>
      <dgm:spPr/>
    </dgm:pt>
    <dgm:pt modelId="{08BAC5E7-8048-864C-8737-9F54A8F556E1}" type="pres">
      <dgm:prSet presAssocID="{78AE97B3-3B2B-47EA-B427-D35B2A51031F}" presName="item3" presStyleLbl="node1" presStyleIdx="2" presStyleCnt="3">
        <dgm:presLayoutVars>
          <dgm:bulletEnabled val="1"/>
        </dgm:presLayoutVars>
      </dgm:prSet>
      <dgm:spPr/>
    </dgm:pt>
    <dgm:pt modelId="{E789066B-9384-CE4F-8959-C18E46E9011E}" type="pres">
      <dgm:prSet presAssocID="{847B0D1F-0799-4C49-8EF8-71A4CCBF45F1}" presName="funnel" presStyleLbl="trAlignAcc1" presStyleIdx="0" presStyleCnt="1"/>
      <dgm:spPr/>
    </dgm:pt>
  </dgm:ptLst>
  <dgm:cxnLst>
    <dgm:cxn modelId="{A020BF01-6DDD-4B5D-9DD5-9DAAFA1A726F}" srcId="{847B0D1F-0799-4C49-8EF8-71A4CCBF45F1}" destId="{0760D1C5-9C12-4883-B876-3BAD64C21D17}" srcOrd="4" destOrd="0" parTransId="{5CF9529D-D703-4F8C-A546-EDC3404B1B7B}" sibTransId="{9A80A654-ADF6-4C48-867C-91C1A5D439B3}"/>
    <dgm:cxn modelId="{FC65C701-0DDE-1941-87A9-3EE9A3D5DB68}" type="presOf" srcId="{F30CFAED-2CBB-4FC2-AF2A-B135C7580D22}" destId="{08BAC5E7-8048-864C-8737-9F54A8F556E1}" srcOrd="0" destOrd="0" presId="urn:microsoft.com/office/officeart/2005/8/layout/funnel1"/>
    <dgm:cxn modelId="{0B17EC08-B8C7-9C49-A4DF-0DD1C5B9BB88}" type="presOf" srcId="{847B0D1F-0799-4C49-8EF8-71A4CCBF45F1}" destId="{01CE7A2E-986E-3841-8212-06B4B102AC75}" srcOrd="0" destOrd="0" presId="urn:microsoft.com/office/officeart/2005/8/layout/funnel1"/>
    <dgm:cxn modelId="{4FD9CD09-D5DD-6D47-A9DD-8A21E3D81001}" type="presOf" srcId="{78AE97B3-3B2B-47EA-B427-D35B2A51031F}" destId="{E3776165-F747-1F46-A123-55ECBF9EC02E}" srcOrd="0" destOrd="0" presId="urn:microsoft.com/office/officeart/2005/8/layout/funnel1"/>
    <dgm:cxn modelId="{E6D7B126-C5C7-46EE-8E57-B4F47A4054D0}" srcId="{847B0D1F-0799-4C49-8EF8-71A4CCBF45F1}" destId="{78AE97B3-3B2B-47EA-B427-D35B2A51031F}" srcOrd="3" destOrd="0" parTransId="{897C66A6-AE1A-4705-BA26-5AFA7354EDA9}" sibTransId="{04886469-D3A4-483C-A2C6-9F6F8C1A94AD}"/>
    <dgm:cxn modelId="{94FC0842-8716-4A29-8E90-44FD96E11335}" srcId="{847B0D1F-0799-4C49-8EF8-71A4CCBF45F1}" destId="{817EB0C1-2ABA-463A-B10A-5AE64EE6EE13}" srcOrd="2" destOrd="0" parTransId="{ACF34AAB-4DFF-42BB-B0F6-CEC56F80D02C}" sibTransId="{30580797-E589-482F-9F7B-32FA74E721DF}"/>
    <dgm:cxn modelId="{8B58D852-EA0D-4682-BF4A-6AD2DA3F8B89}" srcId="{847B0D1F-0799-4C49-8EF8-71A4CCBF45F1}" destId="{98D95658-6541-4B60-B6D0-DCB213A6DE03}" srcOrd="1" destOrd="0" parTransId="{A4483ECD-8F7C-47A3-95EC-91E301A082E5}" sibTransId="{F82D50A1-B4EF-4A3E-B812-FBFD8E858346}"/>
    <dgm:cxn modelId="{4070DE53-0C92-A74C-8D59-E09F49AD81B5}" type="presOf" srcId="{98D95658-6541-4B60-B6D0-DCB213A6DE03}" destId="{FB0E2CA0-D953-9043-8FA6-28BFED3ADB66}" srcOrd="0" destOrd="0" presId="urn:microsoft.com/office/officeart/2005/8/layout/funnel1"/>
    <dgm:cxn modelId="{96C8FDA9-BE9E-437A-A388-7313CF6E6BFD}" srcId="{847B0D1F-0799-4C49-8EF8-71A4CCBF45F1}" destId="{F30CFAED-2CBB-4FC2-AF2A-B135C7580D22}" srcOrd="0" destOrd="0" parTransId="{D07A0B8D-3328-4D99-9235-EB8E47DD15BC}" sibTransId="{52F8E172-215E-40FE-9043-11DF5E58100D}"/>
    <dgm:cxn modelId="{67246AFE-09BF-C04C-B4C1-E244889E7FA2}" type="presOf" srcId="{817EB0C1-2ABA-463A-B10A-5AE64EE6EE13}" destId="{CA0CB4C7-5C7A-0147-AE13-DB5AD1A03FCA}" srcOrd="0" destOrd="0" presId="urn:microsoft.com/office/officeart/2005/8/layout/funnel1"/>
    <dgm:cxn modelId="{27818880-67D7-0C4D-BE2A-17A05170FDFB}" type="presParOf" srcId="{01CE7A2E-986E-3841-8212-06B4B102AC75}" destId="{F62E84C6-1CFA-6946-812F-02B1A05EECE7}" srcOrd="0" destOrd="0" presId="urn:microsoft.com/office/officeart/2005/8/layout/funnel1"/>
    <dgm:cxn modelId="{15D6091B-7910-C04D-9392-189A81D819B3}" type="presParOf" srcId="{01CE7A2E-986E-3841-8212-06B4B102AC75}" destId="{45F38222-9928-6645-9016-4B53257267D2}" srcOrd="1" destOrd="0" presId="urn:microsoft.com/office/officeart/2005/8/layout/funnel1"/>
    <dgm:cxn modelId="{CE0ACCF0-BBF9-8247-8619-ACBC0C33FA33}" type="presParOf" srcId="{01CE7A2E-986E-3841-8212-06B4B102AC75}" destId="{E3776165-F747-1F46-A123-55ECBF9EC02E}" srcOrd="2" destOrd="0" presId="urn:microsoft.com/office/officeart/2005/8/layout/funnel1"/>
    <dgm:cxn modelId="{7FBDC4D6-E959-4342-B9B3-DCED5127AF55}" type="presParOf" srcId="{01CE7A2E-986E-3841-8212-06B4B102AC75}" destId="{CA0CB4C7-5C7A-0147-AE13-DB5AD1A03FCA}" srcOrd="3" destOrd="0" presId="urn:microsoft.com/office/officeart/2005/8/layout/funnel1"/>
    <dgm:cxn modelId="{82A69FC8-116E-AC4C-8972-C9245E503003}" type="presParOf" srcId="{01CE7A2E-986E-3841-8212-06B4B102AC75}" destId="{FB0E2CA0-D953-9043-8FA6-28BFED3ADB66}" srcOrd="4" destOrd="0" presId="urn:microsoft.com/office/officeart/2005/8/layout/funnel1"/>
    <dgm:cxn modelId="{62EC0B64-5131-2D4B-AB94-94EFB2EC78F7}" type="presParOf" srcId="{01CE7A2E-986E-3841-8212-06B4B102AC75}" destId="{08BAC5E7-8048-864C-8737-9F54A8F556E1}" srcOrd="5" destOrd="0" presId="urn:microsoft.com/office/officeart/2005/8/layout/funnel1"/>
    <dgm:cxn modelId="{E8CC9DEC-3384-1C4F-9748-0057CD49898E}" type="presParOf" srcId="{01CE7A2E-986E-3841-8212-06B4B102AC75}" destId="{E789066B-9384-CE4F-8959-C18E46E9011E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50D24D81-B1B8-4D9F-8799-CF51C38BE695}" type="doc">
      <dgm:prSet loTypeId="urn:microsoft.com/office/officeart/2005/8/layout/gear1" qsTypeId="urn:microsoft.com/office/officeart/2005/8/quickstyle/simple2" csTypeId="urn:microsoft.com/office/officeart/2005/8/colors/accent1_2"/>
      <dgm:spPr/>
    </dgm:pt>
    <dgm:pt modelId="{6BD5B4DF-5BC8-4772-AE2C-45D91DF08C8E}">
      <dgm:prSet/>
      <dgm:spPr/>
      <dgm:t>
        <a:bodyPr/>
        <a:lstStyle/>
        <a:p>
          <a:r>
            <a:t>People</a:t>
          </a:r>
        </a:p>
      </dgm:t>
    </dgm:pt>
    <dgm:pt modelId="{8A2501BA-8EEB-4F3B-885F-28FFC49DAC00}" type="parTrans" cxnId="{35DA79AB-CA0F-4476-9DAC-96321ECE7326}">
      <dgm:prSet/>
      <dgm:spPr/>
      <dgm:t>
        <a:bodyPr/>
        <a:lstStyle/>
        <a:p>
          <a:endParaRPr/>
        </a:p>
      </dgm:t>
    </dgm:pt>
    <dgm:pt modelId="{46F10543-EDAF-4C57-9432-DBA0228A8024}" type="sibTrans" cxnId="{35DA79AB-CA0F-4476-9DAC-96321ECE7326}">
      <dgm:prSet/>
      <dgm:spPr/>
      <dgm:t>
        <a:bodyPr/>
        <a:lstStyle/>
        <a:p>
          <a:endParaRPr/>
        </a:p>
      </dgm:t>
    </dgm:pt>
    <dgm:pt modelId="{ABC8882A-32AA-4189-B5B3-43DF1EA3A444}">
      <dgm:prSet/>
      <dgm:spPr/>
      <dgm:t>
        <a:bodyPr/>
        <a:lstStyle/>
        <a:p>
          <a:r>
            <a:t>Process</a:t>
          </a:r>
        </a:p>
      </dgm:t>
    </dgm:pt>
    <dgm:pt modelId="{D0958088-3F6C-416B-8557-DF76DFB3C09F}" type="parTrans" cxnId="{9AD35CC9-85AE-4AC3-B046-D64250E519F4}">
      <dgm:prSet/>
      <dgm:spPr/>
      <dgm:t>
        <a:bodyPr/>
        <a:lstStyle/>
        <a:p>
          <a:endParaRPr/>
        </a:p>
      </dgm:t>
    </dgm:pt>
    <dgm:pt modelId="{BD7AD8D1-12F6-47D2-B1F9-F223269C6D96}" type="sibTrans" cxnId="{9AD35CC9-85AE-4AC3-B046-D64250E519F4}">
      <dgm:prSet/>
      <dgm:spPr/>
      <dgm:t>
        <a:bodyPr/>
        <a:lstStyle/>
        <a:p>
          <a:endParaRPr/>
        </a:p>
      </dgm:t>
    </dgm:pt>
    <dgm:pt modelId="{6F1F3191-3E17-4D0D-9CC0-ADFFC704881C}">
      <dgm:prSet/>
      <dgm:spPr/>
      <dgm:t>
        <a:bodyPr/>
        <a:lstStyle/>
        <a:p>
          <a:r>
            <a:t>Tools</a:t>
          </a:r>
        </a:p>
      </dgm:t>
    </dgm:pt>
    <dgm:pt modelId="{2A150B96-A494-47B2-A05B-7F10352E9034}" type="parTrans" cxnId="{EBF352D9-2C7C-438F-9BF2-E6B4CBE42E08}">
      <dgm:prSet/>
      <dgm:spPr/>
      <dgm:t>
        <a:bodyPr/>
        <a:lstStyle/>
        <a:p>
          <a:endParaRPr/>
        </a:p>
      </dgm:t>
    </dgm:pt>
    <dgm:pt modelId="{F8EAF242-98DE-44F8-B44D-50FE58B29E6B}" type="sibTrans" cxnId="{EBF352D9-2C7C-438F-9BF2-E6B4CBE42E08}">
      <dgm:prSet/>
      <dgm:spPr/>
      <dgm:t>
        <a:bodyPr/>
        <a:lstStyle/>
        <a:p>
          <a:endParaRPr/>
        </a:p>
      </dgm:t>
    </dgm:pt>
    <dgm:pt modelId="{72F5DD17-9A28-494A-AB73-32F4213F3341}" type="pres">
      <dgm:prSet presAssocID="{50D24D81-B1B8-4D9F-8799-CF51C38BE695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6DE59CA3-9F96-2C43-B189-FDFB6BC6D5D2}" type="pres">
      <dgm:prSet presAssocID="{6BD5B4DF-5BC8-4772-AE2C-45D91DF08C8E}" presName="gear1" presStyleLbl="node1" presStyleIdx="0" presStyleCnt="3">
        <dgm:presLayoutVars>
          <dgm:chMax val="1"/>
          <dgm:bulletEnabled val="1"/>
        </dgm:presLayoutVars>
      </dgm:prSet>
      <dgm:spPr/>
    </dgm:pt>
    <dgm:pt modelId="{94EC4F9C-5433-B24F-BC2F-035F142F13D6}" type="pres">
      <dgm:prSet presAssocID="{6BD5B4DF-5BC8-4772-AE2C-45D91DF08C8E}" presName="gear1srcNode" presStyleLbl="node1" presStyleIdx="0" presStyleCnt="3"/>
      <dgm:spPr/>
    </dgm:pt>
    <dgm:pt modelId="{AE31E093-32A8-7046-B79D-6DA647B2E4C9}" type="pres">
      <dgm:prSet presAssocID="{6BD5B4DF-5BC8-4772-AE2C-45D91DF08C8E}" presName="gear1dstNode" presStyleLbl="node1" presStyleIdx="0" presStyleCnt="3"/>
      <dgm:spPr/>
    </dgm:pt>
    <dgm:pt modelId="{312321F6-3A6B-B74A-8C9F-AA731ADCDEB8}" type="pres">
      <dgm:prSet presAssocID="{ABC8882A-32AA-4189-B5B3-43DF1EA3A444}" presName="gear2" presStyleLbl="node1" presStyleIdx="1" presStyleCnt="3">
        <dgm:presLayoutVars>
          <dgm:chMax val="1"/>
          <dgm:bulletEnabled val="1"/>
        </dgm:presLayoutVars>
      </dgm:prSet>
      <dgm:spPr/>
    </dgm:pt>
    <dgm:pt modelId="{2A5E0E5E-89CF-A44D-9F54-FC250D74AFC8}" type="pres">
      <dgm:prSet presAssocID="{ABC8882A-32AA-4189-B5B3-43DF1EA3A444}" presName="gear2srcNode" presStyleLbl="node1" presStyleIdx="1" presStyleCnt="3"/>
      <dgm:spPr/>
    </dgm:pt>
    <dgm:pt modelId="{5DD7CE6E-1DAF-8341-8E1C-B4B15AA0F69D}" type="pres">
      <dgm:prSet presAssocID="{ABC8882A-32AA-4189-B5B3-43DF1EA3A444}" presName="gear2dstNode" presStyleLbl="node1" presStyleIdx="1" presStyleCnt="3"/>
      <dgm:spPr/>
    </dgm:pt>
    <dgm:pt modelId="{2A0390C3-071A-9643-9154-26C49D3D6E3E}" type="pres">
      <dgm:prSet presAssocID="{6F1F3191-3E17-4D0D-9CC0-ADFFC704881C}" presName="gear3" presStyleLbl="node1" presStyleIdx="2" presStyleCnt="3"/>
      <dgm:spPr/>
    </dgm:pt>
    <dgm:pt modelId="{3BC384B6-4E81-F946-957C-C4EC0D085772}" type="pres">
      <dgm:prSet presAssocID="{6F1F3191-3E17-4D0D-9CC0-ADFFC704881C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FBAF7E11-FCD5-504E-BCA0-5F046881A42D}" type="pres">
      <dgm:prSet presAssocID="{6F1F3191-3E17-4D0D-9CC0-ADFFC704881C}" presName="gear3srcNode" presStyleLbl="node1" presStyleIdx="2" presStyleCnt="3"/>
      <dgm:spPr/>
    </dgm:pt>
    <dgm:pt modelId="{707F072A-023C-DA49-A4FB-75B8C54A66E7}" type="pres">
      <dgm:prSet presAssocID="{6F1F3191-3E17-4D0D-9CC0-ADFFC704881C}" presName="gear3dstNode" presStyleLbl="node1" presStyleIdx="2" presStyleCnt="3"/>
      <dgm:spPr/>
    </dgm:pt>
    <dgm:pt modelId="{40ADBCD0-49FE-9D4B-883D-50A06B52AF9E}" type="pres">
      <dgm:prSet presAssocID="{46F10543-EDAF-4C57-9432-DBA0228A8024}" presName="connector1" presStyleLbl="sibTrans2D1" presStyleIdx="0" presStyleCnt="3"/>
      <dgm:spPr/>
    </dgm:pt>
    <dgm:pt modelId="{489ABE69-95E7-674D-8EF4-57CA6A1FFAD1}" type="pres">
      <dgm:prSet presAssocID="{BD7AD8D1-12F6-47D2-B1F9-F223269C6D96}" presName="connector2" presStyleLbl="sibTrans2D1" presStyleIdx="1" presStyleCnt="3"/>
      <dgm:spPr/>
    </dgm:pt>
    <dgm:pt modelId="{EDC4F221-374F-4546-AD97-A741EB0CA790}" type="pres">
      <dgm:prSet presAssocID="{F8EAF242-98DE-44F8-B44D-50FE58B29E6B}" presName="connector3" presStyleLbl="sibTrans2D1" presStyleIdx="2" presStyleCnt="3"/>
      <dgm:spPr/>
    </dgm:pt>
  </dgm:ptLst>
  <dgm:cxnLst>
    <dgm:cxn modelId="{674E9B09-A7B2-FE46-AC92-C5E9EE2F9BC7}" type="presOf" srcId="{6F1F3191-3E17-4D0D-9CC0-ADFFC704881C}" destId="{3BC384B6-4E81-F946-957C-C4EC0D085772}" srcOrd="1" destOrd="0" presId="urn:microsoft.com/office/officeart/2005/8/layout/gear1"/>
    <dgm:cxn modelId="{19A9F713-E70D-3748-8C18-EC420EC207E3}" type="presOf" srcId="{6BD5B4DF-5BC8-4772-AE2C-45D91DF08C8E}" destId="{6DE59CA3-9F96-2C43-B189-FDFB6BC6D5D2}" srcOrd="0" destOrd="0" presId="urn:microsoft.com/office/officeart/2005/8/layout/gear1"/>
    <dgm:cxn modelId="{C3C12015-0A64-9840-9FF8-8A549E38E13E}" type="presOf" srcId="{6BD5B4DF-5BC8-4772-AE2C-45D91DF08C8E}" destId="{AE31E093-32A8-7046-B79D-6DA647B2E4C9}" srcOrd="2" destOrd="0" presId="urn:microsoft.com/office/officeart/2005/8/layout/gear1"/>
    <dgm:cxn modelId="{0339BB39-2912-1741-8737-8302B269EB28}" type="presOf" srcId="{ABC8882A-32AA-4189-B5B3-43DF1EA3A444}" destId="{2A5E0E5E-89CF-A44D-9F54-FC250D74AFC8}" srcOrd="1" destOrd="0" presId="urn:microsoft.com/office/officeart/2005/8/layout/gear1"/>
    <dgm:cxn modelId="{A616D24C-B339-654F-8618-EC0CBD02D719}" type="presOf" srcId="{50D24D81-B1B8-4D9F-8799-CF51C38BE695}" destId="{72F5DD17-9A28-494A-AB73-32F4213F3341}" srcOrd="0" destOrd="0" presId="urn:microsoft.com/office/officeart/2005/8/layout/gear1"/>
    <dgm:cxn modelId="{E515494E-21C8-AD4C-BB60-71DC9B501FBC}" type="presOf" srcId="{6BD5B4DF-5BC8-4772-AE2C-45D91DF08C8E}" destId="{94EC4F9C-5433-B24F-BC2F-035F142F13D6}" srcOrd="1" destOrd="0" presId="urn:microsoft.com/office/officeart/2005/8/layout/gear1"/>
    <dgm:cxn modelId="{A9D9327E-75BA-554F-8ABB-75FEA182BF3B}" type="presOf" srcId="{6F1F3191-3E17-4D0D-9CC0-ADFFC704881C}" destId="{2A0390C3-071A-9643-9154-26C49D3D6E3E}" srcOrd="0" destOrd="0" presId="urn:microsoft.com/office/officeart/2005/8/layout/gear1"/>
    <dgm:cxn modelId="{05ED018F-E0C9-3440-A06E-4E2D1D6D5386}" type="presOf" srcId="{F8EAF242-98DE-44F8-B44D-50FE58B29E6B}" destId="{EDC4F221-374F-4546-AD97-A741EB0CA790}" srcOrd="0" destOrd="0" presId="urn:microsoft.com/office/officeart/2005/8/layout/gear1"/>
    <dgm:cxn modelId="{35DA79AB-CA0F-4476-9DAC-96321ECE7326}" srcId="{50D24D81-B1B8-4D9F-8799-CF51C38BE695}" destId="{6BD5B4DF-5BC8-4772-AE2C-45D91DF08C8E}" srcOrd="0" destOrd="0" parTransId="{8A2501BA-8EEB-4F3B-885F-28FFC49DAC00}" sibTransId="{46F10543-EDAF-4C57-9432-DBA0228A8024}"/>
    <dgm:cxn modelId="{D5EC0DBC-F7CE-E345-A812-948F3A47097E}" type="presOf" srcId="{46F10543-EDAF-4C57-9432-DBA0228A8024}" destId="{40ADBCD0-49FE-9D4B-883D-50A06B52AF9E}" srcOrd="0" destOrd="0" presId="urn:microsoft.com/office/officeart/2005/8/layout/gear1"/>
    <dgm:cxn modelId="{A07A0BC8-82E3-224B-B718-819B997572E0}" type="presOf" srcId="{ABC8882A-32AA-4189-B5B3-43DF1EA3A444}" destId="{5DD7CE6E-1DAF-8341-8E1C-B4B15AA0F69D}" srcOrd="2" destOrd="0" presId="urn:microsoft.com/office/officeart/2005/8/layout/gear1"/>
    <dgm:cxn modelId="{9AD35CC9-85AE-4AC3-B046-D64250E519F4}" srcId="{50D24D81-B1B8-4D9F-8799-CF51C38BE695}" destId="{ABC8882A-32AA-4189-B5B3-43DF1EA3A444}" srcOrd="1" destOrd="0" parTransId="{D0958088-3F6C-416B-8557-DF76DFB3C09F}" sibTransId="{BD7AD8D1-12F6-47D2-B1F9-F223269C6D96}"/>
    <dgm:cxn modelId="{33A130D8-7F56-924A-9768-73A9D3437DE0}" type="presOf" srcId="{6F1F3191-3E17-4D0D-9CC0-ADFFC704881C}" destId="{FBAF7E11-FCD5-504E-BCA0-5F046881A42D}" srcOrd="2" destOrd="0" presId="urn:microsoft.com/office/officeart/2005/8/layout/gear1"/>
    <dgm:cxn modelId="{EBF352D9-2C7C-438F-9BF2-E6B4CBE42E08}" srcId="{50D24D81-B1B8-4D9F-8799-CF51C38BE695}" destId="{6F1F3191-3E17-4D0D-9CC0-ADFFC704881C}" srcOrd="2" destOrd="0" parTransId="{2A150B96-A494-47B2-A05B-7F10352E9034}" sibTransId="{F8EAF242-98DE-44F8-B44D-50FE58B29E6B}"/>
    <dgm:cxn modelId="{BE52C4E2-DBDE-5245-8EF3-3A9030A17C56}" type="presOf" srcId="{BD7AD8D1-12F6-47D2-B1F9-F223269C6D96}" destId="{489ABE69-95E7-674D-8EF4-57CA6A1FFAD1}" srcOrd="0" destOrd="0" presId="urn:microsoft.com/office/officeart/2005/8/layout/gear1"/>
    <dgm:cxn modelId="{3106A6E8-5BE3-1148-808D-C4D92F1D8EFB}" type="presOf" srcId="{6F1F3191-3E17-4D0D-9CC0-ADFFC704881C}" destId="{707F072A-023C-DA49-A4FB-75B8C54A66E7}" srcOrd="3" destOrd="0" presId="urn:microsoft.com/office/officeart/2005/8/layout/gear1"/>
    <dgm:cxn modelId="{190D30EA-BE39-6841-8471-6F3BE88F3DE2}" type="presOf" srcId="{ABC8882A-32AA-4189-B5B3-43DF1EA3A444}" destId="{312321F6-3A6B-B74A-8C9F-AA731ADCDEB8}" srcOrd="0" destOrd="0" presId="urn:microsoft.com/office/officeart/2005/8/layout/gear1"/>
    <dgm:cxn modelId="{97F0DDDE-7FD8-2E4F-AE7F-9C8DD59EB745}" type="presParOf" srcId="{72F5DD17-9A28-494A-AB73-32F4213F3341}" destId="{6DE59CA3-9F96-2C43-B189-FDFB6BC6D5D2}" srcOrd="0" destOrd="0" presId="urn:microsoft.com/office/officeart/2005/8/layout/gear1"/>
    <dgm:cxn modelId="{E43E4D2B-CD95-0947-909A-05F4C26F7893}" type="presParOf" srcId="{72F5DD17-9A28-494A-AB73-32F4213F3341}" destId="{94EC4F9C-5433-B24F-BC2F-035F142F13D6}" srcOrd="1" destOrd="0" presId="urn:microsoft.com/office/officeart/2005/8/layout/gear1"/>
    <dgm:cxn modelId="{2EB68903-9F62-F340-958E-A251930DEDBF}" type="presParOf" srcId="{72F5DD17-9A28-494A-AB73-32F4213F3341}" destId="{AE31E093-32A8-7046-B79D-6DA647B2E4C9}" srcOrd="2" destOrd="0" presId="urn:microsoft.com/office/officeart/2005/8/layout/gear1"/>
    <dgm:cxn modelId="{7D9158EF-82BD-3845-BBAD-FD6213EB92E7}" type="presParOf" srcId="{72F5DD17-9A28-494A-AB73-32F4213F3341}" destId="{312321F6-3A6B-B74A-8C9F-AA731ADCDEB8}" srcOrd="3" destOrd="0" presId="urn:microsoft.com/office/officeart/2005/8/layout/gear1"/>
    <dgm:cxn modelId="{0BEA34D8-9909-264E-A977-0EC0B30C4821}" type="presParOf" srcId="{72F5DD17-9A28-494A-AB73-32F4213F3341}" destId="{2A5E0E5E-89CF-A44D-9F54-FC250D74AFC8}" srcOrd="4" destOrd="0" presId="urn:microsoft.com/office/officeart/2005/8/layout/gear1"/>
    <dgm:cxn modelId="{6A3602D7-C0F9-5A4A-9E40-8AB8D4CC2C9D}" type="presParOf" srcId="{72F5DD17-9A28-494A-AB73-32F4213F3341}" destId="{5DD7CE6E-1DAF-8341-8E1C-B4B15AA0F69D}" srcOrd="5" destOrd="0" presId="urn:microsoft.com/office/officeart/2005/8/layout/gear1"/>
    <dgm:cxn modelId="{40041C51-F7D6-1646-8345-F32DB12A2E9F}" type="presParOf" srcId="{72F5DD17-9A28-494A-AB73-32F4213F3341}" destId="{2A0390C3-071A-9643-9154-26C49D3D6E3E}" srcOrd="6" destOrd="0" presId="urn:microsoft.com/office/officeart/2005/8/layout/gear1"/>
    <dgm:cxn modelId="{19EFB539-4DAE-0049-BFEC-340FC42FF6C0}" type="presParOf" srcId="{72F5DD17-9A28-494A-AB73-32F4213F3341}" destId="{3BC384B6-4E81-F946-957C-C4EC0D085772}" srcOrd="7" destOrd="0" presId="urn:microsoft.com/office/officeart/2005/8/layout/gear1"/>
    <dgm:cxn modelId="{DC218D0F-88C8-4C4C-8811-8D2483A1683C}" type="presParOf" srcId="{72F5DD17-9A28-494A-AB73-32F4213F3341}" destId="{FBAF7E11-FCD5-504E-BCA0-5F046881A42D}" srcOrd="8" destOrd="0" presId="urn:microsoft.com/office/officeart/2005/8/layout/gear1"/>
    <dgm:cxn modelId="{D44708A7-DAB6-A54D-BC4C-6A4C2BF15E16}" type="presParOf" srcId="{72F5DD17-9A28-494A-AB73-32F4213F3341}" destId="{707F072A-023C-DA49-A4FB-75B8C54A66E7}" srcOrd="9" destOrd="0" presId="urn:microsoft.com/office/officeart/2005/8/layout/gear1"/>
    <dgm:cxn modelId="{99C974BE-F9BC-F443-8795-A0415F12DA06}" type="presParOf" srcId="{72F5DD17-9A28-494A-AB73-32F4213F3341}" destId="{40ADBCD0-49FE-9D4B-883D-50A06B52AF9E}" srcOrd="10" destOrd="0" presId="urn:microsoft.com/office/officeart/2005/8/layout/gear1"/>
    <dgm:cxn modelId="{B5F9C737-10CF-5B49-BFAA-288307586E53}" type="presParOf" srcId="{72F5DD17-9A28-494A-AB73-32F4213F3341}" destId="{489ABE69-95E7-674D-8EF4-57CA6A1FFAD1}" srcOrd="11" destOrd="0" presId="urn:microsoft.com/office/officeart/2005/8/layout/gear1"/>
    <dgm:cxn modelId="{2C08F391-62CB-7B49-B87F-12C1D19EFF0F}" type="presParOf" srcId="{72F5DD17-9A28-494A-AB73-32F4213F3341}" destId="{EDC4F221-374F-4546-AD97-A741EB0CA790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002986D2-53D2-46BB-8FB4-2E871C5BEDE4}" type="doc">
      <dgm:prSet loTypeId="urn:microsoft.com/office/officeart/2005/8/layout/arrow6" qsTypeId="urn:microsoft.com/office/officeart/2005/8/quickstyle/simple2" csTypeId="urn:microsoft.com/office/officeart/2005/8/colors/accent1_2"/>
      <dgm:spPr/>
    </dgm:pt>
    <dgm:pt modelId="{65AEE65D-6D81-455A-8B7C-173CE8F11AA9}">
      <dgm:prSet/>
      <dgm:spPr/>
      <dgm:t>
        <a:bodyPr/>
        <a:lstStyle/>
        <a:p>
          <a:r>
            <a:t>Option A</a:t>
          </a:r>
        </a:p>
      </dgm:t>
    </dgm:pt>
    <dgm:pt modelId="{4A78F276-9737-4644-B4FA-9FDE55F09795}" type="parTrans" cxnId="{F0AF1E27-6A7F-4122-ACEA-60CF1CDC50DD}">
      <dgm:prSet/>
      <dgm:spPr/>
      <dgm:t>
        <a:bodyPr/>
        <a:lstStyle/>
        <a:p>
          <a:endParaRPr/>
        </a:p>
      </dgm:t>
    </dgm:pt>
    <dgm:pt modelId="{9581D2BD-F7CE-4D6E-8EA9-1A51ADDA52D2}" type="sibTrans" cxnId="{F0AF1E27-6A7F-4122-ACEA-60CF1CDC50DD}">
      <dgm:prSet/>
      <dgm:spPr/>
      <dgm:t>
        <a:bodyPr/>
        <a:lstStyle/>
        <a:p>
          <a:endParaRPr/>
        </a:p>
      </dgm:t>
    </dgm:pt>
    <dgm:pt modelId="{0E44382C-9D67-471D-8BE3-6A378FA556AF}">
      <dgm:prSet/>
      <dgm:spPr/>
      <dgm:t>
        <a:bodyPr/>
        <a:lstStyle/>
        <a:p>
          <a:r>
            <a:t>Option B</a:t>
          </a:r>
        </a:p>
      </dgm:t>
    </dgm:pt>
    <dgm:pt modelId="{9334C71D-A649-4B74-B251-FEBB2062B55A}" type="parTrans" cxnId="{0CF3B1B3-099D-48D4-A313-0837B6ED0801}">
      <dgm:prSet/>
      <dgm:spPr/>
      <dgm:t>
        <a:bodyPr/>
        <a:lstStyle/>
        <a:p>
          <a:endParaRPr/>
        </a:p>
      </dgm:t>
    </dgm:pt>
    <dgm:pt modelId="{E0766A9E-1D6F-4B44-ADCF-57A4A57B65B0}" type="sibTrans" cxnId="{0CF3B1B3-099D-48D4-A313-0837B6ED0801}">
      <dgm:prSet/>
      <dgm:spPr/>
      <dgm:t>
        <a:bodyPr/>
        <a:lstStyle/>
        <a:p>
          <a:endParaRPr/>
        </a:p>
      </dgm:t>
    </dgm:pt>
    <dgm:pt modelId="{737F4733-1372-5147-B567-1E0A6FD8D8C3}" type="pres">
      <dgm:prSet presAssocID="{002986D2-53D2-46BB-8FB4-2E871C5BEDE4}" presName="compositeShape" presStyleCnt="0">
        <dgm:presLayoutVars>
          <dgm:chMax val="2"/>
          <dgm:dir/>
          <dgm:resizeHandles val="exact"/>
        </dgm:presLayoutVars>
      </dgm:prSet>
      <dgm:spPr/>
    </dgm:pt>
    <dgm:pt modelId="{74D0EAB9-6E67-A942-90DD-552801233740}" type="pres">
      <dgm:prSet presAssocID="{002986D2-53D2-46BB-8FB4-2E871C5BEDE4}" presName="ribbon" presStyleLbl="node1" presStyleIdx="0" presStyleCnt="1"/>
      <dgm:spPr/>
    </dgm:pt>
    <dgm:pt modelId="{5BD30FF4-55CA-1F4C-AB42-0A9990007EC8}" type="pres">
      <dgm:prSet presAssocID="{002986D2-53D2-46BB-8FB4-2E871C5BEDE4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343E346E-4F37-E746-84E7-29AB8A38D564}" type="pres">
      <dgm:prSet presAssocID="{002986D2-53D2-46BB-8FB4-2E871C5BEDE4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96C1226-1194-844C-8F0D-602CD2ABF5C9}" type="presOf" srcId="{002986D2-53D2-46BB-8FB4-2E871C5BEDE4}" destId="{737F4733-1372-5147-B567-1E0A6FD8D8C3}" srcOrd="0" destOrd="0" presId="urn:microsoft.com/office/officeart/2005/8/layout/arrow6"/>
    <dgm:cxn modelId="{F0AF1E27-6A7F-4122-ACEA-60CF1CDC50DD}" srcId="{002986D2-53D2-46BB-8FB4-2E871C5BEDE4}" destId="{65AEE65D-6D81-455A-8B7C-173CE8F11AA9}" srcOrd="0" destOrd="0" parTransId="{4A78F276-9737-4644-B4FA-9FDE55F09795}" sibTransId="{9581D2BD-F7CE-4D6E-8EA9-1A51ADDA52D2}"/>
    <dgm:cxn modelId="{DAA46994-68AE-E744-A28A-A329383D1AC1}" type="presOf" srcId="{0E44382C-9D67-471D-8BE3-6A378FA556AF}" destId="{343E346E-4F37-E746-84E7-29AB8A38D564}" srcOrd="0" destOrd="0" presId="urn:microsoft.com/office/officeart/2005/8/layout/arrow6"/>
    <dgm:cxn modelId="{0CF3B1B3-099D-48D4-A313-0837B6ED0801}" srcId="{002986D2-53D2-46BB-8FB4-2E871C5BEDE4}" destId="{0E44382C-9D67-471D-8BE3-6A378FA556AF}" srcOrd="1" destOrd="0" parTransId="{9334C71D-A649-4B74-B251-FEBB2062B55A}" sibTransId="{E0766A9E-1D6F-4B44-ADCF-57A4A57B65B0}"/>
    <dgm:cxn modelId="{07BB89BA-ABAE-2C4E-BA7B-F080EE3CD0A2}" type="presOf" srcId="{65AEE65D-6D81-455A-8B7C-173CE8F11AA9}" destId="{5BD30FF4-55CA-1F4C-AB42-0A9990007EC8}" srcOrd="0" destOrd="0" presId="urn:microsoft.com/office/officeart/2005/8/layout/arrow6"/>
    <dgm:cxn modelId="{E606C011-487E-8E4A-9162-C1A2BB066CB5}" type="presParOf" srcId="{737F4733-1372-5147-B567-1E0A6FD8D8C3}" destId="{74D0EAB9-6E67-A942-90DD-552801233740}" srcOrd="0" destOrd="0" presId="urn:microsoft.com/office/officeart/2005/8/layout/arrow6"/>
    <dgm:cxn modelId="{2D23B4CD-2180-D34B-9BCB-5E7B4884EB47}" type="presParOf" srcId="{737F4733-1372-5147-B567-1E0A6FD8D8C3}" destId="{5BD30FF4-55CA-1F4C-AB42-0A9990007EC8}" srcOrd="1" destOrd="0" presId="urn:microsoft.com/office/officeart/2005/8/layout/arrow6"/>
    <dgm:cxn modelId="{1305D781-D50B-CC41-8854-039DB273D66C}" type="presParOf" srcId="{737F4733-1372-5147-B567-1E0A6FD8D8C3}" destId="{343E346E-4F37-E746-84E7-29AB8A38D564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984A1500-A0EC-4DD8-84B0-40DE1FABAB9A}" type="doc">
      <dgm:prSet loTypeId="urn:microsoft.com/office/officeart/2005/8/layout/arrow4" qsTypeId="urn:microsoft.com/office/officeart/2005/8/quickstyle/simple2" csTypeId="urn:microsoft.com/office/officeart/2005/8/colors/accent1_2"/>
      <dgm:spPr/>
    </dgm:pt>
    <dgm:pt modelId="{2DC75A72-3EA5-40CB-8843-FC0CC71826FB}">
      <dgm:prSet/>
      <dgm:spPr/>
      <dgm:t>
        <a:bodyPr/>
        <a:lstStyle/>
        <a:p>
          <a:r>
            <a:t>Option A</a:t>
          </a:r>
        </a:p>
      </dgm:t>
    </dgm:pt>
    <dgm:pt modelId="{6296E19D-9F35-41E4-AD12-32B090956F71}" type="parTrans" cxnId="{01126396-A1AB-486F-965F-4069E8BB937F}">
      <dgm:prSet/>
      <dgm:spPr/>
      <dgm:t>
        <a:bodyPr/>
        <a:lstStyle/>
        <a:p>
          <a:endParaRPr/>
        </a:p>
      </dgm:t>
    </dgm:pt>
    <dgm:pt modelId="{3E420296-552D-4735-8CCA-119DC1CE6E5D}" type="sibTrans" cxnId="{01126396-A1AB-486F-965F-4069E8BB937F}">
      <dgm:prSet/>
      <dgm:spPr/>
      <dgm:t>
        <a:bodyPr/>
        <a:lstStyle/>
        <a:p>
          <a:endParaRPr/>
        </a:p>
      </dgm:t>
    </dgm:pt>
    <dgm:pt modelId="{106E0C59-28AB-46C1-99BE-D5577D1B7959}">
      <dgm:prSet/>
      <dgm:spPr/>
      <dgm:t>
        <a:bodyPr/>
        <a:lstStyle/>
        <a:p>
          <a:r>
            <a:t>Option B</a:t>
          </a:r>
        </a:p>
      </dgm:t>
    </dgm:pt>
    <dgm:pt modelId="{C65E593E-A0AA-4F37-8B5F-BBD641B4F7CE}" type="parTrans" cxnId="{1D2654E8-BD4A-4A7D-9489-718B65395F63}">
      <dgm:prSet/>
      <dgm:spPr/>
      <dgm:t>
        <a:bodyPr/>
        <a:lstStyle/>
        <a:p>
          <a:endParaRPr/>
        </a:p>
      </dgm:t>
    </dgm:pt>
    <dgm:pt modelId="{04DD2C23-C0E6-4A4F-8663-0B80DF9809EF}" type="sibTrans" cxnId="{1D2654E8-BD4A-4A7D-9489-718B65395F63}">
      <dgm:prSet/>
      <dgm:spPr/>
      <dgm:t>
        <a:bodyPr/>
        <a:lstStyle/>
        <a:p>
          <a:endParaRPr/>
        </a:p>
      </dgm:t>
    </dgm:pt>
    <dgm:pt modelId="{7D6361DE-3BF2-F641-86DA-A80518BEB98D}" type="pres">
      <dgm:prSet presAssocID="{984A1500-A0EC-4DD8-84B0-40DE1FABAB9A}" presName="compositeShape" presStyleCnt="0">
        <dgm:presLayoutVars>
          <dgm:chMax val="2"/>
          <dgm:dir/>
          <dgm:resizeHandles val="exact"/>
        </dgm:presLayoutVars>
      </dgm:prSet>
      <dgm:spPr/>
    </dgm:pt>
    <dgm:pt modelId="{38390588-17A6-0C4D-A4D0-9401B924F611}" type="pres">
      <dgm:prSet presAssocID="{2DC75A72-3EA5-40CB-8843-FC0CC71826FB}" presName="upArrow" presStyleLbl="node1" presStyleIdx="0" presStyleCnt="2"/>
      <dgm:spPr/>
    </dgm:pt>
    <dgm:pt modelId="{5BF699F8-C3D4-F04C-89D8-C42620C4733D}" type="pres">
      <dgm:prSet presAssocID="{2DC75A72-3EA5-40CB-8843-FC0CC71826FB}" presName="upArrowText" presStyleLbl="revTx" presStyleIdx="0" presStyleCnt="2">
        <dgm:presLayoutVars>
          <dgm:chMax val="0"/>
          <dgm:bulletEnabled val="1"/>
        </dgm:presLayoutVars>
      </dgm:prSet>
      <dgm:spPr/>
    </dgm:pt>
    <dgm:pt modelId="{7CA59309-8C38-4542-8081-045855C57215}" type="pres">
      <dgm:prSet presAssocID="{106E0C59-28AB-46C1-99BE-D5577D1B7959}" presName="downArrow" presStyleLbl="node1" presStyleIdx="1" presStyleCnt="2"/>
      <dgm:spPr/>
    </dgm:pt>
    <dgm:pt modelId="{6017E94F-CFBA-1B44-86D4-2FAF515A6F3F}" type="pres">
      <dgm:prSet presAssocID="{106E0C59-28AB-46C1-99BE-D5577D1B7959}" presName="downArrowText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01126396-A1AB-486F-965F-4069E8BB937F}" srcId="{984A1500-A0EC-4DD8-84B0-40DE1FABAB9A}" destId="{2DC75A72-3EA5-40CB-8843-FC0CC71826FB}" srcOrd="0" destOrd="0" parTransId="{6296E19D-9F35-41E4-AD12-32B090956F71}" sibTransId="{3E420296-552D-4735-8CCA-119DC1CE6E5D}"/>
    <dgm:cxn modelId="{1253C6CB-EF18-114E-A448-1D157D89AD56}" type="presOf" srcId="{2DC75A72-3EA5-40CB-8843-FC0CC71826FB}" destId="{5BF699F8-C3D4-F04C-89D8-C42620C4733D}" srcOrd="0" destOrd="0" presId="urn:microsoft.com/office/officeart/2005/8/layout/arrow4"/>
    <dgm:cxn modelId="{20B196D4-31CD-BF4C-AE6B-772D452AB52A}" type="presOf" srcId="{106E0C59-28AB-46C1-99BE-D5577D1B7959}" destId="{6017E94F-CFBA-1B44-86D4-2FAF515A6F3F}" srcOrd="0" destOrd="0" presId="urn:microsoft.com/office/officeart/2005/8/layout/arrow4"/>
    <dgm:cxn modelId="{1D2654E8-BD4A-4A7D-9489-718B65395F63}" srcId="{984A1500-A0EC-4DD8-84B0-40DE1FABAB9A}" destId="{106E0C59-28AB-46C1-99BE-D5577D1B7959}" srcOrd="1" destOrd="0" parTransId="{C65E593E-A0AA-4F37-8B5F-BBD641B4F7CE}" sibTransId="{04DD2C23-C0E6-4A4F-8663-0B80DF9809EF}"/>
    <dgm:cxn modelId="{0CACD8EE-5853-FD48-ADD5-1BF335994041}" type="presOf" srcId="{984A1500-A0EC-4DD8-84B0-40DE1FABAB9A}" destId="{7D6361DE-3BF2-F641-86DA-A80518BEB98D}" srcOrd="0" destOrd="0" presId="urn:microsoft.com/office/officeart/2005/8/layout/arrow4"/>
    <dgm:cxn modelId="{0E1E2F08-5EFE-F24E-B89C-4A99B272AC1B}" type="presParOf" srcId="{7D6361DE-3BF2-F641-86DA-A80518BEB98D}" destId="{38390588-17A6-0C4D-A4D0-9401B924F611}" srcOrd="0" destOrd="0" presId="urn:microsoft.com/office/officeart/2005/8/layout/arrow4"/>
    <dgm:cxn modelId="{452CAA1D-1680-CB4C-B1C8-DA5D87408442}" type="presParOf" srcId="{7D6361DE-3BF2-F641-86DA-A80518BEB98D}" destId="{5BF699F8-C3D4-F04C-89D8-C42620C4733D}" srcOrd="1" destOrd="0" presId="urn:microsoft.com/office/officeart/2005/8/layout/arrow4"/>
    <dgm:cxn modelId="{179D5E67-9D0E-5446-A818-33C7F4A4CA24}" type="presParOf" srcId="{7D6361DE-3BF2-F641-86DA-A80518BEB98D}" destId="{7CA59309-8C38-4542-8081-045855C57215}" srcOrd="2" destOrd="0" presId="urn:microsoft.com/office/officeart/2005/8/layout/arrow4"/>
    <dgm:cxn modelId="{5069CFAA-51EB-F148-8F65-3E88CA578F90}" type="presParOf" srcId="{7D6361DE-3BF2-F641-86DA-A80518BEB98D}" destId="{6017E94F-CFBA-1B44-86D4-2FAF515A6F3F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0E30A132-1D4C-4467-9A41-5E3BFBC7135A}" type="doc">
      <dgm:prSet loTypeId="urn:microsoft.com/office/officeart/2005/8/layout/arrow5" qsTypeId="urn:microsoft.com/office/officeart/2005/8/quickstyle/simple2" csTypeId="urn:microsoft.com/office/officeart/2005/8/colors/accent1_2"/>
      <dgm:spPr/>
    </dgm:pt>
    <dgm:pt modelId="{419C4B26-A9BE-4642-8870-BE07CA8E21E6}">
      <dgm:prSet/>
      <dgm:spPr/>
      <dgm:t>
        <a:bodyPr/>
        <a:lstStyle/>
        <a:p>
          <a:r>
            <a:t>Focus</a:t>
          </a:r>
        </a:p>
      </dgm:t>
    </dgm:pt>
    <dgm:pt modelId="{A97803A2-340E-4376-888A-8E7BD88B4017}" type="parTrans" cxnId="{0B3A496A-3F4F-4DAC-80B0-E29528FAE449}">
      <dgm:prSet/>
      <dgm:spPr/>
      <dgm:t>
        <a:bodyPr/>
        <a:lstStyle/>
        <a:p>
          <a:endParaRPr/>
        </a:p>
      </dgm:t>
    </dgm:pt>
    <dgm:pt modelId="{ADA01374-4F81-4299-9B72-FE380E273C98}" type="sibTrans" cxnId="{0B3A496A-3F4F-4DAC-80B0-E29528FAE449}">
      <dgm:prSet/>
      <dgm:spPr/>
      <dgm:t>
        <a:bodyPr/>
        <a:lstStyle/>
        <a:p>
          <a:endParaRPr/>
        </a:p>
      </dgm:t>
    </dgm:pt>
    <dgm:pt modelId="{45D6EDB0-7F8F-4ADF-81FF-78854CBCD067}">
      <dgm:prSet/>
      <dgm:spPr/>
      <dgm:t>
        <a:bodyPr/>
        <a:lstStyle/>
        <a:p>
          <a:r>
            <a:t>Insight</a:t>
          </a:r>
        </a:p>
      </dgm:t>
    </dgm:pt>
    <dgm:pt modelId="{65594BD5-127E-4D6C-8830-3CE4D42B063C}" type="parTrans" cxnId="{DC811AB9-028D-4A87-8025-D36F5C8BCD25}">
      <dgm:prSet/>
      <dgm:spPr/>
      <dgm:t>
        <a:bodyPr/>
        <a:lstStyle/>
        <a:p>
          <a:endParaRPr/>
        </a:p>
      </dgm:t>
    </dgm:pt>
    <dgm:pt modelId="{195ED8BA-9D8D-4D91-8158-EEACE13C2EF8}" type="sibTrans" cxnId="{DC811AB9-028D-4A87-8025-D36F5C8BCD25}">
      <dgm:prSet/>
      <dgm:spPr/>
      <dgm:t>
        <a:bodyPr/>
        <a:lstStyle/>
        <a:p>
          <a:endParaRPr/>
        </a:p>
      </dgm:t>
    </dgm:pt>
    <dgm:pt modelId="{1F1CADC8-2D10-4331-9F1E-E7A6BA165FAF}">
      <dgm:prSet/>
      <dgm:spPr/>
      <dgm:t>
        <a:bodyPr/>
        <a:lstStyle/>
        <a:p>
          <a:r>
            <a:t>Design</a:t>
          </a:r>
        </a:p>
      </dgm:t>
    </dgm:pt>
    <dgm:pt modelId="{6C0AEE54-02BC-4318-B80D-4B21A791F7B5}" type="parTrans" cxnId="{EE65D965-2853-490B-ACBF-A53B1477C0F9}">
      <dgm:prSet/>
      <dgm:spPr/>
      <dgm:t>
        <a:bodyPr/>
        <a:lstStyle/>
        <a:p>
          <a:endParaRPr/>
        </a:p>
      </dgm:t>
    </dgm:pt>
    <dgm:pt modelId="{B7690595-4802-4796-AEF5-0DE41B90D984}" type="sibTrans" cxnId="{EE65D965-2853-490B-ACBF-A53B1477C0F9}">
      <dgm:prSet/>
      <dgm:spPr/>
      <dgm:t>
        <a:bodyPr/>
        <a:lstStyle/>
        <a:p>
          <a:endParaRPr/>
        </a:p>
      </dgm:t>
    </dgm:pt>
    <dgm:pt modelId="{9496DCA2-27C2-4D78-9411-18F45E216A39}">
      <dgm:prSet/>
      <dgm:spPr/>
      <dgm:t>
        <a:bodyPr/>
        <a:lstStyle/>
        <a:p>
          <a:r>
            <a:t>Build</a:t>
          </a:r>
        </a:p>
      </dgm:t>
    </dgm:pt>
    <dgm:pt modelId="{D428F9ED-A5DA-423B-9D41-12699DB5B3C0}" type="parTrans" cxnId="{3B133F72-B50D-4F77-A503-27C2B4DC3FE8}">
      <dgm:prSet/>
      <dgm:spPr/>
      <dgm:t>
        <a:bodyPr/>
        <a:lstStyle/>
        <a:p>
          <a:endParaRPr/>
        </a:p>
      </dgm:t>
    </dgm:pt>
    <dgm:pt modelId="{9A9126BF-6560-4A20-BDB9-002A6CAB9FFD}" type="sibTrans" cxnId="{3B133F72-B50D-4F77-A503-27C2B4DC3FE8}">
      <dgm:prSet/>
      <dgm:spPr/>
      <dgm:t>
        <a:bodyPr/>
        <a:lstStyle/>
        <a:p>
          <a:endParaRPr/>
        </a:p>
      </dgm:t>
    </dgm:pt>
    <dgm:pt modelId="{EF6AAF68-2F95-3745-A10D-927143154FB9}" type="pres">
      <dgm:prSet presAssocID="{0E30A132-1D4C-4467-9A41-5E3BFBC7135A}" presName="diagram" presStyleCnt="0">
        <dgm:presLayoutVars>
          <dgm:dir/>
          <dgm:resizeHandles val="exact"/>
        </dgm:presLayoutVars>
      </dgm:prSet>
      <dgm:spPr/>
    </dgm:pt>
    <dgm:pt modelId="{245F827A-82A1-C743-ABD2-3CE5F3EAE888}" type="pres">
      <dgm:prSet presAssocID="{419C4B26-A9BE-4642-8870-BE07CA8E21E6}" presName="arrow" presStyleLbl="node1" presStyleIdx="0" presStyleCnt="4">
        <dgm:presLayoutVars>
          <dgm:bulletEnabled val="1"/>
        </dgm:presLayoutVars>
      </dgm:prSet>
      <dgm:spPr/>
    </dgm:pt>
    <dgm:pt modelId="{CD8AB407-7EAC-BF44-B485-741538E07896}" type="pres">
      <dgm:prSet presAssocID="{45D6EDB0-7F8F-4ADF-81FF-78854CBCD067}" presName="arrow" presStyleLbl="node1" presStyleIdx="1" presStyleCnt="4">
        <dgm:presLayoutVars>
          <dgm:bulletEnabled val="1"/>
        </dgm:presLayoutVars>
      </dgm:prSet>
      <dgm:spPr/>
    </dgm:pt>
    <dgm:pt modelId="{00FA1708-F4A4-FC4F-8A82-F49BBA0D2DC5}" type="pres">
      <dgm:prSet presAssocID="{1F1CADC8-2D10-4331-9F1E-E7A6BA165FAF}" presName="arrow" presStyleLbl="node1" presStyleIdx="2" presStyleCnt="4">
        <dgm:presLayoutVars>
          <dgm:bulletEnabled val="1"/>
        </dgm:presLayoutVars>
      </dgm:prSet>
      <dgm:spPr/>
    </dgm:pt>
    <dgm:pt modelId="{BBAB0A68-33CF-C64E-B380-C3399F6B853F}" type="pres">
      <dgm:prSet presAssocID="{9496DCA2-27C2-4D78-9411-18F45E216A39}" presName="arrow" presStyleLbl="node1" presStyleIdx="3" presStyleCnt="4">
        <dgm:presLayoutVars>
          <dgm:bulletEnabled val="1"/>
        </dgm:presLayoutVars>
      </dgm:prSet>
      <dgm:spPr/>
    </dgm:pt>
  </dgm:ptLst>
  <dgm:cxnLst>
    <dgm:cxn modelId="{0704BB3B-A053-3741-980B-BE2DC5F83930}" type="presOf" srcId="{9496DCA2-27C2-4D78-9411-18F45E216A39}" destId="{BBAB0A68-33CF-C64E-B380-C3399F6B853F}" srcOrd="0" destOrd="0" presId="urn:microsoft.com/office/officeart/2005/8/layout/arrow5"/>
    <dgm:cxn modelId="{EE65D965-2853-490B-ACBF-A53B1477C0F9}" srcId="{0E30A132-1D4C-4467-9A41-5E3BFBC7135A}" destId="{1F1CADC8-2D10-4331-9F1E-E7A6BA165FAF}" srcOrd="2" destOrd="0" parTransId="{6C0AEE54-02BC-4318-B80D-4B21A791F7B5}" sibTransId="{B7690595-4802-4796-AEF5-0DE41B90D984}"/>
    <dgm:cxn modelId="{0B3A496A-3F4F-4DAC-80B0-E29528FAE449}" srcId="{0E30A132-1D4C-4467-9A41-5E3BFBC7135A}" destId="{419C4B26-A9BE-4642-8870-BE07CA8E21E6}" srcOrd="0" destOrd="0" parTransId="{A97803A2-340E-4376-888A-8E7BD88B4017}" sibTransId="{ADA01374-4F81-4299-9B72-FE380E273C98}"/>
    <dgm:cxn modelId="{3B133F72-B50D-4F77-A503-27C2B4DC3FE8}" srcId="{0E30A132-1D4C-4467-9A41-5E3BFBC7135A}" destId="{9496DCA2-27C2-4D78-9411-18F45E216A39}" srcOrd="3" destOrd="0" parTransId="{D428F9ED-A5DA-423B-9D41-12699DB5B3C0}" sibTransId="{9A9126BF-6560-4A20-BDB9-002A6CAB9FFD}"/>
    <dgm:cxn modelId="{43214076-2E3A-3247-B4FA-96E12F01A119}" type="presOf" srcId="{0E30A132-1D4C-4467-9A41-5E3BFBC7135A}" destId="{EF6AAF68-2F95-3745-A10D-927143154FB9}" srcOrd="0" destOrd="0" presId="urn:microsoft.com/office/officeart/2005/8/layout/arrow5"/>
    <dgm:cxn modelId="{DC1B7793-9BFF-2B4A-B6A7-A697888AF7DE}" type="presOf" srcId="{419C4B26-A9BE-4642-8870-BE07CA8E21E6}" destId="{245F827A-82A1-C743-ABD2-3CE5F3EAE888}" srcOrd="0" destOrd="0" presId="urn:microsoft.com/office/officeart/2005/8/layout/arrow5"/>
    <dgm:cxn modelId="{506E8FB0-6B1C-8C4D-9E4A-525B2975A08B}" type="presOf" srcId="{1F1CADC8-2D10-4331-9F1E-E7A6BA165FAF}" destId="{00FA1708-F4A4-FC4F-8A82-F49BBA0D2DC5}" srcOrd="0" destOrd="0" presId="urn:microsoft.com/office/officeart/2005/8/layout/arrow5"/>
    <dgm:cxn modelId="{DC811AB9-028D-4A87-8025-D36F5C8BCD25}" srcId="{0E30A132-1D4C-4467-9A41-5E3BFBC7135A}" destId="{45D6EDB0-7F8F-4ADF-81FF-78854CBCD067}" srcOrd="1" destOrd="0" parTransId="{65594BD5-127E-4D6C-8830-3CE4D42B063C}" sibTransId="{195ED8BA-9D8D-4D91-8158-EEACE13C2EF8}"/>
    <dgm:cxn modelId="{24FDB1C3-7843-6B4A-99A0-324788B0AE8D}" type="presOf" srcId="{45D6EDB0-7F8F-4ADF-81FF-78854CBCD067}" destId="{CD8AB407-7EAC-BF44-B485-741538E07896}" srcOrd="0" destOrd="0" presId="urn:microsoft.com/office/officeart/2005/8/layout/arrow5"/>
    <dgm:cxn modelId="{CFFD2D65-D863-0743-94DF-5BA201701CA5}" type="presParOf" srcId="{EF6AAF68-2F95-3745-A10D-927143154FB9}" destId="{245F827A-82A1-C743-ABD2-3CE5F3EAE888}" srcOrd="0" destOrd="0" presId="urn:microsoft.com/office/officeart/2005/8/layout/arrow5"/>
    <dgm:cxn modelId="{88C501E1-6B02-F447-A5AA-57E75D0828DF}" type="presParOf" srcId="{EF6AAF68-2F95-3745-A10D-927143154FB9}" destId="{CD8AB407-7EAC-BF44-B485-741538E07896}" srcOrd="1" destOrd="0" presId="urn:microsoft.com/office/officeart/2005/8/layout/arrow5"/>
    <dgm:cxn modelId="{571D4337-3CDD-2342-BC01-E2BE86A161C3}" type="presParOf" srcId="{EF6AAF68-2F95-3745-A10D-927143154FB9}" destId="{00FA1708-F4A4-FC4F-8A82-F49BBA0D2DC5}" srcOrd="2" destOrd="0" presId="urn:microsoft.com/office/officeart/2005/8/layout/arrow5"/>
    <dgm:cxn modelId="{7B1AFE5D-7FAD-9343-AEB1-18A29340022E}" type="presParOf" srcId="{EF6AAF68-2F95-3745-A10D-927143154FB9}" destId="{BBAB0A68-33CF-C64E-B380-C3399F6B853F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641193BA-DDFB-4381-B5F6-A3AD53EB714A}" type="doc">
      <dgm:prSet loTypeId="urn:microsoft.com/office/officeart/2005/8/layout/arrow1" qsTypeId="urn:microsoft.com/office/officeart/2005/8/quickstyle/simple2" csTypeId="urn:microsoft.com/office/officeart/2005/8/colors/accent1_2"/>
      <dgm:spPr/>
    </dgm:pt>
    <dgm:pt modelId="{BE146F81-EA1C-433F-8AD3-84EECB0C86EF}">
      <dgm:prSet/>
      <dgm:spPr/>
      <dgm:t>
        <a:bodyPr/>
        <a:lstStyle/>
        <a:p>
          <a:r>
            <a:t>Focus</a:t>
          </a:r>
        </a:p>
      </dgm:t>
    </dgm:pt>
    <dgm:pt modelId="{627F18E7-F38B-4346-AAC5-118793F41DD0}" type="parTrans" cxnId="{86A0B75D-F792-4A4A-AC68-1860119370FB}">
      <dgm:prSet/>
      <dgm:spPr/>
      <dgm:t>
        <a:bodyPr/>
        <a:lstStyle/>
        <a:p>
          <a:endParaRPr/>
        </a:p>
      </dgm:t>
    </dgm:pt>
    <dgm:pt modelId="{68E50F18-EFC4-405A-873F-D027ED61A77D}" type="sibTrans" cxnId="{86A0B75D-F792-4A4A-AC68-1860119370FB}">
      <dgm:prSet/>
      <dgm:spPr/>
      <dgm:t>
        <a:bodyPr/>
        <a:lstStyle/>
        <a:p>
          <a:endParaRPr/>
        </a:p>
      </dgm:t>
    </dgm:pt>
    <dgm:pt modelId="{538E4C50-D9AA-46D1-A592-0B2E4F82447D}">
      <dgm:prSet/>
      <dgm:spPr/>
      <dgm:t>
        <a:bodyPr/>
        <a:lstStyle/>
        <a:p>
          <a:r>
            <a:t>Insight</a:t>
          </a:r>
        </a:p>
      </dgm:t>
    </dgm:pt>
    <dgm:pt modelId="{B778F8F9-DFB7-41A4-8469-24C30B74A21A}" type="parTrans" cxnId="{088CA913-6A60-4120-82C1-37EF6E4687A0}">
      <dgm:prSet/>
      <dgm:spPr/>
      <dgm:t>
        <a:bodyPr/>
        <a:lstStyle/>
        <a:p>
          <a:endParaRPr/>
        </a:p>
      </dgm:t>
    </dgm:pt>
    <dgm:pt modelId="{8AF4D0E8-93B1-4396-9636-E32078503C48}" type="sibTrans" cxnId="{088CA913-6A60-4120-82C1-37EF6E4687A0}">
      <dgm:prSet/>
      <dgm:spPr/>
      <dgm:t>
        <a:bodyPr/>
        <a:lstStyle/>
        <a:p>
          <a:endParaRPr/>
        </a:p>
      </dgm:t>
    </dgm:pt>
    <dgm:pt modelId="{B9883569-DE9E-455E-8DFE-94A2479B8B9C}">
      <dgm:prSet/>
      <dgm:spPr/>
      <dgm:t>
        <a:bodyPr/>
        <a:lstStyle/>
        <a:p>
          <a:r>
            <a:t>Design</a:t>
          </a:r>
        </a:p>
      </dgm:t>
    </dgm:pt>
    <dgm:pt modelId="{E043839C-F634-4847-810F-2374A2A05451}" type="parTrans" cxnId="{8526EF41-004B-41FD-B170-BADCC3F11C29}">
      <dgm:prSet/>
      <dgm:spPr/>
      <dgm:t>
        <a:bodyPr/>
        <a:lstStyle/>
        <a:p>
          <a:endParaRPr/>
        </a:p>
      </dgm:t>
    </dgm:pt>
    <dgm:pt modelId="{7BE12740-4F36-49F2-89EB-97ABC95FB52C}" type="sibTrans" cxnId="{8526EF41-004B-41FD-B170-BADCC3F11C29}">
      <dgm:prSet/>
      <dgm:spPr/>
      <dgm:t>
        <a:bodyPr/>
        <a:lstStyle/>
        <a:p>
          <a:endParaRPr/>
        </a:p>
      </dgm:t>
    </dgm:pt>
    <dgm:pt modelId="{41AB1989-8554-4254-9819-0D8042439E70}">
      <dgm:prSet/>
      <dgm:spPr/>
      <dgm:t>
        <a:bodyPr/>
        <a:lstStyle/>
        <a:p>
          <a:r>
            <a:t>Build</a:t>
          </a:r>
        </a:p>
      </dgm:t>
    </dgm:pt>
    <dgm:pt modelId="{BACA0A44-41AF-4B7E-80FB-48498C6B24BF}" type="parTrans" cxnId="{3E5D6CCD-0A24-4A46-99AA-834EF5186644}">
      <dgm:prSet/>
      <dgm:spPr/>
      <dgm:t>
        <a:bodyPr/>
        <a:lstStyle/>
        <a:p>
          <a:endParaRPr/>
        </a:p>
      </dgm:t>
    </dgm:pt>
    <dgm:pt modelId="{644C836C-79BF-4E2A-9483-291631D01020}" type="sibTrans" cxnId="{3E5D6CCD-0A24-4A46-99AA-834EF5186644}">
      <dgm:prSet/>
      <dgm:spPr/>
      <dgm:t>
        <a:bodyPr/>
        <a:lstStyle/>
        <a:p>
          <a:endParaRPr/>
        </a:p>
      </dgm:t>
    </dgm:pt>
    <dgm:pt modelId="{1A28F4D2-955C-F945-BE94-FD17E10430DD}" type="pres">
      <dgm:prSet presAssocID="{641193BA-DDFB-4381-B5F6-A3AD53EB714A}" presName="cycle" presStyleCnt="0">
        <dgm:presLayoutVars>
          <dgm:dir/>
          <dgm:resizeHandles val="exact"/>
        </dgm:presLayoutVars>
      </dgm:prSet>
      <dgm:spPr/>
    </dgm:pt>
    <dgm:pt modelId="{F07B8C6E-512F-0645-9B1C-185A3BA9F4E2}" type="pres">
      <dgm:prSet presAssocID="{BE146F81-EA1C-433F-8AD3-84EECB0C86EF}" presName="arrow" presStyleLbl="node1" presStyleIdx="0" presStyleCnt="4">
        <dgm:presLayoutVars>
          <dgm:bulletEnabled val="1"/>
        </dgm:presLayoutVars>
      </dgm:prSet>
      <dgm:spPr/>
    </dgm:pt>
    <dgm:pt modelId="{0627E530-46C8-7642-8CAA-C8D4CAF66505}" type="pres">
      <dgm:prSet presAssocID="{538E4C50-D9AA-46D1-A592-0B2E4F82447D}" presName="arrow" presStyleLbl="node1" presStyleIdx="1" presStyleCnt="4">
        <dgm:presLayoutVars>
          <dgm:bulletEnabled val="1"/>
        </dgm:presLayoutVars>
      </dgm:prSet>
      <dgm:spPr/>
    </dgm:pt>
    <dgm:pt modelId="{3B5CADD6-4697-C146-9388-1798D1726FFF}" type="pres">
      <dgm:prSet presAssocID="{B9883569-DE9E-455E-8DFE-94A2479B8B9C}" presName="arrow" presStyleLbl="node1" presStyleIdx="2" presStyleCnt="4">
        <dgm:presLayoutVars>
          <dgm:bulletEnabled val="1"/>
        </dgm:presLayoutVars>
      </dgm:prSet>
      <dgm:spPr/>
    </dgm:pt>
    <dgm:pt modelId="{BC129D36-FCDA-D349-B777-1AB237CD60AE}" type="pres">
      <dgm:prSet presAssocID="{41AB1989-8554-4254-9819-0D8042439E70}" presName="arrow" presStyleLbl="node1" presStyleIdx="3" presStyleCnt="4">
        <dgm:presLayoutVars>
          <dgm:bulletEnabled val="1"/>
        </dgm:presLayoutVars>
      </dgm:prSet>
      <dgm:spPr/>
    </dgm:pt>
  </dgm:ptLst>
  <dgm:cxnLst>
    <dgm:cxn modelId="{088CA913-6A60-4120-82C1-37EF6E4687A0}" srcId="{641193BA-DDFB-4381-B5F6-A3AD53EB714A}" destId="{538E4C50-D9AA-46D1-A592-0B2E4F82447D}" srcOrd="1" destOrd="0" parTransId="{B778F8F9-DFB7-41A4-8469-24C30B74A21A}" sibTransId="{8AF4D0E8-93B1-4396-9636-E32078503C48}"/>
    <dgm:cxn modelId="{37874116-8A30-3D4C-86E7-D00ED62CA792}" type="presOf" srcId="{BE146F81-EA1C-433F-8AD3-84EECB0C86EF}" destId="{F07B8C6E-512F-0645-9B1C-185A3BA9F4E2}" srcOrd="0" destOrd="0" presId="urn:microsoft.com/office/officeart/2005/8/layout/arrow1"/>
    <dgm:cxn modelId="{E66BC934-687B-084C-8F63-B3FEF30609AB}" type="presOf" srcId="{B9883569-DE9E-455E-8DFE-94A2479B8B9C}" destId="{3B5CADD6-4697-C146-9388-1798D1726FFF}" srcOrd="0" destOrd="0" presId="urn:microsoft.com/office/officeart/2005/8/layout/arrow1"/>
    <dgm:cxn modelId="{EDCFDA37-906B-834E-91EF-713C3B8F9F4F}" type="presOf" srcId="{41AB1989-8554-4254-9819-0D8042439E70}" destId="{BC129D36-FCDA-D349-B777-1AB237CD60AE}" srcOrd="0" destOrd="0" presId="urn:microsoft.com/office/officeart/2005/8/layout/arrow1"/>
    <dgm:cxn modelId="{8526EF41-004B-41FD-B170-BADCC3F11C29}" srcId="{641193BA-DDFB-4381-B5F6-A3AD53EB714A}" destId="{B9883569-DE9E-455E-8DFE-94A2479B8B9C}" srcOrd="2" destOrd="0" parTransId="{E043839C-F634-4847-810F-2374A2A05451}" sibTransId="{7BE12740-4F36-49F2-89EB-97ABC95FB52C}"/>
    <dgm:cxn modelId="{86A0B75D-F792-4A4A-AC68-1860119370FB}" srcId="{641193BA-DDFB-4381-B5F6-A3AD53EB714A}" destId="{BE146F81-EA1C-433F-8AD3-84EECB0C86EF}" srcOrd="0" destOrd="0" parTransId="{627F18E7-F38B-4346-AAC5-118793F41DD0}" sibTransId="{68E50F18-EFC4-405A-873F-D027ED61A77D}"/>
    <dgm:cxn modelId="{AF3A0FB4-BDA0-8C46-90E6-0BE6B8C52704}" type="presOf" srcId="{641193BA-DDFB-4381-B5F6-A3AD53EB714A}" destId="{1A28F4D2-955C-F945-BE94-FD17E10430DD}" srcOrd="0" destOrd="0" presId="urn:microsoft.com/office/officeart/2005/8/layout/arrow1"/>
    <dgm:cxn modelId="{3E5D6CCD-0A24-4A46-99AA-834EF5186644}" srcId="{641193BA-DDFB-4381-B5F6-A3AD53EB714A}" destId="{41AB1989-8554-4254-9819-0D8042439E70}" srcOrd="3" destOrd="0" parTransId="{BACA0A44-41AF-4B7E-80FB-48498C6B24BF}" sibTransId="{644C836C-79BF-4E2A-9483-291631D01020}"/>
    <dgm:cxn modelId="{8E2B47F6-5F5A-E54C-B933-63108D06D6D0}" type="presOf" srcId="{538E4C50-D9AA-46D1-A592-0B2E4F82447D}" destId="{0627E530-46C8-7642-8CAA-C8D4CAF66505}" srcOrd="0" destOrd="0" presId="urn:microsoft.com/office/officeart/2005/8/layout/arrow1"/>
    <dgm:cxn modelId="{8CE3C899-1F1A-2F43-8F1D-103168435B83}" type="presParOf" srcId="{1A28F4D2-955C-F945-BE94-FD17E10430DD}" destId="{F07B8C6E-512F-0645-9B1C-185A3BA9F4E2}" srcOrd="0" destOrd="0" presId="urn:microsoft.com/office/officeart/2005/8/layout/arrow1"/>
    <dgm:cxn modelId="{3C485EF5-B10A-0846-92FE-93215FC889D7}" type="presParOf" srcId="{1A28F4D2-955C-F945-BE94-FD17E10430DD}" destId="{0627E530-46C8-7642-8CAA-C8D4CAF66505}" srcOrd="1" destOrd="0" presId="urn:microsoft.com/office/officeart/2005/8/layout/arrow1"/>
    <dgm:cxn modelId="{695FDFF2-DF01-9F4E-BACC-95E4843CD3F0}" type="presParOf" srcId="{1A28F4D2-955C-F945-BE94-FD17E10430DD}" destId="{3B5CADD6-4697-C146-9388-1798D1726FFF}" srcOrd="2" destOrd="0" presId="urn:microsoft.com/office/officeart/2005/8/layout/arrow1"/>
    <dgm:cxn modelId="{B51D9724-4523-3048-BCAE-EEE9EDD21C75}" type="presParOf" srcId="{1A28F4D2-955C-F945-BE94-FD17E10430DD}" destId="{BC129D36-FCDA-D349-B777-1AB237CD60AE}" srcOrd="3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32793940-CC1B-40BE-9FCD-DBCAE8CF89A8}" type="doc">
      <dgm:prSet loTypeId="urn:microsoft.com/office/officeart/2005/8/layout/cycle2" qsTypeId="urn:microsoft.com/office/officeart/2005/8/quickstyle/simple2" csTypeId="urn:microsoft.com/office/officeart/2005/8/colors/accent1_2"/>
      <dgm:spPr/>
    </dgm:pt>
    <dgm:pt modelId="{0367ABEB-BF81-4404-A63A-A05EBA44CBB1}">
      <dgm:prSet/>
      <dgm:spPr/>
      <dgm:t>
        <a:bodyPr/>
        <a:lstStyle/>
        <a:p>
          <a:r>
            <a:t>Plan</a:t>
          </a:r>
        </a:p>
      </dgm:t>
    </dgm:pt>
    <dgm:pt modelId="{7A276D3C-E265-48C3-9343-FBF9563BC2ED}" type="parTrans" cxnId="{3256001E-B5A6-45A5-A051-824CDA2FDF76}">
      <dgm:prSet/>
      <dgm:spPr/>
      <dgm:t>
        <a:bodyPr/>
        <a:lstStyle/>
        <a:p>
          <a:endParaRPr/>
        </a:p>
      </dgm:t>
    </dgm:pt>
    <dgm:pt modelId="{BB3BF04D-AB14-4674-BE1D-6D1053A016DA}" type="sibTrans" cxnId="{3256001E-B5A6-45A5-A051-824CDA2FDF76}">
      <dgm:prSet/>
      <dgm:spPr/>
      <dgm:t>
        <a:bodyPr/>
        <a:lstStyle/>
        <a:p>
          <a:endParaRPr/>
        </a:p>
      </dgm:t>
    </dgm:pt>
    <dgm:pt modelId="{320E962E-63EA-45C4-ADF4-4D3E061708B6}">
      <dgm:prSet/>
      <dgm:spPr/>
      <dgm:t>
        <a:bodyPr/>
        <a:lstStyle/>
        <a:p>
          <a:r>
            <a:t>Create</a:t>
          </a:r>
        </a:p>
      </dgm:t>
    </dgm:pt>
    <dgm:pt modelId="{E9787085-040F-4EFE-90C7-C4F9CBB2D929}" type="parTrans" cxnId="{E4AAF972-AF06-4B63-B413-E4119F71B9B0}">
      <dgm:prSet/>
      <dgm:spPr/>
      <dgm:t>
        <a:bodyPr/>
        <a:lstStyle/>
        <a:p>
          <a:endParaRPr/>
        </a:p>
      </dgm:t>
    </dgm:pt>
    <dgm:pt modelId="{3D19FDAF-63CD-4971-879F-E9C836093C62}" type="sibTrans" cxnId="{E4AAF972-AF06-4B63-B413-E4119F71B9B0}">
      <dgm:prSet/>
      <dgm:spPr/>
      <dgm:t>
        <a:bodyPr/>
        <a:lstStyle/>
        <a:p>
          <a:endParaRPr/>
        </a:p>
      </dgm:t>
    </dgm:pt>
    <dgm:pt modelId="{B15A78C9-0DFE-481C-917F-194B7525EDBD}">
      <dgm:prSet/>
      <dgm:spPr/>
      <dgm:t>
        <a:bodyPr/>
        <a:lstStyle/>
        <a:p>
          <a:r>
            <a:t>Measure</a:t>
          </a:r>
        </a:p>
      </dgm:t>
    </dgm:pt>
    <dgm:pt modelId="{8A4FFB47-EE29-45CB-9549-7D1D073730EE}" type="parTrans" cxnId="{6BABDD9B-B149-4A40-B89C-3464824A0E37}">
      <dgm:prSet/>
      <dgm:spPr/>
      <dgm:t>
        <a:bodyPr/>
        <a:lstStyle/>
        <a:p>
          <a:endParaRPr/>
        </a:p>
      </dgm:t>
    </dgm:pt>
    <dgm:pt modelId="{8286031F-636A-4F50-9591-00751E5F063A}" type="sibTrans" cxnId="{6BABDD9B-B149-4A40-B89C-3464824A0E37}">
      <dgm:prSet/>
      <dgm:spPr/>
      <dgm:t>
        <a:bodyPr/>
        <a:lstStyle/>
        <a:p>
          <a:endParaRPr/>
        </a:p>
      </dgm:t>
    </dgm:pt>
    <dgm:pt modelId="{79B4620F-B50E-47DF-B239-02D35A9A6ACA}">
      <dgm:prSet/>
      <dgm:spPr/>
      <dgm:t>
        <a:bodyPr/>
        <a:lstStyle/>
        <a:p>
          <a:r>
            <a:t>Improve</a:t>
          </a:r>
        </a:p>
      </dgm:t>
    </dgm:pt>
    <dgm:pt modelId="{2EC5829D-7EAB-46D5-B245-2F7122C26D5A}" type="parTrans" cxnId="{9C64220F-A3AB-4ABF-AD28-A54F1FFF01CF}">
      <dgm:prSet/>
      <dgm:spPr/>
      <dgm:t>
        <a:bodyPr/>
        <a:lstStyle/>
        <a:p>
          <a:endParaRPr/>
        </a:p>
      </dgm:t>
    </dgm:pt>
    <dgm:pt modelId="{68F2F06C-2872-4DA2-9DFC-20094CD1D9EA}" type="sibTrans" cxnId="{9C64220F-A3AB-4ABF-AD28-A54F1FFF01CF}">
      <dgm:prSet/>
      <dgm:spPr/>
      <dgm:t>
        <a:bodyPr/>
        <a:lstStyle/>
        <a:p>
          <a:endParaRPr/>
        </a:p>
      </dgm:t>
    </dgm:pt>
    <dgm:pt modelId="{6C2BE3F7-5562-4464-96EA-D7E18A85647A}">
      <dgm:prSet/>
      <dgm:spPr/>
      <dgm:t>
        <a:bodyPr/>
        <a:lstStyle/>
        <a:p>
          <a:r>
            <a:t>Repeat</a:t>
          </a:r>
        </a:p>
      </dgm:t>
    </dgm:pt>
    <dgm:pt modelId="{FC718929-2D93-4C40-9237-F04569DAF2BB}" type="parTrans" cxnId="{C828950C-D4B8-45A1-87DB-170568AD16B1}">
      <dgm:prSet/>
      <dgm:spPr/>
      <dgm:t>
        <a:bodyPr/>
        <a:lstStyle/>
        <a:p>
          <a:endParaRPr/>
        </a:p>
      </dgm:t>
    </dgm:pt>
    <dgm:pt modelId="{ABEDFDD3-3878-40AC-B83B-E870CD69C8C4}" type="sibTrans" cxnId="{C828950C-D4B8-45A1-87DB-170568AD16B1}">
      <dgm:prSet/>
      <dgm:spPr/>
      <dgm:t>
        <a:bodyPr/>
        <a:lstStyle/>
        <a:p>
          <a:endParaRPr/>
        </a:p>
      </dgm:t>
    </dgm:pt>
    <dgm:pt modelId="{8ABB5775-27F3-2C44-A676-72AB72A44A52}" type="pres">
      <dgm:prSet presAssocID="{32793940-CC1B-40BE-9FCD-DBCAE8CF89A8}" presName="cycle" presStyleCnt="0">
        <dgm:presLayoutVars>
          <dgm:dir/>
          <dgm:resizeHandles val="exact"/>
        </dgm:presLayoutVars>
      </dgm:prSet>
      <dgm:spPr/>
    </dgm:pt>
    <dgm:pt modelId="{7CFD32C0-514A-2044-BC66-7BB47C7D1CDE}" type="pres">
      <dgm:prSet presAssocID="{0367ABEB-BF81-4404-A63A-A05EBA44CBB1}" presName="node" presStyleLbl="node1" presStyleIdx="0" presStyleCnt="5">
        <dgm:presLayoutVars>
          <dgm:bulletEnabled val="1"/>
        </dgm:presLayoutVars>
      </dgm:prSet>
      <dgm:spPr/>
    </dgm:pt>
    <dgm:pt modelId="{81C6555C-2D91-2C49-AF5A-D6394BC94443}" type="pres">
      <dgm:prSet presAssocID="{BB3BF04D-AB14-4674-BE1D-6D1053A016DA}" presName="sibTrans" presStyleLbl="sibTrans2D1" presStyleIdx="0" presStyleCnt="5"/>
      <dgm:spPr/>
    </dgm:pt>
    <dgm:pt modelId="{C2D09B78-6CF6-D94C-95E8-953D5DDB11B7}" type="pres">
      <dgm:prSet presAssocID="{BB3BF04D-AB14-4674-BE1D-6D1053A016DA}" presName="connectorText" presStyleLbl="sibTrans2D1" presStyleIdx="0" presStyleCnt="5"/>
      <dgm:spPr/>
    </dgm:pt>
    <dgm:pt modelId="{40EAEE37-887E-B649-B22F-120CC302989F}" type="pres">
      <dgm:prSet presAssocID="{320E962E-63EA-45C4-ADF4-4D3E061708B6}" presName="node" presStyleLbl="node1" presStyleIdx="1" presStyleCnt="5">
        <dgm:presLayoutVars>
          <dgm:bulletEnabled val="1"/>
        </dgm:presLayoutVars>
      </dgm:prSet>
      <dgm:spPr/>
    </dgm:pt>
    <dgm:pt modelId="{C343AA81-4968-6B4E-94F1-DC2D6EB8D087}" type="pres">
      <dgm:prSet presAssocID="{3D19FDAF-63CD-4971-879F-E9C836093C62}" presName="sibTrans" presStyleLbl="sibTrans2D1" presStyleIdx="1" presStyleCnt="5"/>
      <dgm:spPr/>
    </dgm:pt>
    <dgm:pt modelId="{DA1B4755-46F7-D546-A55D-61AE40D62A17}" type="pres">
      <dgm:prSet presAssocID="{3D19FDAF-63CD-4971-879F-E9C836093C62}" presName="connectorText" presStyleLbl="sibTrans2D1" presStyleIdx="1" presStyleCnt="5"/>
      <dgm:spPr/>
    </dgm:pt>
    <dgm:pt modelId="{E16E5E21-8B28-7F4F-932E-ED96BAEDDBCC}" type="pres">
      <dgm:prSet presAssocID="{B15A78C9-0DFE-481C-917F-194B7525EDBD}" presName="node" presStyleLbl="node1" presStyleIdx="2" presStyleCnt="5">
        <dgm:presLayoutVars>
          <dgm:bulletEnabled val="1"/>
        </dgm:presLayoutVars>
      </dgm:prSet>
      <dgm:spPr/>
    </dgm:pt>
    <dgm:pt modelId="{D12476C4-1153-B24A-BF1B-E0FBA0C550C7}" type="pres">
      <dgm:prSet presAssocID="{8286031F-636A-4F50-9591-00751E5F063A}" presName="sibTrans" presStyleLbl="sibTrans2D1" presStyleIdx="2" presStyleCnt="5"/>
      <dgm:spPr/>
    </dgm:pt>
    <dgm:pt modelId="{B8B73A0F-0AB6-4547-9BB5-76BA4D603977}" type="pres">
      <dgm:prSet presAssocID="{8286031F-636A-4F50-9591-00751E5F063A}" presName="connectorText" presStyleLbl="sibTrans2D1" presStyleIdx="2" presStyleCnt="5"/>
      <dgm:spPr/>
    </dgm:pt>
    <dgm:pt modelId="{01600C4F-0D97-0140-A461-0443E2FF16A2}" type="pres">
      <dgm:prSet presAssocID="{79B4620F-B50E-47DF-B239-02D35A9A6ACA}" presName="node" presStyleLbl="node1" presStyleIdx="3" presStyleCnt="5">
        <dgm:presLayoutVars>
          <dgm:bulletEnabled val="1"/>
        </dgm:presLayoutVars>
      </dgm:prSet>
      <dgm:spPr/>
    </dgm:pt>
    <dgm:pt modelId="{69C447C6-5F4B-204B-A094-558B02D1B7F4}" type="pres">
      <dgm:prSet presAssocID="{68F2F06C-2872-4DA2-9DFC-20094CD1D9EA}" presName="sibTrans" presStyleLbl="sibTrans2D1" presStyleIdx="3" presStyleCnt="5"/>
      <dgm:spPr/>
    </dgm:pt>
    <dgm:pt modelId="{B1738CB9-401E-0A47-9E9B-267EDEEBC9AE}" type="pres">
      <dgm:prSet presAssocID="{68F2F06C-2872-4DA2-9DFC-20094CD1D9EA}" presName="connectorText" presStyleLbl="sibTrans2D1" presStyleIdx="3" presStyleCnt="5"/>
      <dgm:spPr/>
    </dgm:pt>
    <dgm:pt modelId="{3183DAFE-DB65-FC41-81B6-9386235C866C}" type="pres">
      <dgm:prSet presAssocID="{6C2BE3F7-5562-4464-96EA-D7E18A85647A}" presName="node" presStyleLbl="node1" presStyleIdx="4" presStyleCnt="5">
        <dgm:presLayoutVars>
          <dgm:bulletEnabled val="1"/>
        </dgm:presLayoutVars>
      </dgm:prSet>
      <dgm:spPr/>
    </dgm:pt>
    <dgm:pt modelId="{A3A11252-29A6-BD4D-B414-992D283C3FB0}" type="pres">
      <dgm:prSet presAssocID="{ABEDFDD3-3878-40AC-B83B-E870CD69C8C4}" presName="sibTrans" presStyleLbl="sibTrans2D1" presStyleIdx="4" presStyleCnt="5"/>
      <dgm:spPr/>
    </dgm:pt>
    <dgm:pt modelId="{2F2ADC73-3337-FA48-8DAF-983ADC3E37FD}" type="pres">
      <dgm:prSet presAssocID="{ABEDFDD3-3878-40AC-B83B-E870CD69C8C4}" presName="connectorText" presStyleLbl="sibTrans2D1" presStyleIdx="4" presStyleCnt="5"/>
      <dgm:spPr/>
    </dgm:pt>
  </dgm:ptLst>
  <dgm:cxnLst>
    <dgm:cxn modelId="{C828950C-D4B8-45A1-87DB-170568AD16B1}" srcId="{32793940-CC1B-40BE-9FCD-DBCAE8CF89A8}" destId="{6C2BE3F7-5562-4464-96EA-D7E18A85647A}" srcOrd="4" destOrd="0" parTransId="{FC718929-2D93-4C40-9237-F04569DAF2BB}" sibTransId="{ABEDFDD3-3878-40AC-B83B-E870CD69C8C4}"/>
    <dgm:cxn modelId="{9C64220F-A3AB-4ABF-AD28-A54F1FFF01CF}" srcId="{32793940-CC1B-40BE-9FCD-DBCAE8CF89A8}" destId="{79B4620F-B50E-47DF-B239-02D35A9A6ACA}" srcOrd="3" destOrd="0" parTransId="{2EC5829D-7EAB-46D5-B245-2F7122C26D5A}" sibTransId="{68F2F06C-2872-4DA2-9DFC-20094CD1D9EA}"/>
    <dgm:cxn modelId="{3256001E-B5A6-45A5-A051-824CDA2FDF76}" srcId="{32793940-CC1B-40BE-9FCD-DBCAE8CF89A8}" destId="{0367ABEB-BF81-4404-A63A-A05EBA44CBB1}" srcOrd="0" destOrd="0" parTransId="{7A276D3C-E265-48C3-9343-FBF9563BC2ED}" sibTransId="{BB3BF04D-AB14-4674-BE1D-6D1053A016DA}"/>
    <dgm:cxn modelId="{29EE9229-270B-CC42-8DB6-A8C4AD730ED3}" type="presOf" srcId="{8286031F-636A-4F50-9591-00751E5F063A}" destId="{D12476C4-1153-B24A-BF1B-E0FBA0C550C7}" srcOrd="0" destOrd="0" presId="urn:microsoft.com/office/officeart/2005/8/layout/cycle2"/>
    <dgm:cxn modelId="{7A17A82D-1FC9-C747-A853-D84A41AB7FB3}" type="presOf" srcId="{320E962E-63EA-45C4-ADF4-4D3E061708B6}" destId="{40EAEE37-887E-B649-B22F-120CC302989F}" srcOrd="0" destOrd="0" presId="urn:microsoft.com/office/officeart/2005/8/layout/cycle2"/>
    <dgm:cxn modelId="{12943232-3D9A-8347-9D3E-27296DA7F0B4}" type="presOf" srcId="{68F2F06C-2872-4DA2-9DFC-20094CD1D9EA}" destId="{69C447C6-5F4B-204B-A094-558B02D1B7F4}" srcOrd="0" destOrd="0" presId="urn:microsoft.com/office/officeart/2005/8/layout/cycle2"/>
    <dgm:cxn modelId="{93D6AF41-35B6-B64D-8ED5-FDB52A953769}" type="presOf" srcId="{ABEDFDD3-3878-40AC-B83B-E870CD69C8C4}" destId="{A3A11252-29A6-BD4D-B414-992D283C3FB0}" srcOrd="0" destOrd="0" presId="urn:microsoft.com/office/officeart/2005/8/layout/cycle2"/>
    <dgm:cxn modelId="{C7D48D4A-4694-CA44-995A-2123D98901F3}" type="presOf" srcId="{32793940-CC1B-40BE-9FCD-DBCAE8CF89A8}" destId="{8ABB5775-27F3-2C44-A676-72AB72A44A52}" srcOrd="0" destOrd="0" presId="urn:microsoft.com/office/officeart/2005/8/layout/cycle2"/>
    <dgm:cxn modelId="{7F4E2F52-D899-6440-B2A2-6498EA6513E8}" type="presOf" srcId="{B15A78C9-0DFE-481C-917F-194B7525EDBD}" destId="{E16E5E21-8B28-7F4F-932E-ED96BAEDDBCC}" srcOrd="0" destOrd="0" presId="urn:microsoft.com/office/officeart/2005/8/layout/cycle2"/>
    <dgm:cxn modelId="{30AE0757-86C5-C445-972C-2BF857661EDD}" type="presOf" srcId="{ABEDFDD3-3878-40AC-B83B-E870CD69C8C4}" destId="{2F2ADC73-3337-FA48-8DAF-983ADC3E37FD}" srcOrd="1" destOrd="0" presId="urn:microsoft.com/office/officeart/2005/8/layout/cycle2"/>
    <dgm:cxn modelId="{BF509E6A-67CC-9249-BE4F-D38D596D15DD}" type="presOf" srcId="{3D19FDAF-63CD-4971-879F-E9C836093C62}" destId="{DA1B4755-46F7-D546-A55D-61AE40D62A17}" srcOrd="1" destOrd="0" presId="urn:microsoft.com/office/officeart/2005/8/layout/cycle2"/>
    <dgm:cxn modelId="{E4AAF972-AF06-4B63-B413-E4119F71B9B0}" srcId="{32793940-CC1B-40BE-9FCD-DBCAE8CF89A8}" destId="{320E962E-63EA-45C4-ADF4-4D3E061708B6}" srcOrd="1" destOrd="0" parTransId="{E9787085-040F-4EFE-90C7-C4F9CBB2D929}" sibTransId="{3D19FDAF-63CD-4971-879F-E9C836093C62}"/>
    <dgm:cxn modelId="{BD46B378-E6E9-E24D-9FC1-3CF6FEC29AB9}" type="presOf" srcId="{8286031F-636A-4F50-9591-00751E5F063A}" destId="{B8B73A0F-0AB6-4547-9BB5-76BA4D603977}" srcOrd="1" destOrd="0" presId="urn:microsoft.com/office/officeart/2005/8/layout/cycle2"/>
    <dgm:cxn modelId="{6BABDD9B-B149-4A40-B89C-3464824A0E37}" srcId="{32793940-CC1B-40BE-9FCD-DBCAE8CF89A8}" destId="{B15A78C9-0DFE-481C-917F-194B7525EDBD}" srcOrd="2" destOrd="0" parTransId="{8A4FFB47-EE29-45CB-9549-7D1D073730EE}" sibTransId="{8286031F-636A-4F50-9591-00751E5F063A}"/>
    <dgm:cxn modelId="{F5E76C9F-A469-8B49-82D4-EF1ECFDB261E}" type="presOf" srcId="{BB3BF04D-AB14-4674-BE1D-6D1053A016DA}" destId="{C2D09B78-6CF6-D94C-95E8-953D5DDB11B7}" srcOrd="1" destOrd="0" presId="urn:microsoft.com/office/officeart/2005/8/layout/cycle2"/>
    <dgm:cxn modelId="{B7FE44AC-2A3E-2747-8A85-5DB2800ED798}" type="presOf" srcId="{68F2F06C-2872-4DA2-9DFC-20094CD1D9EA}" destId="{B1738CB9-401E-0A47-9E9B-267EDEEBC9AE}" srcOrd="1" destOrd="0" presId="urn:microsoft.com/office/officeart/2005/8/layout/cycle2"/>
    <dgm:cxn modelId="{B1361EC0-CDDB-524F-8ACA-5B9F9FAEEB37}" type="presOf" srcId="{0367ABEB-BF81-4404-A63A-A05EBA44CBB1}" destId="{7CFD32C0-514A-2044-BC66-7BB47C7D1CDE}" srcOrd="0" destOrd="0" presId="urn:microsoft.com/office/officeart/2005/8/layout/cycle2"/>
    <dgm:cxn modelId="{449398C2-416B-D144-A0A7-FBAC3B0E06D4}" type="presOf" srcId="{3D19FDAF-63CD-4971-879F-E9C836093C62}" destId="{C343AA81-4968-6B4E-94F1-DC2D6EB8D087}" srcOrd="0" destOrd="0" presId="urn:microsoft.com/office/officeart/2005/8/layout/cycle2"/>
    <dgm:cxn modelId="{F619D0C3-68B2-3041-9E8C-D24F76CDE62A}" type="presOf" srcId="{BB3BF04D-AB14-4674-BE1D-6D1053A016DA}" destId="{81C6555C-2D91-2C49-AF5A-D6394BC94443}" srcOrd="0" destOrd="0" presId="urn:microsoft.com/office/officeart/2005/8/layout/cycle2"/>
    <dgm:cxn modelId="{1782DADC-FE10-D544-A381-16CE96CDACFB}" type="presOf" srcId="{79B4620F-B50E-47DF-B239-02D35A9A6ACA}" destId="{01600C4F-0D97-0140-A461-0443E2FF16A2}" srcOrd="0" destOrd="0" presId="urn:microsoft.com/office/officeart/2005/8/layout/cycle2"/>
    <dgm:cxn modelId="{FE4059FD-B315-0C4C-B5C2-037397AB3063}" type="presOf" srcId="{6C2BE3F7-5562-4464-96EA-D7E18A85647A}" destId="{3183DAFE-DB65-FC41-81B6-9386235C866C}" srcOrd="0" destOrd="0" presId="urn:microsoft.com/office/officeart/2005/8/layout/cycle2"/>
    <dgm:cxn modelId="{381EAEE2-37DB-644E-8968-C70621F16C17}" type="presParOf" srcId="{8ABB5775-27F3-2C44-A676-72AB72A44A52}" destId="{7CFD32C0-514A-2044-BC66-7BB47C7D1CDE}" srcOrd="0" destOrd="0" presId="urn:microsoft.com/office/officeart/2005/8/layout/cycle2"/>
    <dgm:cxn modelId="{3AEE8D8C-FD30-4047-A52A-FD4A3FF97968}" type="presParOf" srcId="{8ABB5775-27F3-2C44-A676-72AB72A44A52}" destId="{81C6555C-2D91-2C49-AF5A-D6394BC94443}" srcOrd="1" destOrd="0" presId="urn:microsoft.com/office/officeart/2005/8/layout/cycle2"/>
    <dgm:cxn modelId="{829BC4AA-C2AD-EC4C-B93E-C3CE482F71B7}" type="presParOf" srcId="{81C6555C-2D91-2C49-AF5A-D6394BC94443}" destId="{C2D09B78-6CF6-D94C-95E8-953D5DDB11B7}" srcOrd="0" destOrd="0" presId="urn:microsoft.com/office/officeart/2005/8/layout/cycle2"/>
    <dgm:cxn modelId="{618517CE-24E4-C941-86F2-B95B36FDA1B9}" type="presParOf" srcId="{8ABB5775-27F3-2C44-A676-72AB72A44A52}" destId="{40EAEE37-887E-B649-B22F-120CC302989F}" srcOrd="2" destOrd="0" presId="urn:microsoft.com/office/officeart/2005/8/layout/cycle2"/>
    <dgm:cxn modelId="{98EE505F-8081-CB45-BB53-9CEC126FEA37}" type="presParOf" srcId="{8ABB5775-27F3-2C44-A676-72AB72A44A52}" destId="{C343AA81-4968-6B4E-94F1-DC2D6EB8D087}" srcOrd="3" destOrd="0" presId="urn:microsoft.com/office/officeart/2005/8/layout/cycle2"/>
    <dgm:cxn modelId="{024FED9E-D3A7-9445-A387-55F04571FF8A}" type="presParOf" srcId="{C343AA81-4968-6B4E-94F1-DC2D6EB8D087}" destId="{DA1B4755-46F7-D546-A55D-61AE40D62A17}" srcOrd="0" destOrd="0" presId="urn:microsoft.com/office/officeart/2005/8/layout/cycle2"/>
    <dgm:cxn modelId="{B11ADA56-C3D3-DB4E-923C-8DCB29575DF5}" type="presParOf" srcId="{8ABB5775-27F3-2C44-A676-72AB72A44A52}" destId="{E16E5E21-8B28-7F4F-932E-ED96BAEDDBCC}" srcOrd="4" destOrd="0" presId="urn:microsoft.com/office/officeart/2005/8/layout/cycle2"/>
    <dgm:cxn modelId="{AEC64A53-8072-B842-9F04-8B7DC824A3ED}" type="presParOf" srcId="{8ABB5775-27F3-2C44-A676-72AB72A44A52}" destId="{D12476C4-1153-B24A-BF1B-E0FBA0C550C7}" srcOrd="5" destOrd="0" presId="urn:microsoft.com/office/officeart/2005/8/layout/cycle2"/>
    <dgm:cxn modelId="{F235A61A-2BB7-9F4B-945A-20BBD2AF9831}" type="presParOf" srcId="{D12476C4-1153-B24A-BF1B-E0FBA0C550C7}" destId="{B8B73A0F-0AB6-4547-9BB5-76BA4D603977}" srcOrd="0" destOrd="0" presId="urn:microsoft.com/office/officeart/2005/8/layout/cycle2"/>
    <dgm:cxn modelId="{83EEA3B2-D7B5-3B47-AD44-7A7BBF26517A}" type="presParOf" srcId="{8ABB5775-27F3-2C44-A676-72AB72A44A52}" destId="{01600C4F-0D97-0140-A461-0443E2FF16A2}" srcOrd="6" destOrd="0" presId="urn:microsoft.com/office/officeart/2005/8/layout/cycle2"/>
    <dgm:cxn modelId="{54B3DD09-61EB-2743-8B2B-BA7AB65EB322}" type="presParOf" srcId="{8ABB5775-27F3-2C44-A676-72AB72A44A52}" destId="{69C447C6-5F4B-204B-A094-558B02D1B7F4}" srcOrd="7" destOrd="0" presId="urn:microsoft.com/office/officeart/2005/8/layout/cycle2"/>
    <dgm:cxn modelId="{40299342-4005-564F-8B6F-E1BCC16E7826}" type="presParOf" srcId="{69C447C6-5F4B-204B-A094-558B02D1B7F4}" destId="{B1738CB9-401E-0A47-9E9B-267EDEEBC9AE}" srcOrd="0" destOrd="0" presId="urn:microsoft.com/office/officeart/2005/8/layout/cycle2"/>
    <dgm:cxn modelId="{8A5E1405-A479-6D48-ACC9-3DFBD9FD9B5B}" type="presParOf" srcId="{8ABB5775-27F3-2C44-A676-72AB72A44A52}" destId="{3183DAFE-DB65-FC41-81B6-9386235C866C}" srcOrd="8" destOrd="0" presId="urn:microsoft.com/office/officeart/2005/8/layout/cycle2"/>
    <dgm:cxn modelId="{D47CFD97-4840-7C4B-9579-9EE131640D6B}" type="presParOf" srcId="{8ABB5775-27F3-2C44-A676-72AB72A44A52}" destId="{A3A11252-29A6-BD4D-B414-992D283C3FB0}" srcOrd="9" destOrd="0" presId="urn:microsoft.com/office/officeart/2005/8/layout/cycle2"/>
    <dgm:cxn modelId="{1DCCE1FD-EF54-8D43-A2BA-73237F8B69F4}" type="presParOf" srcId="{A3A11252-29A6-BD4D-B414-992D283C3FB0}" destId="{2F2ADC73-3337-FA48-8DAF-983ADC3E37FD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1949FAD1-9342-4D58-9855-F9696780070B}" type="doc">
      <dgm:prSet loTypeId="urn:microsoft.com/office/officeart/2005/8/layout/cycle1" qsTypeId="urn:microsoft.com/office/officeart/2005/8/quickstyle/simple2" csTypeId="urn:microsoft.com/office/officeart/2005/8/colors/accent1_2"/>
      <dgm:spPr/>
    </dgm:pt>
    <dgm:pt modelId="{4B25F335-1CEB-4C72-BFD5-4E3DE60DF698}">
      <dgm:prSet/>
      <dgm:spPr/>
      <dgm:t>
        <a:bodyPr/>
        <a:lstStyle/>
        <a:p>
          <a:r>
            <a:t>Plan</a:t>
          </a:r>
        </a:p>
      </dgm:t>
    </dgm:pt>
    <dgm:pt modelId="{853F1118-97B8-4E68-AAEB-B39E27B35EE6}" type="parTrans" cxnId="{C2E1F42D-3D5E-4E1A-B86A-D837AC3AE986}">
      <dgm:prSet/>
      <dgm:spPr/>
      <dgm:t>
        <a:bodyPr/>
        <a:lstStyle/>
        <a:p>
          <a:endParaRPr/>
        </a:p>
      </dgm:t>
    </dgm:pt>
    <dgm:pt modelId="{663BC7C6-CDE3-46C9-A54B-417D205E2A35}" type="sibTrans" cxnId="{C2E1F42D-3D5E-4E1A-B86A-D837AC3AE986}">
      <dgm:prSet/>
      <dgm:spPr/>
      <dgm:t>
        <a:bodyPr/>
        <a:lstStyle/>
        <a:p>
          <a:endParaRPr/>
        </a:p>
      </dgm:t>
    </dgm:pt>
    <dgm:pt modelId="{1F19057C-806C-4EB5-B712-76BDEFFB5772}">
      <dgm:prSet/>
      <dgm:spPr/>
      <dgm:t>
        <a:bodyPr/>
        <a:lstStyle/>
        <a:p>
          <a:r>
            <a:t>Create</a:t>
          </a:r>
        </a:p>
      </dgm:t>
    </dgm:pt>
    <dgm:pt modelId="{C8CE3C19-4C99-4D8E-8C3A-514B198F9B75}" type="parTrans" cxnId="{4695D4CF-D9C2-4D3B-80F2-D26C2DF6EF6C}">
      <dgm:prSet/>
      <dgm:spPr/>
      <dgm:t>
        <a:bodyPr/>
        <a:lstStyle/>
        <a:p>
          <a:endParaRPr/>
        </a:p>
      </dgm:t>
    </dgm:pt>
    <dgm:pt modelId="{B60FA554-F1F4-45C1-957C-68B1F6BC37E8}" type="sibTrans" cxnId="{4695D4CF-D9C2-4D3B-80F2-D26C2DF6EF6C}">
      <dgm:prSet/>
      <dgm:spPr/>
      <dgm:t>
        <a:bodyPr/>
        <a:lstStyle/>
        <a:p>
          <a:endParaRPr/>
        </a:p>
      </dgm:t>
    </dgm:pt>
    <dgm:pt modelId="{A9C1E8AD-FAC5-4125-B569-1E7F090B7D5D}">
      <dgm:prSet/>
      <dgm:spPr/>
      <dgm:t>
        <a:bodyPr/>
        <a:lstStyle/>
        <a:p>
          <a:r>
            <a:t>Measure</a:t>
          </a:r>
        </a:p>
      </dgm:t>
    </dgm:pt>
    <dgm:pt modelId="{AA1254ED-6CBC-4CFA-9A00-5F0BC8EF544D}" type="parTrans" cxnId="{1107AFEE-D288-49E9-957A-2AE8ACB8D272}">
      <dgm:prSet/>
      <dgm:spPr/>
      <dgm:t>
        <a:bodyPr/>
        <a:lstStyle/>
        <a:p>
          <a:endParaRPr/>
        </a:p>
      </dgm:t>
    </dgm:pt>
    <dgm:pt modelId="{CEAA7F60-E70B-452C-AD7F-954A13753E0A}" type="sibTrans" cxnId="{1107AFEE-D288-49E9-957A-2AE8ACB8D272}">
      <dgm:prSet/>
      <dgm:spPr/>
      <dgm:t>
        <a:bodyPr/>
        <a:lstStyle/>
        <a:p>
          <a:endParaRPr/>
        </a:p>
      </dgm:t>
    </dgm:pt>
    <dgm:pt modelId="{62BE29D7-9F63-4F22-9BDF-0B98E656FECF}">
      <dgm:prSet/>
      <dgm:spPr/>
      <dgm:t>
        <a:bodyPr/>
        <a:lstStyle/>
        <a:p>
          <a:r>
            <a:t>Improve</a:t>
          </a:r>
        </a:p>
      </dgm:t>
    </dgm:pt>
    <dgm:pt modelId="{B74755F3-887D-479C-924B-368DD9CFA3B2}" type="parTrans" cxnId="{2B4C139A-E5F6-47A6-8AAC-CA86BDBA0ECD}">
      <dgm:prSet/>
      <dgm:spPr/>
      <dgm:t>
        <a:bodyPr/>
        <a:lstStyle/>
        <a:p>
          <a:endParaRPr/>
        </a:p>
      </dgm:t>
    </dgm:pt>
    <dgm:pt modelId="{A9DE2348-38F1-4544-9F89-EA3C10DC13BC}" type="sibTrans" cxnId="{2B4C139A-E5F6-47A6-8AAC-CA86BDBA0ECD}">
      <dgm:prSet/>
      <dgm:spPr/>
      <dgm:t>
        <a:bodyPr/>
        <a:lstStyle/>
        <a:p>
          <a:endParaRPr/>
        </a:p>
      </dgm:t>
    </dgm:pt>
    <dgm:pt modelId="{F91315C5-3D97-4E80-898B-3A5DEE786C31}">
      <dgm:prSet/>
      <dgm:spPr/>
      <dgm:t>
        <a:bodyPr/>
        <a:lstStyle/>
        <a:p>
          <a:r>
            <a:t>Repeat</a:t>
          </a:r>
        </a:p>
      </dgm:t>
    </dgm:pt>
    <dgm:pt modelId="{73B21754-5C57-452A-ABEB-F610C5FF8313}" type="parTrans" cxnId="{24877409-47A8-4134-A58F-DC8091868B6D}">
      <dgm:prSet/>
      <dgm:spPr/>
      <dgm:t>
        <a:bodyPr/>
        <a:lstStyle/>
        <a:p>
          <a:endParaRPr/>
        </a:p>
      </dgm:t>
    </dgm:pt>
    <dgm:pt modelId="{EA34956B-2848-4BD4-9633-6B5A1D6FF608}" type="sibTrans" cxnId="{24877409-47A8-4134-A58F-DC8091868B6D}">
      <dgm:prSet/>
      <dgm:spPr/>
      <dgm:t>
        <a:bodyPr/>
        <a:lstStyle/>
        <a:p>
          <a:endParaRPr/>
        </a:p>
      </dgm:t>
    </dgm:pt>
    <dgm:pt modelId="{EBF90AD5-0B9C-264E-ABC0-AE12B06439F7}" type="pres">
      <dgm:prSet presAssocID="{1949FAD1-9342-4D58-9855-F9696780070B}" presName="cycle" presStyleCnt="0">
        <dgm:presLayoutVars>
          <dgm:dir/>
          <dgm:resizeHandles val="exact"/>
        </dgm:presLayoutVars>
      </dgm:prSet>
      <dgm:spPr/>
    </dgm:pt>
    <dgm:pt modelId="{59DF7E70-C712-E14E-9B58-12BBFDC1B0CB}" type="pres">
      <dgm:prSet presAssocID="{4B25F335-1CEB-4C72-BFD5-4E3DE60DF698}" presName="dummy" presStyleCnt="0"/>
      <dgm:spPr/>
    </dgm:pt>
    <dgm:pt modelId="{2DF75FC8-F961-CD4A-AD5A-AFD9FCD12E6D}" type="pres">
      <dgm:prSet presAssocID="{4B25F335-1CEB-4C72-BFD5-4E3DE60DF698}" presName="node" presStyleLbl="revTx" presStyleIdx="0" presStyleCnt="5">
        <dgm:presLayoutVars>
          <dgm:bulletEnabled val="1"/>
        </dgm:presLayoutVars>
      </dgm:prSet>
      <dgm:spPr/>
    </dgm:pt>
    <dgm:pt modelId="{63A25B12-0D41-FB47-AFFB-3F901FB296C7}" type="pres">
      <dgm:prSet presAssocID="{663BC7C6-CDE3-46C9-A54B-417D205E2A35}" presName="sibTrans" presStyleLbl="node1" presStyleIdx="0" presStyleCnt="5"/>
      <dgm:spPr/>
    </dgm:pt>
    <dgm:pt modelId="{EA87E2F2-75C0-4B40-9BAD-3F9F8BF8EA5A}" type="pres">
      <dgm:prSet presAssocID="{1F19057C-806C-4EB5-B712-76BDEFFB5772}" presName="dummy" presStyleCnt="0"/>
      <dgm:spPr/>
    </dgm:pt>
    <dgm:pt modelId="{3F6236D0-E8CB-1449-9258-30AACD1AD7AC}" type="pres">
      <dgm:prSet presAssocID="{1F19057C-806C-4EB5-B712-76BDEFFB5772}" presName="node" presStyleLbl="revTx" presStyleIdx="1" presStyleCnt="5">
        <dgm:presLayoutVars>
          <dgm:bulletEnabled val="1"/>
        </dgm:presLayoutVars>
      </dgm:prSet>
      <dgm:spPr/>
    </dgm:pt>
    <dgm:pt modelId="{974050BA-F595-2E45-80FC-3921132DE186}" type="pres">
      <dgm:prSet presAssocID="{B60FA554-F1F4-45C1-957C-68B1F6BC37E8}" presName="sibTrans" presStyleLbl="node1" presStyleIdx="1" presStyleCnt="5"/>
      <dgm:spPr/>
    </dgm:pt>
    <dgm:pt modelId="{62BD7727-6C0A-2541-A7BD-E16A35870514}" type="pres">
      <dgm:prSet presAssocID="{A9C1E8AD-FAC5-4125-B569-1E7F090B7D5D}" presName="dummy" presStyleCnt="0"/>
      <dgm:spPr/>
    </dgm:pt>
    <dgm:pt modelId="{8156382E-3049-A24E-AF00-1E40A3FE679C}" type="pres">
      <dgm:prSet presAssocID="{A9C1E8AD-FAC5-4125-B569-1E7F090B7D5D}" presName="node" presStyleLbl="revTx" presStyleIdx="2" presStyleCnt="5">
        <dgm:presLayoutVars>
          <dgm:bulletEnabled val="1"/>
        </dgm:presLayoutVars>
      </dgm:prSet>
      <dgm:spPr/>
    </dgm:pt>
    <dgm:pt modelId="{B5D72CEF-D8A8-544F-8922-C57DCD0291F3}" type="pres">
      <dgm:prSet presAssocID="{CEAA7F60-E70B-452C-AD7F-954A13753E0A}" presName="sibTrans" presStyleLbl="node1" presStyleIdx="2" presStyleCnt="5"/>
      <dgm:spPr/>
    </dgm:pt>
    <dgm:pt modelId="{91A775A9-9ECD-FF43-AE3D-BA1D47B71682}" type="pres">
      <dgm:prSet presAssocID="{62BE29D7-9F63-4F22-9BDF-0B98E656FECF}" presName="dummy" presStyleCnt="0"/>
      <dgm:spPr/>
    </dgm:pt>
    <dgm:pt modelId="{7BC73DB2-D85D-4B40-AFE0-F3ECB51CF6D8}" type="pres">
      <dgm:prSet presAssocID="{62BE29D7-9F63-4F22-9BDF-0B98E656FECF}" presName="node" presStyleLbl="revTx" presStyleIdx="3" presStyleCnt="5">
        <dgm:presLayoutVars>
          <dgm:bulletEnabled val="1"/>
        </dgm:presLayoutVars>
      </dgm:prSet>
      <dgm:spPr/>
    </dgm:pt>
    <dgm:pt modelId="{A7A39AC8-6BAE-5146-BC80-9DE24AD648E6}" type="pres">
      <dgm:prSet presAssocID="{A9DE2348-38F1-4544-9F89-EA3C10DC13BC}" presName="sibTrans" presStyleLbl="node1" presStyleIdx="3" presStyleCnt="5"/>
      <dgm:spPr/>
    </dgm:pt>
    <dgm:pt modelId="{3ED27596-797F-D046-9B37-083949213D7B}" type="pres">
      <dgm:prSet presAssocID="{F91315C5-3D97-4E80-898B-3A5DEE786C31}" presName="dummy" presStyleCnt="0"/>
      <dgm:spPr/>
    </dgm:pt>
    <dgm:pt modelId="{27A3CAE7-D5E9-B742-8D00-4DFC5301A7D7}" type="pres">
      <dgm:prSet presAssocID="{F91315C5-3D97-4E80-898B-3A5DEE786C31}" presName="node" presStyleLbl="revTx" presStyleIdx="4" presStyleCnt="5">
        <dgm:presLayoutVars>
          <dgm:bulletEnabled val="1"/>
        </dgm:presLayoutVars>
      </dgm:prSet>
      <dgm:spPr/>
    </dgm:pt>
    <dgm:pt modelId="{AFE6F48F-9D55-A840-AE50-B67BB367CA13}" type="pres">
      <dgm:prSet presAssocID="{EA34956B-2848-4BD4-9633-6B5A1D6FF608}" presName="sibTrans" presStyleLbl="node1" presStyleIdx="4" presStyleCnt="5"/>
      <dgm:spPr/>
    </dgm:pt>
  </dgm:ptLst>
  <dgm:cxnLst>
    <dgm:cxn modelId="{1FEE0A03-693A-6547-9BBC-F5EC8DD892B0}" type="presOf" srcId="{1949FAD1-9342-4D58-9855-F9696780070B}" destId="{EBF90AD5-0B9C-264E-ABC0-AE12B06439F7}" srcOrd="0" destOrd="0" presId="urn:microsoft.com/office/officeart/2005/8/layout/cycle1"/>
    <dgm:cxn modelId="{C4F8F704-C106-0E46-8ACF-A68E2B51F850}" type="presOf" srcId="{663BC7C6-CDE3-46C9-A54B-417D205E2A35}" destId="{63A25B12-0D41-FB47-AFFB-3F901FB296C7}" srcOrd="0" destOrd="0" presId="urn:microsoft.com/office/officeart/2005/8/layout/cycle1"/>
    <dgm:cxn modelId="{24877409-47A8-4134-A58F-DC8091868B6D}" srcId="{1949FAD1-9342-4D58-9855-F9696780070B}" destId="{F91315C5-3D97-4E80-898B-3A5DEE786C31}" srcOrd="4" destOrd="0" parTransId="{73B21754-5C57-452A-ABEB-F610C5FF8313}" sibTransId="{EA34956B-2848-4BD4-9633-6B5A1D6FF608}"/>
    <dgm:cxn modelId="{9C75D121-CD1E-854C-AD7F-519766E7E346}" type="presOf" srcId="{EA34956B-2848-4BD4-9633-6B5A1D6FF608}" destId="{AFE6F48F-9D55-A840-AE50-B67BB367CA13}" srcOrd="0" destOrd="0" presId="urn:microsoft.com/office/officeart/2005/8/layout/cycle1"/>
    <dgm:cxn modelId="{9495FC27-8108-5447-99CA-4C63E2FB568E}" type="presOf" srcId="{F91315C5-3D97-4E80-898B-3A5DEE786C31}" destId="{27A3CAE7-D5E9-B742-8D00-4DFC5301A7D7}" srcOrd="0" destOrd="0" presId="urn:microsoft.com/office/officeart/2005/8/layout/cycle1"/>
    <dgm:cxn modelId="{C2E1F42D-3D5E-4E1A-B86A-D837AC3AE986}" srcId="{1949FAD1-9342-4D58-9855-F9696780070B}" destId="{4B25F335-1CEB-4C72-BFD5-4E3DE60DF698}" srcOrd="0" destOrd="0" parTransId="{853F1118-97B8-4E68-AAEB-B39E27B35EE6}" sibTransId="{663BC7C6-CDE3-46C9-A54B-417D205E2A35}"/>
    <dgm:cxn modelId="{447B2152-046B-7646-B635-42562927B3E0}" type="presOf" srcId="{A9DE2348-38F1-4544-9F89-EA3C10DC13BC}" destId="{A7A39AC8-6BAE-5146-BC80-9DE24AD648E6}" srcOrd="0" destOrd="0" presId="urn:microsoft.com/office/officeart/2005/8/layout/cycle1"/>
    <dgm:cxn modelId="{24A62268-11A9-8C45-A441-225FFDEDDE84}" type="presOf" srcId="{62BE29D7-9F63-4F22-9BDF-0B98E656FECF}" destId="{7BC73DB2-D85D-4B40-AFE0-F3ECB51CF6D8}" srcOrd="0" destOrd="0" presId="urn:microsoft.com/office/officeart/2005/8/layout/cycle1"/>
    <dgm:cxn modelId="{E30B347F-8867-4949-8CB5-A0EFD15AC6DD}" type="presOf" srcId="{4B25F335-1CEB-4C72-BFD5-4E3DE60DF698}" destId="{2DF75FC8-F961-CD4A-AD5A-AFD9FCD12E6D}" srcOrd="0" destOrd="0" presId="urn:microsoft.com/office/officeart/2005/8/layout/cycle1"/>
    <dgm:cxn modelId="{2EB0B682-E22F-E741-BFB5-BC453D1F09A2}" type="presOf" srcId="{B60FA554-F1F4-45C1-957C-68B1F6BC37E8}" destId="{974050BA-F595-2E45-80FC-3921132DE186}" srcOrd="0" destOrd="0" presId="urn:microsoft.com/office/officeart/2005/8/layout/cycle1"/>
    <dgm:cxn modelId="{2B4C139A-E5F6-47A6-8AAC-CA86BDBA0ECD}" srcId="{1949FAD1-9342-4D58-9855-F9696780070B}" destId="{62BE29D7-9F63-4F22-9BDF-0B98E656FECF}" srcOrd="3" destOrd="0" parTransId="{B74755F3-887D-479C-924B-368DD9CFA3B2}" sibTransId="{A9DE2348-38F1-4544-9F89-EA3C10DC13BC}"/>
    <dgm:cxn modelId="{8017B29A-1104-7849-9E71-52133D451B5C}" type="presOf" srcId="{A9C1E8AD-FAC5-4125-B569-1E7F090B7D5D}" destId="{8156382E-3049-A24E-AF00-1E40A3FE679C}" srcOrd="0" destOrd="0" presId="urn:microsoft.com/office/officeart/2005/8/layout/cycle1"/>
    <dgm:cxn modelId="{1C0A68BD-8680-3640-8329-5D116439525D}" type="presOf" srcId="{1F19057C-806C-4EB5-B712-76BDEFFB5772}" destId="{3F6236D0-E8CB-1449-9258-30AACD1AD7AC}" srcOrd="0" destOrd="0" presId="urn:microsoft.com/office/officeart/2005/8/layout/cycle1"/>
    <dgm:cxn modelId="{AD633BBE-EA87-B542-930B-A056C5B57465}" type="presOf" srcId="{CEAA7F60-E70B-452C-AD7F-954A13753E0A}" destId="{B5D72CEF-D8A8-544F-8922-C57DCD0291F3}" srcOrd="0" destOrd="0" presId="urn:microsoft.com/office/officeart/2005/8/layout/cycle1"/>
    <dgm:cxn modelId="{4695D4CF-D9C2-4D3B-80F2-D26C2DF6EF6C}" srcId="{1949FAD1-9342-4D58-9855-F9696780070B}" destId="{1F19057C-806C-4EB5-B712-76BDEFFB5772}" srcOrd="1" destOrd="0" parTransId="{C8CE3C19-4C99-4D8E-8C3A-514B198F9B75}" sibTransId="{B60FA554-F1F4-45C1-957C-68B1F6BC37E8}"/>
    <dgm:cxn modelId="{1107AFEE-D288-49E9-957A-2AE8ACB8D272}" srcId="{1949FAD1-9342-4D58-9855-F9696780070B}" destId="{A9C1E8AD-FAC5-4125-B569-1E7F090B7D5D}" srcOrd="2" destOrd="0" parTransId="{AA1254ED-6CBC-4CFA-9A00-5F0BC8EF544D}" sibTransId="{CEAA7F60-E70B-452C-AD7F-954A13753E0A}"/>
    <dgm:cxn modelId="{51DB18D7-F5FF-AD49-9D12-97ECE1FD78B3}" type="presParOf" srcId="{EBF90AD5-0B9C-264E-ABC0-AE12B06439F7}" destId="{59DF7E70-C712-E14E-9B58-12BBFDC1B0CB}" srcOrd="0" destOrd="0" presId="urn:microsoft.com/office/officeart/2005/8/layout/cycle1"/>
    <dgm:cxn modelId="{91D75507-6E03-F246-987F-C6E376219A6F}" type="presParOf" srcId="{EBF90AD5-0B9C-264E-ABC0-AE12B06439F7}" destId="{2DF75FC8-F961-CD4A-AD5A-AFD9FCD12E6D}" srcOrd="1" destOrd="0" presId="urn:microsoft.com/office/officeart/2005/8/layout/cycle1"/>
    <dgm:cxn modelId="{2EFA6C8F-2548-F048-AFD0-96245A8130B6}" type="presParOf" srcId="{EBF90AD5-0B9C-264E-ABC0-AE12B06439F7}" destId="{63A25B12-0D41-FB47-AFFB-3F901FB296C7}" srcOrd="2" destOrd="0" presId="urn:microsoft.com/office/officeart/2005/8/layout/cycle1"/>
    <dgm:cxn modelId="{89974698-5469-B342-A6CE-4E0312B14502}" type="presParOf" srcId="{EBF90AD5-0B9C-264E-ABC0-AE12B06439F7}" destId="{EA87E2F2-75C0-4B40-9BAD-3F9F8BF8EA5A}" srcOrd="3" destOrd="0" presId="urn:microsoft.com/office/officeart/2005/8/layout/cycle1"/>
    <dgm:cxn modelId="{2325F346-F9D4-184C-BF39-50964783BEC9}" type="presParOf" srcId="{EBF90AD5-0B9C-264E-ABC0-AE12B06439F7}" destId="{3F6236D0-E8CB-1449-9258-30AACD1AD7AC}" srcOrd="4" destOrd="0" presId="urn:microsoft.com/office/officeart/2005/8/layout/cycle1"/>
    <dgm:cxn modelId="{EBAEFC52-95A6-F441-B1DC-CFE11B37F4AB}" type="presParOf" srcId="{EBF90AD5-0B9C-264E-ABC0-AE12B06439F7}" destId="{974050BA-F595-2E45-80FC-3921132DE186}" srcOrd="5" destOrd="0" presId="urn:microsoft.com/office/officeart/2005/8/layout/cycle1"/>
    <dgm:cxn modelId="{CD9D4759-248D-C34A-814F-E9118F886C3E}" type="presParOf" srcId="{EBF90AD5-0B9C-264E-ABC0-AE12B06439F7}" destId="{62BD7727-6C0A-2541-A7BD-E16A35870514}" srcOrd="6" destOrd="0" presId="urn:microsoft.com/office/officeart/2005/8/layout/cycle1"/>
    <dgm:cxn modelId="{48BA687F-79FD-1045-A897-567A1348E43A}" type="presParOf" srcId="{EBF90AD5-0B9C-264E-ABC0-AE12B06439F7}" destId="{8156382E-3049-A24E-AF00-1E40A3FE679C}" srcOrd="7" destOrd="0" presId="urn:microsoft.com/office/officeart/2005/8/layout/cycle1"/>
    <dgm:cxn modelId="{DABC64AD-A2D0-D840-85FD-9316604D6FB1}" type="presParOf" srcId="{EBF90AD5-0B9C-264E-ABC0-AE12B06439F7}" destId="{B5D72CEF-D8A8-544F-8922-C57DCD0291F3}" srcOrd="8" destOrd="0" presId="urn:microsoft.com/office/officeart/2005/8/layout/cycle1"/>
    <dgm:cxn modelId="{7C556925-B5B3-9E43-9616-957F468D5050}" type="presParOf" srcId="{EBF90AD5-0B9C-264E-ABC0-AE12B06439F7}" destId="{91A775A9-9ECD-FF43-AE3D-BA1D47B71682}" srcOrd="9" destOrd="0" presId="urn:microsoft.com/office/officeart/2005/8/layout/cycle1"/>
    <dgm:cxn modelId="{2F813A02-7734-7943-9CAD-674954DF4E20}" type="presParOf" srcId="{EBF90AD5-0B9C-264E-ABC0-AE12B06439F7}" destId="{7BC73DB2-D85D-4B40-AFE0-F3ECB51CF6D8}" srcOrd="10" destOrd="0" presId="urn:microsoft.com/office/officeart/2005/8/layout/cycle1"/>
    <dgm:cxn modelId="{CE1F628D-D4FA-8B40-9F56-E9E96222A76E}" type="presParOf" srcId="{EBF90AD5-0B9C-264E-ABC0-AE12B06439F7}" destId="{A7A39AC8-6BAE-5146-BC80-9DE24AD648E6}" srcOrd="11" destOrd="0" presId="urn:microsoft.com/office/officeart/2005/8/layout/cycle1"/>
    <dgm:cxn modelId="{6ED690E8-B242-1646-90AF-077D4A48A6FF}" type="presParOf" srcId="{EBF90AD5-0B9C-264E-ABC0-AE12B06439F7}" destId="{3ED27596-797F-D046-9B37-083949213D7B}" srcOrd="12" destOrd="0" presId="urn:microsoft.com/office/officeart/2005/8/layout/cycle1"/>
    <dgm:cxn modelId="{947D923B-50E8-974A-8486-22EDBFC8B2AD}" type="presParOf" srcId="{EBF90AD5-0B9C-264E-ABC0-AE12B06439F7}" destId="{27A3CAE7-D5E9-B742-8D00-4DFC5301A7D7}" srcOrd="13" destOrd="0" presId="urn:microsoft.com/office/officeart/2005/8/layout/cycle1"/>
    <dgm:cxn modelId="{64B8A0CC-42FF-BC4E-A1A9-0C6A9C238AC0}" type="presParOf" srcId="{EBF90AD5-0B9C-264E-ABC0-AE12B06439F7}" destId="{AFE6F48F-9D55-A840-AE50-B67BB367CA13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5.xml><?xml version="1.0" encoding="utf-8"?>
<dgm:dataModel xmlns:dgm="http://schemas.openxmlformats.org/drawingml/2006/diagram" xmlns:a="http://schemas.openxmlformats.org/drawingml/2006/main">
  <dgm:ptLst>
    <dgm:pt modelId="{E205E117-7BE7-4F51-984E-B74730F0A2E6}" type="doc">
      <dgm:prSet loTypeId="urn:microsoft.com/office/officeart/2005/8/layout/cycle5" qsTypeId="urn:microsoft.com/office/officeart/2005/8/quickstyle/simple2" csTypeId="urn:microsoft.com/office/officeart/2005/8/colors/accent1_2"/>
      <dgm:spPr/>
    </dgm:pt>
    <dgm:pt modelId="{C1DD6022-FA0F-4C00-BD9A-8ACD80CB4472}">
      <dgm:prSet/>
      <dgm:spPr/>
      <dgm:t>
        <a:bodyPr/>
        <a:lstStyle/>
        <a:p>
          <a:r>
            <a:t>Plan</a:t>
          </a:r>
        </a:p>
      </dgm:t>
    </dgm:pt>
    <dgm:pt modelId="{5278B334-4F5B-420E-B3EB-9FCA6E63BDC6}" type="parTrans" cxnId="{6C631B14-421D-4666-A61D-1FB7CFA1668A}">
      <dgm:prSet/>
      <dgm:spPr/>
      <dgm:t>
        <a:bodyPr/>
        <a:lstStyle/>
        <a:p>
          <a:endParaRPr/>
        </a:p>
      </dgm:t>
    </dgm:pt>
    <dgm:pt modelId="{C29986CE-21E8-41E8-A8DB-538EAD1C1CD6}" type="sibTrans" cxnId="{6C631B14-421D-4666-A61D-1FB7CFA1668A}">
      <dgm:prSet/>
      <dgm:spPr/>
      <dgm:t>
        <a:bodyPr/>
        <a:lstStyle/>
        <a:p>
          <a:endParaRPr/>
        </a:p>
      </dgm:t>
    </dgm:pt>
    <dgm:pt modelId="{75565557-139B-43AD-B42F-6181555F3BAA}">
      <dgm:prSet/>
      <dgm:spPr/>
      <dgm:t>
        <a:bodyPr/>
        <a:lstStyle/>
        <a:p>
          <a:r>
            <a:t>Create</a:t>
          </a:r>
        </a:p>
      </dgm:t>
    </dgm:pt>
    <dgm:pt modelId="{C7156006-E1B8-438F-872D-29C2F73A8BAE}" type="parTrans" cxnId="{4E55B530-1F22-4E35-BF01-4B766AD7A3A4}">
      <dgm:prSet/>
      <dgm:spPr/>
      <dgm:t>
        <a:bodyPr/>
        <a:lstStyle/>
        <a:p>
          <a:endParaRPr/>
        </a:p>
      </dgm:t>
    </dgm:pt>
    <dgm:pt modelId="{F51B079E-9ED9-43CF-8E09-D38D908D81FC}" type="sibTrans" cxnId="{4E55B530-1F22-4E35-BF01-4B766AD7A3A4}">
      <dgm:prSet/>
      <dgm:spPr/>
      <dgm:t>
        <a:bodyPr/>
        <a:lstStyle/>
        <a:p>
          <a:endParaRPr/>
        </a:p>
      </dgm:t>
    </dgm:pt>
    <dgm:pt modelId="{06B7791F-D086-466C-9D91-4DAF6B44411D}">
      <dgm:prSet/>
      <dgm:spPr/>
      <dgm:t>
        <a:bodyPr/>
        <a:lstStyle/>
        <a:p>
          <a:r>
            <a:t>Measure</a:t>
          </a:r>
        </a:p>
      </dgm:t>
    </dgm:pt>
    <dgm:pt modelId="{8CF63FBA-343D-430C-8C9B-B2492408B6D1}" type="parTrans" cxnId="{854479B9-B76A-44E0-98AB-A005330C3716}">
      <dgm:prSet/>
      <dgm:spPr/>
      <dgm:t>
        <a:bodyPr/>
        <a:lstStyle/>
        <a:p>
          <a:endParaRPr/>
        </a:p>
      </dgm:t>
    </dgm:pt>
    <dgm:pt modelId="{E651A398-889A-470D-8D89-A90D2F3C0376}" type="sibTrans" cxnId="{854479B9-B76A-44E0-98AB-A005330C3716}">
      <dgm:prSet/>
      <dgm:spPr/>
      <dgm:t>
        <a:bodyPr/>
        <a:lstStyle/>
        <a:p>
          <a:endParaRPr/>
        </a:p>
      </dgm:t>
    </dgm:pt>
    <dgm:pt modelId="{72E22BED-C8A7-41D5-9526-9AAD4D5BBB51}">
      <dgm:prSet/>
      <dgm:spPr/>
      <dgm:t>
        <a:bodyPr/>
        <a:lstStyle/>
        <a:p>
          <a:r>
            <a:t>Improve</a:t>
          </a:r>
        </a:p>
      </dgm:t>
    </dgm:pt>
    <dgm:pt modelId="{8487CD45-A42B-42BA-A076-9C7B212239E3}" type="parTrans" cxnId="{BD2076D4-B826-4DA1-BB45-7F84E6AF1BEF}">
      <dgm:prSet/>
      <dgm:spPr/>
      <dgm:t>
        <a:bodyPr/>
        <a:lstStyle/>
        <a:p>
          <a:endParaRPr/>
        </a:p>
      </dgm:t>
    </dgm:pt>
    <dgm:pt modelId="{987355C3-29C2-4BAC-8C2D-2534765283C4}" type="sibTrans" cxnId="{BD2076D4-B826-4DA1-BB45-7F84E6AF1BEF}">
      <dgm:prSet/>
      <dgm:spPr/>
      <dgm:t>
        <a:bodyPr/>
        <a:lstStyle/>
        <a:p>
          <a:endParaRPr/>
        </a:p>
      </dgm:t>
    </dgm:pt>
    <dgm:pt modelId="{3E97B540-A529-4470-9048-8F9A66D91531}">
      <dgm:prSet/>
      <dgm:spPr/>
      <dgm:t>
        <a:bodyPr/>
        <a:lstStyle/>
        <a:p>
          <a:r>
            <a:t>Repeat</a:t>
          </a:r>
        </a:p>
      </dgm:t>
    </dgm:pt>
    <dgm:pt modelId="{9EC7AF15-61E2-4A0E-A391-5F79B32AE3C4}" type="parTrans" cxnId="{F48BF512-6B75-4420-80A8-F29DEDF9BB91}">
      <dgm:prSet/>
      <dgm:spPr/>
      <dgm:t>
        <a:bodyPr/>
        <a:lstStyle/>
        <a:p>
          <a:endParaRPr/>
        </a:p>
      </dgm:t>
    </dgm:pt>
    <dgm:pt modelId="{F5C66B0B-9A12-4E17-96E8-DE66FF919BAB}" type="sibTrans" cxnId="{F48BF512-6B75-4420-80A8-F29DEDF9BB91}">
      <dgm:prSet/>
      <dgm:spPr/>
      <dgm:t>
        <a:bodyPr/>
        <a:lstStyle/>
        <a:p>
          <a:endParaRPr/>
        </a:p>
      </dgm:t>
    </dgm:pt>
    <dgm:pt modelId="{48D10A83-2E2E-4443-A924-C035B4C97D2F}" type="pres">
      <dgm:prSet presAssocID="{E205E117-7BE7-4F51-984E-B74730F0A2E6}" presName="cycle" presStyleCnt="0">
        <dgm:presLayoutVars>
          <dgm:dir/>
          <dgm:resizeHandles val="exact"/>
        </dgm:presLayoutVars>
      </dgm:prSet>
      <dgm:spPr/>
    </dgm:pt>
    <dgm:pt modelId="{8E099CF1-ECE6-E84C-BC4A-38D657A78934}" type="pres">
      <dgm:prSet presAssocID="{C1DD6022-FA0F-4C00-BD9A-8ACD80CB4472}" presName="node" presStyleLbl="node1" presStyleIdx="0" presStyleCnt="5">
        <dgm:presLayoutVars>
          <dgm:bulletEnabled val="1"/>
        </dgm:presLayoutVars>
      </dgm:prSet>
      <dgm:spPr/>
    </dgm:pt>
    <dgm:pt modelId="{69A38663-E0E7-1B49-AC9F-1824CE4431E7}" type="pres">
      <dgm:prSet presAssocID="{C1DD6022-FA0F-4C00-BD9A-8ACD80CB4472}" presName="spNode" presStyleCnt="0"/>
      <dgm:spPr/>
    </dgm:pt>
    <dgm:pt modelId="{48081016-C1FD-0C47-8468-F5586D7FEFEC}" type="pres">
      <dgm:prSet presAssocID="{C29986CE-21E8-41E8-A8DB-538EAD1C1CD6}" presName="sibTrans" presStyleLbl="sibTrans1D1" presStyleIdx="0" presStyleCnt="5"/>
      <dgm:spPr/>
    </dgm:pt>
    <dgm:pt modelId="{C871377E-4233-FE48-A2D4-D277F347DE00}" type="pres">
      <dgm:prSet presAssocID="{75565557-139B-43AD-B42F-6181555F3BAA}" presName="node" presStyleLbl="node1" presStyleIdx="1" presStyleCnt="5">
        <dgm:presLayoutVars>
          <dgm:bulletEnabled val="1"/>
        </dgm:presLayoutVars>
      </dgm:prSet>
      <dgm:spPr/>
    </dgm:pt>
    <dgm:pt modelId="{FCE45CF2-B76A-3244-A9B3-FB864E46E572}" type="pres">
      <dgm:prSet presAssocID="{75565557-139B-43AD-B42F-6181555F3BAA}" presName="spNode" presStyleCnt="0"/>
      <dgm:spPr/>
    </dgm:pt>
    <dgm:pt modelId="{274229A6-4493-9646-A036-F55F1517BF36}" type="pres">
      <dgm:prSet presAssocID="{F51B079E-9ED9-43CF-8E09-D38D908D81FC}" presName="sibTrans" presStyleLbl="sibTrans1D1" presStyleIdx="1" presStyleCnt="5"/>
      <dgm:spPr/>
    </dgm:pt>
    <dgm:pt modelId="{FBBF29C4-8FD6-2948-861B-9B5E6939B8D3}" type="pres">
      <dgm:prSet presAssocID="{06B7791F-D086-466C-9D91-4DAF6B44411D}" presName="node" presStyleLbl="node1" presStyleIdx="2" presStyleCnt="5">
        <dgm:presLayoutVars>
          <dgm:bulletEnabled val="1"/>
        </dgm:presLayoutVars>
      </dgm:prSet>
      <dgm:spPr/>
    </dgm:pt>
    <dgm:pt modelId="{1BD40D74-5616-BB4B-8C13-A7DDC1498B7C}" type="pres">
      <dgm:prSet presAssocID="{06B7791F-D086-466C-9D91-4DAF6B44411D}" presName="spNode" presStyleCnt="0"/>
      <dgm:spPr/>
    </dgm:pt>
    <dgm:pt modelId="{F6D0E51F-D732-9F40-B7CB-63A451C283E5}" type="pres">
      <dgm:prSet presAssocID="{E651A398-889A-470D-8D89-A90D2F3C0376}" presName="sibTrans" presStyleLbl="sibTrans1D1" presStyleIdx="2" presStyleCnt="5"/>
      <dgm:spPr/>
    </dgm:pt>
    <dgm:pt modelId="{82340760-A886-F947-B614-4E337829593A}" type="pres">
      <dgm:prSet presAssocID="{72E22BED-C8A7-41D5-9526-9AAD4D5BBB51}" presName="node" presStyleLbl="node1" presStyleIdx="3" presStyleCnt="5">
        <dgm:presLayoutVars>
          <dgm:bulletEnabled val="1"/>
        </dgm:presLayoutVars>
      </dgm:prSet>
      <dgm:spPr/>
    </dgm:pt>
    <dgm:pt modelId="{77DD9595-F449-EF49-B758-C8543993FBB4}" type="pres">
      <dgm:prSet presAssocID="{72E22BED-C8A7-41D5-9526-9AAD4D5BBB51}" presName="spNode" presStyleCnt="0"/>
      <dgm:spPr/>
    </dgm:pt>
    <dgm:pt modelId="{6AFDAF8D-2226-8847-952B-66BC7F146DEB}" type="pres">
      <dgm:prSet presAssocID="{987355C3-29C2-4BAC-8C2D-2534765283C4}" presName="sibTrans" presStyleLbl="sibTrans1D1" presStyleIdx="3" presStyleCnt="5"/>
      <dgm:spPr/>
    </dgm:pt>
    <dgm:pt modelId="{5BB56758-D0A8-4D45-BA41-CC9B58FACECF}" type="pres">
      <dgm:prSet presAssocID="{3E97B540-A529-4470-9048-8F9A66D91531}" presName="node" presStyleLbl="node1" presStyleIdx="4" presStyleCnt="5">
        <dgm:presLayoutVars>
          <dgm:bulletEnabled val="1"/>
        </dgm:presLayoutVars>
      </dgm:prSet>
      <dgm:spPr/>
    </dgm:pt>
    <dgm:pt modelId="{27207598-13AE-C44D-85DF-1BEF66C41CC3}" type="pres">
      <dgm:prSet presAssocID="{3E97B540-A529-4470-9048-8F9A66D91531}" presName="spNode" presStyleCnt="0"/>
      <dgm:spPr/>
    </dgm:pt>
    <dgm:pt modelId="{8D7A197F-38B3-6545-94BA-2971694FAB76}" type="pres">
      <dgm:prSet presAssocID="{F5C66B0B-9A12-4E17-96E8-DE66FF919BAB}" presName="sibTrans" presStyleLbl="sibTrans1D1" presStyleIdx="4" presStyleCnt="5"/>
      <dgm:spPr/>
    </dgm:pt>
  </dgm:ptLst>
  <dgm:cxnLst>
    <dgm:cxn modelId="{5C1E2A0C-75B4-8548-80DC-5D61C85871B9}" type="presOf" srcId="{C29986CE-21E8-41E8-A8DB-538EAD1C1CD6}" destId="{48081016-C1FD-0C47-8468-F5586D7FEFEC}" srcOrd="0" destOrd="0" presId="urn:microsoft.com/office/officeart/2005/8/layout/cycle5"/>
    <dgm:cxn modelId="{F48BF512-6B75-4420-80A8-F29DEDF9BB91}" srcId="{E205E117-7BE7-4F51-984E-B74730F0A2E6}" destId="{3E97B540-A529-4470-9048-8F9A66D91531}" srcOrd="4" destOrd="0" parTransId="{9EC7AF15-61E2-4A0E-A391-5F79B32AE3C4}" sibTransId="{F5C66B0B-9A12-4E17-96E8-DE66FF919BAB}"/>
    <dgm:cxn modelId="{6C631B14-421D-4666-A61D-1FB7CFA1668A}" srcId="{E205E117-7BE7-4F51-984E-B74730F0A2E6}" destId="{C1DD6022-FA0F-4C00-BD9A-8ACD80CB4472}" srcOrd="0" destOrd="0" parTransId="{5278B334-4F5B-420E-B3EB-9FCA6E63BDC6}" sibTransId="{C29986CE-21E8-41E8-A8DB-538EAD1C1CD6}"/>
    <dgm:cxn modelId="{C06C741D-D298-6C4A-81F0-5C9B219BE128}" type="presOf" srcId="{987355C3-29C2-4BAC-8C2D-2534765283C4}" destId="{6AFDAF8D-2226-8847-952B-66BC7F146DEB}" srcOrd="0" destOrd="0" presId="urn:microsoft.com/office/officeart/2005/8/layout/cycle5"/>
    <dgm:cxn modelId="{19D5F123-3FAF-704E-AB7A-BF97F21C568D}" type="presOf" srcId="{C1DD6022-FA0F-4C00-BD9A-8ACD80CB4472}" destId="{8E099CF1-ECE6-E84C-BC4A-38D657A78934}" srcOrd="0" destOrd="0" presId="urn:microsoft.com/office/officeart/2005/8/layout/cycle5"/>
    <dgm:cxn modelId="{4E55B530-1F22-4E35-BF01-4B766AD7A3A4}" srcId="{E205E117-7BE7-4F51-984E-B74730F0A2E6}" destId="{75565557-139B-43AD-B42F-6181555F3BAA}" srcOrd="1" destOrd="0" parTransId="{C7156006-E1B8-438F-872D-29C2F73A8BAE}" sibTransId="{F51B079E-9ED9-43CF-8E09-D38D908D81FC}"/>
    <dgm:cxn modelId="{7BE4553D-707A-4245-92BF-44BC4544BFA8}" type="presOf" srcId="{06B7791F-D086-466C-9D91-4DAF6B44411D}" destId="{FBBF29C4-8FD6-2948-861B-9B5E6939B8D3}" srcOrd="0" destOrd="0" presId="urn:microsoft.com/office/officeart/2005/8/layout/cycle5"/>
    <dgm:cxn modelId="{F865613D-44B4-C648-AD25-354D587DBDF6}" type="presOf" srcId="{E205E117-7BE7-4F51-984E-B74730F0A2E6}" destId="{48D10A83-2E2E-4443-A924-C035B4C97D2F}" srcOrd="0" destOrd="0" presId="urn:microsoft.com/office/officeart/2005/8/layout/cycle5"/>
    <dgm:cxn modelId="{5351847D-C8D2-5740-B982-D03A65EDEB0C}" type="presOf" srcId="{E651A398-889A-470D-8D89-A90D2F3C0376}" destId="{F6D0E51F-D732-9F40-B7CB-63A451C283E5}" srcOrd="0" destOrd="0" presId="urn:microsoft.com/office/officeart/2005/8/layout/cycle5"/>
    <dgm:cxn modelId="{BAE5ADA8-2EEB-D942-9270-802727A19594}" type="presOf" srcId="{F51B079E-9ED9-43CF-8E09-D38D908D81FC}" destId="{274229A6-4493-9646-A036-F55F1517BF36}" srcOrd="0" destOrd="0" presId="urn:microsoft.com/office/officeart/2005/8/layout/cycle5"/>
    <dgm:cxn modelId="{8D89B9AA-2E9D-DA4C-BC1C-FB2932354151}" type="presOf" srcId="{3E97B540-A529-4470-9048-8F9A66D91531}" destId="{5BB56758-D0A8-4D45-BA41-CC9B58FACECF}" srcOrd="0" destOrd="0" presId="urn:microsoft.com/office/officeart/2005/8/layout/cycle5"/>
    <dgm:cxn modelId="{854479B9-B76A-44E0-98AB-A005330C3716}" srcId="{E205E117-7BE7-4F51-984E-B74730F0A2E6}" destId="{06B7791F-D086-466C-9D91-4DAF6B44411D}" srcOrd="2" destOrd="0" parTransId="{8CF63FBA-343D-430C-8C9B-B2492408B6D1}" sibTransId="{E651A398-889A-470D-8D89-A90D2F3C0376}"/>
    <dgm:cxn modelId="{DDE20CBD-58EF-444E-92D1-5EE2EEDF9E42}" type="presOf" srcId="{75565557-139B-43AD-B42F-6181555F3BAA}" destId="{C871377E-4233-FE48-A2D4-D277F347DE00}" srcOrd="0" destOrd="0" presId="urn:microsoft.com/office/officeart/2005/8/layout/cycle5"/>
    <dgm:cxn modelId="{BD2076D4-B826-4DA1-BB45-7F84E6AF1BEF}" srcId="{E205E117-7BE7-4F51-984E-B74730F0A2E6}" destId="{72E22BED-C8A7-41D5-9526-9AAD4D5BBB51}" srcOrd="3" destOrd="0" parTransId="{8487CD45-A42B-42BA-A076-9C7B212239E3}" sibTransId="{987355C3-29C2-4BAC-8C2D-2534765283C4}"/>
    <dgm:cxn modelId="{6E205BE7-8CEE-D548-901C-BBEBF1F86EA8}" type="presOf" srcId="{72E22BED-C8A7-41D5-9526-9AAD4D5BBB51}" destId="{82340760-A886-F947-B614-4E337829593A}" srcOrd="0" destOrd="0" presId="urn:microsoft.com/office/officeart/2005/8/layout/cycle5"/>
    <dgm:cxn modelId="{D5052AF8-5B01-2F48-8BF0-77ED2E514496}" type="presOf" srcId="{F5C66B0B-9A12-4E17-96E8-DE66FF919BAB}" destId="{8D7A197F-38B3-6545-94BA-2971694FAB76}" srcOrd="0" destOrd="0" presId="urn:microsoft.com/office/officeart/2005/8/layout/cycle5"/>
    <dgm:cxn modelId="{5BDE6A4C-4122-0E4E-98C2-6EB7C3D04063}" type="presParOf" srcId="{48D10A83-2E2E-4443-A924-C035B4C97D2F}" destId="{8E099CF1-ECE6-E84C-BC4A-38D657A78934}" srcOrd="0" destOrd="0" presId="urn:microsoft.com/office/officeart/2005/8/layout/cycle5"/>
    <dgm:cxn modelId="{A44BC912-160B-F144-B214-6A10D12AD494}" type="presParOf" srcId="{48D10A83-2E2E-4443-A924-C035B4C97D2F}" destId="{69A38663-E0E7-1B49-AC9F-1824CE4431E7}" srcOrd="1" destOrd="0" presId="urn:microsoft.com/office/officeart/2005/8/layout/cycle5"/>
    <dgm:cxn modelId="{4F48A67B-E4D2-2E49-9496-E1BFFADE82F3}" type="presParOf" srcId="{48D10A83-2E2E-4443-A924-C035B4C97D2F}" destId="{48081016-C1FD-0C47-8468-F5586D7FEFEC}" srcOrd="2" destOrd="0" presId="urn:microsoft.com/office/officeart/2005/8/layout/cycle5"/>
    <dgm:cxn modelId="{E944B78B-9657-2D41-96B9-6E95A23CA521}" type="presParOf" srcId="{48D10A83-2E2E-4443-A924-C035B4C97D2F}" destId="{C871377E-4233-FE48-A2D4-D277F347DE00}" srcOrd="3" destOrd="0" presId="urn:microsoft.com/office/officeart/2005/8/layout/cycle5"/>
    <dgm:cxn modelId="{A06D7E1A-0245-2E48-81D2-3DE37E382401}" type="presParOf" srcId="{48D10A83-2E2E-4443-A924-C035B4C97D2F}" destId="{FCE45CF2-B76A-3244-A9B3-FB864E46E572}" srcOrd="4" destOrd="0" presId="urn:microsoft.com/office/officeart/2005/8/layout/cycle5"/>
    <dgm:cxn modelId="{63BA988B-74E0-E344-A7FF-CDA461193DAF}" type="presParOf" srcId="{48D10A83-2E2E-4443-A924-C035B4C97D2F}" destId="{274229A6-4493-9646-A036-F55F1517BF36}" srcOrd="5" destOrd="0" presId="urn:microsoft.com/office/officeart/2005/8/layout/cycle5"/>
    <dgm:cxn modelId="{10D4B198-2085-2346-903F-FD6F7F6FCAED}" type="presParOf" srcId="{48D10A83-2E2E-4443-A924-C035B4C97D2F}" destId="{FBBF29C4-8FD6-2948-861B-9B5E6939B8D3}" srcOrd="6" destOrd="0" presId="urn:microsoft.com/office/officeart/2005/8/layout/cycle5"/>
    <dgm:cxn modelId="{A799D5F2-B52E-BE41-A124-EEC17D5C9B33}" type="presParOf" srcId="{48D10A83-2E2E-4443-A924-C035B4C97D2F}" destId="{1BD40D74-5616-BB4B-8C13-A7DDC1498B7C}" srcOrd="7" destOrd="0" presId="urn:microsoft.com/office/officeart/2005/8/layout/cycle5"/>
    <dgm:cxn modelId="{7F5419E1-D210-F54B-BBA4-52BDF055594F}" type="presParOf" srcId="{48D10A83-2E2E-4443-A924-C035B4C97D2F}" destId="{F6D0E51F-D732-9F40-B7CB-63A451C283E5}" srcOrd="8" destOrd="0" presId="urn:microsoft.com/office/officeart/2005/8/layout/cycle5"/>
    <dgm:cxn modelId="{0EA44C62-9B2C-304D-BCDA-C36244C86742}" type="presParOf" srcId="{48D10A83-2E2E-4443-A924-C035B4C97D2F}" destId="{82340760-A886-F947-B614-4E337829593A}" srcOrd="9" destOrd="0" presId="urn:microsoft.com/office/officeart/2005/8/layout/cycle5"/>
    <dgm:cxn modelId="{0029E4B1-38F1-7D46-9E49-67E3303F5142}" type="presParOf" srcId="{48D10A83-2E2E-4443-A924-C035B4C97D2F}" destId="{77DD9595-F449-EF49-B758-C8543993FBB4}" srcOrd="10" destOrd="0" presId="urn:microsoft.com/office/officeart/2005/8/layout/cycle5"/>
    <dgm:cxn modelId="{0409C353-0119-904C-9172-66105EB1B947}" type="presParOf" srcId="{48D10A83-2E2E-4443-A924-C035B4C97D2F}" destId="{6AFDAF8D-2226-8847-952B-66BC7F146DEB}" srcOrd="11" destOrd="0" presId="urn:microsoft.com/office/officeart/2005/8/layout/cycle5"/>
    <dgm:cxn modelId="{24C27EA0-F44F-684E-B46D-54E40F8D2AE9}" type="presParOf" srcId="{48D10A83-2E2E-4443-A924-C035B4C97D2F}" destId="{5BB56758-D0A8-4D45-BA41-CC9B58FACECF}" srcOrd="12" destOrd="0" presId="urn:microsoft.com/office/officeart/2005/8/layout/cycle5"/>
    <dgm:cxn modelId="{1B407F7B-8C72-714A-8ECA-A9F3F5AED99E}" type="presParOf" srcId="{48D10A83-2E2E-4443-A924-C035B4C97D2F}" destId="{27207598-13AE-C44D-85DF-1BEF66C41CC3}" srcOrd="13" destOrd="0" presId="urn:microsoft.com/office/officeart/2005/8/layout/cycle5"/>
    <dgm:cxn modelId="{0AFB16CC-B172-E14B-9867-92847E3239C8}" type="presParOf" srcId="{48D10A83-2E2E-4443-A924-C035B4C97D2F}" destId="{8D7A197F-38B3-6545-94BA-2971694FAB76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6.xml><?xml version="1.0" encoding="utf-8"?>
<dgm:dataModel xmlns:dgm="http://schemas.openxmlformats.org/drawingml/2006/diagram" xmlns:a="http://schemas.openxmlformats.org/drawingml/2006/main">
  <dgm:ptLst>
    <dgm:pt modelId="{EEBB4AAF-462D-4A72-B84F-4FD6D3EABF60}" type="doc">
      <dgm:prSet loTypeId="urn:microsoft.com/office/officeart/2005/8/layout/cycle6" qsTypeId="urn:microsoft.com/office/officeart/2005/8/quickstyle/simple2" csTypeId="urn:microsoft.com/office/officeart/2005/8/colors/accent1_2"/>
      <dgm:spPr/>
    </dgm:pt>
    <dgm:pt modelId="{DA990990-FBAB-4A87-8EBE-3F6084C6F181}">
      <dgm:prSet/>
      <dgm:spPr/>
      <dgm:t>
        <a:bodyPr/>
        <a:lstStyle/>
        <a:p>
          <a:r>
            <a:t>Plan</a:t>
          </a:r>
        </a:p>
      </dgm:t>
    </dgm:pt>
    <dgm:pt modelId="{7109DD52-C5D0-4407-8853-433CE0C7533B}" type="parTrans" cxnId="{E7CD33E5-171B-4F7A-B42C-B6FE71A1E83F}">
      <dgm:prSet/>
      <dgm:spPr/>
      <dgm:t>
        <a:bodyPr/>
        <a:lstStyle/>
        <a:p>
          <a:endParaRPr/>
        </a:p>
      </dgm:t>
    </dgm:pt>
    <dgm:pt modelId="{D04E35DA-587A-403D-90BC-652CD646C7B7}" type="sibTrans" cxnId="{E7CD33E5-171B-4F7A-B42C-B6FE71A1E83F}">
      <dgm:prSet/>
      <dgm:spPr/>
      <dgm:t>
        <a:bodyPr/>
        <a:lstStyle/>
        <a:p>
          <a:endParaRPr/>
        </a:p>
      </dgm:t>
    </dgm:pt>
    <dgm:pt modelId="{1C64BB69-32C7-465A-A330-BF96DE893DB2}">
      <dgm:prSet/>
      <dgm:spPr/>
      <dgm:t>
        <a:bodyPr/>
        <a:lstStyle/>
        <a:p>
          <a:r>
            <a:t>Create</a:t>
          </a:r>
        </a:p>
      </dgm:t>
    </dgm:pt>
    <dgm:pt modelId="{1608A9F1-C0F6-4720-8BF9-C7AE33220872}" type="parTrans" cxnId="{A0D8B046-9811-4BCD-A515-B2D60AAD6858}">
      <dgm:prSet/>
      <dgm:spPr/>
      <dgm:t>
        <a:bodyPr/>
        <a:lstStyle/>
        <a:p>
          <a:endParaRPr/>
        </a:p>
      </dgm:t>
    </dgm:pt>
    <dgm:pt modelId="{E9E0D599-13DC-4B90-818F-6AB24AB69B59}" type="sibTrans" cxnId="{A0D8B046-9811-4BCD-A515-B2D60AAD6858}">
      <dgm:prSet/>
      <dgm:spPr/>
      <dgm:t>
        <a:bodyPr/>
        <a:lstStyle/>
        <a:p>
          <a:endParaRPr/>
        </a:p>
      </dgm:t>
    </dgm:pt>
    <dgm:pt modelId="{FEB4C4B8-CB93-4ED7-82D8-12EFEEFE80FC}">
      <dgm:prSet/>
      <dgm:spPr/>
      <dgm:t>
        <a:bodyPr/>
        <a:lstStyle/>
        <a:p>
          <a:r>
            <a:t>Measure</a:t>
          </a:r>
        </a:p>
      </dgm:t>
    </dgm:pt>
    <dgm:pt modelId="{818094B6-C39F-4E52-8CA7-2D4F7BF9DF62}" type="parTrans" cxnId="{58811857-D084-4700-BA55-560E04F1853C}">
      <dgm:prSet/>
      <dgm:spPr/>
      <dgm:t>
        <a:bodyPr/>
        <a:lstStyle/>
        <a:p>
          <a:endParaRPr/>
        </a:p>
      </dgm:t>
    </dgm:pt>
    <dgm:pt modelId="{714ED625-E632-4062-B32C-CC9D38CC7E27}" type="sibTrans" cxnId="{58811857-D084-4700-BA55-560E04F1853C}">
      <dgm:prSet/>
      <dgm:spPr/>
      <dgm:t>
        <a:bodyPr/>
        <a:lstStyle/>
        <a:p>
          <a:endParaRPr/>
        </a:p>
      </dgm:t>
    </dgm:pt>
    <dgm:pt modelId="{A201E02C-8826-4FFF-9746-B14F311A1AFF}">
      <dgm:prSet/>
      <dgm:spPr/>
      <dgm:t>
        <a:bodyPr/>
        <a:lstStyle/>
        <a:p>
          <a:r>
            <a:t>Improve</a:t>
          </a:r>
        </a:p>
      </dgm:t>
    </dgm:pt>
    <dgm:pt modelId="{B49D9C3B-947F-4F76-97E4-156AFFF31B68}" type="parTrans" cxnId="{C1BF59E9-DD85-45B0-9251-166ABCA4E60E}">
      <dgm:prSet/>
      <dgm:spPr/>
      <dgm:t>
        <a:bodyPr/>
        <a:lstStyle/>
        <a:p>
          <a:endParaRPr/>
        </a:p>
      </dgm:t>
    </dgm:pt>
    <dgm:pt modelId="{A83987C6-90B6-461A-A189-47EDA1F9923F}" type="sibTrans" cxnId="{C1BF59E9-DD85-45B0-9251-166ABCA4E60E}">
      <dgm:prSet/>
      <dgm:spPr/>
      <dgm:t>
        <a:bodyPr/>
        <a:lstStyle/>
        <a:p>
          <a:endParaRPr/>
        </a:p>
      </dgm:t>
    </dgm:pt>
    <dgm:pt modelId="{00D9C913-6C30-4CA2-9215-DD08D112BA8B}">
      <dgm:prSet/>
      <dgm:spPr/>
      <dgm:t>
        <a:bodyPr/>
        <a:lstStyle/>
        <a:p>
          <a:r>
            <a:t>Repeat</a:t>
          </a:r>
        </a:p>
      </dgm:t>
    </dgm:pt>
    <dgm:pt modelId="{5B6E2E9A-E16A-49C9-ADF5-57AF4D5CE096}" type="parTrans" cxnId="{9AA9636E-2F58-4AF7-858C-77130E432B8A}">
      <dgm:prSet/>
      <dgm:spPr/>
      <dgm:t>
        <a:bodyPr/>
        <a:lstStyle/>
        <a:p>
          <a:endParaRPr/>
        </a:p>
      </dgm:t>
    </dgm:pt>
    <dgm:pt modelId="{968B8700-632C-43F6-A413-9FA0E1B84908}" type="sibTrans" cxnId="{9AA9636E-2F58-4AF7-858C-77130E432B8A}">
      <dgm:prSet/>
      <dgm:spPr/>
      <dgm:t>
        <a:bodyPr/>
        <a:lstStyle/>
        <a:p>
          <a:endParaRPr/>
        </a:p>
      </dgm:t>
    </dgm:pt>
    <dgm:pt modelId="{9808941F-9D7F-B243-BF3D-C5803034A457}" type="pres">
      <dgm:prSet presAssocID="{EEBB4AAF-462D-4A72-B84F-4FD6D3EABF60}" presName="cycle" presStyleCnt="0">
        <dgm:presLayoutVars>
          <dgm:dir/>
          <dgm:resizeHandles val="exact"/>
        </dgm:presLayoutVars>
      </dgm:prSet>
      <dgm:spPr/>
    </dgm:pt>
    <dgm:pt modelId="{630D824F-CFCB-3744-A143-CD5F0440C6D1}" type="pres">
      <dgm:prSet presAssocID="{DA990990-FBAB-4A87-8EBE-3F6084C6F181}" presName="node" presStyleLbl="node1" presStyleIdx="0" presStyleCnt="5">
        <dgm:presLayoutVars>
          <dgm:bulletEnabled val="1"/>
        </dgm:presLayoutVars>
      </dgm:prSet>
      <dgm:spPr/>
    </dgm:pt>
    <dgm:pt modelId="{48A42F6E-23BB-8840-9184-61B6ABC88E2F}" type="pres">
      <dgm:prSet presAssocID="{DA990990-FBAB-4A87-8EBE-3F6084C6F181}" presName="spNode" presStyleCnt="0"/>
      <dgm:spPr/>
    </dgm:pt>
    <dgm:pt modelId="{BAFDEF4F-EE74-1846-89C1-6E4B06C809AB}" type="pres">
      <dgm:prSet presAssocID="{D04E35DA-587A-403D-90BC-652CD646C7B7}" presName="sibTrans" presStyleLbl="sibTrans1D1" presStyleIdx="0" presStyleCnt="5"/>
      <dgm:spPr/>
    </dgm:pt>
    <dgm:pt modelId="{0FEF8844-B328-5842-B091-5E81274E5B8B}" type="pres">
      <dgm:prSet presAssocID="{1C64BB69-32C7-465A-A330-BF96DE893DB2}" presName="node" presStyleLbl="node1" presStyleIdx="1" presStyleCnt="5">
        <dgm:presLayoutVars>
          <dgm:bulletEnabled val="1"/>
        </dgm:presLayoutVars>
      </dgm:prSet>
      <dgm:spPr/>
    </dgm:pt>
    <dgm:pt modelId="{D90982FD-B89D-D845-9343-9DC20B78D563}" type="pres">
      <dgm:prSet presAssocID="{1C64BB69-32C7-465A-A330-BF96DE893DB2}" presName="spNode" presStyleCnt="0"/>
      <dgm:spPr/>
    </dgm:pt>
    <dgm:pt modelId="{FAD604B0-8069-7446-82D5-DFB072461E56}" type="pres">
      <dgm:prSet presAssocID="{E9E0D599-13DC-4B90-818F-6AB24AB69B59}" presName="sibTrans" presStyleLbl="sibTrans1D1" presStyleIdx="1" presStyleCnt="5"/>
      <dgm:spPr/>
    </dgm:pt>
    <dgm:pt modelId="{B30D5A03-8F45-1D4E-A64A-72873113F4E2}" type="pres">
      <dgm:prSet presAssocID="{FEB4C4B8-CB93-4ED7-82D8-12EFEEFE80FC}" presName="node" presStyleLbl="node1" presStyleIdx="2" presStyleCnt="5">
        <dgm:presLayoutVars>
          <dgm:bulletEnabled val="1"/>
        </dgm:presLayoutVars>
      </dgm:prSet>
      <dgm:spPr/>
    </dgm:pt>
    <dgm:pt modelId="{2F215624-5CA1-8F47-8ED3-BFB9D4B04813}" type="pres">
      <dgm:prSet presAssocID="{FEB4C4B8-CB93-4ED7-82D8-12EFEEFE80FC}" presName="spNode" presStyleCnt="0"/>
      <dgm:spPr/>
    </dgm:pt>
    <dgm:pt modelId="{2CCE3CD3-72F8-3E44-A098-8CB98B51C03F}" type="pres">
      <dgm:prSet presAssocID="{714ED625-E632-4062-B32C-CC9D38CC7E27}" presName="sibTrans" presStyleLbl="sibTrans1D1" presStyleIdx="2" presStyleCnt="5"/>
      <dgm:spPr/>
    </dgm:pt>
    <dgm:pt modelId="{FA8DB6AA-C01F-D940-BD88-F66A818CFBE9}" type="pres">
      <dgm:prSet presAssocID="{A201E02C-8826-4FFF-9746-B14F311A1AFF}" presName="node" presStyleLbl="node1" presStyleIdx="3" presStyleCnt="5">
        <dgm:presLayoutVars>
          <dgm:bulletEnabled val="1"/>
        </dgm:presLayoutVars>
      </dgm:prSet>
      <dgm:spPr/>
    </dgm:pt>
    <dgm:pt modelId="{9A8B1C9B-8458-6049-BA59-C3BD1DF242EF}" type="pres">
      <dgm:prSet presAssocID="{A201E02C-8826-4FFF-9746-B14F311A1AFF}" presName="spNode" presStyleCnt="0"/>
      <dgm:spPr/>
    </dgm:pt>
    <dgm:pt modelId="{C7E2E2C4-47D8-3542-8018-9F0D102C0C1D}" type="pres">
      <dgm:prSet presAssocID="{A83987C6-90B6-461A-A189-47EDA1F9923F}" presName="sibTrans" presStyleLbl="sibTrans1D1" presStyleIdx="3" presStyleCnt="5"/>
      <dgm:spPr/>
    </dgm:pt>
    <dgm:pt modelId="{F556E76B-A595-1F40-BC2A-2F08C80E9D63}" type="pres">
      <dgm:prSet presAssocID="{00D9C913-6C30-4CA2-9215-DD08D112BA8B}" presName="node" presStyleLbl="node1" presStyleIdx="4" presStyleCnt="5">
        <dgm:presLayoutVars>
          <dgm:bulletEnabled val="1"/>
        </dgm:presLayoutVars>
      </dgm:prSet>
      <dgm:spPr/>
    </dgm:pt>
    <dgm:pt modelId="{5C74531E-9883-9B47-9249-43B0F5AE7BA7}" type="pres">
      <dgm:prSet presAssocID="{00D9C913-6C30-4CA2-9215-DD08D112BA8B}" presName="spNode" presStyleCnt="0"/>
      <dgm:spPr/>
    </dgm:pt>
    <dgm:pt modelId="{353C0B96-58C7-3448-999C-338C8AD49DF0}" type="pres">
      <dgm:prSet presAssocID="{968B8700-632C-43F6-A413-9FA0E1B84908}" presName="sibTrans" presStyleLbl="sibTrans1D1" presStyleIdx="4" presStyleCnt="5"/>
      <dgm:spPr/>
    </dgm:pt>
  </dgm:ptLst>
  <dgm:cxnLst>
    <dgm:cxn modelId="{6A814C09-1B6A-4045-AD19-BB4DDDBF5A44}" type="presOf" srcId="{FEB4C4B8-CB93-4ED7-82D8-12EFEEFE80FC}" destId="{B30D5A03-8F45-1D4E-A64A-72873113F4E2}" srcOrd="0" destOrd="0" presId="urn:microsoft.com/office/officeart/2005/8/layout/cycle6"/>
    <dgm:cxn modelId="{A705EB19-6A42-FE40-A25E-BAA85B6D8B24}" type="presOf" srcId="{00D9C913-6C30-4CA2-9215-DD08D112BA8B}" destId="{F556E76B-A595-1F40-BC2A-2F08C80E9D63}" srcOrd="0" destOrd="0" presId="urn:microsoft.com/office/officeart/2005/8/layout/cycle6"/>
    <dgm:cxn modelId="{CFEC8E1E-6080-EE40-8633-7B41F58D0A2B}" type="presOf" srcId="{968B8700-632C-43F6-A413-9FA0E1B84908}" destId="{353C0B96-58C7-3448-999C-338C8AD49DF0}" srcOrd="0" destOrd="0" presId="urn:microsoft.com/office/officeart/2005/8/layout/cycle6"/>
    <dgm:cxn modelId="{33E21543-042A-B145-88E7-4046987F665E}" type="presOf" srcId="{EEBB4AAF-462D-4A72-B84F-4FD6D3EABF60}" destId="{9808941F-9D7F-B243-BF3D-C5803034A457}" srcOrd="0" destOrd="0" presId="urn:microsoft.com/office/officeart/2005/8/layout/cycle6"/>
    <dgm:cxn modelId="{A0D8B046-9811-4BCD-A515-B2D60AAD6858}" srcId="{EEBB4AAF-462D-4A72-B84F-4FD6D3EABF60}" destId="{1C64BB69-32C7-465A-A330-BF96DE893DB2}" srcOrd="1" destOrd="0" parTransId="{1608A9F1-C0F6-4720-8BF9-C7AE33220872}" sibTransId="{E9E0D599-13DC-4B90-818F-6AB24AB69B59}"/>
    <dgm:cxn modelId="{ED917F53-9DA0-744C-8E1A-BEC62B8935CE}" type="presOf" srcId="{A201E02C-8826-4FFF-9746-B14F311A1AFF}" destId="{FA8DB6AA-C01F-D940-BD88-F66A818CFBE9}" srcOrd="0" destOrd="0" presId="urn:microsoft.com/office/officeart/2005/8/layout/cycle6"/>
    <dgm:cxn modelId="{58811857-D084-4700-BA55-560E04F1853C}" srcId="{EEBB4AAF-462D-4A72-B84F-4FD6D3EABF60}" destId="{FEB4C4B8-CB93-4ED7-82D8-12EFEEFE80FC}" srcOrd="2" destOrd="0" parTransId="{818094B6-C39F-4E52-8CA7-2D4F7BF9DF62}" sibTransId="{714ED625-E632-4062-B32C-CC9D38CC7E27}"/>
    <dgm:cxn modelId="{CD24AB6A-4EE6-4040-A27C-67C46F9250C1}" type="presOf" srcId="{A83987C6-90B6-461A-A189-47EDA1F9923F}" destId="{C7E2E2C4-47D8-3542-8018-9F0D102C0C1D}" srcOrd="0" destOrd="0" presId="urn:microsoft.com/office/officeart/2005/8/layout/cycle6"/>
    <dgm:cxn modelId="{9AA9636E-2F58-4AF7-858C-77130E432B8A}" srcId="{EEBB4AAF-462D-4A72-B84F-4FD6D3EABF60}" destId="{00D9C913-6C30-4CA2-9215-DD08D112BA8B}" srcOrd="4" destOrd="0" parTransId="{5B6E2E9A-E16A-49C9-ADF5-57AF4D5CE096}" sibTransId="{968B8700-632C-43F6-A413-9FA0E1B84908}"/>
    <dgm:cxn modelId="{FE97A080-B329-DF44-AFEB-79CA6BCB206A}" type="presOf" srcId="{E9E0D599-13DC-4B90-818F-6AB24AB69B59}" destId="{FAD604B0-8069-7446-82D5-DFB072461E56}" srcOrd="0" destOrd="0" presId="urn:microsoft.com/office/officeart/2005/8/layout/cycle6"/>
    <dgm:cxn modelId="{915D0E92-0C5B-C649-8E48-897CC56CB3E3}" type="presOf" srcId="{1C64BB69-32C7-465A-A330-BF96DE893DB2}" destId="{0FEF8844-B328-5842-B091-5E81274E5B8B}" srcOrd="0" destOrd="0" presId="urn:microsoft.com/office/officeart/2005/8/layout/cycle6"/>
    <dgm:cxn modelId="{395711AB-F455-6F4B-A32D-73291E1462A4}" type="presOf" srcId="{DA990990-FBAB-4A87-8EBE-3F6084C6F181}" destId="{630D824F-CFCB-3744-A143-CD5F0440C6D1}" srcOrd="0" destOrd="0" presId="urn:microsoft.com/office/officeart/2005/8/layout/cycle6"/>
    <dgm:cxn modelId="{66E556AD-631C-FB46-9027-2B2FB5E9BEB7}" type="presOf" srcId="{714ED625-E632-4062-B32C-CC9D38CC7E27}" destId="{2CCE3CD3-72F8-3E44-A098-8CB98B51C03F}" srcOrd="0" destOrd="0" presId="urn:microsoft.com/office/officeart/2005/8/layout/cycle6"/>
    <dgm:cxn modelId="{07474DB8-B007-F746-A5DA-4C6131BE4F76}" type="presOf" srcId="{D04E35DA-587A-403D-90BC-652CD646C7B7}" destId="{BAFDEF4F-EE74-1846-89C1-6E4B06C809AB}" srcOrd="0" destOrd="0" presId="urn:microsoft.com/office/officeart/2005/8/layout/cycle6"/>
    <dgm:cxn modelId="{E7CD33E5-171B-4F7A-B42C-B6FE71A1E83F}" srcId="{EEBB4AAF-462D-4A72-B84F-4FD6D3EABF60}" destId="{DA990990-FBAB-4A87-8EBE-3F6084C6F181}" srcOrd="0" destOrd="0" parTransId="{7109DD52-C5D0-4407-8853-433CE0C7533B}" sibTransId="{D04E35DA-587A-403D-90BC-652CD646C7B7}"/>
    <dgm:cxn modelId="{C1BF59E9-DD85-45B0-9251-166ABCA4E60E}" srcId="{EEBB4AAF-462D-4A72-B84F-4FD6D3EABF60}" destId="{A201E02C-8826-4FFF-9746-B14F311A1AFF}" srcOrd="3" destOrd="0" parTransId="{B49D9C3B-947F-4F76-97E4-156AFFF31B68}" sibTransId="{A83987C6-90B6-461A-A189-47EDA1F9923F}"/>
    <dgm:cxn modelId="{7DFC8A64-D48D-7949-8680-072D53B458AC}" type="presParOf" srcId="{9808941F-9D7F-B243-BF3D-C5803034A457}" destId="{630D824F-CFCB-3744-A143-CD5F0440C6D1}" srcOrd="0" destOrd="0" presId="urn:microsoft.com/office/officeart/2005/8/layout/cycle6"/>
    <dgm:cxn modelId="{0105E8C0-DE93-3542-B15E-9CE493D49A9B}" type="presParOf" srcId="{9808941F-9D7F-B243-BF3D-C5803034A457}" destId="{48A42F6E-23BB-8840-9184-61B6ABC88E2F}" srcOrd="1" destOrd="0" presId="urn:microsoft.com/office/officeart/2005/8/layout/cycle6"/>
    <dgm:cxn modelId="{C6830B7A-1328-A643-BDC7-325B4274F8DA}" type="presParOf" srcId="{9808941F-9D7F-B243-BF3D-C5803034A457}" destId="{BAFDEF4F-EE74-1846-89C1-6E4B06C809AB}" srcOrd="2" destOrd="0" presId="urn:microsoft.com/office/officeart/2005/8/layout/cycle6"/>
    <dgm:cxn modelId="{B9B07C49-5C18-FA4B-A697-D855843AFEE6}" type="presParOf" srcId="{9808941F-9D7F-B243-BF3D-C5803034A457}" destId="{0FEF8844-B328-5842-B091-5E81274E5B8B}" srcOrd="3" destOrd="0" presId="urn:microsoft.com/office/officeart/2005/8/layout/cycle6"/>
    <dgm:cxn modelId="{90BC3D58-4B05-0A41-8885-1E8A397D8F93}" type="presParOf" srcId="{9808941F-9D7F-B243-BF3D-C5803034A457}" destId="{D90982FD-B89D-D845-9343-9DC20B78D563}" srcOrd="4" destOrd="0" presId="urn:microsoft.com/office/officeart/2005/8/layout/cycle6"/>
    <dgm:cxn modelId="{6E289017-17CD-C145-9562-2B7FB656A6F7}" type="presParOf" srcId="{9808941F-9D7F-B243-BF3D-C5803034A457}" destId="{FAD604B0-8069-7446-82D5-DFB072461E56}" srcOrd="5" destOrd="0" presId="urn:microsoft.com/office/officeart/2005/8/layout/cycle6"/>
    <dgm:cxn modelId="{84411AF6-DDF1-4546-8FD9-A8B6ABE4C83F}" type="presParOf" srcId="{9808941F-9D7F-B243-BF3D-C5803034A457}" destId="{B30D5A03-8F45-1D4E-A64A-72873113F4E2}" srcOrd="6" destOrd="0" presId="urn:microsoft.com/office/officeart/2005/8/layout/cycle6"/>
    <dgm:cxn modelId="{E5B186C3-2B20-1148-AD42-365F39B8C04D}" type="presParOf" srcId="{9808941F-9D7F-B243-BF3D-C5803034A457}" destId="{2F215624-5CA1-8F47-8ED3-BFB9D4B04813}" srcOrd="7" destOrd="0" presId="urn:microsoft.com/office/officeart/2005/8/layout/cycle6"/>
    <dgm:cxn modelId="{BBCEEEF7-519E-CF44-8D22-C89E4F946F97}" type="presParOf" srcId="{9808941F-9D7F-B243-BF3D-C5803034A457}" destId="{2CCE3CD3-72F8-3E44-A098-8CB98B51C03F}" srcOrd="8" destOrd="0" presId="urn:microsoft.com/office/officeart/2005/8/layout/cycle6"/>
    <dgm:cxn modelId="{233E7924-9AAF-3748-8B98-A357B479126D}" type="presParOf" srcId="{9808941F-9D7F-B243-BF3D-C5803034A457}" destId="{FA8DB6AA-C01F-D940-BD88-F66A818CFBE9}" srcOrd="9" destOrd="0" presId="urn:microsoft.com/office/officeart/2005/8/layout/cycle6"/>
    <dgm:cxn modelId="{4878B56D-5A00-264B-A236-D5C2C9C3D75C}" type="presParOf" srcId="{9808941F-9D7F-B243-BF3D-C5803034A457}" destId="{9A8B1C9B-8458-6049-BA59-C3BD1DF242EF}" srcOrd="10" destOrd="0" presId="urn:microsoft.com/office/officeart/2005/8/layout/cycle6"/>
    <dgm:cxn modelId="{02388C4D-8F2D-FE4C-BCA2-BBF2D839AAA7}" type="presParOf" srcId="{9808941F-9D7F-B243-BF3D-C5803034A457}" destId="{C7E2E2C4-47D8-3542-8018-9F0D102C0C1D}" srcOrd="11" destOrd="0" presId="urn:microsoft.com/office/officeart/2005/8/layout/cycle6"/>
    <dgm:cxn modelId="{33373907-51FF-CC48-A7CD-1CA20C9CA374}" type="presParOf" srcId="{9808941F-9D7F-B243-BF3D-C5803034A457}" destId="{F556E76B-A595-1F40-BC2A-2F08C80E9D63}" srcOrd="12" destOrd="0" presId="urn:microsoft.com/office/officeart/2005/8/layout/cycle6"/>
    <dgm:cxn modelId="{4F1CCB54-BD89-4343-995E-F88ED8F514EB}" type="presParOf" srcId="{9808941F-9D7F-B243-BF3D-C5803034A457}" destId="{5C74531E-9883-9B47-9249-43B0F5AE7BA7}" srcOrd="13" destOrd="0" presId="urn:microsoft.com/office/officeart/2005/8/layout/cycle6"/>
    <dgm:cxn modelId="{09F29181-7A3C-F04C-A088-53A36D98D19B}" type="presParOf" srcId="{9808941F-9D7F-B243-BF3D-C5803034A457}" destId="{353C0B96-58C7-3448-999C-338C8AD49DF0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7.xml><?xml version="1.0" encoding="utf-8"?>
<dgm:dataModel xmlns:dgm="http://schemas.openxmlformats.org/drawingml/2006/diagram" xmlns:a="http://schemas.openxmlformats.org/drawingml/2006/main">
  <dgm:ptLst>
    <dgm:pt modelId="{11E84F6B-6956-4EDF-9E96-53499566EA3B}" type="doc">
      <dgm:prSet loTypeId="urn:microsoft.com/office/officeart/2005/8/layout/cycle3" qsTypeId="urn:microsoft.com/office/officeart/2005/8/quickstyle/simple2" csTypeId="urn:microsoft.com/office/officeart/2005/8/colors/accent1_2"/>
      <dgm:spPr/>
    </dgm:pt>
    <dgm:pt modelId="{03C8BDFB-9C68-465A-B6D3-A5E2C7997A01}">
      <dgm:prSet/>
      <dgm:spPr/>
      <dgm:t>
        <a:bodyPr/>
        <a:lstStyle/>
        <a:p>
          <a:r>
            <a:t>Plan</a:t>
          </a:r>
        </a:p>
      </dgm:t>
    </dgm:pt>
    <dgm:pt modelId="{2D22F650-93CA-46DD-9038-5F2F2D62FCFE}" type="parTrans" cxnId="{AB7F2A7A-41E2-413F-B1F7-77C54D7CC4CF}">
      <dgm:prSet/>
      <dgm:spPr/>
      <dgm:t>
        <a:bodyPr/>
        <a:lstStyle/>
        <a:p>
          <a:endParaRPr/>
        </a:p>
      </dgm:t>
    </dgm:pt>
    <dgm:pt modelId="{069906D8-86DE-4C21-9B0F-BD2A9474EAE5}" type="sibTrans" cxnId="{AB7F2A7A-41E2-413F-B1F7-77C54D7CC4CF}">
      <dgm:prSet/>
      <dgm:spPr/>
      <dgm:t>
        <a:bodyPr/>
        <a:lstStyle/>
        <a:p>
          <a:endParaRPr/>
        </a:p>
      </dgm:t>
    </dgm:pt>
    <dgm:pt modelId="{0F977283-8535-4862-9DFE-699302335CFC}">
      <dgm:prSet/>
      <dgm:spPr/>
      <dgm:t>
        <a:bodyPr/>
        <a:lstStyle/>
        <a:p>
          <a:r>
            <a:t>Create</a:t>
          </a:r>
        </a:p>
      </dgm:t>
    </dgm:pt>
    <dgm:pt modelId="{A2D7E668-1348-4F0D-A688-6D91413C7354}" type="parTrans" cxnId="{D66D9268-F98E-44E5-BAFB-14CE68F2462C}">
      <dgm:prSet/>
      <dgm:spPr/>
      <dgm:t>
        <a:bodyPr/>
        <a:lstStyle/>
        <a:p>
          <a:endParaRPr/>
        </a:p>
      </dgm:t>
    </dgm:pt>
    <dgm:pt modelId="{52C84846-8CA8-4F59-9089-6E0219E8C916}" type="sibTrans" cxnId="{D66D9268-F98E-44E5-BAFB-14CE68F2462C}">
      <dgm:prSet/>
      <dgm:spPr/>
      <dgm:t>
        <a:bodyPr/>
        <a:lstStyle/>
        <a:p>
          <a:endParaRPr/>
        </a:p>
      </dgm:t>
    </dgm:pt>
    <dgm:pt modelId="{030ADCAA-6EE7-49FF-B1BC-E03730C65666}">
      <dgm:prSet/>
      <dgm:spPr/>
      <dgm:t>
        <a:bodyPr/>
        <a:lstStyle/>
        <a:p>
          <a:r>
            <a:t>Measure</a:t>
          </a:r>
        </a:p>
      </dgm:t>
    </dgm:pt>
    <dgm:pt modelId="{C5953B35-FD11-4CCF-AA5C-D9C9139DAE67}" type="parTrans" cxnId="{2C4CD3D2-3D55-424F-9D0D-195F1733AC60}">
      <dgm:prSet/>
      <dgm:spPr/>
      <dgm:t>
        <a:bodyPr/>
        <a:lstStyle/>
        <a:p>
          <a:endParaRPr/>
        </a:p>
      </dgm:t>
    </dgm:pt>
    <dgm:pt modelId="{CBFA171C-C6EE-4576-ACAB-3A7FCEE34C27}" type="sibTrans" cxnId="{2C4CD3D2-3D55-424F-9D0D-195F1733AC60}">
      <dgm:prSet/>
      <dgm:spPr/>
      <dgm:t>
        <a:bodyPr/>
        <a:lstStyle/>
        <a:p>
          <a:endParaRPr/>
        </a:p>
      </dgm:t>
    </dgm:pt>
    <dgm:pt modelId="{0EE544AB-C771-4532-BDBC-9701E00E7542}">
      <dgm:prSet/>
      <dgm:spPr/>
      <dgm:t>
        <a:bodyPr/>
        <a:lstStyle/>
        <a:p>
          <a:r>
            <a:t>Improve</a:t>
          </a:r>
        </a:p>
      </dgm:t>
    </dgm:pt>
    <dgm:pt modelId="{4F5707DE-FFE8-4764-B790-ED8445C763E0}" type="parTrans" cxnId="{FC82BAD0-2B72-404B-A989-7C15851D1358}">
      <dgm:prSet/>
      <dgm:spPr/>
      <dgm:t>
        <a:bodyPr/>
        <a:lstStyle/>
        <a:p>
          <a:endParaRPr/>
        </a:p>
      </dgm:t>
    </dgm:pt>
    <dgm:pt modelId="{E234A4C4-76FD-4D6F-A827-BC00BFBA8215}" type="sibTrans" cxnId="{FC82BAD0-2B72-404B-A989-7C15851D1358}">
      <dgm:prSet/>
      <dgm:spPr/>
      <dgm:t>
        <a:bodyPr/>
        <a:lstStyle/>
        <a:p>
          <a:endParaRPr/>
        </a:p>
      </dgm:t>
    </dgm:pt>
    <dgm:pt modelId="{19CFD05B-5019-4133-99CE-A005B6468022}">
      <dgm:prSet/>
      <dgm:spPr/>
      <dgm:t>
        <a:bodyPr/>
        <a:lstStyle/>
        <a:p>
          <a:r>
            <a:t>Repeat</a:t>
          </a:r>
        </a:p>
      </dgm:t>
    </dgm:pt>
    <dgm:pt modelId="{F86FB48D-7271-4A65-95F9-515DE171F37E}" type="parTrans" cxnId="{C3698575-4903-4856-AB23-950A3EBAAB05}">
      <dgm:prSet/>
      <dgm:spPr/>
      <dgm:t>
        <a:bodyPr/>
        <a:lstStyle/>
        <a:p>
          <a:endParaRPr/>
        </a:p>
      </dgm:t>
    </dgm:pt>
    <dgm:pt modelId="{7932770C-6019-4A2A-BF6F-1020E3F2A8AB}" type="sibTrans" cxnId="{C3698575-4903-4856-AB23-950A3EBAAB05}">
      <dgm:prSet/>
      <dgm:spPr/>
      <dgm:t>
        <a:bodyPr/>
        <a:lstStyle/>
        <a:p>
          <a:endParaRPr/>
        </a:p>
      </dgm:t>
    </dgm:pt>
    <dgm:pt modelId="{FDD67635-BA4D-074A-97AB-7D9B955E3FD5}" type="pres">
      <dgm:prSet presAssocID="{11E84F6B-6956-4EDF-9E96-53499566EA3B}" presName="Name0" presStyleCnt="0">
        <dgm:presLayoutVars>
          <dgm:dir/>
          <dgm:resizeHandles val="exact"/>
        </dgm:presLayoutVars>
      </dgm:prSet>
      <dgm:spPr/>
    </dgm:pt>
    <dgm:pt modelId="{2C445374-9255-D141-9385-48367AA88102}" type="pres">
      <dgm:prSet presAssocID="{11E84F6B-6956-4EDF-9E96-53499566EA3B}" presName="cycle" presStyleCnt="0"/>
      <dgm:spPr/>
    </dgm:pt>
    <dgm:pt modelId="{3580FC81-9075-0C43-9F76-17EDCA474BB9}" type="pres">
      <dgm:prSet presAssocID="{03C8BDFB-9C68-465A-B6D3-A5E2C7997A01}" presName="nodeFirstNode" presStyleLbl="node1" presStyleIdx="0" presStyleCnt="5">
        <dgm:presLayoutVars>
          <dgm:bulletEnabled val="1"/>
        </dgm:presLayoutVars>
      </dgm:prSet>
      <dgm:spPr/>
    </dgm:pt>
    <dgm:pt modelId="{19B0238A-47E8-4F4C-9062-F4BD06313D08}" type="pres">
      <dgm:prSet presAssocID="{069906D8-86DE-4C21-9B0F-BD2A9474EAE5}" presName="sibTransFirstNode" presStyleLbl="bgShp" presStyleIdx="0" presStyleCnt="1"/>
      <dgm:spPr/>
    </dgm:pt>
    <dgm:pt modelId="{51F550BC-4E92-3B43-9DEB-FC77E7B6F395}" type="pres">
      <dgm:prSet presAssocID="{0F977283-8535-4862-9DFE-699302335CFC}" presName="nodeFollowingNodes" presStyleLbl="node1" presStyleIdx="1" presStyleCnt="5">
        <dgm:presLayoutVars>
          <dgm:bulletEnabled val="1"/>
        </dgm:presLayoutVars>
      </dgm:prSet>
      <dgm:spPr/>
    </dgm:pt>
    <dgm:pt modelId="{68483B9D-1C53-9941-A520-8BF8A3FE5B48}" type="pres">
      <dgm:prSet presAssocID="{030ADCAA-6EE7-49FF-B1BC-E03730C65666}" presName="nodeFollowingNodes" presStyleLbl="node1" presStyleIdx="2" presStyleCnt="5">
        <dgm:presLayoutVars>
          <dgm:bulletEnabled val="1"/>
        </dgm:presLayoutVars>
      </dgm:prSet>
      <dgm:spPr/>
    </dgm:pt>
    <dgm:pt modelId="{4594D8CD-61DE-1044-8BFB-5EC9AF07704A}" type="pres">
      <dgm:prSet presAssocID="{0EE544AB-C771-4532-BDBC-9701E00E7542}" presName="nodeFollowingNodes" presStyleLbl="node1" presStyleIdx="3" presStyleCnt="5">
        <dgm:presLayoutVars>
          <dgm:bulletEnabled val="1"/>
        </dgm:presLayoutVars>
      </dgm:prSet>
      <dgm:spPr/>
    </dgm:pt>
    <dgm:pt modelId="{F1915AD1-B331-2D4A-BD54-5CDE95BDC323}" type="pres">
      <dgm:prSet presAssocID="{19CFD05B-5019-4133-99CE-A005B6468022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D66D9268-F98E-44E5-BAFB-14CE68F2462C}" srcId="{11E84F6B-6956-4EDF-9E96-53499566EA3B}" destId="{0F977283-8535-4862-9DFE-699302335CFC}" srcOrd="1" destOrd="0" parTransId="{A2D7E668-1348-4F0D-A688-6D91413C7354}" sibTransId="{52C84846-8CA8-4F59-9089-6E0219E8C916}"/>
    <dgm:cxn modelId="{0172F06C-DFFB-4E4C-A905-ACABB9533B77}" type="presOf" srcId="{069906D8-86DE-4C21-9B0F-BD2A9474EAE5}" destId="{19B0238A-47E8-4F4C-9062-F4BD06313D08}" srcOrd="0" destOrd="0" presId="urn:microsoft.com/office/officeart/2005/8/layout/cycle3"/>
    <dgm:cxn modelId="{C3698575-4903-4856-AB23-950A3EBAAB05}" srcId="{11E84F6B-6956-4EDF-9E96-53499566EA3B}" destId="{19CFD05B-5019-4133-99CE-A005B6468022}" srcOrd="4" destOrd="0" parTransId="{F86FB48D-7271-4A65-95F9-515DE171F37E}" sibTransId="{7932770C-6019-4A2A-BF6F-1020E3F2A8AB}"/>
    <dgm:cxn modelId="{AB7F2A7A-41E2-413F-B1F7-77C54D7CC4CF}" srcId="{11E84F6B-6956-4EDF-9E96-53499566EA3B}" destId="{03C8BDFB-9C68-465A-B6D3-A5E2C7997A01}" srcOrd="0" destOrd="0" parTransId="{2D22F650-93CA-46DD-9038-5F2F2D62FCFE}" sibTransId="{069906D8-86DE-4C21-9B0F-BD2A9474EAE5}"/>
    <dgm:cxn modelId="{FB8C52C9-D690-704C-9D45-A2979FF444FA}" type="presOf" srcId="{19CFD05B-5019-4133-99CE-A005B6468022}" destId="{F1915AD1-B331-2D4A-BD54-5CDE95BDC323}" srcOrd="0" destOrd="0" presId="urn:microsoft.com/office/officeart/2005/8/layout/cycle3"/>
    <dgm:cxn modelId="{FC82BAD0-2B72-404B-A989-7C15851D1358}" srcId="{11E84F6B-6956-4EDF-9E96-53499566EA3B}" destId="{0EE544AB-C771-4532-BDBC-9701E00E7542}" srcOrd="3" destOrd="0" parTransId="{4F5707DE-FFE8-4764-B790-ED8445C763E0}" sibTransId="{E234A4C4-76FD-4D6F-A827-BC00BFBA8215}"/>
    <dgm:cxn modelId="{2C4CD3D2-3D55-424F-9D0D-195F1733AC60}" srcId="{11E84F6B-6956-4EDF-9E96-53499566EA3B}" destId="{030ADCAA-6EE7-49FF-B1BC-E03730C65666}" srcOrd="2" destOrd="0" parTransId="{C5953B35-FD11-4CCF-AA5C-D9C9139DAE67}" sibTransId="{CBFA171C-C6EE-4576-ACAB-3A7FCEE34C27}"/>
    <dgm:cxn modelId="{BF8BEAD6-81A0-B641-A59B-A1C07DED849F}" type="presOf" srcId="{0F977283-8535-4862-9DFE-699302335CFC}" destId="{51F550BC-4E92-3B43-9DEB-FC77E7B6F395}" srcOrd="0" destOrd="0" presId="urn:microsoft.com/office/officeart/2005/8/layout/cycle3"/>
    <dgm:cxn modelId="{67DBE1E2-3B1A-8644-B4F2-A75CACD1FD66}" type="presOf" srcId="{030ADCAA-6EE7-49FF-B1BC-E03730C65666}" destId="{68483B9D-1C53-9941-A520-8BF8A3FE5B48}" srcOrd="0" destOrd="0" presId="urn:microsoft.com/office/officeart/2005/8/layout/cycle3"/>
    <dgm:cxn modelId="{610654F3-7237-654C-9BBC-0B1B17FD5539}" type="presOf" srcId="{03C8BDFB-9C68-465A-B6D3-A5E2C7997A01}" destId="{3580FC81-9075-0C43-9F76-17EDCA474BB9}" srcOrd="0" destOrd="0" presId="urn:microsoft.com/office/officeart/2005/8/layout/cycle3"/>
    <dgm:cxn modelId="{F51BD7F6-C193-9840-A748-8076BB3D747C}" type="presOf" srcId="{11E84F6B-6956-4EDF-9E96-53499566EA3B}" destId="{FDD67635-BA4D-074A-97AB-7D9B955E3FD5}" srcOrd="0" destOrd="0" presId="urn:microsoft.com/office/officeart/2005/8/layout/cycle3"/>
    <dgm:cxn modelId="{E83A71FA-6F00-2747-9703-E63D21E03548}" type="presOf" srcId="{0EE544AB-C771-4532-BDBC-9701E00E7542}" destId="{4594D8CD-61DE-1044-8BFB-5EC9AF07704A}" srcOrd="0" destOrd="0" presId="urn:microsoft.com/office/officeart/2005/8/layout/cycle3"/>
    <dgm:cxn modelId="{31F07ADC-EC87-1848-ABE1-C90C4E483A04}" type="presParOf" srcId="{FDD67635-BA4D-074A-97AB-7D9B955E3FD5}" destId="{2C445374-9255-D141-9385-48367AA88102}" srcOrd="0" destOrd="0" presId="urn:microsoft.com/office/officeart/2005/8/layout/cycle3"/>
    <dgm:cxn modelId="{13406CE0-9F6E-5F48-B105-C043D75444AA}" type="presParOf" srcId="{2C445374-9255-D141-9385-48367AA88102}" destId="{3580FC81-9075-0C43-9F76-17EDCA474BB9}" srcOrd="0" destOrd="0" presId="urn:microsoft.com/office/officeart/2005/8/layout/cycle3"/>
    <dgm:cxn modelId="{60B7E2D0-E362-DE41-A2EA-0C09537422BA}" type="presParOf" srcId="{2C445374-9255-D141-9385-48367AA88102}" destId="{19B0238A-47E8-4F4C-9062-F4BD06313D08}" srcOrd="1" destOrd="0" presId="urn:microsoft.com/office/officeart/2005/8/layout/cycle3"/>
    <dgm:cxn modelId="{4D41D628-5890-CF40-AB6E-51263719AEA7}" type="presParOf" srcId="{2C445374-9255-D141-9385-48367AA88102}" destId="{51F550BC-4E92-3B43-9DEB-FC77E7B6F395}" srcOrd="2" destOrd="0" presId="urn:microsoft.com/office/officeart/2005/8/layout/cycle3"/>
    <dgm:cxn modelId="{C4E9E082-6588-F649-A824-CA2D82396E5B}" type="presParOf" srcId="{2C445374-9255-D141-9385-48367AA88102}" destId="{68483B9D-1C53-9941-A520-8BF8A3FE5B48}" srcOrd="3" destOrd="0" presId="urn:microsoft.com/office/officeart/2005/8/layout/cycle3"/>
    <dgm:cxn modelId="{304E0203-9E03-7E40-AF4E-41AB7B981EBD}" type="presParOf" srcId="{2C445374-9255-D141-9385-48367AA88102}" destId="{4594D8CD-61DE-1044-8BFB-5EC9AF07704A}" srcOrd="4" destOrd="0" presId="urn:microsoft.com/office/officeart/2005/8/layout/cycle3"/>
    <dgm:cxn modelId="{ABB5B3DE-35F5-AD40-8DDE-2E6451C1904D}" type="presParOf" srcId="{2C445374-9255-D141-9385-48367AA88102}" destId="{F1915AD1-B331-2D4A-BD54-5CDE95BDC323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8.xml><?xml version="1.0" encoding="utf-8"?>
<dgm:dataModel xmlns:dgm="http://schemas.openxmlformats.org/drawingml/2006/diagram" xmlns:a="http://schemas.openxmlformats.org/drawingml/2006/main">
  <dgm:ptLst>
    <dgm:pt modelId="{5619AA5D-3E59-463E-BC44-66805C0D5E6E}" type="doc">
      <dgm:prSet loTypeId="urn:microsoft.com/office/officeart/2005/8/layout/cycle7" qsTypeId="urn:microsoft.com/office/officeart/2005/8/quickstyle/simple2" csTypeId="urn:microsoft.com/office/officeart/2005/8/colors/accent1_2"/>
      <dgm:spPr/>
    </dgm:pt>
    <dgm:pt modelId="{88B7AC7C-6539-4545-B128-DB5A0657B97A}">
      <dgm:prSet/>
      <dgm:spPr/>
      <dgm:t>
        <a:bodyPr/>
        <a:lstStyle/>
        <a:p>
          <a:r>
            <a:t>Plan</a:t>
          </a:r>
        </a:p>
      </dgm:t>
    </dgm:pt>
    <dgm:pt modelId="{46F91C77-3EB2-4A8D-AEFE-2826118FDE1E}" type="parTrans" cxnId="{2F8CFF36-BF30-4AA2-8B9D-B8E98DFAA169}">
      <dgm:prSet/>
      <dgm:spPr/>
      <dgm:t>
        <a:bodyPr/>
        <a:lstStyle/>
        <a:p>
          <a:endParaRPr/>
        </a:p>
      </dgm:t>
    </dgm:pt>
    <dgm:pt modelId="{0C238447-E70C-4A96-AD18-E630BEA66281}" type="sibTrans" cxnId="{2F8CFF36-BF30-4AA2-8B9D-B8E98DFAA169}">
      <dgm:prSet/>
      <dgm:spPr/>
      <dgm:t>
        <a:bodyPr/>
        <a:lstStyle/>
        <a:p>
          <a:endParaRPr/>
        </a:p>
      </dgm:t>
    </dgm:pt>
    <dgm:pt modelId="{207675C1-C550-4ED0-932C-84B67797CFD5}">
      <dgm:prSet/>
      <dgm:spPr/>
      <dgm:t>
        <a:bodyPr/>
        <a:lstStyle/>
        <a:p>
          <a:r>
            <a:t>Create</a:t>
          </a:r>
        </a:p>
      </dgm:t>
    </dgm:pt>
    <dgm:pt modelId="{991B7C8A-E7DE-4325-87DB-26D287242789}" type="parTrans" cxnId="{7A637A0C-F959-4D03-AF3B-96973F313C51}">
      <dgm:prSet/>
      <dgm:spPr/>
      <dgm:t>
        <a:bodyPr/>
        <a:lstStyle/>
        <a:p>
          <a:endParaRPr/>
        </a:p>
      </dgm:t>
    </dgm:pt>
    <dgm:pt modelId="{F810624A-2288-4449-94CB-102B9CF394CB}" type="sibTrans" cxnId="{7A637A0C-F959-4D03-AF3B-96973F313C51}">
      <dgm:prSet/>
      <dgm:spPr/>
      <dgm:t>
        <a:bodyPr/>
        <a:lstStyle/>
        <a:p>
          <a:endParaRPr/>
        </a:p>
      </dgm:t>
    </dgm:pt>
    <dgm:pt modelId="{582FA360-0B15-41DA-A9E4-608138A6B9CA}">
      <dgm:prSet/>
      <dgm:spPr/>
      <dgm:t>
        <a:bodyPr/>
        <a:lstStyle/>
        <a:p>
          <a:r>
            <a:t>Measure</a:t>
          </a:r>
        </a:p>
      </dgm:t>
    </dgm:pt>
    <dgm:pt modelId="{32B4109D-1031-4E86-ACF8-D9D2D29923A4}" type="parTrans" cxnId="{72EEAA11-E482-43AC-955F-7FA56236C6FE}">
      <dgm:prSet/>
      <dgm:spPr/>
      <dgm:t>
        <a:bodyPr/>
        <a:lstStyle/>
        <a:p>
          <a:endParaRPr/>
        </a:p>
      </dgm:t>
    </dgm:pt>
    <dgm:pt modelId="{47BA060E-EA64-41A9-8AEF-E732C46CE34E}" type="sibTrans" cxnId="{72EEAA11-E482-43AC-955F-7FA56236C6FE}">
      <dgm:prSet/>
      <dgm:spPr/>
      <dgm:t>
        <a:bodyPr/>
        <a:lstStyle/>
        <a:p>
          <a:endParaRPr/>
        </a:p>
      </dgm:t>
    </dgm:pt>
    <dgm:pt modelId="{3FF45ED2-FE7B-462F-AC54-9DA5A8341E81}">
      <dgm:prSet/>
      <dgm:spPr/>
      <dgm:t>
        <a:bodyPr/>
        <a:lstStyle/>
        <a:p>
          <a:r>
            <a:t>Improve</a:t>
          </a:r>
        </a:p>
      </dgm:t>
    </dgm:pt>
    <dgm:pt modelId="{43F95D65-1CDE-4301-8ACC-6D41C2FF3B8A}" type="parTrans" cxnId="{189395AB-AFAC-420E-89B7-E94DAFBBD21F}">
      <dgm:prSet/>
      <dgm:spPr/>
      <dgm:t>
        <a:bodyPr/>
        <a:lstStyle/>
        <a:p>
          <a:endParaRPr/>
        </a:p>
      </dgm:t>
    </dgm:pt>
    <dgm:pt modelId="{5CBC8BF8-0475-4D86-B52A-D1DD5F198E04}" type="sibTrans" cxnId="{189395AB-AFAC-420E-89B7-E94DAFBBD21F}">
      <dgm:prSet/>
      <dgm:spPr/>
      <dgm:t>
        <a:bodyPr/>
        <a:lstStyle/>
        <a:p>
          <a:endParaRPr/>
        </a:p>
      </dgm:t>
    </dgm:pt>
    <dgm:pt modelId="{0ED29B04-56FB-490A-9419-7D62594BCEB2}">
      <dgm:prSet/>
      <dgm:spPr/>
      <dgm:t>
        <a:bodyPr/>
        <a:lstStyle/>
        <a:p>
          <a:r>
            <a:t>Repeat</a:t>
          </a:r>
        </a:p>
      </dgm:t>
    </dgm:pt>
    <dgm:pt modelId="{1BC571A6-4776-4617-B8D6-5835FF9F8623}" type="parTrans" cxnId="{CD069252-B800-4828-9FE2-9833E7390D91}">
      <dgm:prSet/>
      <dgm:spPr/>
      <dgm:t>
        <a:bodyPr/>
        <a:lstStyle/>
        <a:p>
          <a:endParaRPr/>
        </a:p>
      </dgm:t>
    </dgm:pt>
    <dgm:pt modelId="{6D86DB5A-8DCB-4B09-9D03-E2C9755971BE}" type="sibTrans" cxnId="{CD069252-B800-4828-9FE2-9833E7390D91}">
      <dgm:prSet/>
      <dgm:spPr/>
      <dgm:t>
        <a:bodyPr/>
        <a:lstStyle/>
        <a:p>
          <a:endParaRPr/>
        </a:p>
      </dgm:t>
    </dgm:pt>
    <dgm:pt modelId="{5E3F878E-6B69-4844-BBB1-74DD6260DCC9}" type="pres">
      <dgm:prSet presAssocID="{5619AA5D-3E59-463E-BC44-66805C0D5E6E}" presName="Name0" presStyleCnt="0">
        <dgm:presLayoutVars>
          <dgm:dir/>
          <dgm:resizeHandles val="exact"/>
        </dgm:presLayoutVars>
      </dgm:prSet>
      <dgm:spPr/>
    </dgm:pt>
    <dgm:pt modelId="{5D531025-E873-3D4E-B866-5CE7AA7208D2}" type="pres">
      <dgm:prSet presAssocID="{88B7AC7C-6539-4545-B128-DB5A0657B97A}" presName="node" presStyleLbl="node1" presStyleIdx="0" presStyleCnt="5">
        <dgm:presLayoutVars>
          <dgm:bulletEnabled val="1"/>
        </dgm:presLayoutVars>
      </dgm:prSet>
      <dgm:spPr/>
    </dgm:pt>
    <dgm:pt modelId="{7B092C55-8324-154B-A965-F8DBACE49B47}" type="pres">
      <dgm:prSet presAssocID="{0C238447-E70C-4A96-AD18-E630BEA66281}" presName="sibTrans" presStyleLbl="sibTrans2D1" presStyleIdx="0" presStyleCnt="5"/>
      <dgm:spPr/>
    </dgm:pt>
    <dgm:pt modelId="{2EEA48F3-90AC-F14D-836A-93D01DCEA40A}" type="pres">
      <dgm:prSet presAssocID="{0C238447-E70C-4A96-AD18-E630BEA66281}" presName="connectorText" presStyleLbl="sibTrans2D1" presStyleIdx="0" presStyleCnt="5"/>
      <dgm:spPr/>
    </dgm:pt>
    <dgm:pt modelId="{039E057D-FCFD-A542-BA43-CC22916CA70B}" type="pres">
      <dgm:prSet presAssocID="{207675C1-C550-4ED0-932C-84B67797CFD5}" presName="node" presStyleLbl="node1" presStyleIdx="1" presStyleCnt="5">
        <dgm:presLayoutVars>
          <dgm:bulletEnabled val="1"/>
        </dgm:presLayoutVars>
      </dgm:prSet>
      <dgm:spPr/>
    </dgm:pt>
    <dgm:pt modelId="{D7DBECA2-9722-5F4E-B576-FC337505BD5A}" type="pres">
      <dgm:prSet presAssocID="{F810624A-2288-4449-94CB-102B9CF394CB}" presName="sibTrans" presStyleLbl="sibTrans2D1" presStyleIdx="1" presStyleCnt="5"/>
      <dgm:spPr/>
    </dgm:pt>
    <dgm:pt modelId="{1ED3C84A-69B6-D14F-9604-C932EC89EEE4}" type="pres">
      <dgm:prSet presAssocID="{F810624A-2288-4449-94CB-102B9CF394CB}" presName="connectorText" presStyleLbl="sibTrans2D1" presStyleIdx="1" presStyleCnt="5"/>
      <dgm:spPr/>
    </dgm:pt>
    <dgm:pt modelId="{D9FFB852-DAF9-DA46-BD73-504B5DFA8DC9}" type="pres">
      <dgm:prSet presAssocID="{582FA360-0B15-41DA-A9E4-608138A6B9CA}" presName="node" presStyleLbl="node1" presStyleIdx="2" presStyleCnt="5">
        <dgm:presLayoutVars>
          <dgm:bulletEnabled val="1"/>
        </dgm:presLayoutVars>
      </dgm:prSet>
      <dgm:spPr/>
    </dgm:pt>
    <dgm:pt modelId="{6D0CCB12-049D-064E-B94B-8BA4D58D409B}" type="pres">
      <dgm:prSet presAssocID="{47BA060E-EA64-41A9-8AEF-E732C46CE34E}" presName="sibTrans" presStyleLbl="sibTrans2D1" presStyleIdx="2" presStyleCnt="5"/>
      <dgm:spPr/>
    </dgm:pt>
    <dgm:pt modelId="{282E6CA8-1BB9-D14B-B55E-5836E52852F6}" type="pres">
      <dgm:prSet presAssocID="{47BA060E-EA64-41A9-8AEF-E732C46CE34E}" presName="connectorText" presStyleLbl="sibTrans2D1" presStyleIdx="2" presStyleCnt="5"/>
      <dgm:spPr/>
    </dgm:pt>
    <dgm:pt modelId="{7BF557DD-365C-524F-9F61-1B8E686909A9}" type="pres">
      <dgm:prSet presAssocID="{3FF45ED2-FE7B-462F-AC54-9DA5A8341E81}" presName="node" presStyleLbl="node1" presStyleIdx="3" presStyleCnt="5">
        <dgm:presLayoutVars>
          <dgm:bulletEnabled val="1"/>
        </dgm:presLayoutVars>
      </dgm:prSet>
      <dgm:spPr/>
    </dgm:pt>
    <dgm:pt modelId="{18F248D8-2FB9-564D-8B6F-2ED499F6D365}" type="pres">
      <dgm:prSet presAssocID="{5CBC8BF8-0475-4D86-B52A-D1DD5F198E04}" presName="sibTrans" presStyleLbl="sibTrans2D1" presStyleIdx="3" presStyleCnt="5"/>
      <dgm:spPr/>
    </dgm:pt>
    <dgm:pt modelId="{387BDF2C-8E17-1640-8D0D-61DE61F986ED}" type="pres">
      <dgm:prSet presAssocID="{5CBC8BF8-0475-4D86-B52A-D1DD5F198E04}" presName="connectorText" presStyleLbl="sibTrans2D1" presStyleIdx="3" presStyleCnt="5"/>
      <dgm:spPr/>
    </dgm:pt>
    <dgm:pt modelId="{52707151-410C-8045-9A99-30FD1655DECF}" type="pres">
      <dgm:prSet presAssocID="{0ED29B04-56FB-490A-9419-7D62594BCEB2}" presName="node" presStyleLbl="node1" presStyleIdx="4" presStyleCnt="5">
        <dgm:presLayoutVars>
          <dgm:bulletEnabled val="1"/>
        </dgm:presLayoutVars>
      </dgm:prSet>
      <dgm:spPr/>
    </dgm:pt>
    <dgm:pt modelId="{34382DB8-0913-FB4E-BEEA-3EF442FB8533}" type="pres">
      <dgm:prSet presAssocID="{6D86DB5A-8DCB-4B09-9D03-E2C9755971BE}" presName="sibTrans" presStyleLbl="sibTrans2D1" presStyleIdx="4" presStyleCnt="5"/>
      <dgm:spPr/>
    </dgm:pt>
    <dgm:pt modelId="{8F6E8867-D73B-604B-838C-67E52902DF91}" type="pres">
      <dgm:prSet presAssocID="{6D86DB5A-8DCB-4B09-9D03-E2C9755971BE}" presName="connectorText" presStyleLbl="sibTrans2D1" presStyleIdx="4" presStyleCnt="5"/>
      <dgm:spPr/>
    </dgm:pt>
  </dgm:ptLst>
  <dgm:cxnLst>
    <dgm:cxn modelId="{7A637A0C-F959-4D03-AF3B-96973F313C51}" srcId="{5619AA5D-3E59-463E-BC44-66805C0D5E6E}" destId="{207675C1-C550-4ED0-932C-84B67797CFD5}" srcOrd="1" destOrd="0" parTransId="{991B7C8A-E7DE-4325-87DB-26D287242789}" sibTransId="{F810624A-2288-4449-94CB-102B9CF394CB}"/>
    <dgm:cxn modelId="{72EEAA11-E482-43AC-955F-7FA56236C6FE}" srcId="{5619AA5D-3E59-463E-BC44-66805C0D5E6E}" destId="{582FA360-0B15-41DA-A9E4-608138A6B9CA}" srcOrd="2" destOrd="0" parTransId="{32B4109D-1031-4E86-ACF8-D9D2D29923A4}" sibTransId="{47BA060E-EA64-41A9-8AEF-E732C46CE34E}"/>
    <dgm:cxn modelId="{C92E831C-5B7E-B544-B449-A72CA90EFB60}" type="presOf" srcId="{3FF45ED2-FE7B-462F-AC54-9DA5A8341E81}" destId="{7BF557DD-365C-524F-9F61-1B8E686909A9}" srcOrd="0" destOrd="0" presId="urn:microsoft.com/office/officeart/2005/8/layout/cycle7"/>
    <dgm:cxn modelId="{F9AED31E-65F0-AB4E-81BE-04918C807212}" type="presOf" srcId="{F810624A-2288-4449-94CB-102B9CF394CB}" destId="{1ED3C84A-69B6-D14F-9604-C932EC89EEE4}" srcOrd="1" destOrd="0" presId="urn:microsoft.com/office/officeart/2005/8/layout/cycle7"/>
    <dgm:cxn modelId="{8B77652C-16D3-6B48-8F61-91A9CBB4F455}" type="presOf" srcId="{0ED29B04-56FB-490A-9419-7D62594BCEB2}" destId="{52707151-410C-8045-9A99-30FD1655DECF}" srcOrd="0" destOrd="0" presId="urn:microsoft.com/office/officeart/2005/8/layout/cycle7"/>
    <dgm:cxn modelId="{2F8CFF36-BF30-4AA2-8B9D-B8E98DFAA169}" srcId="{5619AA5D-3E59-463E-BC44-66805C0D5E6E}" destId="{88B7AC7C-6539-4545-B128-DB5A0657B97A}" srcOrd="0" destOrd="0" parTransId="{46F91C77-3EB2-4A8D-AEFE-2826118FDE1E}" sibTransId="{0C238447-E70C-4A96-AD18-E630BEA66281}"/>
    <dgm:cxn modelId="{7C5B133E-11CC-864C-93F4-9246AED3B13D}" type="presOf" srcId="{F810624A-2288-4449-94CB-102B9CF394CB}" destId="{D7DBECA2-9722-5F4E-B576-FC337505BD5A}" srcOrd="0" destOrd="0" presId="urn:microsoft.com/office/officeart/2005/8/layout/cycle7"/>
    <dgm:cxn modelId="{B995D041-56D1-8C45-99F1-E2841724F2FA}" type="presOf" srcId="{47BA060E-EA64-41A9-8AEF-E732C46CE34E}" destId="{282E6CA8-1BB9-D14B-B55E-5836E52852F6}" srcOrd="1" destOrd="0" presId="urn:microsoft.com/office/officeart/2005/8/layout/cycle7"/>
    <dgm:cxn modelId="{CD069252-B800-4828-9FE2-9833E7390D91}" srcId="{5619AA5D-3E59-463E-BC44-66805C0D5E6E}" destId="{0ED29B04-56FB-490A-9419-7D62594BCEB2}" srcOrd="4" destOrd="0" parTransId="{1BC571A6-4776-4617-B8D6-5835FF9F8623}" sibTransId="{6D86DB5A-8DCB-4B09-9D03-E2C9755971BE}"/>
    <dgm:cxn modelId="{FDDF015D-4113-0B4F-820B-26FBA9151927}" type="presOf" srcId="{6D86DB5A-8DCB-4B09-9D03-E2C9755971BE}" destId="{8F6E8867-D73B-604B-838C-67E52902DF91}" srcOrd="1" destOrd="0" presId="urn:microsoft.com/office/officeart/2005/8/layout/cycle7"/>
    <dgm:cxn modelId="{930C5466-68BD-CD4B-92E6-68651624C957}" type="presOf" srcId="{207675C1-C550-4ED0-932C-84B67797CFD5}" destId="{039E057D-FCFD-A542-BA43-CC22916CA70B}" srcOrd="0" destOrd="0" presId="urn:microsoft.com/office/officeart/2005/8/layout/cycle7"/>
    <dgm:cxn modelId="{B6FA046D-EF69-724A-BEF9-5AED6888ADBE}" type="presOf" srcId="{5CBC8BF8-0475-4D86-B52A-D1DD5F198E04}" destId="{387BDF2C-8E17-1640-8D0D-61DE61F986ED}" srcOrd="1" destOrd="0" presId="urn:microsoft.com/office/officeart/2005/8/layout/cycle7"/>
    <dgm:cxn modelId="{80CCE993-EAE6-FA47-BD94-273786F613C8}" type="presOf" srcId="{47BA060E-EA64-41A9-8AEF-E732C46CE34E}" destId="{6D0CCB12-049D-064E-B94B-8BA4D58D409B}" srcOrd="0" destOrd="0" presId="urn:microsoft.com/office/officeart/2005/8/layout/cycle7"/>
    <dgm:cxn modelId="{189395AB-AFAC-420E-89B7-E94DAFBBD21F}" srcId="{5619AA5D-3E59-463E-BC44-66805C0D5E6E}" destId="{3FF45ED2-FE7B-462F-AC54-9DA5A8341E81}" srcOrd="3" destOrd="0" parTransId="{43F95D65-1CDE-4301-8ACC-6D41C2FF3B8A}" sibTransId="{5CBC8BF8-0475-4D86-B52A-D1DD5F198E04}"/>
    <dgm:cxn modelId="{94F187C7-0A9D-4145-BBD8-BA1F346A1319}" type="presOf" srcId="{0C238447-E70C-4A96-AD18-E630BEA66281}" destId="{2EEA48F3-90AC-F14D-836A-93D01DCEA40A}" srcOrd="1" destOrd="0" presId="urn:microsoft.com/office/officeart/2005/8/layout/cycle7"/>
    <dgm:cxn modelId="{E6A14DCC-CEC3-8649-A8FE-D85B90F95D2C}" type="presOf" srcId="{6D86DB5A-8DCB-4B09-9D03-E2C9755971BE}" destId="{34382DB8-0913-FB4E-BEEA-3EF442FB8533}" srcOrd="0" destOrd="0" presId="urn:microsoft.com/office/officeart/2005/8/layout/cycle7"/>
    <dgm:cxn modelId="{D52BAAD8-8BE9-654B-84F0-208116FA4E1D}" type="presOf" srcId="{5619AA5D-3E59-463E-BC44-66805C0D5E6E}" destId="{5E3F878E-6B69-4844-BBB1-74DD6260DCC9}" srcOrd="0" destOrd="0" presId="urn:microsoft.com/office/officeart/2005/8/layout/cycle7"/>
    <dgm:cxn modelId="{BD38C0DF-69A7-2D41-919E-E4E9A214CC72}" type="presOf" srcId="{88B7AC7C-6539-4545-B128-DB5A0657B97A}" destId="{5D531025-E873-3D4E-B866-5CE7AA7208D2}" srcOrd="0" destOrd="0" presId="urn:microsoft.com/office/officeart/2005/8/layout/cycle7"/>
    <dgm:cxn modelId="{D79E1BE0-A660-2949-A235-F63391B00984}" type="presOf" srcId="{5CBC8BF8-0475-4D86-B52A-D1DD5F198E04}" destId="{18F248D8-2FB9-564D-8B6F-2ED499F6D365}" srcOrd="0" destOrd="0" presId="urn:microsoft.com/office/officeart/2005/8/layout/cycle7"/>
    <dgm:cxn modelId="{65CCFEE7-9A6F-D74C-B7A8-EBF737B4E77B}" type="presOf" srcId="{582FA360-0B15-41DA-A9E4-608138A6B9CA}" destId="{D9FFB852-DAF9-DA46-BD73-504B5DFA8DC9}" srcOrd="0" destOrd="0" presId="urn:microsoft.com/office/officeart/2005/8/layout/cycle7"/>
    <dgm:cxn modelId="{DD25DAF5-68A2-114F-83D9-37AE317A8A8D}" type="presOf" srcId="{0C238447-E70C-4A96-AD18-E630BEA66281}" destId="{7B092C55-8324-154B-A965-F8DBACE49B47}" srcOrd="0" destOrd="0" presId="urn:microsoft.com/office/officeart/2005/8/layout/cycle7"/>
    <dgm:cxn modelId="{755816DE-DCD9-C44B-8CF4-4A893DA49FE3}" type="presParOf" srcId="{5E3F878E-6B69-4844-BBB1-74DD6260DCC9}" destId="{5D531025-E873-3D4E-B866-5CE7AA7208D2}" srcOrd="0" destOrd="0" presId="urn:microsoft.com/office/officeart/2005/8/layout/cycle7"/>
    <dgm:cxn modelId="{853E5DCC-B984-A147-A552-0D1D3871DDD6}" type="presParOf" srcId="{5E3F878E-6B69-4844-BBB1-74DD6260DCC9}" destId="{7B092C55-8324-154B-A965-F8DBACE49B47}" srcOrd="1" destOrd="0" presId="urn:microsoft.com/office/officeart/2005/8/layout/cycle7"/>
    <dgm:cxn modelId="{A956712B-BF3D-9B4E-A77E-20B40086A2D4}" type="presParOf" srcId="{7B092C55-8324-154B-A965-F8DBACE49B47}" destId="{2EEA48F3-90AC-F14D-836A-93D01DCEA40A}" srcOrd="0" destOrd="0" presId="urn:microsoft.com/office/officeart/2005/8/layout/cycle7"/>
    <dgm:cxn modelId="{ADB2FE8E-E005-1647-8BCF-A9B774918ADA}" type="presParOf" srcId="{5E3F878E-6B69-4844-BBB1-74DD6260DCC9}" destId="{039E057D-FCFD-A542-BA43-CC22916CA70B}" srcOrd="2" destOrd="0" presId="urn:microsoft.com/office/officeart/2005/8/layout/cycle7"/>
    <dgm:cxn modelId="{A31B2438-F190-104D-8C52-4E60BCA5BDA7}" type="presParOf" srcId="{5E3F878E-6B69-4844-BBB1-74DD6260DCC9}" destId="{D7DBECA2-9722-5F4E-B576-FC337505BD5A}" srcOrd="3" destOrd="0" presId="urn:microsoft.com/office/officeart/2005/8/layout/cycle7"/>
    <dgm:cxn modelId="{3E044FE1-50C1-E842-A9FF-FF4A6FABB006}" type="presParOf" srcId="{D7DBECA2-9722-5F4E-B576-FC337505BD5A}" destId="{1ED3C84A-69B6-D14F-9604-C932EC89EEE4}" srcOrd="0" destOrd="0" presId="urn:microsoft.com/office/officeart/2005/8/layout/cycle7"/>
    <dgm:cxn modelId="{C9883012-204B-B549-952F-043B4991D9EE}" type="presParOf" srcId="{5E3F878E-6B69-4844-BBB1-74DD6260DCC9}" destId="{D9FFB852-DAF9-DA46-BD73-504B5DFA8DC9}" srcOrd="4" destOrd="0" presId="urn:microsoft.com/office/officeart/2005/8/layout/cycle7"/>
    <dgm:cxn modelId="{E325CBDF-235F-0242-BDC8-F0F00DA386F2}" type="presParOf" srcId="{5E3F878E-6B69-4844-BBB1-74DD6260DCC9}" destId="{6D0CCB12-049D-064E-B94B-8BA4D58D409B}" srcOrd="5" destOrd="0" presId="urn:microsoft.com/office/officeart/2005/8/layout/cycle7"/>
    <dgm:cxn modelId="{8BF7EDAD-CE1E-2047-BF5D-D0D5BE8F30AF}" type="presParOf" srcId="{6D0CCB12-049D-064E-B94B-8BA4D58D409B}" destId="{282E6CA8-1BB9-D14B-B55E-5836E52852F6}" srcOrd="0" destOrd="0" presId="urn:microsoft.com/office/officeart/2005/8/layout/cycle7"/>
    <dgm:cxn modelId="{16552655-54B5-1A41-958B-00D8166BDF16}" type="presParOf" srcId="{5E3F878E-6B69-4844-BBB1-74DD6260DCC9}" destId="{7BF557DD-365C-524F-9F61-1B8E686909A9}" srcOrd="6" destOrd="0" presId="urn:microsoft.com/office/officeart/2005/8/layout/cycle7"/>
    <dgm:cxn modelId="{46FCC48A-9684-C04D-A3D1-8383B6D04CA5}" type="presParOf" srcId="{5E3F878E-6B69-4844-BBB1-74DD6260DCC9}" destId="{18F248D8-2FB9-564D-8B6F-2ED499F6D365}" srcOrd="7" destOrd="0" presId="urn:microsoft.com/office/officeart/2005/8/layout/cycle7"/>
    <dgm:cxn modelId="{2DD58FFD-3460-FE49-9EA6-985471890866}" type="presParOf" srcId="{18F248D8-2FB9-564D-8B6F-2ED499F6D365}" destId="{387BDF2C-8E17-1640-8D0D-61DE61F986ED}" srcOrd="0" destOrd="0" presId="urn:microsoft.com/office/officeart/2005/8/layout/cycle7"/>
    <dgm:cxn modelId="{B0F83000-6BF6-C742-B247-0C3069B8A9A2}" type="presParOf" srcId="{5E3F878E-6B69-4844-BBB1-74DD6260DCC9}" destId="{52707151-410C-8045-9A99-30FD1655DECF}" srcOrd="8" destOrd="0" presId="urn:microsoft.com/office/officeart/2005/8/layout/cycle7"/>
    <dgm:cxn modelId="{29285E3F-EE59-2B49-9133-170AF505C7A8}" type="presParOf" srcId="{5E3F878E-6B69-4844-BBB1-74DD6260DCC9}" destId="{34382DB8-0913-FB4E-BEEA-3EF442FB8533}" srcOrd="9" destOrd="0" presId="urn:microsoft.com/office/officeart/2005/8/layout/cycle7"/>
    <dgm:cxn modelId="{BFD32F53-2ABD-8F42-A470-CAB2A7424589}" type="presParOf" srcId="{34382DB8-0913-FB4E-BEEA-3EF442FB8533}" destId="{8F6E8867-D73B-604B-838C-67E52902DF91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9.xml><?xml version="1.0" encoding="utf-8"?>
<dgm:dataModel xmlns:dgm="http://schemas.openxmlformats.org/drawingml/2006/diagram" xmlns:a="http://schemas.openxmlformats.org/drawingml/2006/main">
  <dgm:ptLst>
    <dgm:pt modelId="{B80C9EA2-8AFE-4D5F-901A-4F352A9EE22D}" type="doc">
      <dgm:prSet loTypeId="urn:microsoft.com/office/officeart/2005/8/layout/cycle8" qsTypeId="urn:microsoft.com/office/officeart/2005/8/quickstyle/simple2" csTypeId="urn:microsoft.com/office/officeart/2005/8/colors/accent1_2"/>
      <dgm:spPr/>
    </dgm:pt>
    <dgm:pt modelId="{215BF00C-DBD6-4E48-839B-DEC5E902E277}">
      <dgm:prSet/>
      <dgm:spPr/>
      <dgm:t>
        <a:bodyPr/>
        <a:lstStyle/>
        <a:p>
          <a:r>
            <a:t>Plan</a:t>
          </a:r>
        </a:p>
      </dgm:t>
    </dgm:pt>
    <dgm:pt modelId="{A388F8C8-A9E0-4794-8DE3-6E6F86005015}" type="parTrans" cxnId="{D3D2B1B3-D75B-460E-BCBF-9A41B3357E75}">
      <dgm:prSet/>
      <dgm:spPr/>
      <dgm:t>
        <a:bodyPr/>
        <a:lstStyle/>
        <a:p>
          <a:endParaRPr/>
        </a:p>
      </dgm:t>
    </dgm:pt>
    <dgm:pt modelId="{EE43E3C2-A59D-448D-88DC-27D204C59852}" type="sibTrans" cxnId="{D3D2B1B3-D75B-460E-BCBF-9A41B3357E75}">
      <dgm:prSet/>
      <dgm:spPr/>
      <dgm:t>
        <a:bodyPr/>
        <a:lstStyle/>
        <a:p>
          <a:endParaRPr/>
        </a:p>
      </dgm:t>
    </dgm:pt>
    <dgm:pt modelId="{2F228E62-FD92-4347-9C3D-1643EFCC48FA}">
      <dgm:prSet/>
      <dgm:spPr/>
      <dgm:t>
        <a:bodyPr/>
        <a:lstStyle/>
        <a:p>
          <a:r>
            <a:t>Create</a:t>
          </a:r>
        </a:p>
      </dgm:t>
    </dgm:pt>
    <dgm:pt modelId="{D8090E71-994D-4A2F-B535-03F689723B59}" type="parTrans" cxnId="{2C79A1B5-CB92-45DE-8CF1-43E27317667B}">
      <dgm:prSet/>
      <dgm:spPr/>
      <dgm:t>
        <a:bodyPr/>
        <a:lstStyle/>
        <a:p>
          <a:endParaRPr/>
        </a:p>
      </dgm:t>
    </dgm:pt>
    <dgm:pt modelId="{301C595E-3ED9-444D-80BF-07088185400A}" type="sibTrans" cxnId="{2C79A1B5-CB92-45DE-8CF1-43E27317667B}">
      <dgm:prSet/>
      <dgm:spPr/>
      <dgm:t>
        <a:bodyPr/>
        <a:lstStyle/>
        <a:p>
          <a:endParaRPr/>
        </a:p>
      </dgm:t>
    </dgm:pt>
    <dgm:pt modelId="{2B35FA9A-301B-4B89-B153-E3E24CDBEB47}">
      <dgm:prSet/>
      <dgm:spPr/>
      <dgm:t>
        <a:bodyPr/>
        <a:lstStyle/>
        <a:p>
          <a:r>
            <a:t>Measure</a:t>
          </a:r>
        </a:p>
      </dgm:t>
    </dgm:pt>
    <dgm:pt modelId="{1D2BD2A9-4A99-469D-836D-D687D379C759}" type="parTrans" cxnId="{27CA741F-BF22-4BA8-A9D2-8AAB6E6A86F4}">
      <dgm:prSet/>
      <dgm:spPr/>
      <dgm:t>
        <a:bodyPr/>
        <a:lstStyle/>
        <a:p>
          <a:endParaRPr/>
        </a:p>
      </dgm:t>
    </dgm:pt>
    <dgm:pt modelId="{E40A9F68-E5A1-4D11-87AB-E2156710AEC1}" type="sibTrans" cxnId="{27CA741F-BF22-4BA8-A9D2-8AAB6E6A86F4}">
      <dgm:prSet/>
      <dgm:spPr/>
      <dgm:t>
        <a:bodyPr/>
        <a:lstStyle/>
        <a:p>
          <a:endParaRPr/>
        </a:p>
      </dgm:t>
    </dgm:pt>
    <dgm:pt modelId="{65E8F13D-F92F-4AAC-A43E-4C0C6876E181}">
      <dgm:prSet/>
      <dgm:spPr/>
      <dgm:t>
        <a:bodyPr/>
        <a:lstStyle/>
        <a:p>
          <a:r>
            <a:t>Improve</a:t>
          </a:r>
        </a:p>
      </dgm:t>
    </dgm:pt>
    <dgm:pt modelId="{68D39BCA-CEC2-4DC0-A010-A05ADDDB8A8D}" type="parTrans" cxnId="{FFD86920-1F76-4EED-870E-D5F7DB2DF7E2}">
      <dgm:prSet/>
      <dgm:spPr/>
      <dgm:t>
        <a:bodyPr/>
        <a:lstStyle/>
        <a:p>
          <a:endParaRPr/>
        </a:p>
      </dgm:t>
    </dgm:pt>
    <dgm:pt modelId="{54E3E60F-C708-488D-A016-8DD12AAB0EC2}" type="sibTrans" cxnId="{FFD86920-1F76-4EED-870E-D5F7DB2DF7E2}">
      <dgm:prSet/>
      <dgm:spPr/>
      <dgm:t>
        <a:bodyPr/>
        <a:lstStyle/>
        <a:p>
          <a:endParaRPr/>
        </a:p>
      </dgm:t>
    </dgm:pt>
    <dgm:pt modelId="{8346D5CB-7614-49F8-BE3E-A990CE9B9459}">
      <dgm:prSet/>
      <dgm:spPr/>
      <dgm:t>
        <a:bodyPr/>
        <a:lstStyle/>
        <a:p>
          <a:r>
            <a:t>Repeat</a:t>
          </a:r>
        </a:p>
      </dgm:t>
    </dgm:pt>
    <dgm:pt modelId="{19D0D4C8-08E0-47D0-8BE2-FED9589F918A}" type="parTrans" cxnId="{33EA8BB2-B831-4013-9AB2-363D5898334C}">
      <dgm:prSet/>
      <dgm:spPr/>
      <dgm:t>
        <a:bodyPr/>
        <a:lstStyle/>
        <a:p>
          <a:endParaRPr/>
        </a:p>
      </dgm:t>
    </dgm:pt>
    <dgm:pt modelId="{0330AB9C-D7CE-4CF9-84B2-16501F8BBFF5}" type="sibTrans" cxnId="{33EA8BB2-B831-4013-9AB2-363D5898334C}">
      <dgm:prSet/>
      <dgm:spPr/>
      <dgm:t>
        <a:bodyPr/>
        <a:lstStyle/>
        <a:p>
          <a:endParaRPr/>
        </a:p>
      </dgm:t>
    </dgm:pt>
    <dgm:pt modelId="{624AA743-DF85-1848-A609-65788FE88361}" type="pres">
      <dgm:prSet presAssocID="{B80C9EA2-8AFE-4D5F-901A-4F352A9EE22D}" presName="compositeShape" presStyleCnt="0">
        <dgm:presLayoutVars>
          <dgm:chMax val="7"/>
          <dgm:dir/>
          <dgm:resizeHandles val="exact"/>
        </dgm:presLayoutVars>
      </dgm:prSet>
      <dgm:spPr/>
    </dgm:pt>
    <dgm:pt modelId="{60B90628-F8F3-6E4E-A63F-05F0A669BD41}" type="pres">
      <dgm:prSet presAssocID="{B80C9EA2-8AFE-4D5F-901A-4F352A9EE22D}" presName="wedge1" presStyleLbl="node1" presStyleIdx="0" presStyleCnt="5"/>
      <dgm:spPr/>
    </dgm:pt>
    <dgm:pt modelId="{7376074C-F036-5041-9D3F-1E2990F40F15}" type="pres">
      <dgm:prSet presAssocID="{B80C9EA2-8AFE-4D5F-901A-4F352A9EE22D}" presName="dummy1a" presStyleCnt="0"/>
      <dgm:spPr/>
    </dgm:pt>
    <dgm:pt modelId="{EBEC42D8-0B6A-DB49-94D9-DAC984C392C7}" type="pres">
      <dgm:prSet presAssocID="{B80C9EA2-8AFE-4D5F-901A-4F352A9EE22D}" presName="dummy1b" presStyleCnt="0"/>
      <dgm:spPr/>
    </dgm:pt>
    <dgm:pt modelId="{8442E05B-6A4A-DB42-BC89-3A42C384A3F0}" type="pres">
      <dgm:prSet presAssocID="{B80C9EA2-8AFE-4D5F-901A-4F352A9EE22D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93613B8E-D8C0-0E4D-B147-22FA583CC12F}" type="pres">
      <dgm:prSet presAssocID="{B80C9EA2-8AFE-4D5F-901A-4F352A9EE22D}" presName="wedge2" presStyleLbl="node1" presStyleIdx="1" presStyleCnt="5"/>
      <dgm:spPr/>
    </dgm:pt>
    <dgm:pt modelId="{38283629-FC69-8348-9002-70A124CDC736}" type="pres">
      <dgm:prSet presAssocID="{B80C9EA2-8AFE-4D5F-901A-4F352A9EE22D}" presName="dummy2a" presStyleCnt="0"/>
      <dgm:spPr/>
    </dgm:pt>
    <dgm:pt modelId="{3A07DD6F-AA99-124D-8D39-6DE5E70D3BF4}" type="pres">
      <dgm:prSet presAssocID="{B80C9EA2-8AFE-4D5F-901A-4F352A9EE22D}" presName="dummy2b" presStyleCnt="0"/>
      <dgm:spPr/>
    </dgm:pt>
    <dgm:pt modelId="{E03698CF-7C81-7A40-8E2F-7EBB075572F7}" type="pres">
      <dgm:prSet presAssocID="{B80C9EA2-8AFE-4D5F-901A-4F352A9EE22D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5A9421A-74B4-FA43-9B58-ACA3BEAE93A5}" type="pres">
      <dgm:prSet presAssocID="{B80C9EA2-8AFE-4D5F-901A-4F352A9EE22D}" presName="wedge3" presStyleLbl="node1" presStyleIdx="2" presStyleCnt="5"/>
      <dgm:spPr/>
    </dgm:pt>
    <dgm:pt modelId="{AAB62005-A34A-1A41-81EB-A196BCFF202A}" type="pres">
      <dgm:prSet presAssocID="{B80C9EA2-8AFE-4D5F-901A-4F352A9EE22D}" presName="dummy3a" presStyleCnt="0"/>
      <dgm:spPr/>
    </dgm:pt>
    <dgm:pt modelId="{309F2C89-3A43-BF47-ADD2-61BE8EC6153D}" type="pres">
      <dgm:prSet presAssocID="{B80C9EA2-8AFE-4D5F-901A-4F352A9EE22D}" presName="dummy3b" presStyleCnt="0"/>
      <dgm:spPr/>
    </dgm:pt>
    <dgm:pt modelId="{56F6B913-936A-AC45-B7FD-62B2D9FD3147}" type="pres">
      <dgm:prSet presAssocID="{B80C9EA2-8AFE-4D5F-901A-4F352A9EE22D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70F2FCC3-57A0-2D44-A7F3-E79AF712EE9B}" type="pres">
      <dgm:prSet presAssocID="{B80C9EA2-8AFE-4D5F-901A-4F352A9EE22D}" presName="wedge4" presStyleLbl="node1" presStyleIdx="3" presStyleCnt="5"/>
      <dgm:spPr/>
    </dgm:pt>
    <dgm:pt modelId="{3C2E99A8-C9AC-C840-B7E1-684385537474}" type="pres">
      <dgm:prSet presAssocID="{B80C9EA2-8AFE-4D5F-901A-4F352A9EE22D}" presName="dummy4a" presStyleCnt="0"/>
      <dgm:spPr/>
    </dgm:pt>
    <dgm:pt modelId="{394C154A-4CDA-014B-8951-A814BA0315D6}" type="pres">
      <dgm:prSet presAssocID="{B80C9EA2-8AFE-4D5F-901A-4F352A9EE22D}" presName="dummy4b" presStyleCnt="0"/>
      <dgm:spPr/>
    </dgm:pt>
    <dgm:pt modelId="{F32EBC7F-FF93-4A4C-9CE6-5C077F6B0D23}" type="pres">
      <dgm:prSet presAssocID="{B80C9EA2-8AFE-4D5F-901A-4F352A9EE22D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DE2D7D12-2563-3841-8067-502CB97189B7}" type="pres">
      <dgm:prSet presAssocID="{B80C9EA2-8AFE-4D5F-901A-4F352A9EE22D}" presName="wedge5" presStyleLbl="node1" presStyleIdx="4" presStyleCnt="5"/>
      <dgm:spPr/>
    </dgm:pt>
    <dgm:pt modelId="{D60F64D6-ADBF-9849-BCC0-FAC2CAAA4F33}" type="pres">
      <dgm:prSet presAssocID="{B80C9EA2-8AFE-4D5F-901A-4F352A9EE22D}" presName="dummy5a" presStyleCnt="0"/>
      <dgm:spPr/>
    </dgm:pt>
    <dgm:pt modelId="{B0B92276-B3A4-5D44-BA25-FDADB502E986}" type="pres">
      <dgm:prSet presAssocID="{B80C9EA2-8AFE-4D5F-901A-4F352A9EE22D}" presName="dummy5b" presStyleCnt="0"/>
      <dgm:spPr/>
    </dgm:pt>
    <dgm:pt modelId="{CBAC7226-072A-D64B-83EB-EC68BBC5D4DF}" type="pres">
      <dgm:prSet presAssocID="{B80C9EA2-8AFE-4D5F-901A-4F352A9EE22D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3A222AC1-C322-4A4D-8B88-573A322CB86D}" type="pres">
      <dgm:prSet presAssocID="{EE43E3C2-A59D-448D-88DC-27D204C59852}" presName="arrowWedge1" presStyleLbl="fgSibTrans2D1" presStyleIdx="0" presStyleCnt="5"/>
      <dgm:spPr/>
    </dgm:pt>
    <dgm:pt modelId="{8DBDD0C0-AD65-DC4E-89FC-10E66E6AB453}" type="pres">
      <dgm:prSet presAssocID="{301C595E-3ED9-444D-80BF-07088185400A}" presName="arrowWedge2" presStyleLbl="fgSibTrans2D1" presStyleIdx="1" presStyleCnt="5"/>
      <dgm:spPr/>
    </dgm:pt>
    <dgm:pt modelId="{D42E1425-D2BA-3A4C-84D3-12941AA8B1F8}" type="pres">
      <dgm:prSet presAssocID="{E40A9F68-E5A1-4D11-87AB-E2156710AEC1}" presName="arrowWedge3" presStyleLbl="fgSibTrans2D1" presStyleIdx="2" presStyleCnt="5"/>
      <dgm:spPr/>
    </dgm:pt>
    <dgm:pt modelId="{6A3FD3F2-4A98-F840-A736-F06CD4CC8A81}" type="pres">
      <dgm:prSet presAssocID="{54E3E60F-C708-488D-A016-8DD12AAB0EC2}" presName="arrowWedge4" presStyleLbl="fgSibTrans2D1" presStyleIdx="3" presStyleCnt="5"/>
      <dgm:spPr/>
    </dgm:pt>
    <dgm:pt modelId="{C739FE9B-3809-014F-B1AA-EC7F487478F1}" type="pres">
      <dgm:prSet presAssocID="{0330AB9C-D7CE-4CF9-84B2-16501F8BBFF5}" presName="arrowWedge5" presStyleLbl="fgSibTrans2D1" presStyleIdx="4" presStyleCnt="5"/>
      <dgm:spPr/>
    </dgm:pt>
  </dgm:ptLst>
  <dgm:cxnLst>
    <dgm:cxn modelId="{27CA741F-BF22-4BA8-A9D2-8AAB6E6A86F4}" srcId="{B80C9EA2-8AFE-4D5F-901A-4F352A9EE22D}" destId="{2B35FA9A-301B-4B89-B153-E3E24CDBEB47}" srcOrd="2" destOrd="0" parTransId="{1D2BD2A9-4A99-469D-836D-D687D379C759}" sibTransId="{E40A9F68-E5A1-4D11-87AB-E2156710AEC1}"/>
    <dgm:cxn modelId="{FFD86920-1F76-4EED-870E-D5F7DB2DF7E2}" srcId="{B80C9EA2-8AFE-4D5F-901A-4F352A9EE22D}" destId="{65E8F13D-F92F-4AAC-A43E-4C0C6876E181}" srcOrd="3" destOrd="0" parTransId="{68D39BCA-CEC2-4DC0-A010-A05ADDDB8A8D}" sibTransId="{54E3E60F-C708-488D-A016-8DD12AAB0EC2}"/>
    <dgm:cxn modelId="{21F3A435-A801-C04F-9B44-7A0E1F535756}" type="presOf" srcId="{215BF00C-DBD6-4E48-839B-DEC5E902E277}" destId="{8442E05B-6A4A-DB42-BC89-3A42C384A3F0}" srcOrd="1" destOrd="0" presId="urn:microsoft.com/office/officeart/2005/8/layout/cycle8"/>
    <dgm:cxn modelId="{F7244E5F-132D-3149-8BF0-E4DAC3982E00}" type="presOf" srcId="{65E8F13D-F92F-4AAC-A43E-4C0C6876E181}" destId="{70F2FCC3-57A0-2D44-A7F3-E79AF712EE9B}" srcOrd="0" destOrd="0" presId="urn:microsoft.com/office/officeart/2005/8/layout/cycle8"/>
    <dgm:cxn modelId="{2124F071-3FB7-D84A-BDA6-744C7F02BB9C}" type="presOf" srcId="{215BF00C-DBD6-4E48-839B-DEC5E902E277}" destId="{60B90628-F8F3-6E4E-A63F-05F0A669BD41}" srcOrd="0" destOrd="0" presId="urn:microsoft.com/office/officeart/2005/8/layout/cycle8"/>
    <dgm:cxn modelId="{F7027F9C-645F-8D47-B9CD-36E5C6FF9649}" type="presOf" srcId="{8346D5CB-7614-49F8-BE3E-A990CE9B9459}" destId="{DE2D7D12-2563-3841-8067-502CB97189B7}" srcOrd="0" destOrd="0" presId="urn:microsoft.com/office/officeart/2005/8/layout/cycle8"/>
    <dgm:cxn modelId="{33EA8BB2-B831-4013-9AB2-363D5898334C}" srcId="{B80C9EA2-8AFE-4D5F-901A-4F352A9EE22D}" destId="{8346D5CB-7614-49F8-BE3E-A990CE9B9459}" srcOrd="4" destOrd="0" parTransId="{19D0D4C8-08E0-47D0-8BE2-FED9589F918A}" sibTransId="{0330AB9C-D7CE-4CF9-84B2-16501F8BBFF5}"/>
    <dgm:cxn modelId="{D3D2B1B3-D75B-460E-BCBF-9A41B3357E75}" srcId="{B80C9EA2-8AFE-4D5F-901A-4F352A9EE22D}" destId="{215BF00C-DBD6-4E48-839B-DEC5E902E277}" srcOrd="0" destOrd="0" parTransId="{A388F8C8-A9E0-4794-8DE3-6E6F86005015}" sibTransId="{EE43E3C2-A59D-448D-88DC-27D204C59852}"/>
    <dgm:cxn modelId="{2C79A1B5-CB92-45DE-8CF1-43E27317667B}" srcId="{B80C9EA2-8AFE-4D5F-901A-4F352A9EE22D}" destId="{2F228E62-FD92-4347-9C3D-1643EFCC48FA}" srcOrd="1" destOrd="0" parTransId="{D8090E71-994D-4A2F-B535-03F689723B59}" sibTransId="{301C595E-3ED9-444D-80BF-07088185400A}"/>
    <dgm:cxn modelId="{414445C8-B308-3D4F-87F8-BAD3312A9C56}" type="presOf" srcId="{2B35FA9A-301B-4B89-B153-E3E24CDBEB47}" destId="{56F6B913-936A-AC45-B7FD-62B2D9FD3147}" srcOrd="1" destOrd="0" presId="urn:microsoft.com/office/officeart/2005/8/layout/cycle8"/>
    <dgm:cxn modelId="{92D2B8C8-8AA0-FD4E-B7FA-AC556C0F3992}" type="presOf" srcId="{B80C9EA2-8AFE-4D5F-901A-4F352A9EE22D}" destId="{624AA743-DF85-1848-A609-65788FE88361}" srcOrd="0" destOrd="0" presId="urn:microsoft.com/office/officeart/2005/8/layout/cycle8"/>
    <dgm:cxn modelId="{D27EB2D2-521B-1249-8716-73C7DE30C31C}" type="presOf" srcId="{2F228E62-FD92-4347-9C3D-1643EFCC48FA}" destId="{93613B8E-D8C0-0E4D-B147-22FA583CC12F}" srcOrd="0" destOrd="0" presId="urn:microsoft.com/office/officeart/2005/8/layout/cycle8"/>
    <dgm:cxn modelId="{CFEEA4E3-3C33-4E48-9249-11CB17071976}" type="presOf" srcId="{2B35FA9A-301B-4B89-B153-E3E24CDBEB47}" destId="{D5A9421A-74B4-FA43-9B58-ACA3BEAE93A5}" srcOrd="0" destOrd="0" presId="urn:microsoft.com/office/officeart/2005/8/layout/cycle8"/>
    <dgm:cxn modelId="{96B575E5-A4FB-294E-81B2-AF2934F3A28F}" type="presOf" srcId="{8346D5CB-7614-49F8-BE3E-A990CE9B9459}" destId="{CBAC7226-072A-D64B-83EB-EC68BBC5D4DF}" srcOrd="1" destOrd="0" presId="urn:microsoft.com/office/officeart/2005/8/layout/cycle8"/>
    <dgm:cxn modelId="{6A761AF0-FB00-3E4B-9F77-BE0990550BFC}" type="presOf" srcId="{65E8F13D-F92F-4AAC-A43E-4C0C6876E181}" destId="{F32EBC7F-FF93-4A4C-9CE6-5C077F6B0D23}" srcOrd="1" destOrd="0" presId="urn:microsoft.com/office/officeart/2005/8/layout/cycle8"/>
    <dgm:cxn modelId="{22EE11F8-F606-2540-9D28-408AA5C54D87}" type="presOf" srcId="{2F228E62-FD92-4347-9C3D-1643EFCC48FA}" destId="{E03698CF-7C81-7A40-8E2F-7EBB075572F7}" srcOrd="1" destOrd="0" presId="urn:microsoft.com/office/officeart/2005/8/layout/cycle8"/>
    <dgm:cxn modelId="{32D863A1-B777-6D4A-BC39-807B5D383F0F}" type="presParOf" srcId="{624AA743-DF85-1848-A609-65788FE88361}" destId="{60B90628-F8F3-6E4E-A63F-05F0A669BD41}" srcOrd="0" destOrd="0" presId="urn:microsoft.com/office/officeart/2005/8/layout/cycle8"/>
    <dgm:cxn modelId="{E2F616D9-27DB-4046-9B1D-CEC86E9555C7}" type="presParOf" srcId="{624AA743-DF85-1848-A609-65788FE88361}" destId="{7376074C-F036-5041-9D3F-1E2990F40F15}" srcOrd="1" destOrd="0" presId="urn:microsoft.com/office/officeart/2005/8/layout/cycle8"/>
    <dgm:cxn modelId="{4C8D31C7-571C-AB4A-AE38-831446E9504B}" type="presParOf" srcId="{624AA743-DF85-1848-A609-65788FE88361}" destId="{EBEC42D8-0B6A-DB49-94D9-DAC984C392C7}" srcOrd="2" destOrd="0" presId="urn:microsoft.com/office/officeart/2005/8/layout/cycle8"/>
    <dgm:cxn modelId="{FE5FFC1A-53C0-5148-BBAE-59B9163A51DF}" type="presParOf" srcId="{624AA743-DF85-1848-A609-65788FE88361}" destId="{8442E05B-6A4A-DB42-BC89-3A42C384A3F0}" srcOrd="3" destOrd="0" presId="urn:microsoft.com/office/officeart/2005/8/layout/cycle8"/>
    <dgm:cxn modelId="{ED1752D7-7AFB-4F49-8554-C1F9C49E44A1}" type="presParOf" srcId="{624AA743-DF85-1848-A609-65788FE88361}" destId="{93613B8E-D8C0-0E4D-B147-22FA583CC12F}" srcOrd="4" destOrd="0" presId="urn:microsoft.com/office/officeart/2005/8/layout/cycle8"/>
    <dgm:cxn modelId="{326CAD62-AE76-8C4C-A66F-8C28302BC335}" type="presParOf" srcId="{624AA743-DF85-1848-A609-65788FE88361}" destId="{38283629-FC69-8348-9002-70A124CDC736}" srcOrd="5" destOrd="0" presId="urn:microsoft.com/office/officeart/2005/8/layout/cycle8"/>
    <dgm:cxn modelId="{798E3914-1BF1-BC49-85F1-FF36EE9B8115}" type="presParOf" srcId="{624AA743-DF85-1848-A609-65788FE88361}" destId="{3A07DD6F-AA99-124D-8D39-6DE5E70D3BF4}" srcOrd="6" destOrd="0" presId="urn:microsoft.com/office/officeart/2005/8/layout/cycle8"/>
    <dgm:cxn modelId="{175084C5-44AA-3545-A31E-69F71676BB6E}" type="presParOf" srcId="{624AA743-DF85-1848-A609-65788FE88361}" destId="{E03698CF-7C81-7A40-8E2F-7EBB075572F7}" srcOrd="7" destOrd="0" presId="urn:microsoft.com/office/officeart/2005/8/layout/cycle8"/>
    <dgm:cxn modelId="{644B3694-BB78-4947-8326-570B0BFF3D36}" type="presParOf" srcId="{624AA743-DF85-1848-A609-65788FE88361}" destId="{D5A9421A-74B4-FA43-9B58-ACA3BEAE93A5}" srcOrd="8" destOrd="0" presId="urn:microsoft.com/office/officeart/2005/8/layout/cycle8"/>
    <dgm:cxn modelId="{762C1CAF-D017-2842-8910-B412B2908F64}" type="presParOf" srcId="{624AA743-DF85-1848-A609-65788FE88361}" destId="{AAB62005-A34A-1A41-81EB-A196BCFF202A}" srcOrd="9" destOrd="0" presId="urn:microsoft.com/office/officeart/2005/8/layout/cycle8"/>
    <dgm:cxn modelId="{8BD2CBCF-C74A-E346-AFAA-529817486E23}" type="presParOf" srcId="{624AA743-DF85-1848-A609-65788FE88361}" destId="{309F2C89-3A43-BF47-ADD2-61BE8EC6153D}" srcOrd="10" destOrd="0" presId="urn:microsoft.com/office/officeart/2005/8/layout/cycle8"/>
    <dgm:cxn modelId="{66458279-78C1-1543-8260-BBD783EDD8B3}" type="presParOf" srcId="{624AA743-DF85-1848-A609-65788FE88361}" destId="{56F6B913-936A-AC45-B7FD-62B2D9FD3147}" srcOrd="11" destOrd="0" presId="urn:microsoft.com/office/officeart/2005/8/layout/cycle8"/>
    <dgm:cxn modelId="{40DC5670-FE0E-6B4B-9E45-C1B349810765}" type="presParOf" srcId="{624AA743-DF85-1848-A609-65788FE88361}" destId="{70F2FCC3-57A0-2D44-A7F3-E79AF712EE9B}" srcOrd="12" destOrd="0" presId="urn:microsoft.com/office/officeart/2005/8/layout/cycle8"/>
    <dgm:cxn modelId="{021A771F-1C50-5A49-9039-79F811E4C9F0}" type="presParOf" srcId="{624AA743-DF85-1848-A609-65788FE88361}" destId="{3C2E99A8-C9AC-C840-B7E1-684385537474}" srcOrd="13" destOrd="0" presId="urn:microsoft.com/office/officeart/2005/8/layout/cycle8"/>
    <dgm:cxn modelId="{A07B1022-80B5-C549-98B6-B906A41505AC}" type="presParOf" srcId="{624AA743-DF85-1848-A609-65788FE88361}" destId="{394C154A-4CDA-014B-8951-A814BA0315D6}" srcOrd="14" destOrd="0" presId="urn:microsoft.com/office/officeart/2005/8/layout/cycle8"/>
    <dgm:cxn modelId="{CB6B0D13-D8F9-8C43-83C7-4FC6528A2D8C}" type="presParOf" srcId="{624AA743-DF85-1848-A609-65788FE88361}" destId="{F32EBC7F-FF93-4A4C-9CE6-5C077F6B0D23}" srcOrd="15" destOrd="0" presId="urn:microsoft.com/office/officeart/2005/8/layout/cycle8"/>
    <dgm:cxn modelId="{426067AA-DFD4-2C4A-98F9-0C143A8DD063}" type="presParOf" srcId="{624AA743-DF85-1848-A609-65788FE88361}" destId="{DE2D7D12-2563-3841-8067-502CB97189B7}" srcOrd="16" destOrd="0" presId="urn:microsoft.com/office/officeart/2005/8/layout/cycle8"/>
    <dgm:cxn modelId="{FFC34A98-3D2C-9743-A2F4-D31F379F3893}" type="presParOf" srcId="{624AA743-DF85-1848-A609-65788FE88361}" destId="{D60F64D6-ADBF-9849-BCC0-FAC2CAAA4F33}" srcOrd="17" destOrd="0" presId="urn:microsoft.com/office/officeart/2005/8/layout/cycle8"/>
    <dgm:cxn modelId="{765C45E4-9918-C541-A29E-2111C8268C25}" type="presParOf" srcId="{624AA743-DF85-1848-A609-65788FE88361}" destId="{B0B92276-B3A4-5D44-BA25-FDADB502E986}" srcOrd="18" destOrd="0" presId="urn:microsoft.com/office/officeart/2005/8/layout/cycle8"/>
    <dgm:cxn modelId="{958024B5-A8F2-1A49-B617-E6B34D71D650}" type="presParOf" srcId="{624AA743-DF85-1848-A609-65788FE88361}" destId="{CBAC7226-072A-D64B-83EB-EC68BBC5D4DF}" srcOrd="19" destOrd="0" presId="urn:microsoft.com/office/officeart/2005/8/layout/cycle8"/>
    <dgm:cxn modelId="{7D79FE38-64A2-1147-AF15-5393E7AFD917}" type="presParOf" srcId="{624AA743-DF85-1848-A609-65788FE88361}" destId="{3A222AC1-C322-4A4D-8B88-573A322CB86D}" srcOrd="20" destOrd="0" presId="urn:microsoft.com/office/officeart/2005/8/layout/cycle8"/>
    <dgm:cxn modelId="{BEB98576-FE39-EA44-AECF-68F3A34C88F9}" type="presParOf" srcId="{624AA743-DF85-1848-A609-65788FE88361}" destId="{8DBDD0C0-AD65-DC4E-89FC-10E66E6AB453}" srcOrd="21" destOrd="0" presId="urn:microsoft.com/office/officeart/2005/8/layout/cycle8"/>
    <dgm:cxn modelId="{A6E821E9-D749-EE4C-9A1B-1D2D1069079E}" type="presParOf" srcId="{624AA743-DF85-1848-A609-65788FE88361}" destId="{D42E1425-D2BA-3A4C-84D3-12941AA8B1F8}" srcOrd="22" destOrd="0" presId="urn:microsoft.com/office/officeart/2005/8/layout/cycle8"/>
    <dgm:cxn modelId="{ABBDE53C-C8F6-DE4C-A065-D6E190EDADCD}" type="presParOf" srcId="{624AA743-DF85-1848-A609-65788FE88361}" destId="{6A3FD3F2-4A98-F840-A736-F06CD4CC8A81}" srcOrd="23" destOrd="0" presId="urn:microsoft.com/office/officeart/2005/8/layout/cycle8"/>
    <dgm:cxn modelId="{31B8D97D-682E-C04D-A3FB-FBD27C7E971F}" type="presParOf" srcId="{624AA743-DF85-1848-A609-65788FE88361}" destId="{C739FE9B-3809-014F-B1AA-EC7F487478F1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0.xml><?xml version="1.0" encoding="utf-8"?>
<dgm:dataModel xmlns:dgm="http://schemas.openxmlformats.org/drawingml/2006/diagram" xmlns:a="http://schemas.openxmlformats.org/drawingml/2006/main">
  <dgm:ptLst>
    <dgm:pt modelId="{8157B083-5791-4E2B-9097-A883C865BC10}" type="doc">
      <dgm:prSet loTypeId="urn:microsoft.com/office/officeart/2005/8/layout/chart3" qsTypeId="urn:microsoft.com/office/officeart/2005/8/quickstyle/simple2" csTypeId="urn:microsoft.com/office/officeart/2005/8/colors/accent1_2"/>
      <dgm:spPr/>
    </dgm:pt>
    <dgm:pt modelId="{B1E65BA8-74E6-42E2-A9D2-393283A27327}">
      <dgm:prSet/>
      <dgm:spPr/>
      <dgm:t>
        <a:bodyPr/>
        <a:lstStyle/>
        <a:p>
          <a:r>
            <a:t>Plan</a:t>
          </a:r>
        </a:p>
      </dgm:t>
    </dgm:pt>
    <dgm:pt modelId="{5FFDA549-47F0-4526-870E-830926C31683}" type="parTrans" cxnId="{F4A159EE-1E84-46A4-AA83-B28BE4B3C58D}">
      <dgm:prSet/>
      <dgm:spPr/>
      <dgm:t>
        <a:bodyPr/>
        <a:lstStyle/>
        <a:p>
          <a:endParaRPr/>
        </a:p>
      </dgm:t>
    </dgm:pt>
    <dgm:pt modelId="{67EDAEB6-39CF-433F-91F4-51BBF77F9392}" type="sibTrans" cxnId="{F4A159EE-1E84-46A4-AA83-B28BE4B3C58D}">
      <dgm:prSet/>
      <dgm:spPr/>
      <dgm:t>
        <a:bodyPr/>
        <a:lstStyle/>
        <a:p>
          <a:endParaRPr/>
        </a:p>
      </dgm:t>
    </dgm:pt>
    <dgm:pt modelId="{1D3217C2-6C26-4740-AB90-BB1CDCDF08B2}">
      <dgm:prSet/>
      <dgm:spPr/>
      <dgm:t>
        <a:bodyPr/>
        <a:lstStyle/>
        <a:p>
          <a:r>
            <a:t>Create</a:t>
          </a:r>
        </a:p>
      </dgm:t>
    </dgm:pt>
    <dgm:pt modelId="{CC0607A5-EBED-4CC7-B9BA-6F5704F8CCB8}" type="parTrans" cxnId="{D43C4BDC-D570-4A73-9407-6A04663DD2E4}">
      <dgm:prSet/>
      <dgm:spPr/>
      <dgm:t>
        <a:bodyPr/>
        <a:lstStyle/>
        <a:p>
          <a:endParaRPr/>
        </a:p>
      </dgm:t>
    </dgm:pt>
    <dgm:pt modelId="{1F919B9F-F5C4-4724-A675-B6A056A84994}" type="sibTrans" cxnId="{D43C4BDC-D570-4A73-9407-6A04663DD2E4}">
      <dgm:prSet/>
      <dgm:spPr/>
      <dgm:t>
        <a:bodyPr/>
        <a:lstStyle/>
        <a:p>
          <a:endParaRPr/>
        </a:p>
      </dgm:t>
    </dgm:pt>
    <dgm:pt modelId="{97316DF8-EE5B-4E46-93E6-67DF89992E35}">
      <dgm:prSet/>
      <dgm:spPr/>
      <dgm:t>
        <a:bodyPr/>
        <a:lstStyle/>
        <a:p>
          <a:r>
            <a:t>Measure</a:t>
          </a:r>
        </a:p>
      </dgm:t>
    </dgm:pt>
    <dgm:pt modelId="{E2FA8FC0-60B3-4CA8-AFC7-68DAF8B8AF75}" type="parTrans" cxnId="{67EA40A4-86AC-450C-A8D7-9C3D50639F4C}">
      <dgm:prSet/>
      <dgm:spPr/>
      <dgm:t>
        <a:bodyPr/>
        <a:lstStyle/>
        <a:p>
          <a:endParaRPr/>
        </a:p>
      </dgm:t>
    </dgm:pt>
    <dgm:pt modelId="{9626941E-3E1F-443E-ACB8-9B367F401F48}" type="sibTrans" cxnId="{67EA40A4-86AC-450C-A8D7-9C3D50639F4C}">
      <dgm:prSet/>
      <dgm:spPr/>
      <dgm:t>
        <a:bodyPr/>
        <a:lstStyle/>
        <a:p>
          <a:endParaRPr/>
        </a:p>
      </dgm:t>
    </dgm:pt>
    <dgm:pt modelId="{5CD59AFC-A315-4FFB-93FF-6DDBEDDC6101}">
      <dgm:prSet/>
      <dgm:spPr/>
      <dgm:t>
        <a:bodyPr/>
        <a:lstStyle/>
        <a:p>
          <a:r>
            <a:t>Improve</a:t>
          </a:r>
        </a:p>
      </dgm:t>
    </dgm:pt>
    <dgm:pt modelId="{A3D629E1-CB05-49AB-B571-E15F1A0DB3C9}" type="parTrans" cxnId="{8E525734-863B-4C47-A98D-78B32E13DCE5}">
      <dgm:prSet/>
      <dgm:spPr/>
      <dgm:t>
        <a:bodyPr/>
        <a:lstStyle/>
        <a:p>
          <a:endParaRPr/>
        </a:p>
      </dgm:t>
    </dgm:pt>
    <dgm:pt modelId="{6A5B18A9-2302-45F7-8A3B-FB33E31E034B}" type="sibTrans" cxnId="{8E525734-863B-4C47-A98D-78B32E13DCE5}">
      <dgm:prSet/>
      <dgm:spPr/>
      <dgm:t>
        <a:bodyPr/>
        <a:lstStyle/>
        <a:p>
          <a:endParaRPr/>
        </a:p>
      </dgm:t>
    </dgm:pt>
    <dgm:pt modelId="{A0243FCC-0EAA-4840-8942-0950006F68A9}">
      <dgm:prSet/>
      <dgm:spPr/>
      <dgm:t>
        <a:bodyPr/>
        <a:lstStyle/>
        <a:p>
          <a:r>
            <a:t>Repeat</a:t>
          </a:r>
        </a:p>
      </dgm:t>
    </dgm:pt>
    <dgm:pt modelId="{5BDA8BAD-20A6-4169-BFE9-FA522F01348B}" type="parTrans" cxnId="{E85AB9E4-ECAC-483B-AAEC-7AC6C50A910F}">
      <dgm:prSet/>
      <dgm:spPr/>
      <dgm:t>
        <a:bodyPr/>
        <a:lstStyle/>
        <a:p>
          <a:endParaRPr/>
        </a:p>
      </dgm:t>
    </dgm:pt>
    <dgm:pt modelId="{F3B73B5E-A15E-4074-8199-99B64F636989}" type="sibTrans" cxnId="{E85AB9E4-ECAC-483B-AAEC-7AC6C50A910F}">
      <dgm:prSet/>
      <dgm:spPr/>
      <dgm:t>
        <a:bodyPr/>
        <a:lstStyle/>
        <a:p>
          <a:endParaRPr/>
        </a:p>
      </dgm:t>
    </dgm:pt>
    <dgm:pt modelId="{4EC6A8DC-04C0-7140-86B9-411893174CB6}" type="pres">
      <dgm:prSet presAssocID="{8157B083-5791-4E2B-9097-A883C865BC10}" presName="compositeShape" presStyleCnt="0">
        <dgm:presLayoutVars>
          <dgm:chMax val="7"/>
          <dgm:dir/>
          <dgm:resizeHandles val="exact"/>
        </dgm:presLayoutVars>
      </dgm:prSet>
      <dgm:spPr/>
    </dgm:pt>
    <dgm:pt modelId="{ADCEDC40-2CFE-F543-A6AD-42D0D7173E84}" type="pres">
      <dgm:prSet presAssocID="{8157B083-5791-4E2B-9097-A883C865BC10}" presName="wedge1" presStyleLbl="node1" presStyleIdx="0" presStyleCnt="5"/>
      <dgm:spPr/>
    </dgm:pt>
    <dgm:pt modelId="{C4EB43D9-800C-0D47-960F-EAB4CC7C6D2B}" type="pres">
      <dgm:prSet presAssocID="{8157B083-5791-4E2B-9097-A883C865BC10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A72F7A43-5A38-5A4E-9E38-9B2B2B513B69}" type="pres">
      <dgm:prSet presAssocID="{8157B083-5791-4E2B-9097-A883C865BC10}" presName="wedge2" presStyleLbl="node1" presStyleIdx="1" presStyleCnt="5"/>
      <dgm:spPr/>
    </dgm:pt>
    <dgm:pt modelId="{CD4EBB9B-CF73-304D-AFD6-04F5F6EE48D9}" type="pres">
      <dgm:prSet presAssocID="{8157B083-5791-4E2B-9097-A883C865BC10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A66F9216-FEE9-DF4B-906F-79188FD13A08}" type="pres">
      <dgm:prSet presAssocID="{8157B083-5791-4E2B-9097-A883C865BC10}" presName="wedge3" presStyleLbl="node1" presStyleIdx="2" presStyleCnt="5"/>
      <dgm:spPr/>
    </dgm:pt>
    <dgm:pt modelId="{0D97F54F-4028-B54F-B852-273CFAB9F8F5}" type="pres">
      <dgm:prSet presAssocID="{8157B083-5791-4E2B-9097-A883C865BC10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DD574C59-BE08-314E-AEE8-22BC60D39AC1}" type="pres">
      <dgm:prSet presAssocID="{8157B083-5791-4E2B-9097-A883C865BC10}" presName="wedge4" presStyleLbl="node1" presStyleIdx="3" presStyleCnt="5"/>
      <dgm:spPr/>
    </dgm:pt>
    <dgm:pt modelId="{8E19A2F5-24D7-4749-ABCF-DD13EC845EF3}" type="pres">
      <dgm:prSet presAssocID="{8157B083-5791-4E2B-9097-A883C865BC10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EC503DEA-7925-E246-AB00-7D8A880D6CD8}" type="pres">
      <dgm:prSet presAssocID="{8157B083-5791-4E2B-9097-A883C865BC10}" presName="wedge5" presStyleLbl="node1" presStyleIdx="4" presStyleCnt="5"/>
      <dgm:spPr/>
    </dgm:pt>
    <dgm:pt modelId="{E4308502-DBE8-E742-AAE5-4953794BF814}" type="pres">
      <dgm:prSet presAssocID="{8157B083-5791-4E2B-9097-A883C865BC10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E7DA327-E23D-5B42-A3F6-610461E6CCBF}" type="presOf" srcId="{5CD59AFC-A315-4FFB-93FF-6DDBEDDC6101}" destId="{DD574C59-BE08-314E-AEE8-22BC60D39AC1}" srcOrd="0" destOrd="0" presId="urn:microsoft.com/office/officeart/2005/8/layout/chart3"/>
    <dgm:cxn modelId="{D10E5A2E-B39B-E542-B784-58403DF314AC}" type="presOf" srcId="{1D3217C2-6C26-4740-AB90-BB1CDCDF08B2}" destId="{A72F7A43-5A38-5A4E-9E38-9B2B2B513B69}" srcOrd="0" destOrd="0" presId="urn:microsoft.com/office/officeart/2005/8/layout/chart3"/>
    <dgm:cxn modelId="{8E525734-863B-4C47-A98D-78B32E13DCE5}" srcId="{8157B083-5791-4E2B-9097-A883C865BC10}" destId="{5CD59AFC-A315-4FFB-93FF-6DDBEDDC6101}" srcOrd="3" destOrd="0" parTransId="{A3D629E1-CB05-49AB-B571-E15F1A0DB3C9}" sibTransId="{6A5B18A9-2302-45F7-8A3B-FB33E31E034B}"/>
    <dgm:cxn modelId="{155B083B-5BE5-DE4E-89C0-04C2D52ACB93}" type="presOf" srcId="{B1E65BA8-74E6-42E2-A9D2-393283A27327}" destId="{ADCEDC40-2CFE-F543-A6AD-42D0D7173E84}" srcOrd="0" destOrd="0" presId="urn:microsoft.com/office/officeart/2005/8/layout/chart3"/>
    <dgm:cxn modelId="{2A3FA046-878A-2747-8817-0C826754330F}" type="presOf" srcId="{97316DF8-EE5B-4E46-93E6-67DF89992E35}" destId="{0D97F54F-4028-B54F-B852-273CFAB9F8F5}" srcOrd="1" destOrd="0" presId="urn:microsoft.com/office/officeart/2005/8/layout/chart3"/>
    <dgm:cxn modelId="{BD014E4D-B95D-AF47-B8C8-DAD87A480225}" type="presOf" srcId="{A0243FCC-0EAA-4840-8942-0950006F68A9}" destId="{E4308502-DBE8-E742-AAE5-4953794BF814}" srcOrd="1" destOrd="0" presId="urn:microsoft.com/office/officeart/2005/8/layout/chart3"/>
    <dgm:cxn modelId="{F09FFC4E-5DBD-6445-AA5B-534210C02A5C}" type="presOf" srcId="{5CD59AFC-A315-4FFB-93FF-6DDBEDDC6101}" destId="{8E19A2F5-24D7-4749-ABCF-DD13EC845EF3}" srcOrd="1" destOrd="0" presId="urn:microsoft.com/office/officeart/2005/8/layout/chart3"/>
    <dgm:cxn modelId="{B12A496E-9094-464E-BEBC-9CCC94D74362}" type="presOf" srcId="{8157B083-5791-4E2B-9097-A883C865BC10}" destId="{4EC6A8DC-04C0-7140-86B9-411893174CB6}" srcOrd="0" destOrd="0" presId="urn:microsoft.com/office/officeart/2005/8/layout/chart3"/>
    <dgm:cxn modelId="{2D41BB91-CB48-DA43-992B-8AC9E02CD37B}" type="presOf" srcId="{B1E65BA8-74E6-42E2-A9D2-393283A27327}" destId="{C4EB43D9-800C-0D47-960F-EAB4CC7C6D2B}" srcOrd="1" destOrd="0" presId="urn:microsoft.com/office/officeart/2005/8/layout/chart3"/>
    <dgm:cxn modelId="{DEE4649D-5099-BE46-8D97-A2832B555AF6}" type="presOf" srcId="{A0243FCC-0EAA-4840-8942-0950006F68A9}" destId="{EC503DEA-7925-E246-AB00-7D8A880D6CD8}" srcOrd="0" destOrd="0" presId="urn:microsoft.com/office/officeart/2005/8/layout/chart3"/>
    <dgm:cxn modelId="{67EA40A4-86AC-450C-A8D7-9C3D50639F4C}" srcId="{8157B083-5791-4E2B-9097-A883C865BC10}" destId="{97316DF8-EE5B-4E46-93E6-67DF89992E35}" srcOrd="2" destOrd="0" parTransId="{E2FA8FC0-60B3-4CA8-AFC7-68DAF8B8AF75}" sibTransId="{9626941E-3E1F-443E-ACB8-9B367F401F48}"/>
    <dgm:cxn modelId="{42AB21B8-67D6-E341-BB88-73F675EB1F07}" type="presOf" srcId="{97316DF8-EE5B-4E46-93E6-67DF89992E35}" destId="{A66F9216-FEE9-DF4B-906F-79188FD13A08}" srcOrd="0" destOrd="0" presId="urn:microsoft.com/office/officeart/2005/8/layout/chart3"/>
    <dgm:cxn modelId="{289A16CC-F940-E54B-B1E1-4796C5E0124B}" type="presOf" srcId="{1D3217C2-6C26-4740-AB90-BB1CDCDF08B2}" destId="{CD4EBB9B-CF73-304D-AFD6-04F5F6EE48D9}" srcOrd="1" destOrd="0" presId="urn:microsoft.com/office/officeart/2005/8/layout/chart3"/>
    <dgm:cxn modelId="{D43C4BDC-D570-4A73-9407-6A04663DD2E4}" srcId="{8157B083-5791-4E2B-9097-A883C865BC10}" destId="{1D3217C2-6C26-4740-AB90-BB1CDCDF08B2}" srcOrd="1" destOrd="0" parTransId="{CC0607A5-EBED-4CC7-B9BA-6F5704F8CCB8}" sibTransId="{1F919B9F-F5C4-4724-A675-B6A056A84994}"/>
    <dgm:cxn modelId="{E85AB9E4-ECAC-483B-AAEC-7AC6C50A910F}" srcId="{8157B083-5791-4E2B-9097-A883C865BC10}" destId="{A0243FCC-0EAA-4840-8942-0950006F68A9}" srcOrd="4" destOrd="0" parTransId="{5BDA8BAD-20A6-4169-BFE9-FA522F01348B}" sibTransId="{F3B73B5E-A15E-4074-8199-99B64F636989}"/>
    <dgm:cxn modelId="{F4A159EE-1E84-46A4-AA83-B28BE4B3C58D}" srcId="{8157B083-5791-4E2B-9097-A883C865BC10}" destId="{B1E65BA8-74E6-42E2-A9D2-393283A27327}" srcOrd="0" destOrd="0" parTransId="{5FFDA549-47F0-4526-870E-830926C31683}" sibTransId="{67EDAEB6-39CF-433F-91F4-51BBF77F9392}"/>
    <dgm:cxn modelId="{37D252C2-04D6-C641-93B7-E78EF2BDDC05}" type="presParOf" srcId="{4EC6A8DC-04C0-7140-86B9-411893174CB6}" destId="{ADCEDC40-2CFE-F543-A6AD-42D0D7173E84}" srcOrd="0" destOrd="0" presId="urn:microsoft.com/office/officeart/2005/8/layout/chart3"/>
    <dgm:cxn modelId="{17333235-85E9-8F49-86C7-E52ED4695903}" type="presParOf" srcId="{4EC6A8DC-04C0-7140-86B9-411893174CB6}" destId="{C4EB43D9-800C-0D47-960F-EAB4CC7C6D2B}" srcOrd="1" destOrd="0" presId="urn:microsoft.com/office/officeart/2005/8/layout/chart3"/>
    <dgm:cxn modelId="{9B64FBBA-140A-3141-BE19-E17F754711A4}" type="presParOf" srcId="{4EC6A8DC-04C0-7140-86B9-411893174CB6}" destId="{A72F7A43-5A38-5A4E-9E38-9B2B2B513B69}" srcOrd="2" destOrd="0" presId="urn:microsoft.com/office/officeart/2005/8/layout/chart3"/>
    <dgm:cxn modelId="{900201EA-282F-0044-9DFA-415CF2CB834C}" type="presParOf" srcId="{4EC6A8DC-04C0-7140-86B9-411893174CB6}" destId="{CD4EBB9B-CF73-304D-AFD6-04F5F6EE48D9}" srcOrd="3" destOrd="0" presId="urn:microsoft.com/office/officeart/2005/8/layout/chart3"/>
    <dgm:cxn modelId="{5FD6EB3A-A530-3E40-8804-7578573F1C16}" type="presParOf" srcId="{4EC6A8DC-04C0-7140-86B9-411893174CB6}" destId="{A66F9216-FEE9-DF4B-906F-79188FD13A08}" srcOrd="4" destOrd="0" presId="urn:microsoft.com/office/officeart/2005/8/layout/chart3"/>
    <dgm:cxn modelId="{6AB455A9-2A3C-2347-8F85-77E557BE5381}" type="presParOf" srcId="{4EC6A8DC-04C0-7140-86B9-411893174CB6}" destId="{0D97F54F-4028-B54F-B852-273CFAB9F8F5}" srcOrd="5" destOrd="0" presId="urn:microsoft.com/office/officeart/2005/8/layout/chart3"/>
    <dgm:cxn modelId="{3F6C021E-4A01-5544-8B36-7483869F52EB}" type="presParOf" srcId="{4EC6A8DC-04C0-7140-86B9-411893174CB6}" destId="{DD574C59-BE08-314E-AEE8-22BC60D39AC1}" srcOrd="6" destOrd="0" presId="urn:microsoft.com/office/officeart/2005/8/layout/chart3"/>
    <dgm:cxn modelId="{D83B96CB-CB70-B84F-9645-9068E55F8409}" type="presParOf" srcId="{4EC6A8DC-04C0-7140-86B9-411893174CB6}" destId="{8E19A2F5-24D7-4749-ABCF-DD13EC845EF3}" srcOrd="7" destOrd="0" presId="urn:microsoft.com/office/officeart/2005/8/layout/chart3"/>
    <dgm:cxn modelId="{84215729-2435-4544-B726-5D833C3E03A2}" type="presParOf" srcId="{4EC6A8DC-04C0-7140-86B9-411893174CB6}" destId="{EC503DEA-7925-E246-AB00-7D8A880D6CD8}" srcOrd="8" destOrd="0" presId="urn:microsoft.com/office/officeart/2005/8/layout/chart3"/>
    <dgm:cxn modelId="{831ED2E4-FE87-6343-9DF3-A9940417C02D}" type="presParOf" srcId="{4EC6A8DC-04C0-7140-86B9-411893174CB6}" destId="{E4308502-DBE8-E742-AAE5-4953794BF814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1.xml><?xml version="1.0" encoding="utf-8"?>
<dgm:dataModel xmlns:dgm="http://schemas.openxmlformats.org/drawingml/2006/diagram" xmlns:a="http://schemas.openxmlformats.org/drawingml/2006/main">
  <dgm:ptLst>
    <dgm:pt modelId="{7EF278C8-6E7C-484E-8178-650CC67C0B4A}" type="doc">
      <dgm:prSet loTypeId="urn:microsoft.com/office/officeart/2011/layout/HexagonRadial" qsTypeId="urn:microsoft.com/office/officeart/2005/8/quickstyle/simple2" csTypeId="urn:microsoft.com/office/officeart/2005/8/colors/accent1_2"/>
      <dgm:spPr/>
    </dgm:pt>
    <dgm:pt modelId="{1DF3ADFB-B222-4808-975A-F0B0375B369E}">
      <dgm:prSet/>
      <dgm:spPr/>
      <dgm:t>
        <a:bodyPr/>
        <a:lstStyle/>
        <a:p>
          <a:r>
            <a:t>Plan</a:t>
          </a:r>
        </a:p>
      </dgm:t>
    </dgm:pt>
    <dgm:pt modelId="{146C218F-704C-4D64-9803-986F6AE87913}" type="parTrans" cxnId="{BBC6B858-0795-4DD6-84F3-19EC91C9DC9F}">
      <dgm:prSet/>
      <dgm:spPr/>
      <dgm:t>
        <a:bodyPr/>
        <a:lstStyle/>
        <a:p>
          <a:endParaRPr/>
        </a:p>
      </dgm:t>
    </dgm:pt>
    <dgm:pt modelId="{515C8645-B935-412E-8126-AC1EF021F1C3}" type="sibTrans" cxnId="{BBC6B858-0795-4DD6-84F3-19EC91C9DC9F}">
      <dgm:prSet/>
      <dgm:spPr/>
      <dgm:t>
        <a:bodyPr/>
        <a:lstStyle/>
        <a:p>
          <a:endParaRPr/>
        </a:p>
      </dgm:t>
    </dgm:pt>
    <dgm:pt modelId="{CB71F449-5EAC-4008-88C1-8B41DA8B8691}">
      <dgm:prSet/>
      <dgm:spPr/>
    </dgm:pt>
    <dgm:pt modelId="{0B65B33D-A870-4B5F-ABCF-0B798D320AF8}" type="parTrans" cxnId="{6B5B5DFD-F9FC-4B77-A61D-43200BCBA7C7}">
      <dgm:prSet/>
      <dgm:spPr/>
      <dgm:t>
        <a:bodyPr/>
        <a:lstStyle/>
        <a:p>
          <a:endParaRPr/>
        </a:p>
      </dgm:t>
    </dgm:pt>
    <dgm:pt modelId="{0789AAEA-95FA-4A8C-9B5B-C8945B0E00D2}" type="sibTrans" cxnId="{6B5B5DFD-F9FC-4B77-A61D-43200BCBA7C7}">
      <dgm:prSet/>
      <dgm:spPr/>
      <dgm:t>
        <a:bodyPr/>
        <a:lstStyle/>
        <a:p>
          <a:endParaRPr/>
        </a:p>
      </dgm:t>
    </dgm:pt>
    <dgm:pt modelId="{EB2045C3-635A-435D-9998-79E148546CFD}">
      <dgm:prSet/>
      <dgm:spPr/>
    </dgm:pt>
    <dgm:pt modelId="{C004D0C5-157D-4AD3-B6FE-091EFA03ED8D}" type="parTrans" cxnId="{BFAEAE04-87D4-4A3C-90E7-6AECCA73AC71}">
      <dgm:prSet/>
      <dgm:spPr/>
      <dgm:t>
        <a:bodyPr/>
        <a:lstStyle/>
        <a:p>
          <a:endParaRPr/>
        </a:p>
      </dgm:t>
    </dgm:pt>
    <dgm:pt modelId="{07A058FF-D2B0-4931-AB76-796B6785DE65}" type="sibTrans" cxnId="{BFAEAE04-87D4-4A3C-90E7-6AECCA73AC71}">
      <dgm:prSet/>
      <dgm:spPr/>
      <dgm:t>
        <a:bodyPr/>
        <a:lstStyle/>
        <a:p>
          <a:endParaRPr/>
        </a:p>
      </dgm:t>
    </dgm:pt>
    <dgm:pt modelId="{C05709F8-D97B-47D2-B30F-8C49B38E3505}">
      <dgm:prSet/>
      <dgm:spPr/>
    </dgm:pt>
    <dgm:pt modelId="{2C4E277A-D03A-4183-B554-39128CE14403}" type="parTrans" cxnId="{295005A5-9ADA-478F-9C75-E43833A467E1}">
      <dgm:prSet/>
      <dgm:spPr/>
      <dgm:t>
        <a:bodyPr/>
        <a:lstStyle/>
        <a:p>
          <a:endParaRPr/>
        </a:p>
      </dgm:t>
    </dgm:pt>
    <dgm:pt modelId="{DDB5CCB5-275A-489D-A56F-B5963819D0C1}" type="sibTrans" cxnId="{295005A5-9ADA-478F-9C75-E43833A467E1}">
      <dgm:prSet/>
      <dgm:spPr/>
      <dgm:t>
        <a:bodyPr/>
        <a:lstStyle/>
        <a:p>
          <a:endParaRPr/>
        </a:p>
      </dgm:t>
    </dgm:pt>
    <dgm:pt modelId="{9C6887F6-1D34-425C-8C7D-E47997176AD2}">
      <dgm:prSet/>
      <dgm:spPr/>
    </dgm:pt>
    <dgm:pt modelId="{CEF8B3B9-E2E8-4F05-A990-3AF8CEA0FEB8}" type="parTrans" cxnId="{5D98CBFC-BF75-43D1-A7C6-8B9D622D96E7}">
      <dgm:prSet/>
      <dgm:spPr/>
      <dgm:t>
        <a:bodyPr/>
        <a:lstStyle/>
        <a:p>
          <a:endParaRPr/>
        </a:p>
      </dgm:t>
    </dgm:pt>
    <dgm:pt modelId="{940FB48E-DB2B-42AD-985E-BD39E7D7D5DE}" type="sibTrans" cxnId="{5D98CBFC-BF75-43D1-A7C6-8B9D622D96E7}">
      <dgm:prSet/>
      <dgm:spPr/>
      <dgm:t>
        <a:bodyPr/>
        <a:lstStyle/>
        <a:p>
          <a:endParaRPr/>
        </a:p>
      </dgm:t>
    </dgm:pt>
    <dgm:pt modelId="{873EBCE0-AFA5-BC41-BF2F-97763DD8EE7B}" type="pres">
      <dgm:prSet presAssocID="{7EF278C8-6E7C-484E-8178-650CC67C0B4A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8248FCD1-9C16-4E4B-82AE-BFC21E8F8089}" type="pres">
      <dgm:prSet presAssocID="{1DF3ADFB-B222-4808-975A-F0B0375B369E}" presName="Parent" presStyleLbl="node0" presStyleIdx="0" presStyleCnt="1">
        <dgm:presLayoutVars>
          <dgm:chMax val="6"/>
          <dgm:chPref val="6"/>
        </dgm:presLayoutVars>
      </dgm:prSet>
      <dgm:spPr/>
    </dgm:pt>
  </dgm:ptLst>
  <dgm:cxnLst>
    <dgm:cxn modelId="{BFAEAE04-87D4-4A3C-90E7-6AECCA73AC71}" srcId="{7EF278C8-6E7C-484E-8178-650CC67C0B4A}" destId="{EB2045C3-635A-435D-9998-79E148546CFD}" srcOrd="2" destOrd="0" parTransId="{C004D0C5-157D-4AD3-B6FE-091EFA03ED8D}" sibTransId="{07A058FF-D2B0-4931-AB76-796B6785DE65}"/>
    <dgm:cxn modelId="{BBC6B858-0795-4DD6-84F3-19EC91C9DC9F}" srcId="{7EF278C8-6E7C-484E-8178-650CC67C0B4A}" destId="{1DF3ADFB-B222-4808-975A-F0B0375B369E}" srcOrd="0" destOrd="0" parTransId="{146C218F-704C-4D64-9803-986F6AE87913}" sibTransId="{515C8645-B935-412E-8126-AC1EF021F1C3}"/>
    <dgm:cxn modelId="{97DFAB90-D6E0-DC45-B167-92F1BEA796D8}" type="presOf" srcId="{7EF278C8-6E7C-484E-8178-650CC67C0B4A}" destId="{873EBCE0-AFA5-BC41-BF2F-97763DD8EE7B}" srcOrd="0" destOrd="0" presId="urn:microsoft.com/office/officeart/2011/layout/HexagonRadial"/>
    <dgm:cxn modelId="{295005A5-9ADA-478F-9C75-E43833A467E1}" srcId="{7EF278C8-6E7C-484E-8178-650CC67C0B4A}" destId="{C05709F8-D97B-47D2-B30F-8C49B38E3505}" srcOrd="3" destOrd="0" parTransId="{2C4E277A-D03A-4183-B554-39128CE14403}" sibTransId="{DDB5CCB5-275A-489D-A56F-B5963819D0C1}"/>
    <dgm:cxn modelId="{6255EBB2-F4C7-1540-94BF-7BA92AAFCDA3}" type="presOf" srcId="{1DF3ADFB-B222-4808-975A-F0B0375B369E}" destId="{8248FCD1-9C16-4E4B-82AE-BFC21E8F8089}" srcOrd="0" destOrd="0" presId="urn:microsoft.com/office/officeart/2011/layout/HexagonRadial"/>
    <dgm:cxn modelId="{5D98CBFC-BF75-43D1-A7C6-8B9D622D96E7}" srcId="{7EF278C8-6E7C-484E-8178-650CC67C0B4A}" destId="{9C6887F6-1D34-425C-8C7D-E47997176AD2}" srcOrd="4" destOrd="0" parTransId="{CEF8B3B9-E2E8-4F05-A990-3AF8CEA0FEB8}" sibTransId="{940FB48E-DB2B-42AD-985E-BD39E7D7D5DE}"/>
    <dgm:cxn modelId="{6B5B5DFD-F9FC-4B77-A61D-43200BCBA7C7}" srcId="{7EF278C8-6E7C-484E-8178-650CC67C0B4A}" destId="{CB71F449-5EAC-4008-88C1-8B41DA8B8691}" srcOrd="1" destOrd="0" parTransId="{0B65B33D-A870-4B5F-ABCF-0B798D320AF8}" sibTransId="{0789AAEA-95FA-4A8C-9B5B-C8945B0E00D2}"/>
    <dgm:cxn modelId="{0EC175DB-D640-0046-A84F-6350DD4F9539}" type="presParOf" srcId="{873EBCE0-AFA5-BC41-BF2F-97763DD8EE7B}" destId="{8248FCD1-9C16-4E4B-82AE-BFC21E8F8089}" srcOrd="0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2.xml><?xml version="1.0" encoding="utf-8"?>
<dgm:dataModel xmlns:dgm="http://schemas.openxmlformats.org/drawingml/2006/diagram" xmlns:a="http://schemas.openxmlformats.org/drawingml/2006/main">
  <dgm:ptLst>
    <dgm:pt modelId="{F9AD92AC-D349-424F-8AAC-7535248624C9}" type="doc">
      <dgm:prSet loTypeId="urn:microsoft.com/office/officeart/2005/8/layout/radial6" qsTypeId="urn:microsoft.com/office/officeart/2005/8/quickstyle/simple2" csTypeId="urn:microsoft.com/office/officeart/2005/8/colors/accent1_2"/>
      <dgm:spPr/>
    </dgm:pt>
    <dgm:pt modelId="{3BC5B02B-396D-4626-9332-EC863E8B3150}">
      <dgm:prSet/>
      <dgm:spPr/>
      <dgm:t>
        <a:bodyPr/>
        <a:lstStyle/>
        <a:p>
          <a:r>
            <a:t>Plan</a:t>
          </a:r>
        </a:p>
      </dgm:t>
    </dgm:pt>
    <dgm:pt modelId="{EE4A2DBB-3A11-4CEF-A850-379FD6EEBD8D}" type="parTrans" cxnId="{0EA947DF-0DD7-4C40-966A-90023335FE33}">
      <dgm:prSet/>
      <dgm:spPr/>
      <dgm:t>
        <a:bodyPr/>
        <a:lstStyle/>
        <a:p>
          <a:endParaRPr/>
        </a:p>
      </dgm:t>
    </dgm:pt>
    <dgm:pt modelId="{B1B0EC54-91CD-498A-8513-F074123A82CF}" type="sibTrans" cxnId="{0EA947DF-0DD7-4C40-966A-90023335FE33}">
      <dgm:prSet/>
      <dgm:spPr/>
      <dgm:t>
        <a:bodyPr/>
        <a:lstStyle/>
        <a:p>
          <a:endParaRPr/>
        </a:p>
      </dgm:t>
    </dgm:pt>
    <dgm:pt modelId="{006992B3-E392-44F5-A806-11650F2D1394}">
      <dgm:prSet/>
      <dgm:spPr/>
    </dgm:pt>
    <dgm:pt modelId="{792CA8ED-2E9A-4667-B2D4-ED99BF2D6A91}" type="parTrans" cxnId="{DF24AC52-FA90-42CD-8591-282A29ADBA79}">
      <dgm:prSet/>
      <dgm:spPr/>
      <dgm:t>
        <a:bodyPr/>
        <a:lstStyle/>
        <a:p>
          <a:endParaRPr/>
        </a:p>
      </dgm:t>
    </dgm:pt>
    <dgm:pt modelId="{084E0931-9AE8-45AB-A2DF-120B046E4E5C}" type="sibTrans" cxnId="{DF24AC52-FA90-42CD-8591-282A29ADBA79}">
      <dgm:prSet/>
      <dgm:spPr/>
      <dgm:t>
        <a:bodyPr/>
        <a:lstStyle/>
        <a:p>
          <a:endParaRPr/>
        </a:p>
      </dgm:t>
    </dgm:pt>
    <dgm:pt modelId="{EA4E9FA0-4903-4DD4-A65B-C49E2F39D5F6}">
      <dgm:prSet/>
      <dgm:spPr/>
    </dgm:pt>
    <dgm:pt modelId="{135521CC-16E6-45A9-A3A9-EE235EF68B9B}" type="parTrans" cxnId="{200D209A-4F9D-4FC5-AE04-468D8F97B25D}">
      <dgm:prSet/>
      <dgm:spPr/>
      <dgm:t>
        <a:bodyPr/>
        <a:lstStyle/>
        <a:p>
          <a:endParaRPr/>
        </a:p>
      </dgm:t>
    </dgm:pt>
    <dgm:pt modelId="{BDDB3452-266F-4C11-B8E5-4FF6F7EFF38E}" type="sibTrans" cxnId="{200D209A-4F9D-4FC5-AE04-468D8F97B25D}">
      <dgm:prSet/>
      <dgm:spPr/>
      <dgm:t>
        <a:bodyPr/>
        <a:lstStyle/>
        <a:p>
          <a:endParaRPr/>
        </a:p>
      </dgm:t>
    </dgm:pt>
    <dgm:pt modelId="{B66F0A2A-BB66-4190-A9F3-029067A49863}">
      <dgm:prSet/>
      <dgm:spPr/>
    </dgm:pt>
    <dgm:pt modelId="{86BB28CE-EF8C-47CA-8078-A315EA056FEC}" type="parTrans" cxnId="{85892E51-8185-4C8C-9BBF-A4873B68C7D8}">
      <dgm:prSet/>
      <dgm:spPr/>
      <dgm:t>
        <a:bodyPr/>
        <a:lstStyle/>
        <a:p>
          <a:endParaRPr/>
        </a:p>
      </dgm:t>
    </dgm:pt>
    <dgm:pt modelId="{22CDFDA9-D8B5-4866-B52D-AAB40F39FF10}" type="sibTrans" cxnId="{85892E51-8185-4C8C-9BBF-A4873B68C7D8}">
      <dgm:prSet/>
      <dgm:spPr/>
      <dgm:t>
        <a:bodyPr/>
        <a:lstStyle/>
        <a:p>
          <a:endParaRPr/>
        </a:p>
      </dgm:t>
    </dgm:pt>
    <dgm:pt modelId="{51C6D793-CD6C-4E53-834B-CE2E63E71AB7}">
      <dgm:prSet/>
      <dgm:spPr/>
    </dgm:pt>
    <dgm:pt modelId="{612EE630-E278-476B-A240-90E8F1556936}" type="parTrans" cxnId="{AD01D751-BF07-4B7E-B748-6F6595456084}">
      <dgm:prSet/>
      <dgm:spPr/>
      <dgm:t>
        <a:bodyPr/>
        <a:lstStyle/>
        <a:p>
          <a:endParaRPr/>
        </a:p>
      </dgm:t>
    </dgm:pt>
    <dgm:pt modelId="{9732BDAF-8884-4037-90F1-EFD1C495DC22}" type="sibTrans" cxnId="{AD01D751-BF07-4B7E-B748-6F6595456084}">
      <dgm:prSet/>
      <dgm:spPr/>
      <dgm:t>
        <a:bodyPr/>
        <a:lstStyle/>
        <a:p>
          <a:endParaRPr/>
        </a:p>
      </dgm:t>
    </dgm:pt>
    <dgm:pt modelId="{D3BBE434-0FFD-024A-954A-7004EF873876}" type="pres">
      <dgm:prSet presAssocID="{F9AD92AC-D349-424F-8AAC-7535248624C9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02D588C-32F1-6E4A-98B1-80F1E78DE549}" type="pres">
      <dgm:prSet presAssocID="{3BC5B02B-396D-4626-9332-EC863E8B3150}" presName="centerShape" presStyleLbl="node0" presStyleIdx="0" presStyleCnt="1"/>
      <dgm:spPr/>
    </dgm:pt>
  </dgm:ptLst>
  <dgm:cxnLst>
    <dgm:cxn modelId="{85892E51-8185-4C8C-9BBF-A4873B68C7D8}" srcId="{F9AD92AC-D349-424F-8AAC-7535248624C9}" destId="{B66F0A2A-BB66-4190-A9F3-029067A49863}" srcOrd="3" destOrd="0" parTransId="{86BB28CE-EF8C-47CA-8078-A315EA056FEC}" sibTransId="{22CDFDA9-D8B5-4866-B52D-AAB40F39FF10}"/>
    <dgm:cxn modelId="{AD01D751-BF07-4B7E-B748-6F6595456084}" srcId="{F9AD92AC-D349-424F-8AAC-7535248624C9}" destId="{51C6D793-CD6C-4E53-834B-CE2E63E71AB7}" srcOrd="4" destOrd="0" parTransId="{612EE630-E278-476B-A240-90E8F1556936}" sibTransId="{9732BDAF-8884-4037-90F1-EFD1C495DC22}"/>
    <dgm:cxn modelId="{DF24AC52-FA90-42CD-8591-282A29ADBA79}" srcId="{F9AD92AC-D349-424F-8AAC-7535248624C9}" destId="{006992B3-E392-44F5-A806-11650F2D1394}" srcOrd="1" destOrd="0" parTransId="{792CA8ED-2E9A-4667-B2D4-ED99BF2D6A91}" sibTransId="{084E0931-9AE8-45AB-A2DF-120B046E4E5C}"/>
    <dgm:cxn modelId="{E9AC4C8D-A60B-D94C-ACB7-EDA9F115345C}" type="presOf" srcId="{F9AD92AC-D349-424F-8AAC-7535248624C9}" destId="{D3BBE434-0FFD-024A-954A-7004EF873876}" srcOrd="0" destOrd="0" presId="urn:microsoft.com/office/officeart/2005/8/layout/radial6"/>
    <dgm:cxn modelId="{200D209A-4F9D-4FC5-AE04-468D8F97B25D}" srcId="{F9AD92AC-D349-424F-8AAC-7535248624C9}" destId="{EA4E9FA0-4903-4DD4-A65B-C49E2F39D5F6}" srcOrd="2" destOrd="0" parTransId="{135521CC-16E6-45A9-A3A9-EE235EF68B9B}" sibTransId="{BDDB3452-266F-4C11-B8E5-4FF6F7EFF38E}"/>
    <dgm:cxn modelId="{0EA947DF-0DD7-4C40-966A-90023335FE33}" srcId="{F9AD92AC-D349-424F-8AAC-7535248624C9}" destId="{3BC5B02B-396D-4626-9332-EC863E8B3150}" srcOrd="0" destOrd="0" parTransId="{EE4A2DBB-3A11-4CEF-A850-379FD6EEBD8D}" sibTransId="{B1B0EC54-91CD-498A-8513-F074123A82CF}"/>
    <dgm:cxn modelId="{04BE32E1-7E6B-4046-AE5D-7BFB0E006549}" type="presOf" srcId="{3BC5B02B-396D-4626-9332-EC863E8B3150}" destId="{002D588C-32F1-6E4A-98B1-80F1E78DE549}" srcOrd="0" destOrd="0" presId="urn:microsoft.com/office/officeart/2005/8/layout/radial6"/>
    <dgm:cxn modelId="{35308F90-11E0-5A43-A197-87BF8C1E2AA8}" type="presParOf" srcId="{D3BBE434-0FFD-024A-954A-7004EF873876}" destId="{002D588C-32F1-6E4A-98B1-80F1E78DE549}" srcOrd="0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3.xml><?xml version="1.0" encoding="utf-8"?>
<dgm:dataModel xmlns:dgm="http://schemas.openxmlformats.org/drawingml/2006/diagram" xmlns:a="http://schemas.openxmlformats.org/drawingml/2006/main">
  <dgm:ptLst>
    <dgm:pt modelId="{03F80A46-8FAB-4CFA-9A22-F5231B1CFA65}" type="doc">
      <dgm:prSet loTypeId="urn:microsoft.com/office/officeart/2005/8/layout/radial1" qsTypeId="urn:microsoft.com/office/officeart/2005/8/quickstyle/simple2" csTypeId="urn:microsoft.com/office/officeart/2005/8/colors/accent1_2"/>
      <dgm:spPr/>
    </dgm:pt>
    <dgm:pt modelId="{C59D06B5-0519-43A5-B40B-C1F5E96D8A4D}">
      <dgm:prSet/>
      <dgm:spPr/>
      <dgm:t>
        <a:bodyPr/>
        <a:lstStyle/>
        <a:p>
          <a:r>
            <a:t>Plan</a:t>
          </a:r>
        </a:p>
      </dgm:t>
    </dgm:pt>
    <dgm:pt modelId="{1F1D4E8C-956C-4FA4-A30A-C976C73B15B9}" type="parTrans" cxnId="{192E5B4F-AF49-4276-8869-7D0E51DC4767}">
      <dgm:prSet/>
      <dgm:spPr/>
      <dgm:t>
        <a:bodyPr/>
        <a:lstStyle/>
        <a:p>
          <a:endParaRPr/>
        </a:p>
      </dgm:t>
    </dgm:pt>
    <dgm:pt modelId="{5EFA2874-182E-46B6-BE70-5BA2EA9F76E3}" type="sibTrans" cxnId="{192E5B4F-AF49-4276-8869-7D0E51DC4767}">
      <dgm:prSet/>
      <dgm:spPr/>
      <dgm:t>
        <a:bodyPr/>
        <a:lstStyle/>
        <a:p>
          <a:endParaRPr/>
        </a:p>
      </dgm:t>
    </dgm:pt>
    <dgm:pt modelId="{E822606D-0847-40B4-BE90-8FE5ECE1F1D7}">
      <dgm:prSet/>
      <dgm:spPr/>
    </dgm:pt>
    <dgm:pt modelId="{2704F849-F6F9-4AC0-BA78-7C951583E832}" type="parTrans" cxnId="{1272B4B5-51DE-4125-A4A6-CA9E8541DFC4}">
      <dgm:prSet/>
      <dgm:spPr/>
      <dgm:t>
        <a:bodyPr/>
        <a:lstStyle/>
        <a:p>
          <a:endParaRPr/>
        </a:p>
      </dgm:t>
    </dgm:pt>
    <dgm:pt modelId="{523AE036-C460-4711-91C6-9763E295F9E1}" type="sibTrans" cxnId="{1272B4B5-51DE-4125-A4A6-CA9E8541DFC4}">
      <dgm:prSet/>
      <dgm:spPr/>
      <dgm:t>
        <a:bodyPr/>
        <a:lstStyle/>
        <a:p>
          <a:endParaRPr/>
        </a:p>
      </dgm:t>
    </dgm:pt>
    <dgm:pt modelId="{B51E7A64-90C2-408C-9EC9-5F59013C0E67}">
      <dgm:prSet/>
      <dgm:spPr/>
    </dgm:pt>
    <dgm:pt modelId="{BB817F4E-C7E6-41B1-91A1-25CD2A37954C}" type="parTrans" cxnId="{71B4A7B3-1AF2-4C68-93C3-CA598EEE7515}">
      <dgm:prSet/>
      <dgm:spPr/>
      <dgm:t>
        <a:bodyPr/>
        <a:lstStyle/>
        <a:p>
          <a:endParaRPr/>
        </a:p>
      </dgm:t>
    </dgm:pt>
    <dgm:pt modelId="{8622B566-A737-4ABE-A544-35D79E85DD17}" type="sibTrans" cxnId="{71B4A7B3-1AF2-4C68-93C3-CA598EEE7515}">
      <dgm:prSet/>
      <dgm:spPr/>
      <dgm:t>
        <a:bodyPr/>
        <a:lstStyle/>
        <a:p>
          <a:endParaRPr/>
        </a:p>
      </dgm:t>
    </dgm:pt>
    <dgm:pt modelId="{1D4EF679-BA39-466E-B8CD-C238638FD79D}">
      <dgm:prSet/>
      <dgm:spPr/>
    </dgm:pt>
    <dgm:pt modelId="{1D73B528-92E3-4411-AE8A-2D3A6BF67AE3}" type="parTrans" cxnId="{0099E502-165E-4F84-89D5-6DD2309621F0}">
      <dgm:prSet/>
      <dgm:spPr/>
      <dgm:t>
        <a:bodyPr/>
        <a:lstStyle/>
        <a:p>
          <a:endParaRPr/>
        </a:p>
      </dgm:t>
    </dgm:pt>
    <dgm:pt modelId="{B74F952D-0CE6-45A3-BA22-E48F34378429}" type="sibTrans" cxnId="{0099E502-165E-4F84-89D5-6DD2309621F0}">
      <dgm:prSet/>
      <dgm:spPr/>
      <dgm:t>
        <a:bodyPr/>
        <a:lstStyle/>
        <a:p>
          <a:endParaRPr/>
        </a:p>
      </dgm:t>
    </dgm:pt>
    <dgm:pt modelId="{FA848DA7-D73C-41E4-8C6C-AD26A0D85F33}">
      <dgm:prSet/>
      <dgm:spPr/>
    </dgm:pt>
    <dgm:pt modelId="{714EA919-6C76-4558-B69E-0DBC515473C2}" type="parTrans" cxnId="{12DC7D29-A94F-45AB-BF0C-A22AFAD8799A}">
      <dgm:prSet/>
      <dgm:spPr/>
      <dgm:t>
        <a:bodyPr/>
        <a:lstStyle/>
        <a:p>
          <a:endParaRPr/>
        </a:p>
      </dgm:t>
    </dgm:pt>
    <dgm:pt modelId="{72B545EE-155E-4AC9-979C-EFAC8D32FAFE}" type="sibTrans" cxnId="{12DC7D29-A94F-45AB-BF0C-A22AFAD8799A}">
      <dgm:prSet/>
      <dgm:spPr/>
      <dgm:t>
        <a:bodyPr/>
        <a:lstStyle/>
        <a:p>
          <a:endParaRPr/>
        </a:p>
      </dgm:t>
    </dgm:pt>
    <dgm:pt modelId="{FDE6B6AD-B5A2-1446-9199-B43EE47D4808}" type="pres">
      <dgm:prSet presAssocID="{03F80A46-8FAB-4CFA-9A22-F5231B1CFA6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15A31E0-95AB-C747-A964-BD1D85FBDED0}" type="pres">
      <dgm:prSet presAssocID="{C59D06B5-0519-43A5-B40B-C1F5E96D8A4D}" presName="centerShape" presStyleLbl="node0" presStyleIdx="0" presStyleCnt="1"/>
      <dgm:spPr/>
    </dgm:pt>
  </dgm:ptLst>
  <dgm:cxnLst>
    <dgm:cxn modelId="{0099E502-165E-4F84-89D5-6DD2309621F0}" srcId="{03F80A46-8FAB-4CFA-9A22-F5231B1CFA65}" destId="{1D4EF679-BA39-466E-B8CD-C238638FD79D}" srcOrd="3" destOrd="0" parTransId="{1D73B528-92E3-4411-AE8A-2D3A6BF67AE3}" sibTransId="{B74F952D-0CE6-45A3-BA22-E48F34378429}"/>
    <dgm:cxn modelId="{23C1ED0A-8FE9-9F45-8F00-7ECE29EA3AB9}" type="presOf" srcId="{C59D06B5-0519-43A5-B40B-C1F5E96D8A4D}" destId="{615A31E0-95AB-C747-A964-BD1D85FBDED0}" srcOrd="0" destOrd="0" presId="urn:microsoft.com/office/officeart/2005/8/layout/radial1"/>
    <dgm:cxn modelId="{12DC7D29-A94F-45AB-BF0C-A22AFAD8799A}" srcId="{03F80A46-8FAB-4CFA-9A22-F5231B1CFA65}" destId="{FA848DA7-D73C-41E4-8C6C-AD26A0D85F33}" srcOrd="4" destOrd="0" parTransId="{714EA919-6C76-4558-B69E-0DBC515473C2}" sibTransId="{72B545EE-155E-4AC9-979C-EFAC8D32FAFE}"/>
    <dgm:cxn modelId="{192E5B4F-AF49-4276-8869-7D0E51DC4767}" srcId="{03F80A46-8FAB-4CFA-9A22-F5231B1CFA65}" destId="{C59D06B5-0519-43A5-B40B-C1F5E96D8A4D}" srcOrd="0" destOrd="0" parTransId="{1F1D4E8C-956C-4FA4-A30A-C976C73B15B9}" sibTransId="{5EFA2874-182E-46B6-BE70-5BA2EA9F76E3}"/>
    <dgm:cxn modelId="{8197F55A-C1FA-FC42-838F-FFD40EE1A3E3}" type="presOf" srcId="{03F80A46-8FAB-4CFA-9A22-F5231B1CFA65}" destId="{FDE6B6AD-B5A2-1446-9199-B43EE47D4808}" srcOrd="0" destOrd="0" presId="urn:microsoft.com/office/officeart/2005/8/layout/radial1"/>
    <dgm:cxn modelId="{71B4A7B3-1AF2-4C68-93C3-CA598EEE7515}" srcId="{03F80A46-8FAB-4CFA-9A22-F5231B1CFA65}" destId="{B51E7A64-90C2-408C-9EC9-5F59013C0E67}" srcOrd="2" destOrd="0" parTransId="{BB817F4E-C7E6-41B1-91A1-25CD2A37954C}" sibTransId="{8622B566-A737-4ABE-A544-35D79E85DD17}"/>
    <dgm:cxn modelId="{1272B4B5-51DE-4125-A4A6-CA9E8541DFC4}" srcId="{03F80A46-8FAB-4CFA-9A22-F5231B1CFA65}" destId="{E822606D-0847-40B4-BE90-8FE5ECE1F1D7}" srcOrd="1" destOrd="0" parTransId="{2704F849-F6F9-4AC0-BA78-7C951583E832}" sibTransId="{523AE036-C460-4711-91C6-9763E295F9E1}"/>
    <dgm:cxn modelId="{B33DCF9C-FE18-0A44-8B15-E31BB217D071}" type="presParOf" srcId="{FDE6B6AD-B5A2-1446-9199-B43EE47D4808}" destId="{615A31E0-95AB-C747-A964-BD1D85FBDED0}" srcOrd="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4.xml><?xml version="1.0" encoding="utf-8"?>
<dgm:dataModel xmlns:dgm="http://schemas.openxmlformats.org/drawingml/2006/diagram" xmlns:a="http://schemas.openxmlformats.org/drawingml/2006/main">
  <dgm:ptLst>
    <dgm:pt modelId="{4255BE46-9247-4015-B472-CBBF0765D115}" type="doc">
      <dgm:prSet loTypeId="urn:microsoft.com/office/officeart/2005/8/layout/radial5" qsTypeId="urn:microsoft.com/office/officeart/2005/8/quickstyle/simple2" csTypeId="urn:microsoft.com/office/officeart/2005/8/colors/accent1_2"/>
      <dgm:spPr/>
    </dgm:pt>
    <dgm:pt modelId="{5E75C4D3-FE3C-4576-8C1F-EB6979DE1C57}">
      <dgm:prSet/>
      <dgm:spPr/>
      <dgm:t>
        <a:bodyPr/>
        <a:lstStyle/>
        <a:p>
          <a:r>
            <a:t>Plan</a:t>
          </a:r>
        </a:p>
      </dgm:t>
    </dgm:pt>
    <dgm:pt modelId="{56171859-0A68-425B-A55F-713CA07F2054}" type="parTrans" cxnId="{B6645F2E-1846-4580-9F44-7B574A16F2A7}">
      <dgm:prSet/>
      <dgm:spPr/>
      <dgm:t>
        <a:bodyPr/>
        <a:lstStyle/>
        <a:p>
          <a:endParaRPr/>
        </a:p>
      </dgm:t>
    </dgm:pt>
    <dgm:pt modelId="{E04A0C45-8134-4D81-990B-0C1F97A761FA}" type="sibTrans" cxnId="{B6645F2E-1846-4580-9F44-7B574A16F2A7}">
      <dgm:prSet/>
      <dgm:spPr/>
      <dgm:t>
        <a:bodyPr/>
        <a:lstStyle/>
        <a:p>
          <a:endParaRPr/>
        </a:p>
      </dgm:t>
    </dgm:pt>
    <dgm:pt modelId="{51918C9E-2C3C-4129-ACC1-6329AEFED6C3}">
      <dgm:prSet/>
      <dgm:spPr/>
    </dgm:pt>
    <dgm:pt modelId="{A48D4F83-FE9F-4CC0-942A-D172B1E0AF70}" type="parTrans" cxnId="{C20F720E-38A0-422E-8B51-5048CBC42125}">
      <dgm:prSet/>
      <dgm:spPr/>
      <dgm:t>
        <a:bodyPr/>
        <a:lstStyle/>
        <a:p>
          <a:endParaRPr/>
        </a:p>
      </dgm:t>
    </dgm:pt>
    <dgm:pt modelId="{10BADDF8-8BB7-4A08-B692-1E5DA4A1DAE7}" type="sibTrans" cxnId="{C20F720E-38A0-422E-8B51-5048CBC42125}">
      <dgm:prSet/>
      <dgm:spPr/>
      <dgm:t>
        <a:bodyPr/>
        <a:lstStyle/>
        <a:p>
          <a:endParaRPr/>
        </a:p>
      </dgm:t>
    </dgm:pt>
    <dgm:pt modelId="{BBCACD37-628B-496A-BAAA-64929F26EC30}">
      <dgm:prSet/>
      <dgm:spPr/>
    </dgm:pt>
    <dgm:pt modelId="{4F556F31-3BEB-40F6-A556-76E694306100}" type="parTrans" cxnId="{7EFDA023-458A-4F52-A814-F54CF175BBAE}">
      <dgm:prSet/>
      <dgm:spPr/>
      <dgm:t>
        <a:bodyPr/>
        <a:lstStyle/>
        <a:p>
          <a:endParaRPr/>
        </a:p>
      </dgm:t>
    </dgm:pt>
    <dgm:pt modelId="{37436762-1BD4-4809-9513-2F15C2712B7A}" type="sibTrans" cxnId="{7EFDA023-458A-4F52-A814-F54CF175BBAE}">
      <dgm:prSet/>
      <dgm:spPr/>
      <dgm:t>
        <a:bodyPr/>
        <a:lstStyle/>
        <a:p>
          <a:endParaRPr/>
        </a:p>
      </dgm:t>
    </dgm:pt>
    <dgm:pt modelId="{52990130-0576-4644-97D8-3EADA5F6F123}">
      <dgm:prSet/>
      <dgm:spPr/>
    </dgm:pt>
    <dgm:pt modelId="{4C299F9E-D603-48F9-9E10-1BD0E9A9C16B}" type="parTrans" cxnId="{95E4FF46-728B-44A9-979B-BBA6CA96FF83}">
      <dgm:prSet/>
      <dgm:spPr/>
      <dgm:t>
        <a:bodyPr/>
        <a:lstStyle/>
        <a:p>
          <a:endParaRPr/>
        </a:p>
      </dgm:t>
    </dgm:pt>
    <dgm:pt modelId="{9B69C035-683E-40FC-A6FA-A206319E12F6}" type="sibTrans" cxnId="{95E4FF46-728B-44A9-979B-BBA6CA96FF83}">
      <dgm:prSet/>
      <dgm:spPr/>
      <dgm:t>
        <a:bodyPr/>
        <a:lstStyle/>
        <a:p>
          <a:endParaRPr/>
        </a:p>
      </dgm:t>
    </dgm:pt>
    <dgm:pt modelId="{02A59F88-E4FB-41B4-ACAC-01758F12469A}">
      <dgm:prSet/>
      <dgm:spPr/>
    </dgm:pt>
    <dgm:pt modelId="{29DFDC49-6784-46C3-83D0-908C3567BF96}" type="parTrans" cxnId="{0851F4E3-6757-438B-9D43-D4B6242B2665}">
      <dgm:prSet/>
      <dgm:spPr/>
      <dgm:t>
        <a:bodyPr/>
        <a:lstStyle/>
        <a:p>
          <a:endParaRPr/>
        </a:p>
      </dgm:t>
    </dgm:pt>
    <dgm:pt modelId="{A11E28CA-F21E-4653-947A-CD32984DB7C6}" type="sibTrans" cxnId="{0851F4E3-6757-438B-9D43-D4B6242B2665}">
      <dgm:prSet/>
      <dgm:spPr/>
      <dgm:t>
        <a:bodyPr/>
        <a:lstStyle/>
        <a:p>
          <a:endParaRPr/>
        </a:p>
      </dgm:t>
    </dgm:pt>
    <dgm:pt modelId="{7A142BDD-11D1-284C-A7AD-12B022CE5EC4}" type="pres">
      <dgm:prSet presAssocID="{4255BE46-9247-4015-B472-CBBF0765D115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8FCE269-4B14-D54B-B7C5-8EDAABED93C5}" type="pres">
      <dgm:prSet presAssocID="{5E75C4D3-FE3C-4576-8C1F-EB6979DE1C57}" presName="centerShape" presStyleLbl="node0" presStyleIdx="0" presStyleCnt="1"/>
      <dgm:spPr/>
    </dgm:pt>
  </dgm:ptLst>
  <dgm:cxnLst>
    <dgm:cxn modelId="{C20F720E-38A0-422E-8B51-5048CBC42125}" srcId="{4255BE46-9247-4015-B472-CBBF0765D115}" destId="{51918C9E-2C3C-4129-ACC1-6329AEFED6C3}" srcOrd="1" destOrd="0" parTransId="{A48D4F83-FE9F-4CC0-942A-D172B1E0AF70}" sibTransId="{10BADDF8-8BB7-4A08-B692-1E5DA4A1DAE7}"/>
    <dgm:cxn modelId="{7EFDA023-458A-4F52-A814-F54CF175BBAE}" srcId="{4255BE46-9247-4015-B472-CBBF0765D115}" destId="{BBCACD37-628B-496A-BAAA-64929F26EC30}" srcOrd="2" destOrd="0" parTransId="{4F556F31-3BEB-40F6-A556-76E694306100}" sibTransId="{37436762-1BD4-4809-9513-2F15C2712B7A}"/>
    <dgm:cxn modelId="{B6645F2E-1846-4580-9F44-7B574A16F2A7}" srcId="{4255BE46-9247-4015-B472-CBBF0765D115}" destId="{5E75C4D3-FE3C-4576-8C1F-EB6979DE1C57}" srcOrd="0" destOrd="0" parTransId="{56171859-0A68-425B-A55F-713CA07F2054}" sibTransId="{E04A0C45-8134-4D81-990B-0C1F97A761FA}"/>
    <dgm:cxn modelId="{95E4FF46-728B-44A9-979B-BBA6CA96FF83}" srcId="{4255BE46-9247-4015-B472-CBBF0765D115}" destId="{52990130-0576-4644-97D8-3EADA5F6F123}" srcOrd="3" destOrd="0" parTransId="{4C299F9E-D603-48F9-9E10-1BD0E9A9C16B}" sibTransId="{9B69C035-683E-40FC-A6FA-A206319E12F6}"/>
    <dgm:cxn modelId="{EA2FFC47-FA82-314A-BEBB-1B7010573922}" type="presOf" srcId="{4255BE46-9247-4015-B472-CBBF0765D115}" destId="{7A142BDD-11D1-284C-A7AD-12B022CE5EC4}" srcOrd="0" destOrd="0" presId="urn:microsoft.com/office/officeart/2005/8/layout/radial5"/>
    <dgm:cxn modelId="{967965DB-8349-EC4F-8832-116346535E44}" type="presOf" srcId="{5E75C4D3-FE3C-4576-8C1F-EB6979DE1C57}" destId="{28FCE269-4B14-D54B-B7C5-8EDAABED93C5}" srcOrd="0" destOrd="0" presId="urn:microsoft.com/office/officeart/2005/8/layout/radial5"/>
    <dgm:cxn modelId="{0851F4E3-6757-438B-9D43-D4B6242B2665}" srcId="{4255BE46-9247-4015-B472-CBBF0765D115}" destId="{02A59F88-E4FB-41B4-ACAC-01758F12469A}" srcOrd="4" destOrd="0" parTransId="{29DFDC49-6784-46C3-83D0-908C3567BF96}" sibTransId="{A11E28CA-F21E-4653-947A-CD32984DB7C6}"/>
    <dgm:cxn modelId="{FA331DAC-637A-B14B-AC38-AFB872C46C34}" type="presParOf" srcId="{7A142BDD-11D1-284C-A7AD-12B022CE5EC4}" destId="{28FCE269-4B14-D54B-B7C5-8EDAABED93C5}" srcOrd="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5.xml><?xml version="1.0" encoding="utf-8"?>
<dgm:dataModel xmlns:dgm="http://schemas.openxmlformats.org/drawingml/2006/diagram" xmlns:a="http://schemas.openxmlformats.org/drawingml/2006/main">
  <dgm:ptLst>
    <dgm:pt modelId="{8682F1AC-3FF6-40BE-8429-3ABBD0E2196E}" type="doc">
      <dgm:prSet loTypeId="urn:microsoft.com/office/officeart/2005/8/layout/radial3" qsTypeId="urn:microsoft.com/office/officeart/2005/8/quickstyle/simple2" csTypeId="urn:microsoft.com/office/officeart/2005/8/colors/accent1_2"/>
      <dgm:spPr/>
    </dgm:pt>
    <dgm:pt modelId="{7885D619-C354-4FF5-93FD-E6118DE1F9E8}">
      <dgm:prSet/>
      <dgm:spPr/>
      <dgm:t>
        <a:bodyPr/>
        <a:lstStyle/>
        <a:p>
          <a:r>
            <a:t>Plan</a:t>
          </a:r>
        </a:p>
      </dgm:t>
    </dgm:pt>
    <dgm:pt modelId="{6D44C832-A7B0-41F2-840C-246A500DC2BE}" type="parTrans" cxnId="{5F14DAF9-E3F9-4D5D-8DF4-56B33C31CB51}">
      <dgm:prSet/>
      <dgm:spPr/>
      <dgm:t>
        <a:bodyPr/>
        <a:lstStyle/>
        <a:p>
          <a:endParaRPr/>
        </a:p>
      </dgm:t>
    </dgm:pt>
    <dgm:pt modelId="{3A844AAB-32D5-408D-AF38-707CD0E1053D}" type="sibTrans" cxnId="{5F14DAF9-E3F9-4D5D-8DF4-56B33C31CB51}">
      <dgm:prSet/>
      <dgm:spPr/>
      <dgm:t>
        <a:bodyPr/>
        <a:lstStyle/>
        <a:p>
          <a:endParaRPr/>
        </a:p>
      </dgm:t>
    </dgm:pt>
    <dgm:pt modelId="{162964B9-C273-47AF-8485-89B27BA75697}">
      <dgm:prSet/>
      <dgm:spPr/>
    </dgm:pt>
    <dgm:pt modelId="{A626A084-BFA0-47AC-8DEB-EFB56489D6EF}" type="parTrans" cxnId="{BB176656-979A-4E7E-8997-19EAF1152B9D}">
      <dgm:prSet/>
      <dgm:spPr/>
      <dgm:t>
        <a:bodyPr/>
        <a:lstStyle/>
        <a:p>
          <a:endParaRPr/>
        </a:p>
      </dgm:t>
    </dgm:pt>
    <dgm:pt modelId="{57655238-ECAA-4F64-8084-7EFA5980282F}" type="sibTrans" cxnId="{BB176656-979A-4E7E-8997-19EAF1152B9D}">
      <dgm:prSet/>
      <dgm:spPr/>
      <dgm:t>
        <a:bodyPr/>
        <a:lstStyle/>
        <a:p>
          <a:endParaRPr/>
        </a:p>
      </dgm:t>
    </dgm:pt>
    <dgm:pt modelId="{2C9A3297-B446-4C98-984F-808C464BB578}">
      <dgm:prSet/>
      <dgm:spPr/>
    </dgm:pt>
    <dgm:pt modelId="{616C57EB-3F11-47F2-8D66-092C2C79CF54}" type="parTrans" cxnId="{BF1B51C5-3378-4B97-934D-2E9F52C7688A}">
      <dgm:prSet/>
      <dgm:spPr/>
      <dgm:t>
        <a:bodyPr/>
        <a:lstStyle/>
        <a:p>
          <a:endParaRPr/>
        </a:p>
      </dgm:t>
    </dgm:pt>
    <dgm:pt modelId="{3748DD18-0215-4172-A8FD-3B43CA19AC6A}" type="sibTrans" cxnId="{BF1B51C5-3378-4B97-934D-2E9F52C7688A}">
      <dgm:prSet/>
      <dgm:spPr/>
      <dgm:t>
        <a:bodyPr/>
        <a:lstStyle/>
        <a:p>
          <a:endParaRPr/>
        </a:p>
      </dgm:t>
    </dgm:pt>
    <dgm:pt modelId="{8EC0D8BE-11F3-4DE8-8C13-E46E4ED9DDDE}">
      <dgm:prSet/>
      <dgm:spPr/>
    </dgm:pt>
    <dgm:pt modelId="{E68B71F3-F36D-4833-BBE8-055FD8127026}" type="parTrans" cxnId="{55AEE571-3FE6-4E63-BC85-2E1A0590CCAE}">
      <dgm:prSet/>
      <dgm:spPr/>
      <dgm:t>
        <a:bodyPr/>
        <a:lstStyle/>
        <a:p>
          <a:endParaRPr/>
        </a:p>
      </dgm:t>
    </dgm:pt>
    <dgm:pt modelId="{5CE1CB50-8FE5-49E3-AA13-AE67FB97E4A8}" type="sibTrans" cxnId="{55AEE571-3FE6-4E63-BC85-2E1A0590CCAE}">
      <dgm:prSet/>
      <dgm:spPr/>
      <dgm:t>
        <a:bodyPr/>
        <a:lstStyle/>
        <a:p>
          <a:endParaRPr/>
        </a:p>
      </dgm:t>
    </dgm:pt>
    <dgm:pt modelId="{3A039C8F-938B-460D-B5D9-9CCB13DF51FB}">
      <dgm:prSet/>
      <dgm:spPr/>
    </dgm:pt>
    <dgm:pt modelId="{6A51F3A4-40B5-4968-885B-9E0E7E68C574}" type="parTrans" cxnId="{02A9678F-DED8-4B3C-86D7-2F88333D2DF7}">
      <dgm:prSet/>
      <dgm:spPr/>
      <dgm:t>
        <a:bodyPr/>
        <a:lstStyle/>
        <a:p>
          <a:endParaRPr/>
        </a:p>
      </dgm:t>
    </dgm:pt>
    <dgm:pt modelId="{F68BB7D2-4656-412E-972B-01B113B758CF}" type="sibTrans" cxnId="{02A9678F-DED8-4B3C-86D7-2F88333D2DF7}">
      <dgm:prSet/>
      <dgm:spPr/>
      <dgm:t>
        <a:bodyPr/>
        <a:lstStyle/>
        <a:p>
          <a:endParaRPr/>
        </a:p>
      </dgm:t>
    </dgm:pt>
    <dgm:pt modelId="{ECD9AF6F-439B-C847-9008-D1D70449EFFD}" type="pres">
      <dgm:prSet presAssocID="{8682F1AC-3FF6-40BE-8429-3ABBD0E2196E}" presName="composite" presStyleCnt="0">
        <dgm:presLayoutVars>
          <dgm:chMax val="1"/>
          <dgm:dir/>
          <dgm:resizeHandles val="exact"/>
        </dgm:presLayoutVars>
      </dgm:prSet>
      <dgm:spPr/>
    </dgm:pt>
    <dgm:pt modelId="{A7783721-574B-214A-8777-08184A7E056F}" type="pres">
      <dgm:prSet presAssocID="{8682F1AC-3FF6-40BE-8429-3ABBD0E2196E}" presName="radial" presStyleCnt="0">
        <dgm:presLayoutVars>
          <dgm:animLvl val="ctr"/>
        </dgm:presLayoutVars>
      </dgm:prSet>
      <dgm:spPr/>
    </dgm:pt>
    <dgm:pt modelId="{0B96A58D-B6B3-D348-B2AD-0F73CE14B6C8}" type="pres">
      <dgm:prSet presAssocID="{7885D619-C354-4FF5-93FD-E6118DE1F9E8}" presName="centerShape" presStyleLbl="vennNode1" presStyleIdx="0" presStyleCnt="1"/>
      <dgm:spPr/>
    </dgm:pt>
  </dgm:ptLst>
  <dgm:cxnLst>
    <dgm:cxn modelId="{BB176656-979A-4E7E-8997-19EAF1152B9D}" srcId="{8682F1AC-3FF6-40BE-8429-3ABBD0E2196E}" destId="{162964B9-C273-47AF-8485-89B27BA75697}" srcOrd="1" destOrd="0" parTransId="{A626A084-BFA0-47AC-8DEB-EFB56489D6EF}" sibTransId="{57655238-ECAA-4F64-8084-7EFA5980282F}"/>
    <dgm:cxn modelId="{55AEE571-3FE6-4E63-BC85-2E1A0590CCAE}" srcId="{8682F1AC-3FF6-40BE-8429-3ABBD0E2196E}" destId="{8EC0D8BE-11F3-4DE8-8C13-E46E4ED9DDDE}" srcOrd="3" destOrd="0" parTransId="{E68B71F3-F36D-4833-BBE8-055FD8127026}" sibTransId="{5CE1CB50-8FE5-49E3-AA13-AE67FB97E4A8}"/>
    <dgm:cxn modelId="{02A9678F-DED8-4B3C-86D7-2F88333D2DF7}" srcId="{8682F1AC-3FF6-40BE-8429-3ABBD0E2196E}" destId="{3A039C8F-938B-460D-B5D9-9CCB13DF51FB}" srcOrd="4" destOrd="0" parTransId="{6A51F3A4-40B5-4968-885B-9E0E7E68C574}" sibTransId="{F68BB7D2-4656-412E-972B-01B113B758CF}"/>
    <dgm:cxn modelId="{47753BA9-72E1-BD4F-83E4-8E5449EB8DC6}" type="presOf" srcId="{7885D619-C354-4FF5-93FD-E6118DE1F9E8}" destId="{0B96A58D-B6B3-D348-B2AD-0F73CE14B6C8}" srcOrd="0" destOrd="0" presId="urn:microsoft.com/office/officeart/2005/8/layout/radial3"/>
    <dgm:cxn modelId="{BF1B51C5-3378-4B97-934D-2E9F52C7688A}" srcId="{8682F1AC-3FF6-40BE-8429-3ABBD0E2196E}" destId="{2C9A3297-B446-4C98-984F-808C464BB578}" srcOrd="2" destOrd="0" parTransId="{616C57EB-3F11-47F2-8D66-092C2C79CF54}" sibTransId="{3748DD18-0215-4172-A8FD-3B43CA19AC6A}"/>
    <dgm:cxn modelId="{29E173D4-AA42-4F4D-8615-D1B72FF04C55}" type="presOf" srcId="{8682F1AC-3FF6-40BE-8429-3ABBD0E2196E}" destId="{ECD9AF6F-439B-C847-9008-D1D70449EFFD}" srcOrd="0" destOrd="0" presId="urn:microsoft.com/office/officeart/2005/8/layout/radial3"/>
    <dgm:cxn modelId="{5F14DAF9-E3F9-4D5D-8DF4-56B33C31CB51}" srcId="{8682F1AC-3FF6-40BE-8429-3ABBD0E2196E}" destId="{7885D619-C354-4FF5-93FD-E6118DE1F9E8}" srcOrd="0" destOrd="0" parTransId="{6D44C832-A7B0-41F2-840C-246A500DC2BE}" sibTransId="{3A844AAB-32D5-408D-AF38-707CD0E1053D}"/>
    <dgm:cxn modelId="{B99DCD71-8DAD-C744-912F-47EA85F75957}" type="presParOf" srcId="{ECD9AF6F-439B-C847-9008-D1D70449EFFD}" destId="{A7783721-574B-214A-8777-08184A7E056F}" srcOrd="0" destOrd="0" presId="urn:microsoft.com/office/officeart/2005/8/layout/radial3"/>
    <dgm:cxn modelId="{E85912D2-EFEB-5C4D-8D01-68D21CBD13E1}" type="presParOf" srcId="{A7783721-574B-214A-8777-08184A7E056F}" destId="{0B96A58D-B6B3-D348-B2AD-0F73CE14B6C8}" srcOrd="0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6.xml><?xml version="1.0" encoding="utf-8"?>
<dgm:dataModel xmlns:dgm="http://schemas.openxmlformats.org/drawingml/2006/diagram" xmlns:a="http://schemas.openxmlformats.org/drawingml/2006/main">
  <dgm:ptLst>
    <dgm:pt modelId="{CFE2FA96-B5FB-4811-9117-DED43EF85BAD}" type="doc">
      <dgm:prSet loTypeId="urn:microsoft.com/office/officeart/2005/8/layout/cycle4" qsTypeId="urn:microsoft.com/office/officeart/2005/8/quickstyle/simple2" csTypeId="urn:microsoft.com/office/officeart/2005/8/colors/accent1_2"/>
      <dgm:spPr/>
    </dgm:pt>
    <dgm:pt modelId="{9FA949BD-D476-4E90-9347-18DA78C99120}">
      <dgm:prSet/>
      <dgm:spPr/>
      <dgm:t>
        <a:bodyPr/>
        <a:lstStyle/>
        <a:p>
          <a:r>
            <a:t>Plan</a:t>
          </a:r>
        </a:p>
      </dgm:t>
    </dgm:pt>
    <dgm:pt modelId="{C4AF1470-EA45-46B0-A3F5-87EDB1617F1D}" type="parTrans" cxnId="{FAE0BFD7-F04F-408B-AC4B-0376D9098D75}">
      <dgm:prSet/>
      <dgm:spPr/>
      <dgm:t>
        <a:bodyPr/>
        <a:lstStyle/>
        <a:p>
          <a:endParaRPr/>
        </a:p>
      </dgm:t>
    </dgm:pt>
    <dgm:pt modelId="{5F913D7D-8B05-4E5E-8F6E-901D24926E5C}" type="sibTrans" cxnId="{FAE0BFD7-F04F-408B-AC4B-0376D9098D75}">
      <dgm:prSet/>
      <dgm:spPr/>
      <dgm:t>
        <a:bodyPr/>
        <a:lstStyle/>
        <a:p>
          <a:endParaRPr/>
        </a:p>
      </dgm:t>
    </dgm:pt>
    <dgm:pt modelId="{913F0543-11FA-46D0-BA8D-DC4DC3A3C1D8}">
      <dgm:prSet/>
      <dgm:spPr/>
      <dgm:t>
        <a:bodyPr/>
        <a:lstStyle/>
        <a:p>
          <a:r>
            <a:t>Create</a:t>
          </a:r>
        </a:p>
      </dgm:t>
    </dgm:pt>
    <dgm:pt modelId="{6F2C854A-B485-4542-AE5E-1CEEB4CEB961}" type="parTrans" cxnId="{65CFEE08-F393-42AA-8C51-8568A9981C35}">
      <dgm:prSet/>
      <dgm:spPr/>
      <dgm:t>
        <a:bodyPr/>
        <a:lstStyle/>
        <a:p>
          <a:endParaRPr/>
        </a:p>
      </dgm:t>
    </dgm:pt>
    <dgm:pt modelId="{5F56B84E-84AD-4445-B6B9-E4B891A66EB1}" type="sibTrans" cxnId="{65CFEE08-F393-42AA-8C51-8568A9981C35}">
      <dgm:prSet/>
      <dgm:spPr/>
      <dgm:t>
        <a:bodyPr/>
        <a:lstStyle/>
        <a:p>
          <a:endParaRPr/>
        </a:p>
      </dgm:t>
    </dgm:pt>
    <dgm:pt modelId="{987A416C-E222-4D43-BDBD-CA69F6C65B1A}">
      <dgm:prSet/>
      <dgm:spPr/>
      <dgm:t>
        <a:bodyPr/>
        <a:lstStyle/>
        <a:p>
          <a:r>
            <a:t>Measure</a:t>
          </a:r>
        </a:p>
      </dgm:t>
    </dgm:pt>
    <dgm:pt modelId="{17B76764-4153-4143-BF29-0378893192DA}" type="parTrans" cxnId="{A3A48878-7854-4804-B032-B82107E05D83}">
      <dgm:prSet/>
      <dgm:spPr/>
      <dgm:t>
        <a:bodyPr/>
        <a:lstStyle/>
        <a:p>
          <a:endParaRPr/>
        </a:p>
      </dgm:t>
    </dgm:pt>
    <dgm:pt modelId="{D515F285-79AA-4F25-B2D1-D3D10FC6936F}" type="sibTrans" cxnId="{A3A48878-7854-4804-B032-B82107E05D83}">
      <dgm:prSet/>
      <dgm:spPr/>
      <dgm:t>
        <a:bodyPr/>
        <a:lstStyle/>
        <a:p>
          <a:endParaRPr/>
        </a:p>
      </dgm:t>
    </dgm:pt>
    <dgm:pt modelId="{EF8AF8F1-2C97-485A-8283-44240A9E8E62}">
      <dgm:prSet/>
      <dgm:spPr/>
      <dgm:t>
        <a:bodyPr/>
        <a:lstStyle/>
        <a:p>
          <a:r>
            <a:t>Improve</a:t>
          </a:r>
        </a:p>
      </dgm:t>
    </dgm:pt>
    <dgm:pt modelId="{F9CA5970-A557-4FAE-8AE8-B4760B691BE0}" type="parTrans" cxnId="{A82EFC84-D5F9-414D-99A7-C7BFF9C11128}">
      <dgm:prSet/>
      <dgm:spPr/>
      <dgm:t>
        <a:bodyPr/>
        <a:lstStyle/>
        <a:p>
          <a:endParaRPr/>
        </a:p>
      </dgm:t>
    </dgm:pt>
    <dgm:pt modelId="{AB0ADA00-7A1F-4102-A934-2B994488EB32}" type="sibTrans" cxnId="{A82EFC84-D5F9-414D-99A7-C7BFF9C11128}">
      <dgm:prSet/>
      <dgm:spPr/>
      <dgm:t>
        <a:bodyPr/>
        <a:lstStyle/>
        <a:p>
          <a:endParaRPr/>
        </a:p>
      </dgm:t>
    </dgm:pt>
    <dgm:pt modelId="{EABBA16C-3EBB-4EC5-B27D-EDFBD919EB9F}">
      <dgm:prSet/>
      <dgm:spPr/>
    </dgm:pt>
    <dgm:pt modelId="{7F423BE5-F1E9-4A28-A2BD-6F4719E14C37}" type="parTrans" cxnId="{77BD93B5-4F6D-4228-8DE4-DEB08285DAE4}">
      <dgm:prSet/>
      <dgm:spPr/>
      <dgm:t>
        <a:bodyPr/>
        <a:lstStyle/>
        <a:p>
          <a:endParaRPr/>
        </a:p>
      </dgm:t>
    </dgm:pt>
    <dgm:pt modelId="{16FE569B-8586-4B16-8C5D-A4EF4566105B}" type="sibTrans" cxnId="{77BD93B5-4F6D-4228-8DE4-DEB08285DAE4}">
      <dgm:prSet/>
      <dgm:spPr/>
      <dgm:t>
        <a:bodyPr/>
        <a:lstStyle/>
        <a:p>
          <a:endParaRPr/>
        </a:p>
      </dgm:t>
    </dgm:pt>
    <dgm:pt modelId="{0FB4D9B5-301C-2147-89E3-083BB5177508}" type="pres">
      <dgm:prSet presAssocID="{CFE2FA96-B5FB-4811-9117-DED43EF85BAD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08EB9E7E-3C0E-6243-95E2-4462CF59E3F8}" type="pres">
      <dgm:prSet presAssocID="{CFE2FA96-B5FB-4811-9117-DED43EF85BAD}" presName="children" presStyleCnt="0"/>
      <dgm:spPr/>
    </dgm:pt>
    <dgm:pt modelId="{8D50E62D-DE58-7442-BB2E-352C0B655A32}" type="pres">
      <dgm:prSet presAssocID="{CFE2FA96-B5FB-4811-9117-DED43EF85BAD}" presName="childPlaceholder" presStyleCnt="0"/>
      <dgm:spPr/>
    </dgm:pt>
    <dgm:pt modelId="{294E298B-BE75-554F-B393-89C33DC5B78E}" type="pres">
      <dgm:prSet presAssocID="{CFE2FA96-B5FB-4811-9117-DED43EF85BAD}" presName="circle" presStyleCnt="0"/>
      <dgm:spPr/>
    </dgm:pt>
    <dgm:pt modelId="{25F4C278-373B-9747-A170-49FAB961CFC2}" type="pres">
      <dgm:prSet presAssocID="{CFE2FA96-B5FB-4811-9117-DED43EF85BAD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46BA4680-203D-7F41-BD4F-98D803059980}" type="pres">
      <dgm:prSet presAssocID="{CFE2FA96-B5FB-4811-9117-DED43EF85BAD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F1148FAB-7D3F-F746-BEFC-D49850193277}" type="pres">
      <dgm:prSet presAssocID="{CFE2FA96-B5FB-4811-9117-DED43EF85BAD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5CB53714-5543-AF44-A04F-CABEB2A7D6C1}" type="pres">
      <dgm:prSet presAssocID="{CFE2FA96-B5FB-4811-9117-DED43EF85BAD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3B566E9E-9DB2-B240-98AA-82ECC51CF245}" type="pres">
      <dgm:prSet presAssocID="{CFE2FA96-B5FB-4811-9117-DED43EF85BAD}" presName="quadrantPlaceholder" presStyleCnt="0"/>
      <dgm:spPr/>
    </dgm:pt>
    <dgm:pt modelId="{71143F18-00E2-954D-AA47-FFA930337BE0}" type="pres">
      <dgm:prSet presAssocID="{CFE2FA96-B5FB-4811-9117-DED43EF85BAD}" presName="center1" presStyleLbl="fgShp" presStyleIdx="0" presStyleCnt="2"/>
      <dgm:spPr/>
    </dgm:pt>
    <dgm:pt modelId="{623C3FA1-9887-DC4A-BBBE-315114CD96AD}" type="pres">
      <dgm:prSet presAssocID="{CFE2FA96-B5FB-4811-9117-DED43EF85BAD}" presName="center2" presStyleLbl="fgShp" presStyleIdx="1" presStyleCnt="2"/>
      <dgm:spPr/>
    </dgm:pt>
  </dgm:ptLst>
  <dgm:cxnLst>
    <dgm:cxn modelId="{65CFEE08-F393-42AA-8C51-8568A9981C35}" srcId="{CFE2FA96-B5FB-4811-9117-DED43EF85BAD}" destId="{913F0543-11FA-46D0-BA8D-DC4DC3A3C1D8}" srcOrd="1" destOrd="0" parTransId="{6F2C854A-B485-4542-AE5E-1CEEB4CEB961}" sibTransId="{5F56B84E-84AD-4445-B6B9-E4B891A66EB1}"/>
    <dgm:cxn modelId="{3331D01C-3E1F-CD40-BDEF-5073E821ED9F}" type="presOf" srcId="{987A416C-E222-4D43-BDBD-CA69F6C65B1A}" destId="{F1148FAB-7D3F-F746-BEFC-D49850193277}" srcOrd="0" destOrd="0" presId="urn:microsoft.com/office/officeart/2005/8/layout/cycle4"/>
    <dgm:cxn modelId="{DF551E2E-F899-7140-A2B9-4DABDB7BD187}" type="presOf" srcId="{9FA949BD-D476-4E90-9347-18DA78C99120}" destId="{25F4C278-373B-9747-A170-49FAB961CFC2}" srcOrd="0" destOrd="0" presId="urn:microsoft.com/office/officeart/2005/8/layout/cycle4"/>
    <dgm:cxn modelId="{A3A48878-7854-4804-B032-B82107E05D83}" srcId="{CFE2FA96-B5FB-4811-9117-DED43EF85BAD}" destId="{987A416C-E222-4D43-BDBD-CA69F6C65B1A}" srcOrd="2" destOrd="0" parTransId="{17B76764-4153-4143-BF29-0378893192DA}" sibTransId="{D515F285-79AA-4F25-B2D1-D3D10FC6936F}"/>
    <dgm:cxn modelId="{A82EFC84-D5F9-414D-99A7-C7BFF9C11128}" srcId="{CFE2FA96-B5FB-4811-9117-DED43EF85BAD}" destId="{EF8AF8F1-2C97-485A-8283-44240A9E8E62}" srcOrd="3" destOrd="0" parTransId="{F9CA5970-A557-4FAE-8AE8-B4760B691BE0}" sibTransId="{AB0ADA00-7A1F-4102-A934-2B994488EB32}"/>
    <dgm:cxn modelId="{77BD93B5-4F6D-4228-8DE4-DEB08285DAE4}" srcId="{CFE2FA96-B5FB-4811-9117-DED43EF85BAD}" destId="{EABBA16C-3EBB-4EC5-B27D-EDFBD919EB9F}" srcOrd="4" destOrd="0" parTransId="{7F423BE5-F1E9-4A28-A2BD-6F4719E14C37}" sibTransId="{16FE569B-8586-4B16-8C5D-A4EF4566105B}"/>
    <dgm:cxn modelId="{C5B907B8-4D41-C847-907A-7D326B55512E}" type="presOf" srcId="{EF8AF8F1-2C97-485A-8283-44240A9E8E62}" destId="{5CB53714-5543-AF44-A04F-CABEB2A7D6C1}" srcOrd="0" destOrd="0" presId="urn:microsoft.com/office/officeart/2005/8/layout/cycle4"/>
    <dgm:cxn modelId="{32A64AD4-1833-5D42-AFEC-7BD83A587B7E}" type="presOf" srcId="{913F0543-11FA-46D0-BA8D-DC4DC3A3C1D8}" destId="{46BA4680-203D-7F41-BD4F-98D803059980}" srcOrd="0" destOrd="0" presId="urn:microsoft.com/office/officeart/2005/8/layout/cycle4"/>
    <dgm:cxn modelId="{FAE0BFD7-F04F-408B-AC4B-0376D9098D75}" srcId="{CFE2FA96-B5FB-4811-9117-DED43EF85BAD}" destId="{9FA949BD-D476-4E90-9347-18DA78C99120}" srcOrd="0" destOrd="0" parTransId="{C4AF1470-EA45-46B0-A3F5-87EDB1617F1D}" sibTransId="{5F913D7D-8B05-4E5E-8F6E-901D24926E5C}"/>
    <dgm:cxn modelId="{CC2166E0-A93D-6B40-B7F2-D13D41C8BD40}" type="presOf" srcId="{CFE2FA96-B5FB-4811-9117-DED43EF85BAD}" destId="{0FB4D9B5-301C-2147-89E3-083BB5177508}" srcOrd="0" destOrd="0" presId="urn:microsoft.com/office/officeart/2005/8/layout/cycle4"/>
    <dgm:cxn modelId="{1222A484-5E72-0D46-B111-7FBF6A763431}" type="presParOf" srcId="{0FB4D9B5-301C-2147-89E3-083BB5177508}" destId="{08EB9E7E-3C0E-6243-95E2-4462CF59E3F8}" srcOrd="0" destOrd="0" presId="urn:microsoft.com/office/officeart/2005/8/layout/cycle4"/>
    <dgm:cxn modelId="{0549638F-5F00-EA47-B7CF-D3D8D6F5705D}" type="presParOf" srcId="{08EB9E7E-3C0E-6243-95E2-4462CF59E3F8}" destId="{8D50E62D-DE58-7442-BB2E-352C0B655A32}" srcOrd="0" destOrd="0" presId="urn:microsoft.com/office/officeart/2005/8/layout/cycle4"/>
    <dgm:cxn modelId="{9DD4991E-78A4-1940-98FD-83D14AD63644}" type="presParOf" srcId="{0FB4D9B5-301C-2147-89E3-083BB5177508}" destId="{294E298B-BE75-554F-B393-89C33DC5B78E}" srcOrd="1" destOrd="0" presId="urn:microsoft.com/office/officeart/2005/8/layout/cycle4"/>
    <dgm:cxn modelId="{D7DAEEE0-D52D-E049-8786-7686583D5715}" type="presParOf" srcId="{294E298B-BE75-554F-B393-89C33DC5B78E}" destId="{25F4C278-373B-9747-A170-49FAB961CFC2}" srcOrd="0" destOrd="0" presId="urn:microsoft.com/office/officeart/2005/8/layout/cycle4"/>
    <dgm:cxn modelId="{87D3137F-BC5A-594C-A965-E33682E17DEB}" type="presParOf" srcId="{294E298B-BE75-554F-B393-89C33DC5B78E}" destId="{46BA4680-203D-7F41-BD4F-98D803059980}" srcOrd="1" destOrd="0" presId="urn:microsoft.com/office/officeart/2005/8/layout/cycle4"/>
    <dgm:cxn modelId="{9608F555-B241-B940-AE21-DB9462977C06}" type="presParOf" srcId="{294E298B-BE75-554F-B393-89C33DC5B78E}" destId="{F1148FAB-7D3F-F746-BEFC-D49850193277}" srcOrd="2" destOrd="0" presId="urn:microsoft.com/office/officeart/2005/8/layout/cycle4"/>
    <dgm:cxn modelId="{DE2A2C75-AB9E-AE40-B397-54E2B30846AC}" type="presParOf" srcId="{294E298B-BE75-554F-B393-89C33DC5B78E}" destId="{5CB53714-5543-AF44-A04F-CABEB2A7D6C1}" srcOrd="3" destOrd="0" presId="urn:microsoft.com/office/officeart/2005/8/layout/cycle4"/>
    <dgm:cxn modelId="{ABD1B3A3-0847-B84E-8EC3-86477765EAA1}" type="presParOf" srcId="{294E298B-BE75-554F-B393-89C33DC5B78E}" destId="{3B566E9E-9DB2-B240-98AA-82ECC51CF245}" srcOrd="4" destOrd="0" presId="urn:microsoft.com/office/officeart/2005/8/layout/cycle4"/>
    <dgm:cxn modelId="{64FD0300-669B-A241-B213-330FEE6CF281}" type="presParOf" srcId="{0FB4D9B5-301C-2147-89E3-083BB5177508}" destId="{71143F18-00E2-954D-AA47-FFA930337BE0}" srcOrd="2" destOrd="0" presId="urn:microsoft.com/office/officeart/2005/8/layout/cycle4"/>
    <dgm:cxn modelId="{E04CF66B-869D-0546-957E-025CEC02C2C3}" type="presParOf" srcId="{0FB4D9B5-301C-2147-89E3-083BB5177508}" destId="{623C3FA1-9887-DC4A-BBBE-315114CD96AD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7.xml><?xml version="1.0" encoding="utf-8"?>
<dgm:dataModel xmlns:dgm="http://schemas.openxmlformats.org/drawingml/2006/diagram" xmlns:a="http://schemas.openxmlformats.org/drawingml/2006/main">
  <dgm:ptLst>
    <dgm:pt modelId="{0E3DE9C6-45E3-4FED-90C9-C6172D979939}" type="doc">
      <dgm:prSet loTypeId="urn:microsoft.com/office/officeart/2008/layout/RadialCluster" qsTypeId="urn:microsoft.com/office/officeart/2005/8/quickstyle/simple2" csTypeId="urn:microsoft.com/office/officeart/2005/8/colors/accent1_2"/>
      <dgm:spPr/>
    </dgm:pt>
    <dgm:pt modelId="{8A649AAA-3513-47DB-BD27-6D2283641E85}">
      <dgm:prSet/>
      <dgm:spPr/>
      <dgm:t>
        <a:bodyPr/>
        <a:lstStyle/>
        <a:p>
          <a:r>
            <a:t>Plan</a:t>
          </a:r>
        </a:p>
      </dgm:t>
    </dgm:pt>
    <dgm:pt modelId="{104CBD96-8CF5-4556-9147-043DC7C8913D}" type="parTrans" cxnId="{0061423C-37F8-4105-9A26-5C8E08843D05}">
      <dgm:prSet/>
      <dgm:spPr/>
      <dgm:t>
        <a:bodyPr/>
        <a:lstStyle/>
        <a:p>
          <a:endParaRPr/>
        </a:p>
      </dgm:t>
    </dgm:pt>
    <dgm:pt modelId="{979876CD-D4EE-4A7C-9792-C0FAFE155CFC}" type="sibTrans" cxnId="{0061423C-37F8-4105-9A26-5C8E08843D05}">
      <dgm:prSet/>
      <dgm:spPr/>
      <dgm:t>
        <a:bodyPr/>
        <a:lstStyle/>
        <a:p>
          <a:endParaRPr/>
        </a:p>
      </dgm:t>
    </dgm:pt>
    <dgm:pt modelId="{E4411C47-6617-4FD6-AFF6-8D6789A650EA}">
      <dgm:prSet/>
      <dgm:spPr/>
    </dgm:pt>
    <dgm:pt modelId="{94D409DD-B186-452D-B63A-8C932E6A530D}" type="parTrans" cxnId="{1C342111-304B-4E31-AFC1-D2E78139AE5C}">
      <dgm:prSet/>
      <dgm:spPr/>
      <dgm:t>
        <a:bodyPr/>
        <a:lstStyle/>
        <a:p>
          <a:endParaRPr/>
        </a:p>
      </dgm:t>
    </dgm:pt>
    <dgm:pt modelId="{16F1CD90-0A26-42B3-BD67-429EB8B36D40}" type="sibTrans" cxnId="{1C342111-304B-4E31-AFC1-D2E78139AE5C}">
      <dgm:prSet/>
      <dgm:spPr/>
      <dgm:t>
        <a:bodyPr/>
        <a:lstStyle/>
        <a:p>
          <a:endParaRPr/>
        </a:p>
      </dgm:t>
    </dgm:pt>
    <dgm:pt modelId="{151EA517-5790-486F-8D0A-1C2DDAFD90DA}">
      <dgm:prSet/>
      <dgm:spPr/>
    </dgm:pt>
    <dgm:pt modelId="{526B9FC0-32BD-470E-919F-BFC9B593DDD7}" type="parTrans" cxnId="{037A61BF-341D-405D-B609-06716B7E88CF}">
      <dgm:prSet/>
      <dgm:spPr/>
      <dgm:t>
        <a:bodyPr/>
        <a:lstStyle/>
        <a:p>
          <a:endParaRPr/>
        </a:p>
      </dgm:t>
    </dgm:pt>
    <dgm:pt modelId="{084CD467-1B5A-4152-A0F2-10725562A76A}" type="sibTrans" cxnId="{037A61BF-341D-405D-B609-06716B7E88CF}">
      <dgm:prSet/>
      <dgm:spPr/>
      <dgm:t>
        <a:bodyPr/>
        <a:lstStyle/>
        <a:p>
          <a:endParaRPr/>
        </a:p>
      </dgm:t>
    </dgm:pt>
    <dgm:pt modelId="{9663DE6B-F49C-4E07-AB1F-415201E489EF}">
      <dgm:prSet/>
      <dgm:spPr/>
    </dgm:pt>
    <dgm:pt modelId="{5E355A0B-8989-4CD3-9041-F0988AC12100}" type="parTrans" cxnId="{D1D5EA88-1135-4B72-800C-22F6B5A7C9D3}">
      <dgm:prSet/>
      <dgm:spPr/>
      <dgm:t>
        <a:bodyPr/>
        <a:lstStyle/>
        <a:p>
          <a:endParaRPr/>
        </a:p>
      </dgm:t>
    </dgm:pt>
    <dgm:pt modelId="{A9DE7BE1-C565-4F91-947F-F0BA4B6632CD}" type="sibTrans" cxnId="{D1D5EA88-1135-4B72-800C-22F6B5A7C9D3}">
      <dgm:prSet/>
      <dgm:spPr/>
      <dgm:t>
        <a:bodyPr/>
        <a:lstStyle/>
        <a:p>
          <a:endParaRPr/>
        </a:p>
      </dgm:t>
    </dgm:pt>
    <dgm:pt modelId="{52F27EAD-C36E-4F0E-ACED-B28D4F6BFD60}">
      <dgm:prSet/>
      <dgm:spPr/>
    </dgm:pt>
    <dgm:pt modelId="{ABD48222-BFE7-469E-B561-7A7036B1AB3E}" type="parTrans" cxnId="{16841D53-229E-4373-BA13-331A8507E2BA}">
      <dgm:prSet/>
      <dgm:spPr/>
      <dgm:t>
        <a:bodyPr/>
        <a:lstStyle/>
        <a:p>
          <a:endParaRPr/>
        </a:p>
      </dgm:t>
    </dgm:pt>
    <dgm:pt modelId="{D118B02C-679D-4879-AC94-7EB68C01375F}" type="sibTrans" cxnId="{16841D53-229E-4373-BA13-331A8507E2BA}">
      <dgm:prSet/>
      <dgm:spPr/>
      <dgm:t>
        <a:bodyPr/>
        <a:lstStyle/>
        <a:p>
          <a:endParaRPr/>
        </a:p>
      </dgm:t>
    </dgm:pt>
    <dgm:pt modelId="{3B5EBD4E-7345-4A46-92DE-0B5533B2293B}" type="pres">
      <dgm:prSet presAssocID="{0E3DE9C6-45E3-4FED-90C9-C6172D979939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A8608AD4-D7C8-2645-87D4-16E48A966AEE}" type="pres">
      <dgm:prSet presAssocID="{8A649AAA-3513-47DB-BD27-6D2283641E85}" presName="singleCycle" presStyleCnt="0"/>
      <dgm:spPr/>
    </dgm:pt>
    <dgm:pt modelId="{685ADEC9-0C83-9A40-93CA-293A8545E0CF}" type="pres">
      <dgm:prSet presAssocID="{8A649AAA-3513-47DB-BD27-6D2283641E85}" presName="singleCenter" presStyleLbl="node1" presStyleIdx="0" presStyleCnt="1">
        <dgm:presLayoutVars>
          <dgm:chMax val="7"/>
          <dgm:chPref val="7"/>
        </dgm:presLayoutVars>
      </dgm:prSet>
      <dgm:spPr/>
    </dgm:pt>
  </dgm:ptLst>
  <dgm:cxnLst>
    <dgm:cxn modelId="{1C342111-304B-4E31-AFC1-D2E78139AE5C}" srcId="{0E3DE9C6-45E3-4FED-90C9-C6172D979939}" destId="{E4411C47-6617-4FD6-AFF6-8D6789A650EA}" srcOrd="1" destOrd="0" parTransId="{94D409DD-B186-452D-B63A-8C932E6A530D}" sibTransId="{16F1CD90-0A26-42B3-BD67-429EB8B36D40}"/>
    <dgm:cxn modelId="{0061423C-37F8-4105-9A26-5C8E08843D05}" srcId="{0E3DE9C6-45E3-4FED-90C9-C6172D979939}" destId="{8A649AAA-3513-47DB-BD27-6D2283641E85}" srcOrd="0" destOrd="0" parTransId="{104CBD96-8CF5-4556-9147-043DC7C8913D}" sibTransId="{979876CD-D4EE-4A7C-9792-C0FAFE155CFC}"/>
    <dgm:cxn modelId="{C5ABE745-1B9E-8542-BF1C-F2984EDEAC3A}" type="presOf" srcId="{0E3DE9C6-45E3-4FED-90C9-C6172D979939}" destId="{3B5EBD4E-7345-4A46-92DE-0B5533B2293B}" srcOrd="0" destOrd="0" presId="urn:microsoft.com/office/officeart/2008/layout/RadialCluster"/>
    <dgm:cxn modelId="{16841D53-229E-4373-BA13-331A8507E2BA}" srcId="{0E3DE9C6-45E3-4FED-90C9-C6172D979939}" destId="{52F27EAD-C36E-4F0E-ACED-B28D4F6BFD60}" srcOrd="4" destOrd="0" parTransId="{ABD48222-BFE7-469E-B561-7A7036B1AB3E}" sibTransId="{D118B02C-679D-4879-AC94-7EB68C01375F}"/>
    <dgm:cxn modelId="{B48BEC58-71D7-6E45-862C-799AA3B4167C}" type="presOf" srcId="{8A649AAA-3513-47DB-BD27-6D2283641E85}" destId="{685ADEC9-0C83-9A40-93CA-293A8545E0CF}" srcOrd="0" destOrd="0" presId="urn:microsoft.com/office/officeart/2008/layout/RadialCluster"/>
    <dgm:cxn modelId="{D1D5EA88-1135-4B72-800C-22F6B5A7C9D3}" srcId="{0E3DE9C6-45E3-4FED-90C9-C6172D979939}" destId="{9663DE6B-F49C-4E07-AB1F-415201E489EF}" srcOrd="3" destOrd="0" parTransId="{5E355A0B-8989-4CD3-9041-F0988AC12100}" sibTransId="{A9DE7BE1-C565-4F91-947F-F0BA4B6632CD}"/>
    <dgm:cxn modelId="{037A61BF-341D-405D-B609-06716B7E88CF}" srcId="{0E3DE9C6-45E3-4FED-90C9-C6172D979939}" destId="{151EA517-5790-486F-8D0A-1C2DDAFD90DA}" srcOrd="2" destOrd="0" parTransId="{526B9FC0-32BD-470E-919F-BFC9B593DDD7}" sibTransId="{084CD467-1B5A-4152-A0F2-10725562A76A}"/>
    <dgm:cxn modelId="{EF62F77D-6D28-024A-9502-2F2FA18E6C76}" type="presParOf" srcId="{3B5EBD4E-7345-4A46-92DE-0B5533B2293B}" destId="{A8608AD4-D7C8-2645-87D4-16E48A966AEE}" srcOrd="0" destOrd="0" presId="urn:microsoft.com/office/officeart/2008/layout/RadialCluster"/>
    <dgm:cxn modelId="{BA6C4196-29AE-D447-9E75-B3BE62B6D29D}" type="presParOf" srcId="{A8608AD4-D7C8-2645-87D4-16E48A966AEE}" destId="{685ADEC9-0C83-9A40-93CA-293A8545E0CF}" srcOrd="0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8.xml><?xml version="1.0" encoding="utf-8"?>
<dgm:dataModel xmlns:dgm="http://schemas.openxmlformats.org/drawingml/2006/diagram" xmlns:a="http://schemas.openxmlformats.org/drawingml/2006/main">
  <dgm:ptLst>
    <dgm:pt modelId="{5329F513-BE9D-44B3-9D44-57BD72629B20}" type="doc">
      <dgm:prSet loTypeId="urn:microsoft.com/office/officeart/2005/8/layout/orgChart1" qsTypeId="urn:microsoft.com/office/officeart/2005/8/quickstyle/simple2" csTypeId="urn:microsoft.com/office/officeart/2005/8/colors/accent1_2"/>
      <dgm:spPr/>
    </dgm:pt>
    <dgm:pt modelId="{F08C52AF-36D7-4EC2-BF18-296ABD0CC793}">
      <dgm:prSet/>
      <dgm:spPr/>
      <dgm:t>
        <a:bodyPr/>
        <a:lstStyle/>
        <a:p>
          <a:r>
            <a:t>Program lead</a:t>
          </a:r>
        </a:p>
      </dgm:t>
    </dgm:pt>
    <dgm:pt modelId="{29D3DFBB-F04E-4E4A-836F-BC5BA0B9D9ED}" type="parTrans" cxnId="{0DB12055-0196-4F5E-9356-900713F23590}">
      <dgm:prSet/>
      <dgm:spPr/>
      <dgm:t>
        <a:bodyPr/>
        <a:lstStyle/>
        <a:p>
          <a:endParaRPr/>
        </a:p>
      </dgm:t>
    </dgm:pt>
    <dgm:pt modelId="{FA2FB3C5-FA19-4E0F-AADC-9FD84389C573}" type="sibTrans" cxnId="{0DB12055-0196-4F5E-9356-900713F23590}">
      <dgm:prSet/>
      <dgm:spPr/>
      <dgm:t>
        <a:bodyPr/>
        <a:lstStyle/>
        <a:p>
          <a:endParaRPr/>
        </a:p>
      </dgm:t>
    </dgm:pt>
    <dgm:pt modelId="{34FFBEEC-D921-40FD-9DBC-E4EFF0AE70BB}">
      <dgm:prSet/>
      <dgm:spPr/>
      <dgm:t>
        <a:bodyPr/>
        <a:lstStyle/>
        <a:p>
          <a:r>
            <a:t>Design</a:t>
          </a:r>
        </a:p>
      </dgm:t>
    </dgm:pt>
    <dgm:pt modelId="{DF20C2EA-8581-4A99-B978-C8C432D7F4E4}" type="parTrans" cxnId="{C4069BE3-F8D1-4495-8406-18C49FF0399F}">
      <dgm:prSet/>
      <dgm:spPr/>
      <dgm:t>
        <a:bodyPr/>
        <a:lstStyle/>
        <a:p>
          <a:endParaRPr/>
        </a:p>
      </dgm:t>
    </dgm:pt>
    <dgm:pt modelId="{61676220-D1A2-4C87-8CA8-7FF68BDA411F}" type="sibTrans" cxnId="{C4069BE3-F8D1-4495-8406-18C49FF0399F}">
      <dgm:prSet/>
      <dgm:spPr/>
      <dgm:t>
        <a:bodyPr/>
        <a:lstStyle/>
        <a:p>
          <a:endParaRPr/>
        </a:p>
      </dgm:t>
    </dgm:pt>
    <dgm:pt modelId="{49DB643D-79A1-440A-AF8E-D8FF88122ECD}">
      <dgm:prSet/>
      <dgm:spPr/>
      <dgm:t>
        <a:bodyPr/>
        <a:lstStyle/>
        <a:p>
          <a:r>
            <a:t>Engineering</a:t>
          </a:r>
        </a:p>
      </dgm:t>
    </dgm:pt>
    <dgm:pt modelId="{E6A598F3-5122-40F6-8FE0-FA6C11E66FBD}" type="parTrans" cxnId="{899084A0-8D84-4DE6-B410-6D9EF4A8DE4A}">
      <dgm:prSet/>
      <dgm:spPr/>
      <dgm:t>
        <a:bodyPr/>
        <a:lstStyle/>
        <a:p>
          <a:endParaRPr/>
        </a:p>
      </dgm:t>
    </dgm:pt>
    <dgm:pt modelId="{2EF0DDE7-E5F2-4B7C-93CF-9AC3AD2ABB4C}" type="sibTrans" cxnId="{899084A0-8D84-4DE6-B410-6D9EF4A8DE4A}">
      <dgm:prSet/>
      <dgm:spPr/>
      <dgm:t>
        <a:bodyPr/>
        <a:lstStyle/>
        <a:p>
          <a:endParaRPr/>
        </a:p>
      </dgm:t>
    </dgm:pt>
    <dgm:pt modelId="{635F9428-E241-45A5-98D0-F798D7B74CC6}">
      <dgm:prSet/>
      <dgm:spPr/>
      <dgm:t>
        <a:bodyPr/>
        <a:lstStyle/>
        <a:p>
          <a:r>
            <a:t>Go-to-market</a:t>
          </a:r>
        </a:p>
      </dgm:t>
    </dgm:pt>
    <dgm:pt modelId="{7E3826FF-3AA2-4F76-9F71-5A87F098840D}" type="parTrans" cxnId="{DCE5886A-A9D4-493F-AD2D-E2DB0A74D829}">
      <dgm:prSet/>
      <dgm:spPr/>
      <dgm:t>
        <a:bodyPr/>
        <a:lstStyle/>
        <a:p>
          <a:endParaRPr/>
        </a:p>
      </dgm:t>
    </dgm:pt>
    <dgm:pt modelId="{180C45EE-D1BB-4E0D-900B-AD6D64862897}" type="sibTrans" cxnId="{DCE5886A-A9D4-493F-AD2D-E2DB0A74D829}">
      <dgm:prSet/>
      <dgm:spPr/>
      <dgm:t>
        <a:bodyPr/>
        <a:lstStyle/>
        <a:p>
          <a:endParaRPr/>
        </a:p>
      </dgm:t>
    </dgm:pt>
    <dgm:pt modelId="{5DD65EAD-EE1E-4EAE-A012-F6DE5DD76364}">
      <dgm:prSet/>
      <dgm:spPr/>
      <dgm:t>
        <a:bodyPr/>
        <a:lstStyle/>
        <a:p>
          <a:r>
            <a:t>Research</a:t>
          </a:r>
        </a:p>
      </dgm:t>
    </dgm:pt>
    <dgm:pt modelId="{163F441B-7952-47C7-AB2E-F80A1BB32DF8}" type="parTrans" cxnId="{55CDBEDD-EBD9-42D1-976F-6C8B730EB1F9}">
      <dgm:prSet/>
      <dgm:spPr/>
      <dgm:t>
        <a:bodyPr/>
        <a:lstStyle/>
        <a:p>
          <a:endParaRPr/>
        </a:p>
      </dgm:t>
    </dgm:pt>
    <dgm:pt modelId="{9147294E-075B-44BF-9028-F78CA79A4CDE}" type="sibTrans" cxnId="{55CDBEDD-EBD9-42D1-976F-6C8B730EB1F9}">
      <dgm:prSet/>
      <dgm:spPr/>
      <dgm:t>
        <a:bodyPr/>
        <a:lstStyle/>
        <a:p>
          <a:endParaRPr/>
        </a:p>
      </dgm:t>
    </dgm:pt>
    <dgm:pt modelId="{B6FD1F5C-BF83-41F9-B9E2-61AF1F9DE42F}">
      <dgm:prSet/>
      <dgm:spPr/>
      <dgm:t>
        <a:bodyPr/>
        <a:lstStyle/>
        <a:p>
          <a:r>
            <a:t>Build</a:t>
          </a:r>
        </a:p>
      </dgm:t>
    </dgm:pt>
    <dgm:pt modelId="{732AFC64-4032-40D9-9E48-E0CAE2F329ED}" type="parTrans" cxnId="{5FADAEEB-65CA-4CB1-B814-8EBADB8D7AB4}">
      <dgm:prSet/>
      <dgm:spPr/>
      <dgm:t>
        <a:bodyPr/>
        <a:lstStyle/>
        <a:p>
          <a:endParaRPr/>
        </a:p>
      </dgm:t>
    </dgm:pt>
    <dgm:pt modelId="{A4ADBEB7-3D43-4C8D-8F43-926C68556630}" type="sibTrans" cxnId="{5FADAEEB-65CA-4CB1-B814-8EBADB8D7AB4}">
      <dgm:prSet/>
      <dgm:spPr/>
      <dgm:t>
        <a:bodyPr/>
        <a:lstStyle/>
        <a:p>
          <a:endParaRPr/>
        </a:p>
      </dgm:t>
    </dgm:pt>
    <dgm:pt modelId="{714D5A69-7983-6345-85DC-3A7E8304B1AA}" type="pres">
      <dgm:prSet presAssocID="{5329F513-BE9D-44B3-9D44-57BD72629B2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D43D9D2-ABBB-4E41-BBEB-0A2B6289808E}" type="pres">
      <dgm:prSet presAssocID="{F08C52AF-36D7-4EC2-BF18-296ABD0CC793}" presName="hierRoot1" presStyleCnt="0">
        <dgm:presLayoutVars>
          <dgm:hierBranch val="init"/>
        </dgm:presLayoutVars>
      </dgm:prSet>
      <dgm:spPr/>
    </dgm:pt>
    <dgm:pt modelId="{39C4BE5E-E4C4-C846-9EC0-3030DAAF8DC9}" type="pres">
      <dgm:prSet presAssocID="{F08C52AF-36D7-4EC2-BF18-296ABD0CC793}" presName="rootComposite1" presStyleCnt="0"/>
      <dgm:spPr/>
    </dgm:pt>
    <dgm:pt modelId="{F7BAC694-FE9C-3C43-A7AB-024106253B67}" type="pres">
      <dgm:prSet presAssocID="{F08C52AF-36D7-4EC2-BF18-296ABD0CC793}" presName="rootText1" presStyleLbl="node0" presStyleIdx="0" presStyleCnt="1">
        <dgm:presLayoutVars>
          <dgm:chPref val="3"/>
        </dgm:presLayoutVars>
      </dgm:prSet>
      <dgm:spPr/>
    </dgm:pt>
    <dgm:pt modelId="{4D303734-15BA-134B-B479-4373D2C8234A}" type="pres">
      <dgm:prSet presAssocID="{F08C52AF-36D7-4EC2-BF18-296ABD0CC793}" presName="rootConnector1" presStyleLbl="node1" presStyleIdx="0" presStyleCnt="0"/>
      <dgm:spPr/>
    </dgm:pt>
    <dgm:pt modelId="{7AA1E477-05CE-5749-92DE-EFA5EB5708B6}" type="pres">
      <dgm:prSet presAssocID="{F08C52AF-36D7-4EC2-BF18-296ABD0CC793}" presName="hierChild2" presStyleCnt="0"/>
      <dgm:spPr/>
    </dgm:pt>
    <dgm:pt modelId="{BC37C739-CE2B-0845-B7C5-61CDB22EE4EA}" type="pres">
      <dgm:prSet presAssocID="{DF20C2EA-8581-4A99-B978-C8C432D7F4E4}" presName="Name37" presStyleLbl="parChTrans1D2" presStyleIdx="0" presStyleCnt="3"/>
      <dgm:spPr/>
    </dgm:pt>
    <dgm:pt modelId="{24A3EED8-D7C8-F24F-8232-71BC2779F298}" type="pres">
      <dgm:prSet presAssocID="{34FFBEEC-D921-40FD-9DBC-E4EFF0AE70BB}" presName="hierRoot2" presStyleCnt="0">
        <dgm:presLayoutVars>
          <dgm:hierBranch val="init"/>
        </dgm:presLayoutVars>
      </dgm:prSet>
      <dgm:spPr/>
    </dgm:pt>
    <dgm:pt modelId="{1BBB5B2F-4ECE-D44F-A9D9-E64DE4CE0761}" type="pres">
      <dgm:prSet presAssocID="{34FFBEEC-D921-40FD-9DBC-E4EFF0AE70BB}" presName="rootComposite" presStyleCnt="0"/>
      <dgm:spPr/>
    </dgm:pt>
    <dgm:pt modelId="{F74F7AAE-7656-0143-A5E7-750A91EACF4D}" type="pres">
      <dgm:prSet presAssocID="{34FFBEEC-D921-40FD-9DBC-E4EFF0AE70BB}" presName="rootText" presStyleLbl="node2" presStyleIdx="0" presStyleCnt="3">
        <dgm:presLayoutVars>
          <dgm:chPref val="3"/>
        </dgm:presLayoutVars>
      </dgm:prSet>
      <dgm:spPr/>
    </dgm:pt>
    <dgm:pt modelId="{C23FA9BD-BE91-2942-81A2-B3A95E622FDC}" type="pres">
      <dgm:prSet presAssocID="{34FFBEEC-D921-40FD-9DBC-E4EFF0AE70BB}" presName="rootConnector" presStyleLbl="node2" presStyleIdx="0" presStyleCnt="3"/>
      <dgm:spPr/>
    </dgm:pt>
    <dgm:pt modelId="{D7A42CAE-E70A-164E-A9A0-A36620655B6A}" type="pres">
      <dgm:prSet presAssocID="{34FFBEEC-D921-40FD-9DBC-E4EFF0AE70BB}" presName="hierChild4" presStyleCnt="0"/>
      <dgm:spPr/>
    </dgm:pt>
    <dgm:pt modelId="{998F53D6-DAD5-254B-9232-7F69DCC7CDD3}" type="pres">
      <dgm:prSet presAssocID="{163F441B-7952-47C7-AB2E-F80A1BB32DF8}" presName="Name37" presStyleLbl="parChTrans1D3" presStyleIdx="0" presStyleCnt="2"/>
      <dgm:spPr/>
    </dgm:pt>
    <dgm:pt modelId="{4A5D15D1-E049-5344-AC3E-CF76CAAC8262}" type="pres">
      <dgm:prSet presAssocID="{5DD65EAD-EE1E-4EAE-A012-F6DE5DD76364}" presName="hierRoot2" presStyleCnt="0">
        <dgm:presLayoutVars>
          <dgm:hierBranch val="init"/>
        </dgm:presLayoutVars>
      </dgm:prSet>
      <dgm:spPr/>
    </dgm:pt>
    <dgm:pt modelId="{DA1578EA-B2DE-CB4B-A6B6-C1457405A571}" type="pres">
      <dgm:prSet presAssocID="{5DD65EAD-EE1E-4EAE-A012-F6DE5DD76364}" presName="rootComposite" presStyleCnt="0"/>
      <dgm:spPr/>
    </dgm:pt>
    <dgm:pt modelId="{2B70C5B6-68B1-2049-B7EC-45515082D61F}" type="pres">
      <dgm:prSet presAssocID="{5DD65EAD-EE1E-4EAE-A012-F6DE5DD76364}" presName="rootText" presStyleLbl="node3" presStyleIdx="0" presStyleCnt="2">
        <dgm:presLayoutVars>
          <dgm:chPref val="3"/>
        </dgm:presLayoutVars>
      </dgm:prSet>
      <dgm:spPr/>
    </dgm:pt>
    <dgm:pt modelId="{EE94738B-E870-6443-B3A3-7F17EBE1921D}" type="pres">
      <dgm:prSet presAssocID="{5DD65EAD-EE1E-4EAE-A012-F6DE5DD76364}" presName="rootConnector" presStyleLbl="node3" presStyleIdx="0" presStyleCnt="2"/>
      <dgm:spPr/>
    </dgm:pt>
    <dgm:pt modelId="{AA4F3B3A-BF43-2D44-BB05-45432A21BD15}" type="pres">
      <dgm:prSet presAssocID="{5DD65EAD-EE1E-4EAE-A012-F6DE5DD76364}" presName="hierChild4" presStyleCnt="0"/>
      <dgm:spPr/>
    </dgm:pt>
    <dgm:pt modelId="{C85D8F73-1CA8-494B-99D6-2D3BBFE471D7}" type="pres">
      <dgm:prSet presAssocID="{5DD65EAD-EE1E-4EAE-A012-F6DE5DD76364}" presName="hierChild5" presStyleCnt="0"/>
      <dgm:spPr/>
    </dgm:pt>
    <dgm:pt modelId="{ACFAEEB4-3EFF-3143-AEF8-14BDF74C21DF}" type="pres">
      <dgm:prSet presAssocID="{34FFBEEC-D921-40FD-9DBC-E4EFF0AE70BB}" presName="hierChild5" presStyleCnt="0"/>
      <dgm:spPr/>
    </dgm:pt>
    <dgm:pt modelId="{471F36A4-4C1A-B446-883F-F692ECEE1E15}" type="pres">
      <dgm:prSet presAssocID="{E6A598F3-5122-40F6-8FE0-FA6C11E66FBD}" presName="Name37" presStyleLbl="parChTrans1D2" presStyleIdx="1" presStyleCnt="3"/>
      <dgm:spPr/>
    </dgm:pt>
    <dgm:pt modelId="{4D13B052-5632-504D-B043-D46434F94C91}" type="pres">
      <dgm:prSet presAssocID="{49DB643D-79A1-440A-AF8E-D8FF88122ECD}" presName="hierRoot2" presStyleCnt="0">
        <dgm:presLayoutVars>
          <dgm:hierBranch val="init"/>
        </dgm:presLayoutVars>
      </dgm:prSet>
      <dgm:spPr/>
    </dgm:pt>
    <dgm:pt modelId="{4C40FF9F-0BBA-AF43-A323-0CE1761F4576}" type="pres">
      <dgm:prSet presAssocID="{49DB643D-79A1-440A-AF8E-D8FF88122ECD}" presName="rootComposite" presStyleCnt="0"/>
      <dgm:spPr/>
    </dgm:pt>
    <dgm:pt modelId="{14844396-AAFF-D24B-924B-C317ACF01239}" type="pres">
      <dgm:prSet presAssocID="{49DB643D-79A1-440A-AF8E-D8FF88122ECD}" presName="rootText" presStyleLbl="node2" presStyleIdx="1" presStyleCnt="3">
        <dgm:presLayoutVars>
          <dgm:chPref val="3"/>
        </dgm:presLayoutVars>
      </dgm:prSet>
      <dgm:spPr/>
    </dgm:pt>
    <dgm:pt modelId="{87AFEDD1-20BF-6749-87CA-D36BC6B22BB1}" type="pres">
      <dgm:prSet presAssocID="{49DB643D-79A1-440A-AF8E-D8FF88122ECD}" presName="rootConnector" presStyleLbl="node2" presStyleIdx="1" presStyleCnt="3"/>
      <dgm:spPr/>
    </dgm:pt>
    <dgm:pt modelId="{19B09E22-6D44-B646-B870-6EAC5DFF68C2}" type="pres">
      <dgm:prSet presAssocID="{49DB643D-79A1-440A-AF8E-D8FF88122ECD}" presName="hierChild4" presStyleCnt="0"/>
      <dgm:spPr/>
    </dgm:pt>
    <dgm:pt modelId="{888BC114-BF13-E242-B818-9BFB4303363C}" type="pres">
      <dgm:prSet presAssocID="{732AFC64-4032-40D9-9E48-E0CAE2F329ED}" presName="Name37" presStyleLbl="parChTrans1D3" presStyleIdx="1" presStyleCnt="2"/>
      <dgm:spPr/>
    </dgm:pt>
    <dgm:pt modelId="{924B9241-C586-2942-AA79-08AD1F74BA48}" type="pres">
      <dgm:prSet presAssocID="{B6FD1F5C-BF83-41F9-B9E2-61AF1F9DE42F}" presName="hierRoot2" presStyleCnt="0">
        <dgm:presLayoutVars>
          <dgm:hierBranch val="init"/>
        </dgm:presLayoutVars>
      </dgm:prSet>
      <dgm:spPr/>
    </dgm:pt>
    <dgm:pt modelId="{A44B6FA8-EEE5-FA4D-AA71-1A7477A0B55A}" type="pres">
      <dgm:prSet presAssocID="{B6FD1F5C-BF83-41F9-B9E2-61AF1F9DE42F}" presName="rootComposite" presStyleCnt="0"/>
      <dgm:spPr/>
    </dgm:pt>
    <dgm:pt modelId="{8F084583-5CA1-9A49-8A3D-7E3ED7B9E2C7}" type="pres">
      <dgm:prSet presAssocID="{B6FD1F5C-BF83-41F9-B9E2-61AF1F9DE42F}" presName="rootText" presStyleLbl="node3" presStyleIdx="1" presStyleCnt="2">
        <dgm:presLayoutVars>
          <dgm:chPref val="3"/>
        </dgm:presLayoutVars>
      </dgm:prSet>
      <dgm:spPr/>
    </dgm:pt>
    <dgm:pt modelId="{AAF61EB9-9927-0A46-88B7-DB2F72561632}" type="pres">
      <dgm:prSet presAssocID="{B6FD1F5C-BF83-41F9-B9E2-61AF1F9DE42F}" presName="rootConnector" presStyleLbl="node3" presStyleIdx="1" presStyleCnt="2"/>
      <dgm:spPr/>
    </dgm:pt>
    <dgm:pt modelId="{155A369E-E8CE-1845-91E8-4782E74EF307}" type="pres">
      <dgm:prSet presAssocID="{B6FD1F5C-BF83-41F9-B9E2-61AF1F9DE42F}" presName="hierChild4" presStyleCnt="0"/>
      <dgm:spPr/>
    </dgm:pt>
    <dgm:pt modelId="{7B706686-100C-B44A-94A3-29FB6C6EFF71}" type="pres">
      <dgm:prSet presAssocID="{B6FD1F5C-BF83-41F9-B9E2-61AF1F9DE42F}" presName="hierChild5" presStyleCnt="0"/>
      <dgm:spPr/>
    </dgm:pt>
    <dgm:pt modelId="{EDD9C7AB-198E-C145-8F35-D4D9520A8C95}" type="pres">
      <dgm:prSet presAssocID="{49DB643D-79A1-440A-AF8E-D8FF88122ECD}" presName="hierChild5" presStyleCnt="0"/>
      <dgm:spPr/>
    </dgm:pt>
    <dgm:pt modelId="{1713CC5D-1AA0-8348-AC49-2264DD981262}" type="pres">
      <dgm:prSet presAssocID="{7E3826FF-3AA2-4F76-9F71-5A87F098840D}" presName="Name37" presStyleLbl="parChTrans1D2" presStyleIdx="2" presStyleCnt="3"/>
      <dgm:spPr/>
    </dgm:pt>
    <dgm:pt modelId="{CB9DD5F2-CF43-8542-AD0E-72D44481C663}" type="pres">
      <dgm:prSet presAssocID="{635F9428-E241-45A5-98D0-F798D7B74CC6}" presName="hierRoot2" presStyleCnt="0">
        <dgm:presLayoutVars>
          <dgm:hierBranch val="init"/>
        </dgm:presLayoutVars>
      </dgm:prSet>
      <dgm:spPr/>
    </dgm:pt>
    <dgm:pt modelId="{B367495F-88CA-5C40-8598-40A01FD74A4E}" type="pres">
      <dgm:prSet presAssocID="{635F9428-E241-45A5-98D0-F798D7B74CC6}" presName="rootComposite" presStyleCnt="0"/>
      <dgm:spPr/>
    </dgm:pt>
    <dgm:pt modelId="{78F3444A-EFEB-E147-972E-6ECDF227EB05}" type="pres">
      <dgm:prSet presAssocID="{635F9428-E241-45A5-98D0-F798D7B74CC6}" presName="rootText" presStyleLbl="node2" presStyleIdx="2" presStyleCnt="3">
        <dgm:presLayoutVars>
          <dgm:chPref val="3"/>
        </dgm:presLayoutVars>
      </dgm:prSet>
      <dgm:spPr/>
    </dgm:pt>
    <dgm:pt modelId="{2EAD1C0E-0149-464A-BB95-DDCFAD9E2C80}" type="pres">
      <dgm:prSet presAssocID="{635F9428-E241-45A5-98D0-F798D7B74CC6}" presName="rootConnector" presStyleLbl="node2" presStyleIdx="2" presStyleCnt="3"/>
      <dgm:spPr/>
    </dgm:pt>
    <dgm:pt modelId="{A3F6198E-A97D-0B4E-BE64-DCC3C1F0D507}" type="pres">
      <dgm:prSet presAssocID="{635F9428-E241-45A5-98D0-F798D7B74CC6}" presName="hierChild4" presStyleCnt="0"/>
      <dgm:spPr/>
    </dgm:pt>
    <dgm:pt modelId="{D93242F1-27E4-A945-A0C7-A96B58287E24}" type="pres">
      <dgm:prSet presAssocID="{635F9428-E241-45A5-98D0-F798D7B74CC6}" presName="hierChild5" presStyleCnt="0"/>
      <dgm:spPr/>
    </dgm:pt>
    <dgm:pt modelId="{8E5DE960-306A-AA48-A8BE-FC8A4D590F2A}" type="pres">
      <dgm:prSet presAssocID="{F08C52AF-36D7-4EC2-BF18-296ABD0CC793}" presName="hierChild3" presStyleCnt="0"/>
      <dgm:spPr/>
    </dgm:pt>
  </dgm:ptLst>
  <dgm:cxnLst>
    <dgm:cxn modelId="{60211107-ABFA-774E-92FC-0D8556704DFD}" type="presOf" srcId="{DF20C2EA-8581-4A99-B978-C8C432D7F4E4}" destId="{BC37C739-CE2B-0845-B7C5-61CDB22EE4EA}" srcOrd="0" destOrd="0" presId="urn:microsoft.com/office/officeart/2005/8/layout/orgChart1"/>
    <dgm:cxn modelId="{D619AE19-FF8D-9042-BC13-78DE39BE20D3}" type="presOf" srcId="{34FFBEEC-D921-40FD-9DBC-E4EFF0AE70BB}" destId="{C23FA9BD-BE91-2942-81A2-B3A95E622FDC}" srcOrd="1" destOrd="0" presId="urn:microsoft.com/office/officeart/2005/8/layout/orgChart1"/>
    <dgm:cxn modelId="{48126521-6090-3741-A085-C92F9E119D3E}" type="presOf" srcId="{B6FD1F5C-BF83-41F9-B9E2-61AF1F9DE42F}" destId="{8F084583-5CA1-9A49-8A3D-7E3ED7B9E2C7}" srcOrd="0" destOrd="0" presId="urn:microsoft.com/office/officeart/2005/8/layout/orgChart1"/>
    <dgm:cxn modelId="{168F5A39-280A-8F41-943E-6D958D1D3A87}" type="presOf" srcId="{B6FD1F5C-BF83-41F9-B9E2-61AF1F9DE42F}" destId="{AAF61EB9-9927-0A46-88B7-DB2F72561632}" srcOrd="1" destOrd="0" presId="urn:microsoft.com/office/officeart/2005/8/layout/orgChart1"/>
    <dgm:cxn modelId="{BBD40C4B-78AC-9F4B-A405-A52ACBEFFD3D}" type="presOf" srcId="{F08C52AF-36D7-4EC2-BF18-296ABD0CC793}" destId="{4D303734-15BA-134B-B479-4373D2C8234A}" srcOrd="1" destOrd="0" presId="urn:microsoft.com/office/officeart/2005/8/layout/orgChart1"/>
    <dgm:cxn modelId="{0DB12055-0196-4F5E-9356-900713F23590}" srcId="{5329F513-BE9D-44B3-9D44-57BD72629B20}" destId="{F08C52AF-36D7-4EC2-BF18-296ABD0CC793}" srcOrd="0" destOrd="0" parTransId="{29D3DFBB-F04E-4E4A-836F-BC5BA0B9D9ED}" sibTransId="{FA2FB3C5-FA19-4E0F-AADC-9FD84389C573}"/>
    <dgm:cxn modelId="{AC09D05F-2F13-1940-B1E8-777904688153}" type="presOf" srcId="{E6A598F3-5122-40F6-8FE0-FA6C11E66FBD}" destId="{471F36A4-4C1A-B446-883F-F692ECEE1E15}" srcOrd="0" destOrd="0" presId="urn:microsoft.com/office/officeart/2005/8/layout/orgChart1"/>
    <dgm:cxn modelId="{DCE5886A-A9D4-493F-AD2D-E2DB0A74D829}" srcId="{F08C52AF-36D7-4EC2-BF18-296ABD0CC793}" destId="{635F9428-E241-45A5-98D0-F798D7B74CC6}" srcOrd="2" destOrd="0" parTransId="{7E3826FF-3AA2-4F76-9F71-5A87F098840D}" sibTransId="{180C45EE-D1BB-4E0D-900B-AD6D64862897}"/>
    <dgm:cxn modelId="{E96D007B-597C-344A-A5EF-34C7C9B98C92}" type="presOf" srcId="{732AFC64-4032-40D9-9E48-E0CAE2F329ED}" destId="{888BC114-BF13-E242-B818-9BFB4303363C}" srcOrd="0" destOrd="0" presId="urn:microsoft.com/office/officeart/2005/8/layout/orgChart1"/>
    <dgm:cxn modelId="{501AC67D-1CCC-0648-9642-281BC6CAE792}" type="presOf" srcId="{635F9428-E241-45A5-98D0-F798D7B74CC6}" destId="{78F3444A-EFEB-E147-972E-6ECDF227EB05}" srcOrd="0" destOrd="0" presId="urn:microsoft.com/office/officeart/2005/8/layout/orgChart1"/>
    <dgm:cxn modelId="{87C2C087-95F9-BD4C-8F74-7FA5AA82569E}" type="presOf" srcId="{F08C52AF-36D7-4EC2-BF18-296ABD0CC793}" destId="{F7BAC694-FE9C-3C43-A7AB-024106253B67}" srcOrd="0" destOrd="0" presId="urn:microsoft.com/office/officeart/2005/8/layout/orgChart1"/>
    <dgm:cxn modelId="{E3F2EE8D-E415-A241-9EC6-1EF98E702D2F}" type="presOf" srcId="{163F441B-7952-47C7-AB2E-F80A1BB32DF8}" destId="{998F53D6-DAD5-254B-9232-7F69DCC7CDD3}" srcOrd="0" destOrd="0" presId="urn:microsoft.com/office/officeart/2005/8/layout/orgChart1"/>
    <dgm:cxn modelId="{899084A0-8D84-4DE6-B410-6D9EF4A8DE4A}" srcId="{F08C52AF-36D7-4EC2-BF18-296ABD0CC793}" destId="{49DB643D-79A1-440A-AF8E-D8FF88122ECD}" srcOrd="1" destOrd="0" parTransId="{E6A598F3-5122-40F6-8FE0-FA6C11E66FBD}" sibTransId="{2EF0DDE7-E5F2-4B7C-93CF-9AC3AD2ABB4C}"/>
    <dgm:cxn modelId="{DC3F80A2-8C67-004C-BA1A-6CCC38963CEB}" type="presOf" srcId="{34FFBEEC-D921-40FD-9DBC-E4EFF0AE70BB}" destId="{F74F7AAE-7656-0143-A5E7-750A91EACF4D}" srcOrd="0" destOrd="0" presId="urn:microsoft.com/office/officeart/2005/8/layout/orgChart1"/>
    <dgm:cxn modelId="{54BC7CA5-B1D2-304B-A9FB-91414248A5DD}" type="presOf" srcId="{5329F513-BE9D-44B3-9D44-57BD72629B20}" destId="{714D5A69-7983-6345-85DC-3A7E8304B1AA}" srcOrd="0" destOrd="0" presId="urn:microsoft.com/office/officeart/2005/8/layout/orgChart1"/>
    <dgm:cxn modelId="{CD3EDDB6-D21A-6C4A-9DBE-F94116F86C4B}" type="presOf" srcId="{635F9428-E241-45A5-98D0-F798D7B74CC6}" destId="{2EAD1C0E-0149-464A-BB95-DDCFAD9E2C80}" srcOrd="1" destOrd="0" presId="urn:microsoft.com/office/officeart/2005/8/layout/orgChart1"/>
    <dgm:cxn modelId="{1999F9BD-A94E-924A-A628-15808260E7B6}" type="presOf" srcId="{7E3826FF-3AA2-4F76-9F71-5A87F098840D}" destId="{1713CC5D-1AA0-8348-AC49-2264DD981262}" srcOrd="0" destOrd="0" presId="urn:microsoft.com/office/officeart/2005/8/layout/orgChart1"/>
    <dgm:cxn modelId="{979DA4BF-0C32-0646-B89D-FECB8B89CE81}" type="presOf" srcId="{5DD65EAD-EE1E-4EAE-A012-F6DE5DD76364}" destId="{EE94738B-E870-6443-B3A3-7F17EBE1921D}" srcOrd="1" destOrd="0" presId="urn:microsoft.com/office/officeart/2005/8/layout/orgChart1"/>
    <dgm:cxn modelId="{40DEEBBF-1AF2-8E49-A3DD-02125FDBFB9E}" type="presOf" srcId="{49DB643D-79A1-440A-AF8E-D8FF88122ECD}" destId="{14844396-AAFF-D24B-924B-C317ACF01239}" srcOrd="0" destOrd="0" presId="urn:microsoft.com/office/officeart/2005/8/layout/orgChart1"/>
    <dgm:cxn modelId="{8E33B8C7-972B-EC47-BC26-A9278D49AE1A}" type="presOf" srcId="{5DD65EAD-EE1E-4EAE-A012-F6DE5DD76364}" destId="{2B70C5B6-68B1-2049-B7EC-45515082D61F}" srcOrd="0" destOrd="0" presId="urn:microsoft.com/office/officeart/2005/8/layout/orgChart1"/>
    <dgm:cxn modelId="{55CDBEDD-EBD9-42D1-976F-6C8B730EB1F9}" srcId="{34FFBEEC-D921-40FD-9DBC-E4EFF0AE70BB}" destId="{5DD65EAD-EE1E-4EAE-A012-F6DE5DD76364}" srcOrd="0" destOrd="0" parTransId="{163F441B-7952-47C7-AB2E-F80A1BB32DF8}" sibTransId="{9147294E-075B-44BF-9028-F78CA79A4CDE}"/>
    <dgm:cxn modelId="{C4069BE3-F8D1-4495-8406-18C49FF0399F}" srcId="{F08C52AF-36D7-4EC2-BF18-296ABD0CC793}" destId="{34FFBEEC-D921-40FD-9DBC-E4EFF0AE70BB}" srcOrd="0" destOrd="0" parTransId="{DF20C2EA-8581-4A99-B978-C8C432D7F4E4}" sibTransId="{61676220-D1A2-4C87-8CA8-7FF68BDA411F}"/>
    <dgm:cxn modelId="{F11456E5-77F4-A343-A040-010291B87839}" type="presOf" srcId="{49DB643D-79A1-440A-AF8E-D8FF88122ECD}" destId="{87AFEDD1-20BF-6749-87CA-D36BC6B22BB1}" srcOrd="1" destOrd="0" presId="urn:microsoft.com/office/officeart/2005/8/layout/orgChart1"/>
    <dgm:cxn modelId="{5FADAEEB-65CA-4CB1-B814-8EBADB8D7AB4}" srcId="{49DB643D-79A1-440A-AF8E-D8FF88122ECD}" destId="{B6FD1F5C-BF83-41F9-B9E2-61AF1F9DE42F}" srcOrd="0" destOrd="0" parTransId="{732AFC64-4032-40D9-9E48-E0CAE2F329ED}" sibTransId="{A4ADBEB7-3D43-4C8D-8F43-926C68556630}"/>
    <dgm:cxn modelId="{61442A85-8277-474A-A3B5-D1DDB7041767}" type="presParOf" srcId="{714D5A69-7983-6345-85DC-3A7E8304B1AA}" destId="{5D43D9D2-ABBB-4E41-BBEB-0A2B6289808E}" srcOrd="0" destOrd="0" presId="urn:microsoft.com/office/officeart/2005/8/layout/orgChart1"/>
    <dgm:cxn modelId="{532F6142-E11C-594B-B511-77394E8CCB67}" type="presParOf" srcId="{5D43D9D2-ABBB-4E41-BBEB-0A2B6289808E}" destId="{39C4BE5E-E4C4-C846-9EC0-3030DAAF8DC9}" srcOrd="0" destOrd="0" presId="urn:microsoft.com/office/officeart/2005/8/layout/orgChart1"/>
    <dgm:cxn modelId="{582DC7CF-654B-7B40-830C-549750C2EB68}" type="presParOf" srcId="{39C4BE5E-E4C4-C846-9EC0-3030DAAF8DC9}" destId="{F7BAC694-FE9C-3C43-A7AB-024106253B67}" srcOrd="0" destOrd="0" presId="urn:microsoft.com/office/officeart/2005/8/layout/orgChart1"/>
    <dgm:cxn modelId="{A4DF05B3-5DE1-7F49-9303-8E8CEA34455E}" type="presParOf" srcId="{39C4BE5E-E4C4-C846-9EC0-3030DAAF8DC9}" destId="{4D303734-15BA-134B-B479-4373D2C8234A}" srcOrd="1" destOrd="0" presId="urn:microsoft.com/office/officeart/2005/8/layout/orgChart1"/>
    <dgm:cxn modelId="{CC521C02-5DDF-B347-9754-8039A146FC3C}" type="presParOf" srcId="{5D43D9D2-ABBB-4E41-BBEB-0A2B6289808E}" destId="{7AA1E477-05CE-5749-92DE-EFA5EB5708B6}" srcOrd="1" destOrd="0" presId="urn:microsoft.com/office/officeart/2005/8/layout/orgChart1"/>
    <dgm:cxn modelId="{31547A5F-DD91-6F49-B7DA-DCE785F26E32}" type="presParOf" srcId="{7AA1E477-05CE-5749-92DE-EFA5EB5708B6}" destId="{BC37C739-CE2B-0845-B7C5-61CDB22EE4EA}" srcOrd="0" destOrd="0" presId="urn:microsoft.com/office/officeart/2005/8/layout/orgChart1"/>
    <dgm:cxn modelId="{66C203C7-78B7-464E-AFDF-4C544076035E}" type="presParOf" srcId="{7AA1E477-05CE-5749-92DE-EFA5EB5708B6}" destId="{24A3EED8-D7C8-F24F-8232-71BC2779F298}" srcOrd="1" destOrd="0" presId="urn:microsoft.com/office/officeart/2005/8/layout/orgChart1"/>
    <dgm:cxn modelId="{DEF5F143-4D46-AB4F-A870-2476ADCCD45A}" type="presParOf" srcId="{24A3EED8-D7C8-F24F-8232-71BC2779F298}" destId="{1BBB5B2F-4ECE-D44F-A9D9-E64DE4CE0761}" srcOrd="0" destOrd="0" presId="urn:microsoft.com/office/officeart/2005/8/layout/orgChart1"/>
    <dgm:cxn modelId="{0036A99D-B4F7-F549-B763-8249220D5031}" type="presParOf" srcId="{1BBB5B2F-4ECE-D44F-A9D9-E64DE4CE0761}" destId="{F74F7AAE-7656-0143-A5E7-750A91EACF4D}" srcOrd="0" destOrd="0" presId="urn:microsoft.com/office/officeart/2005/8/layout/orgChart1"/>
    <dgm:cxn modelId="{315320A2-1371-714C-A769-4275C4A8B5FE}" type="presParOf" srcId="{1BBB5B2F-4ECE-D44F-A9D9-E64DE4CE0761}" destId="{C23FA9BD-BE91-2942-81A2-B3A95E622FDC}" srcOrd="1" destOrd="0" presId="urn:microsoft.com/office/officeart/2005/8/layout/orgChart1"/>
    <dgm:cxn modelId="{B0C2063A-C5DA-1247-9DD5-6524B1AB37C1}" type="presParOf" srcId="{24A3EED8-D7C8-F24F-8232-71BC2779F298}" destId="{D7A42CAE-E70A-164E-A9A0-A36620655B6A}" srcOrd="1" destOrd="0" presId="urn:microsoft.com/office/officeart/2005/8/layout/orgChart1"/>
    <dgm:cxn modelId="{7843E7A5-06B3-CD4E-88CF-CFB724C78EB5}" type="presParOf" srcId="{D7A42CAE-E70A-164E-A9A0-A36620655B6A}" destId="{998F53D6-DAD5-254B-9232-7F69DCC7CDD3}" srcOrd="0" destOrd="0" presId="urn:microsoft.com/office/officeart/2005/8/layout/orgChart1"/>
    <dgm:cxn modelId="{033F9AAB-7A59-DD40-9856-6DBAE6063357}" type="presParOf" srcId="{D7A42CAE-E70A-164E-A9A0-A36620655B6A}" destId="{4A5D15D1-E049-5344-AC3E-CF76CAAC8262}" srcOrd="1" destOrd="0" presId="urn:microsoft.com/office/officeart/2005/8/layout/orgChart1"/>
    <dgm:cxn modelId="{3AE7883C-A7AA-C74F-A7B1-89DD9CD445CC}" type="presParOf" srcId="{4A5D15D1-E049-5344-AC3E-CF76CAAC8262}" destId="{DA1578EA-B2DE-CB4B-A6B6-C1457405A571}" srcOrd="0" destOrd="0" presId="urn:microsoft.com/office/officeart/2005/8/layout/orgChart1"/>
    <dgm:cxn modelId="{41AD2EE9-FBCA-1341-806A-0AC3B0C03FEE}" type="presParOf" srcId="{DA1578EA-B2DE-CB4B-A6B6-C1457405A571}" destId="{2B70C5B6-68B1-2049-B7EC-45515082D61F}" srcOrd="0" destOrd="0" presId="urn:microsoft.com/office/officeart/2005/8/layout/orgChart1"/>
    <dgm:cxn modelId="{0F14615B-88FC-1744-926A-A769B8EB02EC}" type="presParOf" srcId="{DA1578EA-B2DE-CB4B-A6B6-C1457405A571}" destId="{EE94738B-E870-6443-B3A3-7F17EBE1921D}" srcOrd="1" destOrd="0" presId="urn:microsoft.com/office/officeart/2005/8/layout/orgChart1"/>
    <dgm:cxn modelId="{2345C386-439E-B04C-B1A5-DFC54ABB074E}" type="presParOf" srcId="{4A5D15D1-E049-5344-AC3E-CF76CAAC8262}" destId="{AA4F3B3A-BF43-2D44-BB05-45432A21BD15}" srcOrd="1" destOrd="0" presId="urn:microsoft.com/office/officeart/2005/8/layout/orgChart1"/>
    <dgm:cxn modelId="{BD02E4ED-B495-6A4A-B24A-AC06E82FA263}" type="presParOf" srcId="{4A5D15D1-E049-5344-AC3E-CF76CAAC8262}" destId="{C85D8F73-1CA8-494B-99D6-2D3BBFE471D7}" srcOrd="2" destOrd="0" presId="urn:microsoft.com/office/officeart/2005/8/layout/orgChart1"/>
    <dgm:cxn modelId="{E1C27FB2-0007-B240-86F9-9562A9C67B1F}" type="presParOf" srcId="{24A3EED8-D7C8-F24F-8232-71BC2779F298}" destId="{ACFAEEB4-3EFF-3143-AEF8-14BDF74C21DF}" srcOrd="2" destOrd="0" presId="urn:microsoft.com/office/officeart/2005/8/layout/orgChart1"/>
    <dgm:cxn modelId="{B09D3164-60E1-BE40-91A0-BBA196B4A695}" type="presParOf" srcId="{7AA1E477-05CE-5749-92DE-EFA5EB5708B6}" destId="{471F36A4-4C1A-B446-883F-F692ECEE1E15}" srcOrd="2" destOrd="0" presId="urn:microsoft.com/office/officeart/2005/8/layout/orgChart1"/>
    <dgm:cxn modelId="{DD602E27-E3CB-DA40-A14F-B3463D9DB53C}" type="presParOf" srcId="{7AA1E477-05CE-5749-92DE-EFA5EB5708B6}" destId="{4D13B052-5632-504D-B043-D46434F94C91}" srcOrd="3" destOrd="0" presId="urn:microsoft.com/office/officeart/2005/8/layout/orgChart1"/>
    <dgm:cxn modelId="{65BBC327-E899-0649-BB41-1F072FB0FD28}" type="presParOf" srcId="{4D13B052-5632-504D-B043-D46434F94C91}" destId="{4C40FF9F-0BBA-AF43-A323-0CE1761F4576}" srcOrd="0" destOrd="0" presId="urn:microsoft.com/office/officeart/2005/8/layout/orgChart1"/>
    <dgm:cxn modelId="{22F81EA2-9837-BB49-8900-5BB3E94F93E9}" type="presParOf" srcId="{4C40FF9F-0BBA-AF43-A323-0CE1761F4576}" destId="{14844396-AAFF-D24B-924B-C317ACF01239}" srcOrd="0" destOrd="0" presId="urn:microsoft.com/office/officeart/2005/8/layout/orgChart1"/>
    <dgm:cxn modelId="{3433A5E5-1B6C-784E-A5C3-5A443F1DD64A}" type="presParOf" srcId="{4C40FF9F-0BBA-AF43-A323-0CE1761F4576}" destId="{87AFEDD1-20BF-6749-87CA-D36BC6B22BB1}" srcOrd="1" destOrd="0" presId="urn:microsoft.com/office/officeart/2005/8/layout/orgChart1"/>
    <dgm:cxn modelId="{B6F73C82-16A8-AA48-8BDC-586EB1E2D041}" type="presParOf" srcId="{4D13B052-5632-504D-B043-D46434F94C91}" destId="{19B09E22-6D44-B646-B870-6EAC5DFF68C2}" srcOrd="1" destOrd="0" presId="urn:microsoft.com/office/officeart/2005/8/layout/orgChart1"/>
    <dgm:cxn modelId="{9E6EE133-1657-B345-85A1-96B25207F6C7}" type="presParOf" srcId="{19B09E22-6D44-B646-B870-6EAC5DFF68C2}" destId="{888BC114-BF13-E242-B818-9BFB4303363C}" srcOrd="0" destOrd="0" presId="urn:microsoft.com/office/officeart/2005/8/layout/orgChart1"/>
    <dgm:cxn modelId="{0CFECAD4-C322-4C48-BBC5-201C7776EF9E}" type="presParOf" srcId="{19B09E22-6D44-B646-B870-6EAC5DFF68C2}" destId="{924B9241-C586-2942-AA79-08AD1F74BA48}" srcOrd="1" destOrd="0" presId="urn:microsoft.com/office/officeart/2005/8/layout/orgChart1"/>
    <dgm:cxn modelId="{9B89C430-3842-B644-9FDB-CDC5C3DA0420}" type="presParOf" srcId="{924B9241-C586-2942-AA79-08AD1F74BA48}" destId="{A44B6FA8-EEE5-FA4D-AA71-1A7477A0B55A}" srcOrd="0" destOrd="0" presId="urn:microsoft.com/office/officeart/2005/8/layout/orgChart1"/>
    <dgm:cxn modelId="{4CDF6046-65F9-5841-A16E-6315298020B2}" type="presParOf" srcId="{A44B6FA8-EEE5-FA4D-AA71-1A7477A0B55A}" destId="{8F084583-5CA1-9A49-8A3D-7E3ED7B9E2C7}" srcOrd="0" destOrd="0" presId="urn:microsoft.com/office/officeart/2005/8/layout/orgChart1"/>
    <dgm:cxn modelId="{D4D1A7AA-68CA-164A-950A-1612327528E3}" type="presParOf" srcId="{A44B6FA8-EEE5-FA4D-AA71-1A7477A0B55A}" destId="{AAF61EB9-9927-0A46-88B7-DB2F72561632}" srcOrd="1" destOrd="0" presId="urn:microsoft.com/office/officeart/2005/8/layout/orgChart1"/>
    <dgm:cxn modelId="{B9372286-5E85-F741-BEC5-550A3AFA64C5}" type="presParOf" srcId="{924B9241-C586-2942-AA79-08AD1F74BA48}" destId="{155A369E-E8CE-1845-91E8-4782E74EF307}" srcOrd="1" destOrd="0" presId="urn:microsoft.com/office/officeart/2005/8/layout/orgChart1"/>
    <dgm:cxn modelId="{2F714652-B836-A949-8081-A6AC20E6377A}" type="presParOf" srcId="{924B9241-C586-2942-AA79-08AD1F74BA48}" destId="{7B706686-100C-B44A-94A3-29FB6C6EFF71}" srcOrd="2" destOrd="0" presId="urn:microsoft.com/office/officeart/2005/8/layout/orgChart1"/>
    <dgm:cxn modelId="{8CFF6B3B-1103-294C-97B1-365AAFCC98AA}" type="presParOf" srcId="{4D13B052-5632-504D-B043-D46434F94C91}" destId="{EDD9C7AB-198E-C145-8F35-D4D9520A8C95}" srcOrd="2" destOrd="0" presId="urn:microsoft.com/office/officeart/2005/8/layout/orgChart1"/>
    <dgm:cxn modelId="{A4A4DC86-72EC-974B-9C9A-5B6854542AF8}" type="presParOf" srcId="{7AA1E477-05CE-5749-92DE-EFA5EB5708B6}" destId="{1713CC5D-1AA0-8348-AC49-2264DD981262}" srcOrd="4" destOrd="0" presId="urn:microsoft.com/office/officeart/2005/8/layout/orgChart1"/>
    <dgm:cxn modelId="{F9383AB9-D90D-D24F-ACBF-0AE3C582C315}" type="presParOf" srcId="{7AA1E477-05CE-5749-92DE-EFA5EB5708B6}" destId="{CB9DD5F2-CF43-8542-AD0E-72D44481C663}" srcOrd="5" destOrd="0" presId="urn:microsoft.com/office/officeart/2005/8/layout/orgChart1"/>
    <dgm:cxn modelId="{ACAA916D-4127-EB41-8A11-225D3FBB6F91}" type="presParOf" srcId="{CB9DD5F2-CF43-8542-AD0E-72D44481C663}" destId="{B367495F-88CA-5C40-8598-40A01FD74A4E}" srcOrd="0" destOrd="0" presId="urn:microsoft.com/office/officeart/2005/8/layout/orgChart1"/>
    <dgm:cxn modelId="{C82EEEC8-73BE-5749-AB24-C7B290548160}" type="presParOf" srcId="{B367495F-88CA-5C40-8598-40A01FD74A4E}" destId="{78F3444A-EFEB-E147-972E-6ECDF227EB05}" srcOrd="0" destOrd="0" presId="urn:microsoft.com/office/officeart/2005/8/layout/orgChart1"/>
    <dgm:cxn modelId="{507A0288-7317-6143-9763-E7B264533BB8}" type="presParOf" srcId="{B367495F-88CA-5C40-8598-40A01FD74A4E}" destId="{2EAD1C0E-0149-464A-BB95-DDCFAD9E2C80}" srcOrd="1" destOrd="0" presId="urn:microsoft.com/office/officeart/2005/8/layout/orgChart1"/>
    <dgm:cxn modelId="{2236633D-3001-654D-9F02-06BF35C23D78}" type="presParOf" srcId="{CB9DD5F2-CF43-8542-AD0E-72D44481C663}" destId="{A3F6198E-A97D-0B4E-BE64-DCC3C1F0D507}" srcOrd="1" destOrd="0" presId="urn:microsoft.com/office/officeart/2005/8/layout/orgChart1"/>
    <dgm:cxn modelId="{A3E7F654-B0D4-8C4A-8373-BFE970E4CA06}" type="presParOf" srcId="{CB9DD5F2-CF43-8542-AD0E-72D44481C663}" destId="{D93242F1-27E4-A945-A0C7-A96B58287E24}" srcOrd="2" destOrd="0" presId="urn:microsoft.com/office/officeart/2005/8/layout/orgChart1"/>
    <dgm:cxn modelId="{A7159DE6-A851-A042-B2E1-C35ECAB1621C}" type="presParOf" srcId="{5D43D9D2-ABBB-4E41-BBEB-0A2B6289808E}" destId="{8E5DE960-306A-AA48-A8BE-FC8A4D590F2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9.xml><?xml version="1.0" encoding="utf-8"?>
<dgm:dataModel xmlns:dgm="http://schemas.openxmlformats.org/drawingml/2006/diagram" xmlns:a="http://schemas.openxmlformats.org/drawingml/2006/main">
  <dgm:ptLst>
    <dgm:pt modelId="{0C30F948-928B-4584-AEE0-68F0465DE1FF}" type="doc">
      <dgm:prSet loTypeId="urn:microsoft.com/office/officeart/2005/8/layout/pictureOrgChart+Icon" qsTypeId="urn:microsoft.com/office/officeart/2005/8/quickstyle/simple2" csTypeId="urn:microsoft.com/office/officeart/2005/8/colors/accent1_2"/>
      <dgm:spPr/>
    </dgm:pt>
    <dgm:pt modelId="{EE2E5AC6-3AA3-4C19-AF92-21E3B7C6F86A}">
      <dgm:prSet/>
      <dgm:spPr/>
      <dgm:t>
        <a:bodyPr/>
        <a:lstStyle/>
        <a:p>
          <a:r>
            <a:t>Program lead</a:t>
          </a:r>
        </a:p>
      </dgm:t>
    </dgm:pt>
    <dgm:pt modelId="{8127076B-E519-42F7-8491-5B971F9C376B}" type="parTrans" cxnId="{45258632-A30C-4DBC-803E-279F99F424DA}">
      <dgm:prSet/>
      <dgm:spPr/>
      <dgm:t>
        <a:bodyPr/>
        <a:lstStyle/>
        <a:p>
          <a:endParaRPr/>
        </a:p>
      </dgm:t>
    </dgm:pt>
    <dgm:pt modelId="{B13942A0-308F-42FC-87D4-BA119B3DB0CC}" type="sibTrans" cxnId="{45258632-A30C-4DBC-803E-279F99F424DA}">
      <dgm:prSet/>
      <dgm:spPr/>
      <dgm:t>
        <a:bodyPr/>
        <a:lstStyle/>
        <a:p>
          <a:endParaRPr/>
        </a:p>
      </dgm:t>
    </dgm:pt>
    <dgm:pt modelId="{55DC322B-B159-435C-A5BB-2CBE63850D70}">
      <dgm:prSet/>
      <dgm:spPr/>
      <dgm:t>
        <a:bodyPr/>
        <a:lstStyle/>
        <a:p>
          <a:r>
            <a:t>Design</a:t>
          </a:r>
        </a:p>
      </dgm:t>
    </dgm:pt>
    <dgm:pt modelId="{2B63B34E-38D6-4E83-A17B-71A5842B7E3E}" type="parTrans" cxnId="{77415079-7821-44FB-9F32-CC000269DCFD}">
      <dgm:prSet/>
      <dgm:spPr/>
      <dgm:t>
        <a:bodyPr/>
        <a:lstStyle/>
        <a:p>
          <a:endParaRPr/>
        </a:p>
      </dgm:t>
    </dgm:pt>
    <dgm:pt modelId="{26C07F30-F857-42A6-9E31-69A51AB4CB44}" type="sibTrans" cxnId="{77415079-7821-44FB-9F32-CC000269DCFD}">
      <dgm:prSet/>
      <dgm:spPr/>
      <dgm:t>
        <a:bodyPr/>
        <a:lstStyle/>
        <a:p>
          <a:endParaRPr/>
        </a:p>
      </dgm:t>
    </dgm:pt>
    <dgm:pt modelId="{7C49AC64-5347-405F-86A8-62349E5C9D0A}">
      <dgm:prSet/>
      <dgm:spPr/>
      <dgm:t>
        <a:bodyPr/>
        <a:lstStyle/>
        <a:p>
          <a:r>
            <a:t>Engineering</a:t>
          </a:r>
        </a:p>
      </dgm:t>
    </dgm:pt>
    <dgm:pt modelId="{B2456F46-9FE6-4C6C-ABE7-6BC3E590F993}" type="parTrans" cxnId="{334BEE9E-80EF-42B4-A14E-EED7AE841F6E}">
      <dgm:prSet/>
      <dgm:spPr/>
      <dgm:t>
        <a:bodyPr/>
        <a:lstStyle/>
        <a:p>
          <a:endParaRPr/>
        </a:p>
      </dgm:t>
    </dgm:pt>
    <dgm:pt modelId="{B100C250-B60A-4CFE-BE9B-D068AEA31921}" type="sibTrans" cxnId="{334BEE9E-80EF-42B4-A14E-EED7AE841F6E}">
      <dgm:prSet/>
      <dgm:spPr/>
      <dgm:t>
        <a:bodyPr/>
        <a:lstStyle/>
        <a:p>
          <a:endParaRPr/>
        </a:p>
      </dgm:t>
    </dgm:pt>
    <dgm:pt modelId="{4C2B83AE-8138-44FB-9EC1-7ABBB0738D26}">
      <dgm:prSet/>
      <dgm:spPr/>
      <dgm:t>
        <a:bodyPr/>
        <a:lstStyle/>
        <a:p>
          <a:r>
            <a:t>Go-to-market</a:t>
          </a:r>
        </a:p>
      </dgm:t>
    </dgm:pt>
    <dgm:pt modelId="{F7D99E35-4C63-4E3B-BC38-87C1FB912A31}" type="parTrans" cxnId="{7D323D3F-D603-409A-AA1E-FA6CF93E874A}">
      <dgm:prSet/>
      <dgm:spPr/>
      <dgm:t>
        <a:bodyPr/>
        <a:lstStyle/>
        <a:p>
          <a:endParaRPr/>
        </a:p>
      </dgm:t>
    </dgm:pt>
    <dgm:pt modelId="{64A8FEFB-8A13-4308-BDDA-AF1DEC710A0E}" type="sibTrans" cxnId="{7D323D3F-D603-409A-AA1E-FA6CF93E874A}">
      <dgm:prSet/>
      <dgm:spPr/>
      <dgm:t>
        <a:bodyPr/>
        <a:lstStyle/>
        <a:p>
          <a:endParaRPr/>
        </a:p>
      </dgm:t>
    </dgm:pt>
    <dgm:pt modelId="{506DA78C-8C09-4862-8BBF-1843BFC12891}">
      <dgm:prSet/>
      <dgm:spPr/>
      <dgm:t>
        <a:bodyPr/>
        <a:lstStyle/>
        <a:p>
          <a:r>
            <a:t>Research</a:t>
          </a:r>
        </a:p>
      </dgm:t>
    </dgm:pt>
    <dgm:pt modelId="{8535B659-5151-4886-A7AB-5713978DA2FB}" type="parTrans" cxnId="{3A20961D-0C2F-42CB-846B-472B8781652E}">
      <dgm:prSet/>
      <dgm:spPr/>
      <dgm:t>
        <a:bodyPr/>
        <a:lstStyle/>
        <a:p>
          <a:endParaRPr/>
        </a:p>
      </dgm:t>
    </dgm:pt>
    <dgm:pt modelId="{9B6FCAF4-3967-43D6-B915-F1B8023EA64D}" type="sibTrans" cxnId="{3A20961D-0C2F-42CB-846B-472B8781652E}">
      <dgm:prSet/>
      <dgm:spPr/>
      <dgm:t>
        <a:bodyPr/>
        <a:lstStyle/>
        <a:p>
          <a:endParaRPr/>
        </a:p>
      </dgm:t>
    </dgm:pt>
    <dgm:pt modelId="{F4419383-4AEB-47F2-90CE-9498EA22373A}">
      <dgm:prSet/>
      <dgm:spPr/>
      <dgm:t>
        <a:bodyPr/>
        <a:lstStyle/>
        <a:p>
          <a:r>
            <a:t>Build</a:t>
          </a:r>
        </a:p>
      </dgm:t>
    </dgm:pt>
    <dgm:pt modelId="{5793A660-C464-4499-9F18-7B1F02F85C33}" type="parTrans" cxnId="{2414634E-F168-406A-89A2-50C81935A6EC}">
      <dgm:prSet/>
      <dgm:spPr/>
      <dgm:t>
        <a:bodyPr/>
        <a:lstStyle/>
        <a:p>
          <a:endParaRPr/>
        </a:p>
      </dgm:t>
    </dgm:pt>
    <dgm:pt modelId="{6A9F7522-E0C4-4892-BCAC-D7EA9DBB6E6D}" type="sibTrans" cxnId="{2414634E-F168-406A-89A2-50C81935A6EC}">
      <dgm:prSet/>
      <dgm:spPr/>
      <dgm:t>
        <a:bodyPr/>
        <a:lstStyle/>
        <a:p>
          <a:endParaRPr/>
        </a:p>
      </dgm:t>
    </dgm:pt>
    <dgm:pt modelId="{388D182F-A422-4FB7-A2CE-351B195C59CF}" type="pres">
      <dgm:prSet presAssocID="{0C30F948-928B-4584-AEE0-68F0465DE1F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A65AE6-D779-0A45-B9C9-E32ECB788E98}" type="pres">
      <dgm:prSet presAssocID="{EE2E5AC6-3AA3-4C19-AF92-21E3B7C6F86A}" presName="hierRoot1" presStyleCnt="0">
        <dgm:presLayoutVars>
          <dgm:hierBranch val="init"/>
        </dgm:presLayoutVars>
      </dgm:prSet>
      <dgm:spPr/>
    </dgm:pt>
    <dgm:pt modelId="{1436AA4D-8A3C-F440-AAD4-5BF356F8D53D}" type="pres">
      <dgm:prSet presAssocID="{EE2E5AC6-3AA3-4C19-AF92-21E3B7C6F86A}" presName="rootComposite1" presStyleCnt="0"/>
      <dgm:spPr/>
    </dgm:pt>
    <dgm:pt modelId="{36D5B426-8E9E-124E-857F-474B658BDCA2}" type="pres">
      <dgm:prSet presAssocID="{EE2E5AC6-3AA3-4C19-AF92-21E3B7C6F86A}" presName="rootText1" presStyleLbl="node0" presStyleIdx="0" presStyleCnt="1">
        <dgm:presLayoutVars>
          <dgm:chPref val="3"/>
        </dgm:presLayoutVars>
      </dgm:prSet>
      <dgm:spPr/>
    </dgm:pt>
    <dgm:pt modelId="{86AE4F08-9D66-4B4C-9FEB-D9BC15802C99}" type="pres">
      <dgm:prSet presAssocID="{EE2E5AC6-3AA3-4C19-AF92-21E3B7C6F86A}" presName="rootPict1" presStyleLbl="alignImgPlace1" presStyleIdx="0" presStyleCnt="6"/>
      <dgm:spPr>
        <a:blipFill>
          <a:blip xmlns:r="http://schemas.openxmlformats.org/officeDocument/2006/relationships" r:embed="rId1"/>
          <a:srcRect/>
          <a:stretch>
            <a:fillRect l="-50097" r="-50097"/>
          </a:stretch>
        </a:blipFill>
      </dgm:spPr>
    </dgm:pt>
    <dgm:pt modelId="{2BFB3170-A227-E542-9259-0A7B64DC9815}" type="pres">
      <dgm:prSet presAssocID="{EE2E5AC6-3AA3-4C19-AF92-21E3B7C6F86A}" presName="rootConnector1" presStyleLbl="node1" presStyleIdx="0" presStyleCnt="0"/>
      <dgm:spPr/>
    </dgm:pt>
    <dgm:pt modelId="{7889CE2D-ED6D-B14B-8E90-EFB99571FED4}" type="pres">
      <dgm:prSet presAssocID="{EE2E5AC6-3AA3-4C19-AF92-21E3B7C6F86A}" presName="hierChild2" presStyleCnt="0"/>
      <dgm:spPr/>
    </dgm:pt>
    <dgm:pt modelId="{F17DB87B-E2BC-DC43-B111-6EE3DA55FFA9}" type="pres">
      <dgm:prSet presAssocID="{2B63B34E-38D6-4E83-A17B-71A5842B7E3E}" presName="Name37" presStyleLbl="parChTrans1D2" presStyleIdx="0" presStyleCnt="3"/>
      <dgm:spPr/>
    </dgm:pt>
    <dgm:pt modelId="{4CA75897-55BC-204C-94EE-B5A3EFF116AB}" type="pres">
      <dgm:prSet presAssocID="{55DC322B-B159-435C-A5BB-2CBE63850D70}" presName="hierRoot2" presStyleCnt="0">
        <dgm:presLayoutVars>
          <dgm:hierBranch val="init"/>
        </dgm:presLayoutVars>
      </dgm:prSet>
      <dgm:spPr/>
    </dgm:pt>
    <dgm:pt modelId="{E701815A-001F-884E-9582-5AF45371EAB4}" type="pres">
      <dgm:prSet presAssocID="{55DC322B-B159-435C-A5BB-2CBE63850D70}" presName="rootComposite" presStyleCnt="0"/>
      <dgm:spPr/>
    </dgm:pt>
    <dgm:pt modelId="{F55BF965-BB7F-5042-99CB-0C00A3F3E499}" type="pres">
      <dgm:prSet presAssocID="{55DC322B-B159-435C-A5BB-2CBE63850D70}" presName="rootText" presStyleLbl="node2" presStyleIdx="0" presStyleCnt="3">
        <dgm:presLayoutVars>
          <dgm:chPref val="3"/>
        </dgm:presLayoutVars>
      </dgm:prSet>
      <dgm:spPr/>
    </dgm:pt>
    <dgm:pt modelId="{F537F1FA-53BD-4BFD-B115-7C6A4E96FC14}" type="pres">
      <dgm:prSet presAssocID="{55DC322B-B159-435C-A5BB-2CBE63850D70}" presName="rootPict" presStyleLbl="alignImgPlace1" presStyleIdx="1" presStyleCnt="6"/>
      <dgm:spPr>
        <a:blipFill>
          <a:blip xmlns:r="http://schemas.openxmlformats.org/officeDocument/2006/relationships" r:embed="rId2"/>
          <a:srcRect/>
          <a:stretch>
            <a:fillRect l="-50097" r="-50097"/>
          </a:stretch>
        </a:blipFill>
      </dgm:spPr>
    </dgm:pt>
    <dgm:pt modelId="{2DE3C29B-833E-A646-AF2C-A688CC924A63}" type="pres">
      <dgm:prSet presAssocID="{55DC322B-B159-435C-A5BB-2CBE63850D70}" presName="rootConnector" presStyleLbl="node2" presStyleIdx="0" presStyleCnt="3"/>
      <dgm:spPr/>
    </dgm:pt>
    <dgm:pt modelId="{68F15DA7-A2DF-C049-948C-C6DFDFAB8EE3}" type="pres">
      <dgm:prSet presAssocID="{55DC322B-B159-435C-A5BB-2CBE63850D70}" presName="hierChild4" presStyleCnt="0"/>
      <dgm:spPr/>
    </dgm:pt>
    <dgm:pt modelId="{0C102F3C-D4A1-9C4D-B61B-E01FD3A51C9F}" type="pres">
      <dgm:prSet presAssocID="{8535B659-5151-4886-A7AB-5713978DA2FB}" presName="Name37" presStyleLbl="parChTrans1D3" presStyleIdx="0" presStyleCnt="2"/>
      <dgm:spPr/>
    </dgm:pt>
    <dgm:pt modelId="{FFCC8A73-D3B3-8848-854C-C4AAEFA64F0F}" type="pres">
      <dgm:prSet presAssocID="{506DA78C-8C09-4862-8BBF-1843BFC12891}" presName="hierRoot2" presStyleCnt="0">
        <dgm:presLayoutVars>
          <dgm:hierBranch val="init"/>
        </dgm:presLayoutVars>
      </dgm:prSet>
      <dgm:spPr/>
    </dgm:pt>
    <dgm:pt modelId="{96CE2740-ECC3-FA42-9DEB-072BA8A70137}" type="pres">
      <dgm:prSet presAssocID="{506DA78C-8C09-4862-8BBF-1843BFC12891}" presName="rootComposite" presStyleCnt="0"/>
      <dgm:spPr/>
    </dgm:pt>
    <dgm:pt modelId="{3378D70A-9438-5540-A9C4-9B6AECAFDA0E}" type="pres">
      <dgm:prSet presAssocID="{506DA78C-8C09-4862-8BBF-1843BFC12891}" presName="rootText" presStyleLbl="node3" presStyleIdx="0" presStyleCnt="2">
        <dgm:presLayoutVars>
          <dgm:chPref val="3"/>
        </dgm:presLayoutVars>
      </dgm:prSet>
      <dgm:spPr/>
    </dgm:pt>
    <dgm:pt modelId="{A9C6793F-13A7-41AD-AD16-0A9A8EB099E7}" type="pres">
      <dgm:prSet presAssocID="{506DA78C-8C09-4862-8BBF-1843BFC12891}" presName="rootPict" presStyleLbl="alignImgPlace1" presStyleIdx="2" presStyleCnt="6"/>
      <dgm:spPr>
        <a:blipFill>
          <a:blip xmlns:r="http://schemas.openxmlformats.org/officeDocument/2006/relationships" r:embed="rId3"/>
          <a:srcRect/>
          <a:stretch>
            <a:fillRect l="-50097" r="-50097"/>
          </a:stretch>
        </a:blipFill>
      </dgm:spPr>
    </dgm:pt>
    <dgm:pt modelId="{44030361-6594-324B-A537-3C8F6C5B34C0}" type="pres">
      <dgm:prSet presAssocID="{506DA78C-8C09-4862-8BBF-1843BFC12891}" presName="rootConnector" presStyleLbl="node3" presStyleIdx="0" presStyleCnt="2"/>
      <dgm:spPr/>
    </dgm:pt>
    <dgm:pt modelId="{769B1D30-EED5-8A4A-B8F2-5B05439CE61F}" type="pres">
      <dgm:prSet presAssocID="{506DA78C-8C09-4862-8BBF-1843BFC12891}" presName="hierChild4" presStyleCnt="0"/>
      <dgm:spPr/>
    </dgm:pt>
    <dgm:pt modelId="{28757E07-8A1C-CE44-B151-F47FB2A4FDB8}" type="pres">
      <dgm:prSet presAssocID="{506DA78C-8C09-4862-8BBF-1843BFC12891}" presName="hierChild5" presStyleCnt="0"/>
      <dgm:spPr/>
    </dgm:pt>
    <dgm:pt modelId="{2A9DE32E-6EEC-634F-85D8-09056AA0F18B}" type="pres">
      <dgm:prSet presAssocID="{55DC322B-B159-435C-A5BB-2CBE63850D70}" presName="hierChild5" presStyleCnt="0"/>
      <dgm:spPr/>
    </dgm:pt>
    <dgm:pt modelId="{D8252B3F-7FF3-4247-A0B6-65C23B675229}" type="pres">
      <dgm:prSet presAssocID="{B2456F46-9FE6-4C6C-ABE7-6BC3E590F993}" presName="Name37" presStyleLbl="parChTrans1D2" presStyleIdx="1" presStyleCnt="3"/>
      <dgm:spPr/>
    </dgm:pt>
    <dgm:pt modelId="{9FF6AA7C-CDD7-0F46-92DA-1711B090EE92}" type="pres">
      <dgm:prSet presAssocID="{7C49AC64-5347-405F-86A8-62349E5C9D0A}" presName="hierRoot2" presStyleCnt="0">
        <dgm:presLayoutVars>
          <dgm:hierBranch val="init"/>
        </dgm:presLayoutVars>
      </dgm:prSet>
      <dgm:spPr/>
    </dgm:pt>
    <dgm:pt modelId="{B77F9A80-FE68-E94C-AE6B-0F5EDB29DEF3}" type="pres">
      <dgm:prSet presAssocID="{7C49AC64-5347-405F-86A8-62349E5C9D0A}" presName="rootComposite" presStyleCnt="0"/>
      <dgm:spPr/>
    </dgm:pt>
    <dgm:pt modelId="{D2D73C8F-83B5-B842-9C84-AABA4A8FDEDD}" type="pres">
      <dgm:prSet presAssocID="{7C49AC64-5347-405F-86A8-62349E5C9D0A}" presName="rootText" presStyleLbl="node2" presStyleIdx="1" presStyleCnt="3">
        <dgm:presLayoutVars>
          <dgm:chPref val="3"/>
        </dgm:presLayoutVars>
      </dgm:prSet>
      <dgm:spPr/>
    </dgm:pt>
    <dgm:pt modelId="{A0AC1919-105E-47C8-80F4-6BE9CD6BC65E}" type="pres">
      <dgm:prSet presAssocID="{7C49AC64-5347-405F-86A8-62349E5C9D0A}" presName="rootPict" presStyleLbl="alignImgPlace1" presStyleIdx="3" presStyleCnt="6"/>
      <dgm:spPr>
        <a:blipFill>
          <a:blip xmlns:r="http://schemas.openxmlformats.org/officeDocument/2006/relationships" r:embed="rId4"/>
          <a:srcRect/>
          <a:stretch>
            <a:fillRect l="-50097" r="-50097"/>
          </a:stretch>
        </a:blipFill>
      </dgm:spPr>
    </dgm:pt>
    <dgm:pt modelId="{AD73351F-9FF4-9A4C-B2C6-69450A6BDAD9}" type="pres">
      <dgm:prSet presAssocID="{7C49AC64-5347-405F-86A8-62349E5C9D0A}" presName="rootConnector" presStyleLbl="node2" presStyleIdx="1" presStyleCnt="3"/>
      <dgm:spPr/>
    </dgm:pt>
    <dgm:pt modelId="{31253315-3D6E-2A49-8DB0-A9DC759A8983}" type="pres">
      <dgm:prSet presAssocID="{7C49AC64-5347-405F-86A8-62349E5C9D0A}" presName="hierChild4" presStyleCnt="0"/>
      <dgm:spPr/>
    </dgm:pt>
    <dgm:pt modelId="{FC879962-123A-674D-B3C7-C314D6BA3630}" type="pres">
      <dgm:prSet presAssocID="{5793A660-C464-4499-9F18-7B1F02F85C33}" presName="Name37" presStyleLbl="parChTrans1D3" presStyleIdx="1" presStyleCnt="2"/>
      <dgm:spPr/>
    </dgm:pt>
    <dgm:pt modelId="{90088F4E-3C94-7449-A3F2-EE25C708B5CA}" type="pres">
      <dgm:prSet presAssocID="{F4419383-4AEB-47F2-90CE-9498EA22373A}" presName="hierRoot2" presStyleCnt="0">
        <dgm:presLayoutVars>
          <dgm:hierBranch val="init"/>
        </dgm:presLayoutVars>
      </dgm:prSet>
      <dgm:spPr/>
    </dgm:pt>
    <dgm:pt modelId="{A9A4B35E-CD63-BC45-9E92-A7544D15071B}" type="pres">
      <dgm:prSet presAssocID="{F4419383-4AEB-47F2-90CE-9498EA22373A}" presName="rootComposite" presStyleCnt="0"/>
      <dgm:spPr/>
    </dgm:pt>
    <dgm:pt modelId="{D331FC91-AE56-A340-ABAF-087BD203F0EA}" type="pres">
      <dgm:prSet presAssocID="{F4419383-4AEB-47F2-90CE-9498EA22373A}" presName="rootText" presStyleLbl="node3" presStyleIdx="1" presStyleCnt="2">
        <dgm:presLayoutVars>
          <dgm:chPref val="3"/>
        </dgm:presLayoutVars>
      </dgm:prSet>
      <dgm:spPr/>
    </dgm:pt>
    <dgm:pt modelId="{D98AC675-ADBA-4AF8-803B-9E1F2ED61867}" type="pres">
      <dgm:prSet presAssocID="{F4419383-4AEB-47F2-90CE-9498EA22373A}" presName="rootPict" presStyleLbl="alignImgPlace1" presStyleIdx="4" presStyleCnt="6"/>
      <dgm:spPr>
        <a:blipFill>
          <a:blip xmlns:r="http://schemas.openxmlformats.org/officeDocument/2006/relationships" r:embed="rId5"/>
          <a:srcRect/>
          <a:stretch>
            <a:fillRect t="-6304" b="-6304"/>
          </a:stretch>
        </a:blipFill>
      </dgm:spPr>
    </dgm:pt>
    <dgm:pt modelId="{1A0D0F84-398B-AF43-9D0D-DA75C6536A06}" type="pres">
      <dgm:prSet presAssocID="{F4419383-4AEB-47F2-90CE-9498EA22373A}" presName="rootConnector" presStyleLbl="node3" presStyleIdx="1" presStyleCnt="2"/>
      <dgm:spPr/>
    </dgm:pt>
    <dgm:pt modelId="{D3D48717-85DB-244D-837C-D7FBD5BB23C8}" type="pres">
      <dgm:prSet presAssocID="{F4419383-4AEB-47F2-90CE-9498EA22373A}" presName="hierChild4" presStyleCnt="0"/>
      <dgm:spPr/>
    </dgm:pt>
    <dgm:pt modelId="{D6AD8BEF-8F42-FB4A-8425-C358B8723B24}" type="pres">
      <dgm:prSet presAssocID="{F4419383-4AEB-47F2-90CE-9498EA22373A}" presName="hierChild5" presStyleCnt="0"/>
      <dgm:spPr/>
    </dgm:pt>
    <dgm:pt modelId="{DFD679CE-B3CF-E840-9AC4-A8C0CA8F24B2}" type="pres">
      <dgm:prSet presAssocID="{7C49AC64-5347-405F-86A8-62349E5C9D0A}" presName="hierChild5" presStyleCnt="0"/>
      <dgm:spPr/>
    </dgm:pt>
    <dgm:pt modelId="{5AFDA047-7468-3E4F-B6A0-0152FECC6F4A}" type="pres">
      <dgm:prSet presAssocID="{F7D99E35-4C63-4E3B-BC38-87C1FB912A31}" presName="Name37" presStyleLbl="parChTrans1D2" presStyleIdx="2" presStyleCnt="3"/>
      <dgm:spPr/>
    </dgm:pt>
    <dgm:pt modelId="{29F67CDB-78D9-B14B-8B3D-9A7A2B5ADBDC}" type="pres">
      <dgm:prSet presAssocID="{4C2B83AE-8138-44FB-9EC1-7ABBB0738D26}" presName="hierRoot2" presStyleCnt="0">
        <dgm:presLayoutVars>
          <dgm:hierBranch val="init"/>
        </dgm:presLayoutVars>
      </dgm:prSet>
      <dgm:spPr/>
    </dgm:pt>
    <dgm:pt modelId="{9E8412A3-677C-3447-958F-F4327313DEE0}" type="pres">
      <dgm:prSet presAssocID="{4C2B83AE-8138-44FB-9EC1-7ABBB0738D26}" presName="rootComposite" presStyleCnt="0"/>
      <dgm:spPr/>
    </dgm:pt>
    <dgm:pt modelId="{2C5DDF9E-EDBF-2649-B5B4-7243F46C2913}" type="pres">
      <dgm:prSet presAssocID="{4C2B83AE-8138-44FB-9EC1-7ABBB0738D26}" presName="rootText" presStyleLbl="node2" presStyleIdx="2" presStyleCnt="3">
        <dgm:presLayoutVars>
          <dgm:chPref val="3"/>
        </dgm:presLayoutVars>
      </dgm:prSet>
      <dgm:spPr/>
    </dgm:pt>
    <dgm:pt modelId="{037C3829-5051-4FF5-BC07-2335D656FA23}" type="pres">
      <dgm:prSet presAssocID="{4C2B83AE-8138-44FB-9EC1-7ABBB0738D26}" presName="rootPict" presStyleLbl="alignImgPlace1" presStyleIdx="5" presStyleCnt="6"/>
      <dgm:spPr>
        <a:blipFill>
          <a:blip xmlns:r="http://schemas.openxmlformats.org/officeDocument/2006/relationships" r:embed="rId6"/>
          <a:srcRect/>
          <a:stretch>
            <a:fillRect l="-50097" r="-50097"/>
          </a:stretch>
        </a:blipFill>
      </dgm:spPr>
    </dgm:pt>
    <dgm:pt modelId="{A4C23312-0CEB-AD43-99AD-74A135A0B7B4}" type="pres">
      <dgm:prSet presAssocID="{4C2B83AE-8138-44FB-9EC1-7ABBB0738D26}" presName="rootConnector" presStyleLbl="node2" presStyleIdx="2" presStyleCnt="3"/>
      <dgm:spPr/>
    </dgm:pt>
    <dgm:pt modelId="{E55FB081-F014-B543-B255-366D80B826B5}" type="pres">
      <dgm:prSet presAssocID="{4C2B83AE-8138-44FB-9EC1-7ABBB0738D26}" presName="hierChild4" presStyleCnt="0"/>
      <dgm:spPr/>
    </dgm:pt>
    <dgm:pt modelId="{CABEA129-E48B-0F41-8AA0-73C7C1A99A85}" type="pres">
      <dgm:prSet presAssocID="{4C2B83AE-8138-44FB-9EC1-7ABBB0738D26}" presName="hierChild5" presStyleCnt="0"/>
      <dgm:spPr/>
    </dgm:pt>
    <dgm:pt modelId="{E141C312-754B-C343-8445-18F5D7C2FCB7}" type="pres">
      <dgm:prSet presAssocID="{EE2E5AC6-3AA3-4C19-AF92-21E3B7C6F86A}" presName="hierChild3" presStyleCnt="0"/>
      <dgm:spPr/>
    </dgm:pt>
  </dgm:ptLst>
  <dgm:cxnLst>
    <dgm:cxn modelId="{F8A8A80C-1468-BD48-828D-892B1AEDF410}" type="presOf" srcId="{F4419383-4AEB-47F2-90CE-9498EA22373A}" destId="{1A0D0F84-398B-AF43-9D0D-DA75C6536A06}" srcOrd="1" destOrd="0" presId="urn:microsoft.com/office/officeart/2005/8/layout/pictureOrgChart+Icon"/>
    <dgm:cxn modelId="{9FC80E18-9534-734B-B638-9C61C0908827}" type="presOf" srcId="{4C2B83AE-8138-44FB-9EC1-7ABBB0738D26}" destId="{2C5DDF9E-EDBF-2649-B5B4-7243F46C2913}" srcOrd="0" destOrd="0" presId="urn:microsoft.com/office/officeart/2005/8/layout/pictureOrgChart+Icon"/>
    <dgm:cxn modelId="{E57ADD18-ACD3-234D-851B-7A75DF4BB830}" type="presOf" srcId="{B2456F46-9FE6-4C6C-ABE7-6BC3E590F993}" destId="{D8252B3F-7FF3-4247-A0B6-65C23B675229}" srcOrd="0" destOrd="0" presId="urn:microsoft.com/office/officeart/2005/8/layout/pictureOrgChart+Icon"/>
    <dgm:cxn modelId="{3A20961D-0C2F-42CB-846B-472B8781652E}" srcId="{55DC322B-B159-435C-A5BB-2CBE63850D70}" destId="{506DA78C-8C09-4862-8BBF-1843BFC12891}" srcOrd="0" destOrd="0" parTransId="{8535B659-5151-4886-A7AB-5713978DA2FB}" sibTransId="{9B6FCAF4-3967-43D6-B915-F1B8023EA64D}"/>
    <dgm:cxn modelId="{E2C9D327-3C0B-9D48-9468-1D79359C8EAF}" type="presOf" srcId="{55DC322B-B159-435C-A5BB-2CBE63850D70}" destId="{2DE3C29B-833E-A646-AF2C-A688CC924A63}" srcOrd="1" destOrd="0" presId="urn:microsoft.com/office/officeart/2005/8/layout/pictureOrgChart+Icon"/>
    <dgm:cxn modelId="{208D462B-5C1A-9D43-BA77-6C7DC3188BBA}" type="presOf" srcId="{506DA78C-8C09-4862-8BBF-1843BFC12891}" destId="{44030361-6594-324B-A537-3C8F6C5B34C0}" srcOrd="1" destOrd="0" presId="urn:microsoft.com/office/officeart/2005/8/layout/pictureOrgChart+Icon"/>
    <dgm:cxn modelId="{45258632-A30C-4DBC-803E-279F99F424DA}" srcId="{0C30F948-928B-4584-AEE0-68F0465DE1FF}" destId="{EE2E5AC6-3AA3-4C19-AF92-21E3B7C6F86A}" srcOrd="0" destOrd="0" parTransId="{8127076B-E519-42F7-8491-5B971F9C376B}" sibTransId="{B13942A0-308F-42FC-87D4-BA119B3DB0CC}"/>
    <dgm:cxn modelId="{41EA113E-8352-4E4A-9028-69E6BD694014}" type="presOf" srcId="{55DC322B-B159-435C-A5BB-2CBE63850D70}" destId="{F55BF965-BB7F-5042-99CB-0C00A3F3E499}" srcOrd="0" destOrd="0" presId="urn:microsoft.com/office/officeart/2005/8/layout/pictureOrgChart+Icon"/>
    <dgm:cxn modelId="{7D323D3F-D603-409A-AA1E-FA6CF93E874A}" srcId="{EE2E5AC6-3AA3-4C19-AF92-21E3B7C6F86A}" destId="{4C2B83AE-8138-44FB-9EC1-7ABBB0738D26}" srcOrd="2" destOrd="0" parTransId="{F7D99E35-4C63-4E3B-BC38-87C1FB912A31}" sibTransId="{64A8FEFB-8A13-4308-BDDA-AF1DEC710A0E}"/>
    <dgm:cxn modelId="{2414634E-F168-406A-89A2-50C81935A6EC}" srcId="{7C49AC64-5347-405F-86A8-62349E5C9D0A}" destId="{F4419383-4AEB-47F2-90CE-9498EA22373A}" srcOrd="0" destOrd="0" parTransId="{5793A660-C464-4499-9F18-7B1F02F85C33}" sibTransId="{6A9F7522-E0C4-4892-BCAC-D7EA9DBB6E6D}"/>
    <dgm:cxn modelId="{AA2E8E54-BEB3-3B45-9A3D-DFB51F8D91C3}" type="presOf" srcId="{7C49AC64-5347-405F-86A8-62349E5C9D0A}" destId="{AD73351F-9FF4-9A4C-B2C6-69450A6BDAD9}" srcOrd="1" destOrd="0" presId="urn:microsoft.com/office/officeart/2005/8/layout/pictureOrgChart+Icon"/>
    <dgm:cxn modelId="{487F8C5F-DB9C-D745-9778-D3EB6684FA89}" type="presOf" srcId="{EE2E5AC6-3AA3-4C19-AF92-21E3B7C6F86A}" destId="{36D5B426-8E9E-124E-857F-474B658BDCA2}" srcOrd="0" destOrd="0" presId="urn:microsoft.com/office/officeart/2005/8/layout/pictureOrgChart+Icon"/>
    <dgm:cxn modelId="{8F938C6A-802B-4748-9DB4-04B058684188}" type="presOf" srcId="{5793A660-C464-4499-9F18-7B1F02F85C33}" destId="{FC879962-123A-674D-B3C7-C314D6BA3630}" srcOrd="0" destOrd="0" presId="urn:microsoft.com/office/officeart/2005/8/layout/pictureOrgChart+Icon"/>
    <dgm:cxn modelId="{B3277F75-4C6E-EB40-9F07-ECE1CF53C5FC}" type="presOf" srcId="{2B63B34E-38D6-4E83-A17B-71A5842B7E3E}" destId="{F17DB87B-E2BC-DC43-B111-6EE3DA55FFA9}" srcOrd="0" destOrd="0" presId="urn:microsoft.com/office/officeart/2005/8/layout/pictureOrgChart+Icon"/>
    <dgm:cxn modelId="{77415079-7821-44FB-9F32-CC000269DCFD}" srcId="{EE2E5AC6-3AA3-4C19-AF92-21E3B7C6F86A}" destId="{55DC322B-B159-435C-A5BB-2CBE63850D70}" srcOrd="0" destOrd="0" parTransId="{2B63B34E-38D6-4E83-A17B-71A5842B7E3E}" sibTransId="{26C07F30-F857-42A6-9E31-69A51AB4CB44}"/>
    <dgm:cxn modelId="{D686477C-68D5-5642-9E0B-0317E0A990D6}" type="presOf" srcId="{F4419383-4AEB-47F2-90CE-9498EA22373A}" destId="{D331FC91-AE56-A340-ABAF-087BD203F0EA}" srcOrd="0" destOrd="0" presId="urn:microsoft.com/office/officeart/2005/8/layout/pictureOrgChart+Icon"/>
    <dgm:cxn modelId="{5DA8197F-EAA5-F749-BE5F-59E87BFD74BF}" type="presOf" srcId="{506DA78C-8C09-4862-8BBF-1843BFC12891}" destId="{3378D70A-9438-5540-A9C4-9B6AECAFDA0E}" srcOrd="0" destOrd="0" presId="urn:microsoft.com/office/officeart/2005/8/layout/pictureOrgChart+Icon"/>
    <dgm:cxn modelId="{334BEE9E-80EF-42B4-A14E-EED7AE841F6E}" srcId="{EE2E5AC6-3AA3-4C19-AF92-21E3B7C6F86A}" destId="{7C49AC64-5347-405F-86A8-62349E5C9D0A}" srcOrd="1" destOrd="0" parTransId="{B2456F46-9FE6-4C6C-ABE7-6BC3E590F993}" sibTransId="{B100C250-B60A-4CFE-BE9B-D068AEA31921}"/>
    <dgm:cxn modelId="{BA1A2CA2-4C51-4A71-A98D-81DE36BC8819}" type="presOf" srcId="{0C30F948-928B-4584-AEE0-68F0465DE1FF}" destId="{388D182F-A422-4FB7-A2CE-351B195C59CF}" srcOrd="0" destOrd="0" presId="urn:microsoft.com/office/officeart/2005/8/layout/pictureOrgChart+Icon"/>
    <dgm:cxn modelId="{AD0D0FB4-3B22-8F4B-A538-7221F0B25CD9}" type="presOf" srcId="{8535B659-5151-4886-A7AB-5713978DA2FB}" destId="{0C102F3C-D4A1-9C4D-B61B-E01FD3A51C9F}" srcOrd="0" destOrd="0" presId="urn:microsoft.com/office/officeart/2005/8/layout/pictureOrgChart+Icon"/>
    <dgm:cxn modelId="{EC78EBCC-2128-D242-B1AF-DE01C8BE4426}" type="presOf" srcId="{F7D99E35-4C63-4E3B-BC38-87C1FB912A31}" destId="{5AFDA047-7468-3E4F-B6A0-0152FECC6F4A}" srcOrd="0" destOrd="0" presId="urn:microsoft.com/office/officeart/2005/8/layout/pictureOrgChart+Icon"/>
    <dgm:cxn modelId="{CC8A8BCE-6D7B-1543-B3D1-53212E10EFB4}" type="presOf" srcId="{7C49AC64-5347-405F-86A8-62349E5C9D0A}" destId="{D2D73C8F-83B5-B842-9C84-AABA4A8FDEDD}" srcOrd="0" destOrd="0" presId="urn:microsoft.com/office/officeart/2005/8/layout/pictureOrgChart+Icon"/>
    <dgm:cxn modelId="{2DDAD7DC-8667-8444-950E-2C388EC4C6B6}" type="presOf" srcId="{4C2B83AE-8138-44FB-9EC1-7ABBB0738D26}" destId="{A4C23312-0CEB-AD43-99AD-74A135A0B7B4}" srcOrd="1" destOrd="0" presId="urn:microsoft.com/office/officeart/2005/8/layout/pictureOrgChart+Icon"/>
    <dgm:cxn modelId="{05F290DD-0384-5A43-B2A4-A726CA73A253}" type="presOf" srcId="{EE2E5AC6-3AA3-4C19-AF92-21E3B7C6F86A}" destId="{2BFB3170-A227-E542-9259-0A7B64DC9815}" srcOrd="1" destOrd="0" presId="urn:microsoft.com/office/officeart/2005/8/layout/pictureOrgChart+Icon"/>
    <dgm:cxn modelId="{B8120F92-2495-B940-8749-26E9690FC6CA}" type="presParOf" srcId="{388D182F-A422-4FB7-A2CE-351B195C59CF}" destId="{3AA65AE6-D779-0A45-B9C9-E32ECB788E98}" srcOrd="0" destOrd="0" presId="urn:microsoft.com/office/officeart/2005/8/layout/pictureOrgChart+Icon"/>
    <dgm:cxn modelId="{411565E6-D656-4143-90A4-185B705029BD}" type="presParOf" srcId="{3AA65AE6-D779-0A45-B9C9-E32ECB788E98}" destId="{1436AA4D-8A3C-F440-AAD4-5BF356F8D53D}" srcOrd="0" destOrd="0" presId="urn:microsoft.com/office/officeart/2005/8/layout/pictureOrgChart+Icon"/>
    <dgm:cxn modelId="{7A317A8C-1B09-124C-BC06-820D59520688}" type="presParOf" srcId="{1436AA4D-8A3C-F440-AAD4-5BF356F8D53D}" destId="{36D5B426-8E9E-124E-857F-474B658BDCA2}" srcOrd="0" destOrd="0" presId="urn:microsoft.com/office/officeart/2005/8/layout/pictureOrgChart+Icon"/>
    <dgm:cxn modelId="{DF32B2A5-8F34-A346-9EA8-43B692C3EDF6}" type="presParOf" srcId="{1436AA4D-8A3C-F440-AAD4-5BF356F8D53D}" destId="{86AE4F08-9D66-4B4C-9FEB-D9BC15802C99}" srcOrd="1" destOrd="0" presId="urn:microsoft.com/office/officeart/2005/8/layout/pictureOrgChart+Icon"/>
    <dgm:cxn modelId="{EB8F60B9-C38F-0E45-BADF-123AC44DA1BC}" type="presParOf" srcId="{1436AA4D-8A3C-F440-AAD4-5BF356F8D53D}" destId="{2BFB3170-A227-E542-9259-0A7B64DC9815}" srcOrd="2" destOrd="0" presId="urn:microsoft.com/office/officeart/2005/8/layout/pictureOrgChart+Icon"/>
    <dgm:cxn modelId="{B4D064B5-433D-284E-B605-29F30F715081}" type="presParOf" srcId="{3AA65AE6-D779-0A45-B9C9-E32ECB788E98}" destId="{7889CE2D-ED6D-B14B-8E90-EFB99571FED4}" srcOrd="1" destOrd="0" presId="urn:microsoft.com/office/officeart/2005/8/layout/pictureOrgChart+Icon"/>
    <dgm:cxn modelId="{1861C19B-185F-D447-8D32-996F218FA782}" type="presParOf" srcId="{7889CE2D-ED6D-B14B-8E90-EFB99571FED4}" destId="{F17DB87B-E2BC-DC43-B111-6EE3DA55FFA9}" srcOrd="0" destOrd="0" presId="urn:microsoft.com/office/officeart/2005/8/layout/pictureOrgChart+Icon"/>
    <dgm:cxn modelId="{B209E045-43C7-5641-9425-C3B3297C34DD}" type="presParOf" srcId="{7889CE2D-ED6D-B14B-8E90-EFB99571FED4}" destId="{4CA75897-55BC-204C-94EE-B5A3EFF116AB}" srcOrd="1" destOrd="0" presId="urn:microsoft.com/office/officeart/2005/8/layout/pictureOrgChart+Icon"/>
    <dgm:cxn modelId="{11EEF3DB-AB1D-B64A-831E-60C67F668714}" type="presParOf" srcId="{4CA75897-55BC-204C-94EE-B5A3EFF116AB}" destId="{E701815A-001F-884E-9582-5AF45371EAB4}" srcOrd="0" destOrd="0" presId="urn:microsoft.com/office/officeart/2005/8/layout/pictureOrgChart+Icon"/>
    <dgm:cxn modelId="{A4FDC9CE-22DE-C047-A6C1-623E58CBBE3A}" type="presParOf" srcId="{E701815A-001F-884E-9582-5AF45371EAB4}" destId="{F55BF965-BB7F-5042-99CB-0C00A3F3E499}" srcOrd="0" destOrd="0" presId="urn:microsoft.com/office/officeart/2005/8/layout/pictureOrgChart+Icon"/>
    <dgm:cxn modelId="{5CCDC624-649C-2C41-BD7C-FCDFEBA4891A}" type="presParOf" srcId="{E701815A-001F-884E-9582-5AF45371EAB4}" destId="{F537F1FA-53BD-4BFD-B115-7C6A4E96FC14}" srcOrd="1" destOrd="0" presId="urn:microsoft.com/office/officeart/2005/8/layout/pictureOrgChart+Icon"/>
    <dgm:cxn modelId="{B0EFC534-CD00-8544-AE9A-26F7A0EEA395}" type="presParOf" srcId="{E701815A-001F-884E-9582-5AF45371EAB4}" destId="{2DE3C29B-833E-A646-AF2C-A688CC924A63}" srcOrd="2" destOrd="0" presId="urn:microsoft.com/office/officeart/2005/8/layout/pictureOrgChart+Icon"/>
    <dgm:cxn modelId="{C9B6A161-4E61-F844-9BC8-9E129C2957B0}" type="presParOf" srcId="{4CA75897-55BC-204C-94EE-B5A3EFF116AB}" destId="{68F15DA7-A2DF-C049-948C-C6DFDFAB8EE3}" srcOrd="1" destOrd="0" presId="urn:microsoft.com/office/officeart/2005/8/layout/pictureOrgChart+Icon"/>
    <dgm:cxn modelId="{99985E7A-8FCA-7E43-8FB5-C6EE43FAB064}" type="presParOf" srcId="{68F15DA7-A2DF-C049-948C-C6DFDFAB8EE3}" destId="{0C102F3C-D4A1-9C4D-B61B-E01FD3A51C9F}" srcOrd="0" destOrd="0" presId="urn:microsoft.com/office/officeart/2005/8/layout/pictureOrgChart+Icon"/>
    <dgm:cxn modelId="{EB533497-0CE2-7B4F-9360-25538A244AC6}" type="presParOf" srcId="{68F15DA7-A2DF-C049-948C-C6DFDFAB8EE3}" destId="{FFCC8A73-D3B3-8848-854C-C4AAEFA64F0F}" srcOrd="1" destOrd="0" presId="urn:microsoft.com/office/officeart/2005/8/layout/pictureOrgChart+Icon"/>
    <dgm:cxn modelId="{B4495A8E-377B-B34A-82BC-CB5397B74BDB}" type="presParOf" srcId="{FFCC8A73-D3B3-8848-854C-C4AAEFA64F0F}" destId="{96CE2740-ECC3-FA42-9DEB-072BA8A70137}" srcOrd="0" destOrd="0" presId="urn:microsoft.com/office/officeart/2005/8/layout/pictureOrgChart+Icon"/>
    <dgm:cxn modelId="{7F0DA05B-E8B0-2A4C-B562-DEB7A1D4409E}" type="presParOf" srcId="{96CE2740-ECC3-FA42-9DEB-072BA8A70137}" destId="{3378D70A-9438-5540-A9C4-9B6AECAFDA0E}" srcOrd="0" destOrd="0" presId="urn:microsoft.com/office/officeart/2005/8/layout/pictureOrgChart+Icon"/>
    <dgm:cxn modelId="{BACA928F-B0FF-254C-AEE9-D9EB1D8B879E}" type="presParOf" srcId="{96CE2740-ECC3-FA42-9DEB-072BA8A70137}" destId="{A9C6793F-13A7-41AD-AD16-0A9A8EB099E7}" srcOrd="1" destOrd="0" presId="urn:microsoft.com/office/officeart/2005/8/layout/pictureOrgChart+Icon"/>
    <dgm:cxn modelId="{ED53924A-3DFF-774D-9E60-8AC2E2EF9808}" type="presParOf" srcId="{96CE2740-ECC3-FA42-9DEB-072BA8A70137}" destId="{44030361-6594-324B-A537-3C8F6C5B34C0}" srcOrd="2" destOrd="0" presId="urn:microsoft.com/office/officeart/2005/8/layout/pictureOrgChart+Icon"/>
    <dgm:cxn modelId="{F21040A5-5FF2-A049-9079-1DA1F171386A}" type="presParOf" srcId="{FFCC8A73-D3B3-8848-854C-C4AAEFA64F0F}" destId="{769B1D30-EED5-8A4A-B8F2-5B05439CE61F}" srcOrd="1" destOrd="0" presId="urn:microsoft.com/office/officeart/2005/8/layout/pictureOrgChart+Icon"/>
    <dgm:cxn modelId="{3A14B850-1CF8-A547-A579-52B59EE49F3E}" type="presParOf" srcId="{FFCC8A73-D3B3-8848-854C-C4AAEFA64F0F}" destId="{28757E07-8A1C-CE44-B151-F47FB2A4FDB8}" srcOrd="2" destOrd="0" presId="urn:microsoft.com/office/officeart/2005/8/layout/pictureOrgChart+Icon"/>
    <dgm:cxn modelId="{11181B3E-C0CD-AD4D-902B-440B73BDB3F3}" type="presParOf" srcId="{4CA75897-55BC-204C-94EE-B5A3EFF116AB}" destId="{2A9DE32E-6EEC-634F-85D8-09056AA0F18B}" srcOrd="2" destOrd="0" presId="urn:microsoft.com/office/officeart/2005/8/layout/pictureOrgChart+Icon"/>
    <dgm:cxn modelId="{D8796990-4ABA-124B-B7EF-BA10209A3B48}" type="presParOf" srcId="{7889CE2D-ED6D-B14B-8E90-EFB99571FED4}" destId="{D8252B3F-7FF3-4247-A0B6-65C23B675229}" srcOrd="2" destOrd="0" presId="urn:microsoft.com/office/officeart/2005/8/layout/pictureOrgChart+Icon"/>
    <dgm:cxn modelId="{B3A1A4D8-AC84-3B44-B6D0-E193786B111F}" type="presParOf" srcId="{7889CE2D-ED6D-B14B-8E90-EFB99571FED4}" destId="{9FF6AA7C-CDD7-0F46-92DA-1711B090EE92}" srcOrd="3" destOrd="0" presId="urn:microsoft.com/office/officeart/2005/8/layout/pictureOrgChart+Icon"/>
    <dgm:cxn modelId="{9FA19137-DD40-0B4F-AF05-4B1F582F3D25}" type="presParOf" srcId="{9FF6AA7C-CDD7-0F46-92DA-1711B090EE92}" destId="{B77F9A80-FE68-E94C-AE6B-0F5EDB29DEF3}" srcOrd="0" destOrd="0" presId="urn:microsoft.com/office/officeart/2005/8/layout/pictureOrgChart+Icon"/>
    <dgm:cxn modelId="{660B5044-9F2F-A74E-8214-BB99DA087A9F}" type="presParOf" srcId="{B77F9A80-FE68-E94C-AE6B-0F5EDB29DEF3}" destId="{D2D73C8F-83B5-B842-9C84-AABA4A8FDEDD}" srcOrd="0" destOrd="0" presId="urn:microsoft.com/office/officeart/2005/8/layout/pictureOrgChart+Icon"/>
    <dgm:cxn modelId="{FB251FE4-3F1A-C34D-9E1A-C0E94F14E2C3}" type="presParOf" srcId="{B77F9A80-FE68-E94C-AE6B-0F5EDB29DEF3}" destId="{A0AC1919-105E-47C8-80F4-6BE9CD6BC65E}" srcOrd="1" destOrd="0" presId="urn:microsoft.com/office/officeart/2005/8/layout/pictureOrgChart+Icon"/>
    <dgm:cxn modelId="{C9AE06DA-570D-284B-8BE1-3E44CCB3CEF8}" type="presParOf" srcId="{B77F9A80-FE68-E94C-AE6B-0F5EDB29DEF3}" destId="{AD73351F-9FF4-9A4C-B2C6-69450A6BDAD9}" srcOrd="2" destOrd="0" presId="urn:microsoft.com/office/officeart/2005/8/layout/pictureOrgChart+Icon"/>
    <dgm:cxn modelId="{B11397DF-A90D-8F47-96D7-EFDF352BF09C}" type="presParOf" srcId="{9FF6AA7C-CDD7-0F46-92DA-1711B090EE92}" destId="{31253315-3D6E-2A49-8DB0-A9DC759A8983}" srcOrd="1" destOrd="0" presId="urn:microsoft.com/office/officeart/2005/8/layout/pictureOrgChart+Icon"/>
    <dgm:cxn modelId="{867C058E-D126-874E-8D03-2EB58F7E3E17}" type="presParOf" srcId="{31253315-3D6E-2A49-8DB0-A9DC759A8983}" destId="{FC879962-123A-674D-B3C7-C314D6BA3630}" srcOrd="0" destOrd="0" presId="urn:microsoft.com/office/officeart/2005/8/layout/pictureOrgChart+Icon"/>
    <dgm:cxn modelId="{4AA7CFCA-48C0-1A4B-A182-E6D3DCED789E}" type="presParOf" srcId="{31253315-3D6E-2A49-8DB0-A9DC759A8983}" destId="{90088F4E-3C94-7449-A3F2-EE25C708B5CA}" srcOrd="1" destOrd="0" presId="urn:microsoft.com/office/officeart/2005/8/layout/pictureOrgChart+Icon"/>
    <dgm:cxn modelId="{B68E0CAA-E288-5B49-AA9E-3C6C35F52605}" type="presParOf" srcId="{90088F4E-3C94-7449-A3F2-EE25C708B5CA}" destId="{A9A4B35E-CD63-BC45-9E92-A7544D15071B}" srcOrd="0" destOrd="0" presId="urn:microsoft.com/office/officeart/2005/8/layout/pictureOrgChart+Icon"/>
    <dgm:cxn modelId="{BBF2951A-0441-4A4D-B169-4733A9975461}" type="presParOf" srcId="{A9A4B35E-CD63-BC45-9E92-A7544D15071B}" destId="{D331FC91-AE56-A340-ABAF-087BD203F0EA}" srcOrd="0" destOrd="0" presId="urn:microsoft.com/office/officeart/2005/8/layout/pictureOrgChart+Icon"/>
    <dgm:cxn modelId="{E0C7183A-F976-1646-945B-C8D743FB6792}" type="presParOf" srcId="{A9A4B35E-CD63-BC45-9E92-A7544D15071B}" destId="{D98AC675-ADBA-4AF8-803B-9E1F2ED61867}" srcOrd="1" destOrd="0" presId="urn:microsoft.com/office/officeart/2005/8/layout/pictureOrgChart+Icon"/>
    <dgm:cxn modelId="{8A9F26D0-2F47-7E4D-8DA8-F01D056386CC}" type="presParOf" srcId="{A9A4B35E-CD63-BC45-9E92-A7544D15071B}" destId="{1A0D0F84-398B-AF43-9D0D-DA75C6536A06}" srcOrd="2" destOrd="0" presId="urn:microsoft.com/office/officeart/2005/8/layout/pictureOrgChart+Icon"/>
    <dgm:cxn modelId="{55425D47-E67A-BC42-B9A7-4F78269E02E0}" type="presParOf" srcId="{90088F4E-3C94-7449-A3F2-EE25C708B5CA}" destId="{D3D48717-85DB-244D-837C-D7FBD5BB23C8}" srcOrd="1" destOrd="0" presId="urn:microsoft.com/office/officeart/2005/8/layout/pictureOrgChart+Icon"/>
    <dgm:cxn modelId="{DA9FDE83-388F-E54F-8DA5-8A34A0236396}" type="presParOf" srcId="{90088F4E-3C94-7449-A3F2-EE25C708B5CA}" destId="{D6AD8BEF-8F42-FB4A-8425-C358B8723B24}" srcOrd="2" destOrd="0" presId="urn:microsoft.com/office/officeart/2005/8/layout/pictureOrgChart+Icon"/>
    <dgm:cxn modelId="{DB8EF9D4-6606-014C-B576-AFD4DAF4D222}" type="presParOf" srcId="{9FF6AA7C-CDD7-0F46-92DA-1711B090EE92}" destId="{DFD679CE-B3CF-E840-9AC4-A8C0CA8F24B2}" srcOrd="2" destOrd="0" presId="urn:microsoft.com/office/officeart/2005/8/layout/pictureOrgChart+Icon"/>
    <dgm:cxn modelId="{6AA5200B-AB7F-5145-8C31-305232CFEE9D}" type="presParOf" srcId="{7889CE2D-ED6D-B14B-8E90-EFB99571FED4}" destId="{5AFDA047-7468-3E4F-B6A0-0152FECC6F4A}" srcOrd="4" destOrd="0" presId="urn:microsoft.com/office/officeart/2005/8/layout/pictureOrgChart+Icon"/>
    <dgm:cxn modelId="{ED0C7E99-55E4-BE4D-94A7-2CFFFCC6E51E}" type="presParOf" srcId="{7889CE2D-ED6D-B14B-8E90-EFB99571FED4}" destId="{29F67CDB-78D9-B14B-8B3D-9A7A2B5ADBDC}" srcOrd="5" destOrd="0" presId="urn:microsoft.com/office/officeart/2005/8/layout/pictureOrgChart+Icon"/>
    <dgm:cxn modelId="{7558C71F-DF1A-DC4D-B1F0-93D6375D3E30}" type="presParOf" srcId="{29F67CDB-78D9-B14B-8B3D-9A7A2B5ADBDC}" destId="{9E8412A3-677C-3447-958F-F4327313DEE0}" srcOrd="0" destOrd="0" presId="urn:microsoft.com/office/officeart/2005/8/layout/pictureOrgChart+Icon"/>
    <dgm:cxn modelId="{56FAA76D-DD41-1F45-B323-322C0E8FB4AB}" type="presParOf" srcId="{9E8412A3-677C-3447-958F-F4327313DEE0}" destId="{2C5DDF9E-EDBF-2649-B5B4-7243F46C2913}" srcOrd="0" destOrd="0" presId="urn:microsoft.com/office/officeart/2005/8/layout/pictureOrgChart+Icon"/>
    <dgm:cxn modelId="{523BFD09-E886-BB49-AD88-FAC48EBDD061}" type="presParOf" srcId="{9E8412A3-677C-3447-958F-F4327313DEE0}" destId="{037C3829-5051-4FF5-BC07-2335D656FA23}" srcOrd="1" destOrd="0" presId="urn:microsoft.com/office/officeart/2005/8/layout/pictureOrgChart+Icon"/>
    <dgm:cxn modelId="{FCBB8AFA-E06C-134E-B6B0-184DD0F0A2D8}" type="presParOf" srcId="{9E8412A3-677C-3447-958F-F4327313DEE0}" destId="{A4C23312-0CEB-AD43-99AD-74A135A0B7B4}" srcOrd="2" destOrd="0" presId="urn:microsoft.com/office/officeart/2005/8/layout/pictureOrgChart+Icon"/>
    <dgm:cxn modelId="{5600FD59-3B1E-EB44-9F34-CD3D1C07208B}" type="presParOf" srcId="{29F67CDB-78D9-B14B-8B3D-9A7A2B5ADBDC}" destId="{E55FB081-F014-B543-B255-366D80B826B5}" srcOrd="1" destOrd="0" presId="urn:microsoft.com/office/officeart/2005/8/layout/pictureOrgChart+Icon"/>
    <dgm:cxn modelId="{537140D1-297D-F646-AECC-564396482995}" type="presParOf" srcId="{29F67CDB-78D9-B14B-8B3D-9A7A2B5ADBDC}" destId="{CABEA129-E48B-0F41-8AA0-73C7C1A99A85}" srcOrd="2" destOrd="0" presId="urn:microsoft.com/office/officeart/2005/8/layout/pictureOrgChart+Icon"/>
    <dgm:cxn modelId="{FAF2B54D-5947-AA4C-BB1C-316ABDAFC97C}" type="presParOf" srcId="{3AA65AE6-D779-0A45-B9C9-E32ECB788E98}" destId="{E141C312-754B-C343-8445-18F5D7C2FCB7}" srcOrd="2" destOrd="0" presId="urn:microsoft.com/office/officeart/2005/8/layout/pictureOrgChar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0.xml><?xml version="1.0" encoding="utf-8"?>
<dgm:dataModel xmlns:dgm="http://schemas.openxmlformats.org/drawingml/2006/diagram" xmlns:a="http://schemas.openxmlformats.org/drawingml/2006/main">
  <dgm:ptLst>
    <dgm:pt modelId="{A35B86F3-DAB9-48C8-9975-2CAAE488FC14}" type="doc">
      <dgm:prSet loTypeId="urn:microsoft.com/office/officeart/2008/layout/NameandTitleOrganizationalChart#1" qsTypeId="urn:microsoft.com/office/officeart/2005/8/quickstyle/simple2" csTypeId="urn:microsoft.com/office/officeart/2005/8/colors/accent1_2"/>
      <dgm:spPr/>
    </dgm:pt>
    <dgm:pt modelId="{56AF0085-3DB9-41A6-82E9-56841258825D}">
      <dgm:prSet/>
      <dgm:spPr/>
      <dgm:t>
        <a:bodyPr/>
        <a:lstStyle/>
        <a:p>
          <a:r>
            <a:t>Program lead</a:t>
          </a:r>
        </a:p>
      </dgm:t>
    </dgm:pt>
    <dgm:pt modelId="{2E1C7A52-EA0C-40F7-941A-6C34857F8EFC}" type="parTrans" cxnId="{161CDC10-F738-48D8-8921-90E35231A1FB}">
      <dgm:prSet/>
      <dgm:spPr/>
      <dgm:t>
        <a:bodyPr/>
        <a:lstStyle/>
        <a:p>
          <a:endParaRPr/>
        </a:p>
      </dgm:t>
    </dgm:pt>
    <dgm:pt modelId="{4DC12760-0E82-4ECD-90A3-C0134B302FB9}" type="sibTrans" cxnId="{161CDC10-F738-48D8-8921-90E35231A1FB}">
      <dgm:prSet/>
      <dgm:spPr/>
      <dgm:t>
        <a:bodyPr/>
        <a:lstStyle/>
        <a:p>
          <a:endParaRPr/>
        </a:p>
      </dgm:t>
    </dgm:pt>
    <dgm:pt modelId="{772966F7-FBC8-45D9-A63A-3E2D859147C4}">
      <dgm:prSet/>
      <dgm:spPr/>
      <dgm:t>
        <a:bodyPr/>
        <a:lstStyle/>
        <a:p>
          <a:r>
            <a:t>Design</a:t>
          </a:r>
        </a:p>
      </dgm:t>
    </dgm:pt>
    <dgm:pt modelId="{4B3E5324-CC8E-4C10-A78D-BB0127A70B4E}" type="parTrans" cxnId="{F321B239-6E73-44DF-9D3F-FFC1F82E84BF}">
      <dgm:prSet/>
      <dgm:spPr/>
      <dgm:t>
        <a:bodyPr/>
        <a:lstStyle/>
        <a:p>
          <a:endParaRPr/>
        </a:p>
      </dgm:t>
    </dgm:pt>
    <dgm:pt modelId="{98775376-6A76-47EA-9509-7B2C0860C4B9}" type="sibTrans" cxnId="{F321B239-6E73-44DF-9D3F-FFC1F82E84BF}">
      <dgm:prSet/>
      <dgm:spPr/>
      <dgm:t>
        <a:bodyPr/>
        <a:lstStyle/>
        <a:p>
          <a:endParaRPr/>
        </a:p>
      </dgm:t>
    </dgm:pt>
    <dgm:pt modelId="{E3663B4A-EB4F-4A32-B0BC-09328D116C18}">
      <dgm:prSet/>
      <dgm:spPr/>
      <dgm:t>
        <a:bodyPr/>
        <a:lstStyle/>
        <a:p>
          <a:r>
            <a:t>Engineering</a:t>
          </a:r>
        </a:p>
      </dgm:t>
    </dgm:pt>
    <dgm:pt modelId="{ECDACC7C-39BC-45F6-91E5-0BFC4C63540A}" type="parTrans" cxnId="{72C9AACC-F895-4EB6-8952-3E0B03E677CB}">
      <dgm:prSet/>
      <dgm:spPr/>
      <dgm:t>
        <a:bodyPr/>
        <a:lstStyle/>
        <a:p>
          <a:endParaRPr/>
        </a:p>
      </dgm:t>
    </dgm:pt>
    <dgm:pt modelId="{4434E196-AA29-4C08-AAB6-C8D8A98F3862}" type="sibTrans" cxnId="{72C9AACC-F895-4EB6-8952-3E0B03E677CB}">
      <dgm:prSet/>
      <dgm:spPr/>
      <dgm:t>
        <a:bodyPr/>
        <a:lstStyle/>
        <a:p>
          <a:endParaRPr/>
        </a:p>
      </dgm:t>
    </dgm:pt>
    <dgm:pt modelId="{AE2BFB4E-72C5-40E0-B228-26B0C6F56594}">
      <dgm:prSet/>
      <dgm:spPr/>
      <dgm:t>
        <a:bodyPr/>
        <a:lstStyle/>
        <a:p>
          <a:r>
            <a:t>Go-to-market</a:t>
          </a:r>
        </a:p>
      </dgm:t>
    </dgm:pt>
    <dgm:pt modelId="{5C07B7D7-35F0-44F9-9454-E698C93CD938}" type="parTrans" cxnId="{6E1AC7B8-5F75-4323-800C-F6994DD6D9A8}">
      <dgm:prSet/>
      <dgm:spPr/>
      <dgm:t>
        <a:bodyPr/>
        <a:lstStyle/>
        <a:p>
          <a:endParaRPr/>
        </a:p>
      </dgm:t>
    </dgm:pt>
    <dgm:pt modelId="{04BC4AA9-B189-42C2-AC4A-6126B19574C0}" type="sibTrans" cxnId="{6E1AC7B8-5F75-4323-800C-F6994DD6D9A8}">
      <dgm:prSet/>
      <dgm:spPr/>
      <dgm:t>
        <a:bodyPr/>
        <a:lstStyle/>
        <a:p>
          <a:endParaRPr/>
        </a:p>
      </dgm:t>
    </dgm:pt>
    <dgm:pt modelId="{47BFC145-218C-4B1B-97CA-500A2216594B}">
      <dgm:prSet/>
      <dgm:spPr/>
      <dgm:t>
        <a:bodyPr/>
        <a:lstStyle/>
        <a:p>
          <a:r>
            <a:t>Research</a:t>
          </a:r>
        </a:p>
      </dgm:t>
    </dgm:pt>
    <dgm:pt modelId="{4D1DE717-6B3B-48BB-9C22-FAFDE935798B}" type="parTrans" cxnId="{A7B2C6A0-8F05-4302-B7A3-5CC716312032}">
      <dgm:prSet/>
      <dgm:spPr/>
      <dgm:t>
        <a:bodyPr/>
        <a:lstStyle/>
        <a:p>
          <a:endParaRPr/>
        </a:p>
      </dgm:t>
    </dgm:pt>
    <dgm:pt modelId="{DA8188A1-1A1C-4874-9F56-1E434E2B88A7}" type="sibTrans" cxnId="{A7B2C6A0-8F05-4302-B7A3-5CC716312032}">
      <dgm:prSet/>
      <dgm:spPr/>
      <dgm:t>
        <a:bodyPr/>
        <a:lstStyle/>
        <a:p>
          <a:endParaRPr/>
        </a:p>
      </dgm:t>
    </dgm:pt>
    <dgm:pt modelId="{84305008-E323-4831-937B-936EC9337FB9}">
      <dgm:prSet/>
      <dgm:spPr/>
      <dgm:t>
        <a:bodyPr/>
        <a:lstStyle/>
        <a:p>
          <a:r>
            <a:t>Build</a:t>
          </a:r>
        </a:p>
      </dgm:t>
    </dgm:pt>
    <dgm:pt modelId="{66B0B931-8D5E-49F7-A226-BAB3CA483285}" type="parTrans" cxnId="{07709D00-BD71-4D72-8C09-42A9DC51EB02}">
      <dgm:prSet/>
      <dgm:spPr/>
      <dgm:t>
        <a:bodyPr/>
        <a:lstStyle/>
        <a:p>
          <a:endParaRPr/>
        </a:p>
      </dgm:t>
    </dgm:pt>
    <dgm:pt modelId="{C0D10282-C910-4D6F-A1C3-C3B2C9415D3C}" type="sibTrans" cxnId="{07709D00-BD71-4D72-8C09-42A9DC51EB02}">
      <dgm:prSet/>
      <dgm:spPr/>
      <dgm:t>
        <a:bodyPr/>
        <a:lstStyle/>
        <a:p>
          <a:endParaRPr/>
        </a:p>
      </dgm:t>
    </dgm:pt>
    <dgm:pt modelId="{F8B27C4F-09A7-264F-A044-6C6201E2912A}" type="pres">
      <dgm:prSet presAssocID="{A35B86F3-DAB9-48C8-9975-2CAAE488FC1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B22ACDE-5EAB-FC42-8D55-2E480BD7E8DE}" type="pres">
      <dgm:prSet presAssocID="{56AF0085-3DB9-41A6-82E9-56841258825D}" presName="hierRoot1" presStyleCnt="0">
        <dgm:presLayoutVars>
          <dgm:hierBranch val="init"/>
        </dgm:presLayoutVars>
      </dgm:prSet>
      <dgm:spPr/>
    </dgm:pt>
    <dgm:pt modelId="{9AC08326-397B-4F46-AF49-D71C337C1EE3}" type="pres">
      <dgm:prSet presAssocID="{56AF0085-3DB9-41A6-82E9-56841258825D}" presName="rootComposite1" presStyleCnt="0"/>
      <dgm:spPr/>
    </dgm:pt>
    <dgm:pt modelId="{840FE807-556A-1E48-80B0-55AEC20B839B}" type="pres">
      <dgm:prSet presAssocID="{56AF0085-3DB9-41A6-82E9-56841258825D}" presName="rootText1" presStyleLbl="node0" presStyleIdx="0" presStyleCnt="1">
        <dgm:presLayoutVars>
          <dgm:chMax/>
          <dgm:chPref val="3"/>
        </dgm:presLayoutVars>
      </dgm:prSet>
      <dgm:spPr/>
    </dgm:pt>
    <dgm:pt modelId="{4DA41529-B986-DD4B-BF7D-5AEE627C9903}" type="pres">
      <dgm:prSet presAssocID="{56AF0085-3DB9-41A6-82E9-56841258825D}" presName="titleText1" presStyleLbl="fgAcc0" presStyleIdx="0" presStyleCnt="1">
        <dgm:presLayoutVars>
          <dgm:chMax val="0"/>
          <dgm:chPref val="0"/>
        </dgm:presLayoutVars>
      </dgm:prSet>
      <dgm:spPr/>
    </dgm:pt>
    <dgm:pt modelId="{9FB8867A-69A3-D642-8447-19D368ABBC76}" type="pres">
      <dgm:prSet presAssocID="{56AF0085-3DB9-41A6-82E9-56841258825D}" presName="rootConnector1" presStyleLbl="node1" presStyleIdx="0" presStyleCnt="5"/>
      <dgm:spPr/>
    </dgm:pt>
    <dgm:pt modelId="{0A05E0AB-0459-9042-9592-2669E4815688}" type="pres">
      <dgm:prSet presAssocID="{56AF0085-3DB9-41A6-82E9-56841258825D}" presName="hierChild2" presStyleCnt="0"/>
      <dgm:spPr/>
    </dgm:pt>
    <dgm:pt modelId="{19147E83-FE9E-E044-85FA-5C6CC2B5D4F9}" type="pres">
      <dgm:prSet presAssocID="{4B3E5324-CC8E-4C10-A78D-BB0127A70B4E}" presName="Name37" presStyleLbl="parChTrans1D2" presStyleIdx="0" presStyleCnt="3"/>
      <dgm:spPr/>
    </dgm:pt>
    <dgm:pt modelId="{87D14509-C49D-204F-A4ED-07C26FFA7F6B}" type="pres">
      <dgm:prSet presAssocID="{772966F7-FBC8-45D9-A63A-3E2D859147C4}" presName="hierRoot2" presStyleCnt="0">
        <dgm:presLayoutVars>
          <dgm:hierBranch val="init"/>
        </dgm:presLayoutVars>
      </dgm:prSet>
      <dgm:spPr/>
    </dgm:pt>
    <dgm:pt modelId="{2ADE6BF2-1BBE-D348-9150-0239AD7B8ADE}" type="pres">
      <dgm:prSet presAssocID="{772966F7-FBC8-45D9-A63A-3E2D859147C4}" presName="rootComposite" presStyleCnt="0"/>
      <dgm:spPr/>
    </dgm:pt>
    <dgm:pt modelId="{303D66C6-780A-134D-9DD0-EFA5D229D7F2}" type="pres">
      <dgm:prSet presAssocID="{772966F7-FBC8-45D9-A63A-3E2D859147C4}" presName="rootText" presStyleLbl="node1" presStyleIdx="0" presStyleCnt="5">
        <dgm:presLayoutVars>
          <dgm:chMax/>
          <dgm:chPref val="3"/>
        </dgm:presLayoutVars>
      </dgm:prSet>
      <dgm:spPr/>
    </dgm:pt>
    <dgm:pt modelId="{F978D908-A3C5-E94C-9136-78BECAF179C8}" type="pres">
      <dgm:prSet presAssocID="{772966F7-FBC8-45D9-A63A-3E2D859147C4}" presName="titleText2" presStyleLbl="fgAcc1" presStyleIdx="0" presStyleCnt="5">
        <dgm:presLayoutVars>
          <dgm:chMax val="0"/>
          <dgm:chPref val="0"/>
        </dgm:presLayoutVars>
      </dgm:prSet>
      <dgm:spPr/>
    </dgm:pt>
    <dgm:pt modelId="{E1EEEA07-A9B2-5D40-B46D-88AF9FEC0550}" type="pres">
      <dgm:prSet presAssocID="{772966F7-FBC8-45D9-A63A-3E2D859147C4}" presName="rootConnector" presStyleLbl="node2" presStyleIdx="0" presStyleCnt="0"/>
      <dgm:spPr/>
    </dgm:pt>
    <dgm:pt modelId="{65BFFE69-E799-8341-8EE5-B9F8789E9419}" type="pres">
      <dgm:prSet presAssocID="{772966F7-FBC8-45D9-A63A-3E2D859147C4}" presName="hierChild4" presStyleCnt="0"/>
      <dgm:spPr/>
    </dgm:pt>
    <dgm:pt modelId="{D719F8EA-9C10-4A4A-8982-6602CC701A4E}" type="pres">
      <dgm:prSet presAssocID="{4D1DE717-6B3B-48BB-9C22-FAFDE935798B}" presName="Name37" presStyleLbl="parChTrans1D3" presStyleIdx="0" presStyleCnt="2"/>
      <dgm:spPr/>
    </dgm:pt>
    <dgm:pt modelId="{1103F78E-D9E8-F24D-A9BE-1B205E2CF6CB}" type="pres">
      <dgm:prSet presAssocID="{47BFC145-218C-4B1B-97CA-500A2216594B}" presName="hierRoot2" presStyleCnt="0">
        <dgm:presLayoutVars>
          <dgm:hierBranch val="init"/>
        </dgm:presLayoutVars>
      </dgm:prSet>
      <dgm:spPr/>
    </dgm:pt>
    <dgm:pt modelId="{DA27E968-72C8-E441-81F8-BAC834641F74}" type="pres">
      <dgm:prSet presAssocID="{47BFC145-218C-4B1B-97CA-500A2216594B}" presName="rootComposite" presStyleCnt="0"/>
      <dgm:spPr/>
    </dgm:pt>
    <dgm:pt modelId="{180E56C9-15E5-4149-8F26-BA2911197AC9}" type="pres">
      <dgm:prSet presAssocID="{47BFC145-218C-4B1B-97CA-500A2216594B}" presName="rootText" presStyleLbl="node1" presStyleIdx="1" presStyleCnt="5">
        <dgm:presLayoutVars>
          <dgm:chMax/>
          <dgm:chPref val="3"/>
        </dgm:presLayoutVars>
      </dgm:prSet>
      <dgm:spPr/>
    </dgm:pt>
    <dgm:pt modelId="{0B6607B7-BA69-0F4A-8813-AEF13CB2BC60}" type="pres">
      <dgm:prSet presAssocID="{47BFC145-218C-4B1B-97CA-500A2216594B}" presName="titleText2" presStyleLbl="fgAcc1" presStyleIdx="1" presStyleCnt="5">
        <dgm:presLayoutVars>
          <dgm:chMax val="0"/>
          <dgm:chPref val="0"/>
        </dgm:presLayoutVars>
      </dgm:prSet>
      <dgm:spPr/>
    </dgm:pt>
    <dgm:pt modelId="{EFF42807-A349-4341-9602-E0B2BC2E5E16}" type="pres">
      <dgm:prSet presAssocID="{47BFC145-218C-4B1B-97CA-500A2216594B}" presName="rootConnector" presStyleLbl="node3" presStyleIdx="0" presStyleCnt="0"/>
      <dgm:spPr/>
    </dgm:pt>
    <dgm:pt modelId="{C697C634-9F04-004E-8E0D-A2B1CCFCE9FD}" type="pres">
      <dgm:prSet presAssocID="{47BFC145-218C-4B1B-97CA-500A2216594B}" presName="hierChild4" presStyleCnt="0"/>
      <dgm:spPr/>
    </dgm:pt>
    <dgm:pt modelId="{A9D6C242-BDC4-BC42-82C7-4B4D2758F643}" type="pres">
      <dgm:prSet presAssocID="{47BFC145-218C-4B1B-97CA-500A2216594B}" presName="hierChild5" presStyleCnt="0"/>
      <dgm:spPr/>
    </dgm:pt>
    <dgm:pt modelId="{98920CD5-B011-9548-8AE7-EFBEE0FD530A}" type="pres">
      <dgm:prSet presAssocID="{772966F7-FBC8-45D9-A63A-3E2D859147C4}" presName="hierChild5" presStyleCnt="0"/>
      <dgm:spPr/>
    </dgm:pt>
    <dgm:pt modelId="{14D002D3-F9A8-0C4F-BE65-8E418DE0A269}" type="pres">
      <dgm:prSet presAssocID="{ECDACC7C-39BC-45F6-91E5-0BFC4C63540A}" presName="Name37" presStyleLbl="parChTrans1D2" presStyleIdx="1" presStyleCnt="3"/>
      <dgm:spPr/>
    </dgm:pt>
    <dgm:pt modelId="{2F06B1CB-5FCD-7641-A12A-40367455B3D7}" type="pres">
      <dgm:prSet presAssocID="{E3663B4A-EB4F-4A32-B0BC-09328D116C18}" presName="hierRoot2" presStyleCnt="0">
        <dgm:presLayoutVars>
          <dgm:hierBranch val="init"/>
        </dgm:presLayoutVars>
      </dgm:prSet>
      <dgm:spPr/>
    </dgm:pt>
    <dgm:pt modelId="{1A25297D-2E3A-CD4F-9C6B-FDCE75F628C4}" type="pres">
      <dgm:prSet presAssocID="{E3663B4A-EB4F-4A32-B0BC-09328D116C18}" presName="rootComposite" presStyleCnt="0"/>
      <dgm:spPr/>
    </dgm:pt>
    <dgm:pt modelId="{EB0B2B04-83EB-194A-AB58-E38E85CCA588}" type="pres">
      <dgm:prSet presAssocID="{E3663B4A-EB4F-4A32-B0BC-09328D116C18}" presName="rootText" presStyleLbl="node1" presStyleIdx="2" presStyleCnt="5">
        <dgm:presLayoutVars>
          <dgm:chMax/>
          <dgm:chPref val="3"/>
        </dgm:presLayoutVars>
      </dgm:prSet>
      <dgm:spPr/>
    </dgm:pt>
    <dgm:pt modelId="{DEA4364F-6E5A-254A-84EB-655C417C2059}" type="pres">
      <dgm:prSet presAssocID="{E3663B4A-EB4F-4A32-B0BC-09328D116C18}" presName="titleText2" presStyleLbl="fgAcc1" presStyleIdx="2" presStyleCnt="5">
        <dgm:presLayoutVars>
          <dgm:chMax val="0"/>
          <dgm:chPref val="0"/>
        </dgm:presLayoutVars>
      </dgm:prSet>
      <dgm:spPr/>
    </dgm:pt>
    <dgm:pt modelId="{91A7FC31-1998-1146-972A-7F7A070D025F}" type="pres">
      <dgm:prSet presAssocID="{E3663B4A-EB4F-4A32-B0BC-09328D116C18}" presName="rootConnector" presStyleLbl="node2" presStyleIdx="0" presStyleCnt="0"/>
      <dgm:spPr/>
    </dgm:pt>
    <dgm:pt modelId="{9BA24D81-CF82-D048-929E-E2D724324F2E}" type="pres">
      <dgm:prSet presAssocID="{E3663B4A-EB4F-4A32-B0BC-09328D116C18}" presName="hierChild4" presStyleCnt="0"/>
      <dgm:spPr/>
    </dgm:pt>
    <dgm:pt modelId="{1464F301-9596-934A-81AB-8E668398BC3F}" type="pres">
      <dgm:prSet presAssocID="{66B0B931-8D5E-49F7-A226-BAB3CA483285}" presName="Name37" presStyleLbl="parChTrans1D3" presStyleIdx="1" presStyleCnt="2"/>
      <dgm:spPr/>
    </dgm:pt>
    <dgm:pt modelId="{6D902AB3-7B24-D54E-B84A-0BE0E7D5F767}" type="pres">
      <dgm:prSet presAssocID="{84305008-E323-4831-937B-936EC9337FB9}" presName="hierRoot2" presStyleCnt="0">
        <dgm:presLayoutVars>
          <dgm:hierBranch val="init"/>
        </dgm:presLayoutVars>
      </dgm:prSet>
      <dgm:spPr/>
    </dgm:pt>
    <dgm:pt modelId="{25125634-F47B-5842-A533-28B1F2E19964}" type="pres">
      <dgm:prSet presAssocID="{84305008-E323-4831-937B-936EC9337FB9}" presName="rootComposite" presStyleCnt="0"/>
      <dgm:spPr/>
    </dgm:pt>
    <dgm:pt modelId="{0CE9A0A0-A4C2-9746-98D5-710E2AFB729E}" type="pres">
      <dgm:prSet presAssocID="{84305008-E323-4831-937B-936EC9337FB9}" presName="rootText" presStyleLbl="node1" presStyleIdx="3" presStyleCnt="5">
        <dgm:presLayoutVars>
          <dgm:chMax/>
          <dgm:chPref val="3"/>
        </dgm:presLayoutVars>
      </dgm:prSet>
      <dgm:spPr/>
    </dgm:pt>
    <dgm:pt modelId="{A3BE99FC-3087-0348-8D98-CA07E081B2E6}" type="pres">
      <dgm:prSet presAssocID="{84305008-E323-4831-937B-936EC9337FB9}" presName="titleText2" presStyleLbl="fgAcc1" presStyleIdx="3" presStyleCnt="5">
        <dgm:presLayoutVars>
          <dgm:chMax val="0"/>
          <dgm:chPref val="0"/>
        </dgm:presLayoutVars>
      </dgm:prSet>
      <dgm:spPr/>
    </dgm:pt>
    <dgm:pt modelId="{FEC84E5F-E3A8-1E42-947D-226D98A94777}" type="pres">
      <dgm:prSet presAssocID="{84305008-E323-4831-937B-936EC9337FB9}" presName="rootConnector" presStyleLbl="node3" presStyleIdx="0" presStyleCnt="0"/>
      <dgm:spPr/>
    </dgm:pt>
    <dgm:pt modelId="{128D4F5A-543A-F241-A1E2-F520038FBBD4}" type="pres">
      <dgm:prSet presAssocID="{84305008-E323-4831-937B-936EC9337FB9}" presName="hierChild4" presStyleCnt="0"/>
      <dgm:spPr/>
    </dgm:pt>
    <dgm:pt modelId="{98B2A527-EE5D-1048-8186-1B08664ABF5F}" type="pres">
      <dgm:prSet presAssocID="{84305008-E323-4831-937B-936EC9337FB9}" presName="hierChild5" presStyleCnt="0"/>
      <dgm:spPr/>
    </dgm:pt>
    <dgm:pt modelId="{38DE2A9C-2748-9942-AD71-8DCF303D6EE5}" type="pres">
      <dgm:prSet presAssocID="{E3663B4A-EB4F-4A32-B0BC-09328D116C18}" presName="hierChild5" presStyleCnt="0"/>
      <dgm:spPr/>
    </dgm:pt>
    <dgm:pt modelId="{8BDF5F63-AEAE-8D4A-8E53-046EFA9F8A9F}" type="pres">
      <dgm:prSet presAssocID="{5C07B7D7-35F0-44F9-9454-E698C93CD938}" presName="Name37" presStyleLbl="parChTrans1D2" presStyleIdx="2" presStyleCnt="3"/>
      <dgm:spPr/>
    </dgm:pt>
    <dgm:pt modelId="{34FB9E7F-85F7-4549-B2A3-367901283C96}" type="pres">
      <dgm:prSet presAssocID="{AE2BFB4E-72C5-40E0-B228-26B0C6F56594}" presName="hierRoot2" presStyleCnt="0">
        <dgm:presLayoutVars>
          <dgm:hierBranch val="init"/>
        </dgm:presLayoutVars>
      </dgm:prSet>
      <dgm:spPr/>
    </dgm:pt>
    <dgm:pt modelId="{874D98CE-A7C5-EA44-B52A-6498400A0C06}" type="pres">
      <dgm:prSet presAssocID="{AE2BFB4E-72C5-40E0-B228-26B0C6F56594}" presName="rootComposite" presStyleCnt="0"/>
      <dgm:spPr/>
    </dgm:pt>
    <dgm:pt modelId="{0C8F5B81-EB18-C54F-B964-E53FEFBF2597}" type="pres">
      <dgm:prSet presAssocID="{AE2BFB4E-72C5-40E0-B228-26B0C6F56594}" presName="rootText" presStyleLbl="node1" presStyleIdx="4" presStyleCnt="5">
        <dgm:presLayoutVars>
          <dgm:chMax/>
          <dgm:chPref val="3"/>
        </dgm:presLayoutVars>
      </dgm:prSet>
      <dgm:spPr/>
    </dgm:pt>
    <dgm:pt modelId="{FB145EFB-82E7-D64D-83C8-4965D1D61EC5}" type="pres">
      <dgm:prSet presAssocID="{AE2BFB4E-72C5-40E0-B228-26B0C6F56594}" presName="titleText2" presStyleLbl="fgAcc1" presStyleIdx="4" presStyleCnt="5">
        <dgm:presLayoutVars>
          <dgm:chMax val="0"/>
          <dgm:chPref val="0"/>
        </dgm:presLayoutVars>
      </dgm:prSet>
      <dgm:spPr/>
    </dgm:pt>
    <dgm:pt modelId="{98BE9266-1971-5248-B207-AF48EC8EEFAC}" type="pres">
      <dgm:prSet presAssocID="{AE2BFB4E-72C5-40E0-B228-26B0C6F56594}" presName="rootConnector" presStyleLbl="node2" presStyleIdx="0" presStyleCnt="0"/>
      <dgm:spPr/>
    </dgm:pt>
    <dgm:pt modelId="{49A312D6-831D-694B-A315-BF552A22B340}" type="pres">
      <dgm:prSet presAssocID="{AE2BFB4E-72C5-40E0-B228-26B0C6F56594}" presName="hierChild4" presStyleCnt="0"/>
      <dgm:spPr/>
    </dgm:pt>
    <dgm:pt modelId="{2FFB3B28-5513-5C49-BEAE-DCC3B1D89112}" type="pres">
      <dgm:prSet presAssocID="{AE2BFB4E-72C5-40E0-B228-26B0C6F56594}" presName="hierChild5" presStyleCnt="0"/>
      <dgm:spPr/>
    </dgm:pt>
    <dgm:pt modelId="{DE0D03A8-00D1-B04E-9E7C-D8336D14364C}" type="pres">
      <dgm:prSet presAssocID="{56AF0085-3DB9-41A6-82E9-56841258825D}" presName="hierChild3" presStyleCnt="0"/>
      <dgm:spPr/>
    </dgm:pt>
  </dgm:ptLst>
  <dgm:cxnLst>
    <dgm:cxn modelId="{07709D00-BD71-4D72-8C09-42A9DC51EB02}" srcId="{E3663B4A-EB4F-4A32-B0BC-09328D116C18}" destId="{84305008-E323-4831-937B-936EC9337FB9}" srcOrd="0" destOrd="0" parTransId="{66B0B931-8D5E-49F7-A226-BAB3CA483285}" sibTransId="{C0D10282-C910-4D6F-A1C3-C3B2C9415D3C}"/>
    <dgm:cxn modelId="{BF6F4203-F525-4A4A-97CF-539D10DC9EF1}" type="presOf" srcId="{4B3E5324-CC8E-4C10-A78D-BB0127A70B4E}" destId="{19147E83-FE9E-E044-85FA-5C6CC2B5D4F9}" srcOrd="0" destOrd="0" presId="urn:microsoft.com/office/officeart/2008/layout/NameandTitleOrganizationalChart#1"/>
    <dgm:cxn modelId="{161CDC10-F738-48D8-8921-90E35231A1FB}" srcId="{A35B86F3-DAB9-48C8-9975-2CAAE488FC14}" destId="{56AF0085-3DB9-41A6-82E9-56841258825D}" srcOrd="0" destOrd="0" parTransId="{2E1C7A52-EA0C-40F7-941A-6C34857F8EFC}" sibTransId="{4DC12760-0E82-4ECD-90A3-C0134B302FB9}"/>
    <dgm:cxn modelId="{39DB3C11-FDF7-2149-ACCD-72860D540FC2}" type="presOf" srcId="{56AF0085-3DB9-41A6-82E9-56841258825D}" destId="{9FB8867A-69A3-D642-8447-19D368ABBC76}" srcOrd="1" destOrd="0" presId="urn:microsoft.com/office/officeart/2008/layout/NameandTitleOrganizationalChart#1"/>
    <dgm:cxn modelId="{2DE95F22-BEA8-1843-8DE2-E8070DD2EE24}" type="presOf" srcId="{4D1DE717-6B3B-48BB-9C22-FAFDE935798B}" destId="{D719F8EA-9C10-4A4A-8982-6602CC701A4E}" srcOrd="0" destOrd="0" presId="urn:microsoft.com/office/officeart/2008/layout/NameandTitleOrganizationalChart#1"/>
    <dgm:cxn modelId="{A14CC524-859F-2640-826F-C2F0037BA104}" type="presOf" srcId="{84305008-E323-4831-937B-936EC9337FB9}" destId="{0CE9A0A0-A4C2-9746-98D5-710E2AFB729E}" srcOrd="0" destOrd="0" presId="urn:microsoft.com/office/officeart/2008/layout/NameandTitleOrganizationalChart#1"/>
    <dgm:cxn modelId="{DA002736-5420-8448-A254-06391383A98C}" type="presOf" srcId="{47BFC145-218C-4B1B-97CA-500A2216594B}" destId="{180E56C9-15E5-4149-8F26-BA2911197AC9}" srcOrd="0" destOrd="0" presId="urn:microsoft.com/office/officeart/2008/layout/NameandTitleOrganizationalChart#1"/>
    <dgm:cxn modelId="{F321B239-6E73-44DF-9D3F-FFC1F82E84BF}" srcId="{56AF0085-3DB9-41A6-82E9-56841258825D}" destId="{772966F7-FBC8-45D9-A63A-3E2D859147C4}" srcOrd="0" destOrd="0" parTransId="{4B3E5324-CC8E-4C10-A78D-BB0127A70B4E}" sibTransId="{98775376-6A76-47EA-9509-7B2C0860C4B9}"/>
    <dgm:cxn modelId="{CAB7403C-22A3-CD42-87A4-0AC085CADCA5}" type="presOf" srcId="{E3663B4A-EB4F-4A32-B0BC-09328D116C18}" destId="{EB0B2B04-83EB-194A-AB58-E38E85CCA588}" srcOrd="0" destOrd="0" presId="urn:microsoft.com/office/officeart/2008/layout/NameandTitleOrganizationalChart#1"/>
    <dgm:cxn modelId="{8EC46D52-2643-444C-890A-C27B765FA249}" type="presOf" srcId="{DA8188A1-1A1C-4874-9F56-1E434E2B88A7}" destId="{0B6607B7-BA69-0F4A-8813-AEF13CB2BC60}" srcOrd="0" destOrd="0" presId="urn:microsoft.com/office/officeart/2008/layout/NameandTitleOrganizationalChart#1"/>
    <dgm:cxn modelId="{E742815D-2C26-B146-8BCF-8F9E81DE5AB5}" type="presOf" srcId="{AE2BFB4E-72C5-40E0-B228-26B0C6F56594}" destId="{98BE9266-1971-5248-B207-AF48EC8EEFAC}" srcOrd="1" destOrd="0" presId="urn:microsoft.com/office/officeart/2008/layout/NameandTitleOrganizationalChart#1"/>
    <dgm:cxn modelId="{F7D26561-A413-7146-A257-57CD5191735D}" type="presOf" srcId="{4DC12760-0E82-4ECD-90A3-C0134B302FB9}" destId="{4DA41529-B986-DD4B-BF7D-5AEE627C9903}" srcOrd="0" destOrd="0" presId="urn:microsoft.com/office/officeart/2008/layout/NameandTitleOrganizationalChart#1"/>
    <dgm:cxn modelId="{0FB95D66-B0F3-394F-9B9C-A50175B457DF}" type="presOf" srcId="{E3663B4A-EB4F-4A32-B0BC-09328D116C18}" destId="{91A7FC31-1998-1146-972A-7F7A070D025F}" srcOrd="1" destOrd="0" presId="urn:microsoft.com/office/officeart/2008/layout/NameandTitleOrganizationalChart#1"/>
    <dgm:cxn modelId="{64F9E96B-3BBD-424A-A398-89A67637FD4F}" type="presOf" srcId="{ECDACC7C-39BC-45F6-91E5-0BFC4C63540A}" destId="{14D002D3-F9A8-0C4F-BE65-8E418DE0A269}" srcOrd="0" destOrd="0" presId="urn:microsoft.com/office/officeart/2008/layout/NameandTitleOrganizationalChart#1"/>
    <dgm:cxn modelId="{D6B3726F-BC38-9A46-A97E-B9AB138F1C57}" type="presOf" srcId="{98775376-6A76-47EA-9509-7B2C0860C4B9}" destId="{F978D908-A3C5-E94C-9136-78BECAF179C8}" srcOrd="0" destOrd="0" presId="urn:microsoft.com/office/officeart/2008/layout/NameandTitleOrganizationalChart#1"/>
    <dgm:cxn modelId="{A4778A78-200D-4F42-ABC5-C2E22744CD6B}" type="presOf" srcId="{66B0B931-8D5E-49F7-A226-BAB3CA483285}" destId="{1464F301-9596-934A-81AB-8E668398BC3F}" srcOrd="0" destOrd="0" presId="urn:microsoft.com/office/officeart/2008/layout/NameandTitleOrganizationalChart#1"/>
    <dgm:cxn modelId="{DC189089-5487-2747-B22C-7381B7289142}" type="presOf" srcId="{C0D10282-C910-4D6F-A1C3-C3B2C9415D3C}" destId="{A3BE99FC-3087-0348-8D98-CA07E081B2E6}" srcOrd="0" destOrd="0" presId="urn:microsoft.com/office/officeart/2008/layout/NameandTitleOrganizationalChart#1"/>
    <dgm:cxn modelId="{BF6DE68D-BCED-8342-9D08-355F81E1ED4D}" type="presOf" srcId="{A35B86F3-DAB9-48C8-9975-2CAAE488FC14}" destId="{F8B27C4F-09A7-264F-A044-6C6201E2912A}" srcOrd="0" destOrd="0" presId="urn:microsoft.com/office/officeart/2008/layout/NameandTitleOrganizationalChart#1"/>
    <dgm:cxn modelId="{A7B2C6A0-8F05-4302-B7A3-5CC716312032}" srcId="{772966F7-FBC8-45D9-A63A-3E2D859147C4}" destId="{47BFC145-218C-4B1B-97CA-500A2216594B}" srcOrd="0" destOrd="0" parTransId="{4D1DE717-6B3B-48BB-9C22-FAFDE935798B}" sibTransId="{DA8188A1-1A1C-4874-9F56-1E434E2B88A7}"/>
    <dgm:cxn modelId="{26B636A4-23FB-E248-A995-481CC39B679C}" type="presOf" srcId="{AE2BFB4E-72C5-40E0-B228-26B0C6F56594}" destId="{0C8F5B81-EB18-C54F-B964-E53FEFBF2597}" srcOrd="0" destOrd="0" presId="urn:microsoft.com/office/officeart/2008/layout/NameandTitleOrganizationalChart#1"/>
    <dgm:cxn modelId="{D0FADEA7-5165-7946-8EAB-71847D34EDCA}" type="presOf" srcId="{5C07B7D7-35F0-44F9-9454-E698C93CD938}" destId="{8BDF5F63-AEAE-8D4A-8E53-046EFA9F8A9F}" srcOrd="0" destOrd="0" presId="urn:microsoft.com/office/officeart/2008/layout/NameandTitleOrganizationalChart#1"/>
    <dgm:cxn modelId="{B75005B2-3505-3F40-B0B6-39F7532B76BE}" type="presOf" srcId="{04BC4AA9-B189-42C2-AC4A-6126B19574C0}" destId="{FB145EFB-82E7-D64D-83C8-4965D1D61EC5}" srcOrd="0" destOrd="0" presId="urn:microsoft.com/office/officeart/2008/layout/NameandTitleOrganizationalChart#1"/>
    <dgm:cxn modelId="{97F07CB5-3A81-ED4D-84A2-0203D1B9E5AB}" type="presOf" srcId="{56AF0085-3DB9-41A6-82E9-56841258825D}" destId="{840FE807-556A-1E48-80B0-55AEC20B839B}" srcOrd="0" destOrd="0" presId="urn:microsoft.com/office/officeart/2008/layout/NameandTitleOrganizationalChart#1"/>
    <dgm:cxn modelId="{6E1AC7B8-5F75-4323-800C-F6994DD6D9A8}" srcId="{56AF0085-3DB9-41A6-82E9-56841258825D}" destId="{AE2BFB4E-72C5-40E0-B228-26B0C6F56594}" srcOrd="2" destOrd="0" parTransId="{5C07B7D7-35F0-44F9-9454-E698C93CD938}" sibTransId="{04BC4AA9-B189-42C2-AC4A-6126B19574C0}"/>
    <dgm:cxn modelId="{8A8502B9-405D-2448-B46D-F6405C9182DC}" type="presOf" srcId="{84305008-E323-4831-937B-936EC9337FB9}" destId="{FEC84E5F-E3A8-1E42-947D-226D98A94777}" srcOrd="1" destOrd="0" presId="urn:microsoft.com/office/officeart/2008/layout/NameandTitleOrganizationalChart#1"/>
    <dgm:cxn modelId="{31DC0ACA-7A2F-B44C-8688-45BE73111227}" type="presOf" srcId="{772966F7-FBC8-45D9-A63A-3E2D859147C4}" destId="{E1EEEA07-A9B2-5D40-B46D-88AF9FEC0550}" srcOrd="1" destOrd="0" presId="urn:microsoft.com/office/officeart/2008/layout/NameandTitleOrganizationalChart#1"/>
    <dgm:cxn modelId="{72C9AACC-F895-4EB6-8952-3E0B03E677CB}" srcId="{56AF0085-3DB9-41A6-82E9-56841258825D}" destId="{E3663B4A-EB4F-4A32-B0BC-09328D116C18}" srcOrd="1" destOrd="0" parTransId="{ECDACC7C-39BC-45F6-91E5-0BFC4C63540A}" sibTransId="{4434E196-AA29-4C08-AAB6-C8D8A98F3862}"/>
    <dgm:cxn modelId="{815DD8CF-47DD-5545-801F-AFACD1913524}" type="presOf" srcId="{4434E196-AA29-4C08-AAB6-C8D8A98F3862}" destId="{DEA4364F-6E5A-254A-84EB-655C417C2059}" srcOrd="0" destOrd="0" presId="urn:microsoft.com/office/officeart/2008/layout/NameandTitleOrganizationalChart#1"/>
    <dgm:cxn modelId="{FD00E0F7-92C3-A644-AF0D-7AD567FD2954}" type="presOf" srcId="{47BFC145-218C-4B1B-97CA-500A2216594B}" destId="{EFF42807-A349-4341-9602-E0B2BC2E5E16}" srcOrd="1" destOrd="0" presId="urn:microsoft.com/office/officeart/2008/layout/NameandTitleOrganizationalChart#1"/>
    <dgm:cxn modelId="{EA80C5F9-BD83-5D46-97EE-2237045EE116}" type="presOf" srcId="{772966F7-FBC8-45D9-A63A-3E2D859147C4}" destId="{303D66C6-780A-134D-9DD0-EFA5D229D7F2}" srcOrd="0" destOrd="0" presId="urn:microsoft.com/office/officeart/2008/layout/NameandTitleOrganizationalChart#1"/>
    <dgm:cxn modelId="{3D8EB74C-6DF1-804B-9B2C-8A4976144D10}" type="presParOf" srcId="{F8B27C4F-09A7-264F-A044-6C6201E2912A}" destId="{EB22ACDE-5EAB-FC42-8D55-2E480BD7E8DE}" srcOrd="0" destOrd="0" presId="urn:microsoft.com/office/officeart/2008/layout/NameandTitleOrganizationalChart#1"/>
    <dgm:cxn modelId="{46DB6C53-4D45-AF49-9F06-1C4C1B20A3C3}" type="presParOf" srcId="{EB22ACDE-5EAB-FC42-8D55-2E480BD7E8DE}" destId="{9AC08326-397B-4F46-AF49-D71C337C1EE3}" srcOrd="0" destOrd="0" presId="urn:microsoft.com/office/officeart/2008/layout/NameandTitleOrganizationalChart#1"/>
    <dgm:cxn modelId="{FB9CAE89-6553-7D43-BFE9-CBF21A825598}" type="presParOf" srcId="{9AC08326-397B-4F46-AF49-D71C337C1EE3}" destId="{840FE807-556A-1E48-80B0-55AEC20B839B}" srcOrd="0" destOrd="0" presId="urn:microsoft.com/office/officeart/2008/layout/NameandTitleOrganizationalChart#1"/>
    <dgm:cxn modelId="{A65D9688-02CD-884E-AD3D-174B3B10F427}" type="presParOf" srcId="{9AC08326-397B-4F46-AF49-D71C337C1EE3}" destId="{4DA41529-B986-DD4B-BF7D-5AEE627C9903}" srcOrd="1" destOrd="0" presId="urn:microsoft.com/office/officeart/2008/layout/NameandTitleOrganizationalChart#1"/>
    <dgm:cxn modelId="{62CC75C7-2F09-6A42-91EF-F0433AFE7283}" type="presParOf" srcId="{9AC08326-397B-4F46-AF49-D71C337C1EE3}" destId="{9FB8867A-69A3-D642-8447-19D368ABBC76}" srcOrd="2" destOrd="0" presId="urn:microsoft.com/office/officeart/2008/layout/NameandTitleOrganizationalChart#1"/>
    <dgm:cxn modelId="{784EE863-8376-9243-98B8-C0F79233C4D4}" type="presParOf" srcId="{EB22ACDE-5EAB-FC42-8D55-2E480BD7E8DE}" destId="{0A05E0AB-0459-9042-9592-2669E4815688}" srcOrd="1" destOrd="0" presId="urn:microsoft.com/office/officeart/2008/layout/NameandTitleOrganizationalChart#1"/>
    <dgm:cxn modelId="{8AD26D38-0A82-B046-AB91-82F41E3AD0B3}" type="presParOf" srcId="{0A05E0AB-0459-9042-9592-2669E4815688}" destId="{19147E83-FE9E-E044-85FA-5C6CC2B5D4F9}" srcOrd="0" destOrd="0" presId="urn:microsoft.com/office/officeart/2008/layout/NameandTitleOrganizationalChart#1"/>
    <dgm:cxn modelId="{4242C403-C0E9-774D-AD76-8C47D6E80EE7}" type="presParOf" srcId="{0A05E0AB-0459-9042-9592-2669E4815688}" destId="{87D14509-C49D-204F-A4ED-07C26FFA7F6B}" srcOrd="1" destOrd="0" presId="urn:microsoft.com/office/officeart/2008/layout/NameandTitleOrganizationalChart#1"/>
    <dgm:cxn modelId="{8E81EBF4-E66D-6645-9996-777EFCFFF148}" type="presParOf" srcId="{87D14509-C49D-204F-A4ED-07C26FFA7F6B}" destId="{2ADE6BF2-1BBE-D348-9150-0239AD7B8ADE}" srcOrd="0" destOrd="0" presId="urn:microsoft.com/office/officeart/2008/layout/NameandTitleOrganizationalChart#1"/>
    <dgm:cxn modelId="{E6400A22-B81B-D849-B824-0F33DD173717}" type="presParOf" srcId="{2ADE6BF2-1BBE-D348-9150-0239AD7B8ADE}" destId="{303D66C6-780A-134D-9DD0-EFA5D229D7F2}" srcOrd="0" destOrd="0" presId="urn:microsoft.com/office/officeart/2008/layout/NameandTitleOrganizationalChart#1"/>
    <dgm:cxn modelId="{5130E6B4-4FC8-2243-AC1F-686F7C574BD5}" type="presParOf" srcId="{2ADE6BF2-1BBE-D348-9150-0239AD7B8ADE}" destId="{F978D908-A3C5-E94C-9136-78BECAF179C8}" srcOrd="1" destOrd="0" presId="urn:microsoft.com/office/officeart/2008/layout/NameandTitleOrganizationalChart#1"/>
    <dgm:cxn modelId="{C403B0D1-4B92-2047-B7E6-B6136B00C680}" type="presParOf" srcId="{2ADE6BF2-1BBE-D348-9150-0239AD7B8ADE}" destId="{E1EEEA07-A9B2-5D40-B46D-88AF9FEC0550}" srcOrd="2" destOrd="0" presId="urn:microsoft.com/office/officeart/2008/layout/NameandTitleOrganizationalChart#1"/>
    <dgm:cxn modelId="{FC4E309B-2585-C640-9E5A-32EDA600DE5E}" type="presParOf" srcId="{87D14509-C49D-204F-A4ED-07C26FFA7F6B}" destId="{65BFFE69-E799-8341-8EE5-B9F8789E9419}" srcOrd="1" destOrd="0" presId="urn:microsoft.com/office/officeart/2008/layout/NameandTitleOrganizationalChart#1"/>
    <dgm:cxn modelId="{5B59F182-38DB-BA4B-9F05-F328F98D503C}" type="presParOf" srcId="{65BFFE69-E799-8341-8EE5-B9F8789E9419}" destId="{D719F8EA-9C10-4A4A-8982-6602CC701A4E}" srcOrd="0" destOrd="0" presId="urn:microsoft.com/office/officeart/2008/layout/NameandTitleOrganizationalChart#1"/>
    <dgm:cxn modelId="{C630974C-4252-384C-AEAC-CD9AEC9B8399}" type="presParOf" srcId="{65BFFE69-E799-8341-8EE5-B9F8789E9419}" destId="{1103F78E-D9E8-F24D-A9BE-1B205E2CF6CB}" srcOrd="1" destOrd="0" presId="urn:microsoft.com/office/officeart/2008/layout/NameandTitleOrganizationalChart#1"/>
    <dgm:cxn modelId="{67F922D8-241C-C449-AB17-1AB4A91A7808}" type="presParOf" srcId="{1103F78E-D9E8-F24D-A9BE-1B205E2CF6CB}" destId="{DA27E968-72C8-E441-81F8-BAC834641F74}" srcOrd="0" destOrd="0" presId="urn:microsoft.com/office/officeart/2008/layout/NameandTitleOrganizationalChart#1"/>
    <dgm:cxn modelId="{4BDE98E9-6C1D-4445-9696-35C6AA374239}" type="presParOf" srcId="{DA27E968-72C8-E441-81F8-BAC834641F74}" destId="{180E56C9-15E5-4149-8F26-BA2911197AC9}" srcOrd="0" destOrd="0" presId="urn:microsoft.com/office/officeart/2008/layout/NameandTitleOrganizationalChart#1"/>
    <dgm:cxn modelId="{D08865E6-1B50-4A49-8760-51EBF6C08548}" type="presParOf" srcId="{DA27E968-72C8-E441-81F8-BAC834641F74}" destId="{0B6607B7-BA69-0F4A-8813-AEF13CB2BC60}" srcOrd="1" destOrd="0" presId="urn:microsoft.com/office/officeart/2008/layout/NameandTitleOrganizationalChart#1"/>
    <dgm:cxn modelId="{BD7B8B72-EA96-A746-A4F9-345D6DC2512D}" type="presParOf" srcId="{DA27E968-72C8-E441-81F8-BAC834641F74}" destId="{EFF42807-A349-4341-9602-E0B2BC2E5E16}" srcOrd="2" destOrd="0" presId="urn:microsoft.com/office/officeart/2008/layout/NameandTitleOrganizationalChart#1"/>
    <dgm:cxn modelId="{01886EE7-17F6-D042-A9D9-CFD6F0B0AF03}" type="presParOf" srcId="{1103F78E-D9E8-F24D-A9BE-1B205E2CF6CB}" destId="{C697C634-9F04-004E-8E0D-A2B1CCFCE9FD}" srcOrd="1" destOrd="0" presId="urn:microsoft.com/office/officeart/2008/layout/NameandTitleOrganizationalChart#1"/>
    <dgm:cxn modelId="{1CBD0BA9-EB6C-194C-9218-F0B34D3AF9A4}" type="presParOf" srcId="{1103F78E-D9E8-F24D-A9BE-1B205E2CF6CB}" destId="{A9D6C242-BDC4-BC42-82C7-4B4D2758F643}" srcOrd="2" destOrd="0" presId="urn:microsoft.com/office/officeart/2008/layout/NameandTitleOrganizationalChart#1"/>
    <dgm:cxn modelId="{EF377D30-95F0-4942-AC8C-B9277EA31C9E}" type="presParOf" srcId="{87D14509-C49D-204F-A4ED-07C26FFA7F6B}" destId="{98920CD5-B011-9548-8AE7-EFBEE0FD530A}" srcOrd="2" destOrd="0" presId="urn:microsoft.com/office/officeart/2008/layout/NameandTitleOrganizationalChart#1"/>
    <dgm:cxn modelId="{CC8A224F-A89E-BD4F-B2CD-695A1750F10D}" type="presParOf" srcId="{0A05E0AB-0459-9042-9592-2669E4815688}" destId="{14D002D3-F9A8-0C4F-BE65-8E418DE0A269}" srcOrd="2" destOrd="0" presId="urn:microsoft.com/office/officeart/2008/layout/NameandTitleOrganizationalChart#1"/>
    <dgm:cxn modelId="{6A947F3E-4327-354B-8F37-934319E8215C}" type="presParOf" srcId="{0A05E0AB-0459-9042-9592-2669E4815688}" destId="{2F06B1CB-5FCD-7641-A12A-40367455B3D7}" srcOrd="3" destOrd="0" presId="urn:microsoft.com/office/officeart/2008/layout/NameandTitleOrganizationalChart#1"/>
    <dgm:cxn modelId="{CBB44D7C-1611-6A4A-A553-C6BE81325EE5}" type="presParOf" srcId="{2F06B1CB-5FCD-7641-A12A-40367455B3D7}" destId="{1A25297D-2E3A-CD4F-9C6B-FDCE75F628C4}" srcOrd="0" destOrd="0" presId="urn:microsoft.com/office/officeart/2008/layout/NameandTitleOrganizationalChart#1"/>
    <dgm:cxn modelId="{86F98642-0B71-494E-A7DD-5FE6DA64B5E0}" type="presParOf" srcId="{1A25297D-2E3A-CD4F-9C6B-FDCE75F628C4}" destId="{EB0B2B04-83EB-194A-AB58-E38E85CCA588}" srcOrd="0" destOrd="0" presId="urn:microsoft.com/office/officeart/2008/layout/NameandTitleOrganizationalChart#1"/>
    <dgm:cxn modelId="{0DB648E1-7DD9-4A4E-880E-05789A913851}" type="presParOf" srcId="{1A25297D-2E3A-CD4F-9C6B-FDCE75F628C4}" destId="{DEA4364F-6E5A-254A-84EB-655C417C2059}" srcOrd="1" destOrd="0" presId="urn:microsoft.com/office/officeart/2008/layout/NameandTitleOrganizationalChart#1"/>
    <dgm:cxn modelId="{AD8BD87C-EB1F-8745-8B82-6A91346453BD}" type="presParOf" srcId="{1A25297D-2E3A-CD4F-9C6B-FDCE75F628C4}" destId="{91A7FC31-1998-1146-972A-7F7A070D025F}" srcOrd="2" destOrd="0" presId="urn:microsoft.com/office/officeart/2008/layout/NameandTitleOrganizationalChart#1"/>
    <dgm:cxn modelId="{24258141-2075-824A-82C1-5A1DC5C653E4}" type="presParOf" srcId="{2F06B1CB-5FCD-7641-A12A-40367455B3D7}" destId="{9BA24D81-CF82-D048-929E-E2D724324F2E}" srcOrd="1" destOrd="0" presId="urn:microsoft.com/office/officeart/2008/layout/NameandTitleOrganizationalChart#1"/>
    <dgm:cxn modelId="{20B83D3D-118B-5E40-81D8-C149072872DE}" type="presParOf" srcId="{9BA24D81-CF82-D048-929E-E2D724324F2E}" destId="{1464F301-9596-934A-81AB-8E668398BC3F}" srcOrd="0" destOrd="0" presId="urn:microsoft.com/office/officeart/2008/layout/NameandTitleOrganizationalChart#1"/>
    <dgm:cxn modelId="{EA312B3B-9402-364D-A00E-C299234DA432}" type="presParOf" srcId="{9BA24D81-CF82-D048-929E-E2D724324F2E}" destId="{6D902AB3-7B24-D54E-B84A-0BE0E7D5F767}" srcOrd="1" destOrd="0" presId="urn:microsoft.com/office/officeart/2008/layout/NameandTitleOrganizationalChart#1"/>
    <dgm:cxn modelId="{388B762F-E515-A447-999F-F82784C5E264}" type="presParOf" srcId="{6D902AB3-7B24-D54E-B84A-0BE0E7D5F767}" destId="{25125634-F47B-5842-A533-28B1F2E19964}" srcOrd="0" destOrd="0" presId="urn:microsoft.com/office/officeart/2008/layout/NameandTitleOrganizationalChart#1"/>
    <dgm:cxn modelId="{0343856B-9013-9741-9E74-509A79B719A8}" type="presParOf" srcId="{25125634-F47B-5842-A533-28B1F2E19964}" destId="{0CE9A0A0-A4C2-9746-98D5-710E2AFB729E}" srcOrd="0" destOrd="0" presId="urn:microsoft.com/office/officeart/2008/layout/NameandTitleOrganizationalChart#1"/>
    <dgm:cxn modelId="{562362C6-B3EB-3E4B-87D7-D95B140D66A8}" type="presParOf" srcId="{25125634-F47B-5842-A533-28B1F2E19964}" destId="{A3BE99FC-3087-0348-8D98-CA07E081B2E6}" srcOrd="1" destOrd="0" presId="urn:microsoft.com/office/officeart/2008/layout/NameandTitleOrganizationalChart#1"/>
    <dgm:cxn modelId="{170B89DA-EFCF-EF44-B4B0-62C7222DECDF}" type="presParOf" srcId="{25125634-F47B-5842-A533-28B1F2E19964}" destId="{FEC84E5F-E3A8-1E42-947D-226D98A94777}" srcOrd="2" destOrd="0" presId="urn:microsoft.com/office/officeart/2008/layout/NameandTitleOrganizationalChart#1"/>
    <dgm:cxn modelId="{0ACBFF7D-1062-B046-AE33-B2069BA91D51}" type="presParOf" srcId="{6D902AB3-7B24-D54E-B84A-0BE0E7D5F767}" destId="{128D4F5A-543A-F241-A1E2-F520038FBBD4}" srcOrd="1" destOrd="0" presId="urn:microsoft.com/office/officeart/2008/layout/NameandTitleOrganizationalChart#1"/>
    <dgm:cxn modelId="{6CBC5592-CD90-DF46-A23F-55B97D5E3967}" type="presParOf" srcId="{6D902AB3-7B24-D54E-B84A-0BE0E7D5F767}" destId="{98B2A527-EE5D-1048-8186-1B08664ABF5F}" srcOrd="2" destOrd="0" presId="urn:microsoft.com/office/officeart/2008/layout/NameandTitleOrganizationalChart#1"/>
    <dgm:cxn modelId="{34F2BB0C-0F87-8646-90E4-C84A62524956}" type="presParOf" srcId="{2F06B1CB-5FCD-7641-A12A-40367455B3D7}" destId="{38DE2A9C-2748-9942-AD71-8DCF303D6EE5}" srcOrd="2" destOrd="0" presId="urn:microsoft.com/office/officeart/2008/layout/NameandTitleOrganizationalChart#1"/>
    <dgm:cxn modelId="{9EC06356-68E8-F54E-AA84-385C8E145461}" type="presParOf" srcId="{0A05E0AB-0459-9042-9592-2669E4815688}" destId="{8BDF5F63-AEAE-8D4A-8E53-046EFA9F8A9F}" srcOrd="4" destOrd="0" presId="urn:microsoft.com/office/officeart/2008/layout/NameandTitleOrganizationalChart#1"/>
    <dgm:cxn modelId="{A8D38CC2-E697-A444-A442-B09E20201886}" type="presParOf" srcId="{0A05E0AB-0459-9042-9592-2669E4815688}" destId="{34FB9E7F-85F7-4549-B2A3-367901283C96}" srcOrd="5" destOrd="0" presId="urn:microsoft.com/office/officeart/2008/layout/NameandTitleOrganizationalChart#1"/>
    <dgm:cxn modelId="{EA0145E3-0908-4A47-A5DF-BED3FD70804B}" type="presParOf" srcId="{34FB9E7F-85F7-4549-B2A3-367901283C96}" destId="{874D98CE-A7C5-EA44-B52A-6498400A0C06}" srcOrd="0" destOrd="0" presId="urn:microsoft.com/office/officeart/2008/layout/NameandTitleOrganizationalChart#1"/>
    <dgm:cxn modelId="{94AEA4CA-255C-2146-863E-45566EDAF436}" type="presParOf" srcId="{874D98CE-A7C5-EA44-B52A-6498400A0C06}" destId="{0C8F5B81-EB18-C54F-B964-E53FEFBF2597}" srcOrd="0" destOrd="0" presId="urn:microsoft.com/office/officeart/2008/layout/NameandTitleOrganizationalChart#1"/>
    <dgm:cxn modelId="{8CA0E880-FBAC-D049-9CDF-822EC97CE2C8}" type="presParOf" srcId="{874D98CE-A7C5-EA44-B52A-6498400A0C06}" destId="{FB145EFB-82E7-D64D-83C8-4965D1D61EC5}" srcOrd="1" destOrd="0" presId="urn:microsoft.com/office/officeart/2008/layout/NameandTitleOrganizationalChart#1"/>
    <dgm:cxn modelId="{E2509FF5-0D2D-A047-8E23-07480CFEC0FB}" type="presParOf" srcId="{874D98CE-A7C5-EA44-B52A-6498400A0C06}" destId="{98BE9266-1971-5248-B207-AF48EC8EEFAC}" srcOrd="2" destOrd="0" presId="urn:microsoft.com/office/officeart/2008/layout/NameandTitleOrganizationalChart#1"/>
    <dgm:cxn modelId="{D9651C54-A2B1-E544-B656-97A665726F3F}" type="presParOf" srcId="{34FB9E7F-85F7-4549-B2A3-367901283C96}" destId="{49A312D6-831D-694B-A315-BF552A22B340}" srcOrd="1" destOrd="0" presId="urn:microsoft.com/office/officeart/2008/layout/NameandTitleOrganizationalChart#1"/>
    <dgm:cxn modelId="{ADFC6BBB-7C8E-CB46-9E5F-AD266A4E84D7}" type="presParOf" srcId="{34FB9E7F-85F7-4549-B2A3-367901283C96}" destId="{2FFB3B28-5513-5C49-BEAE-DCC3B1D89112}" srcOrd="2" destOrd="0" presId="urn:microsoft.com/office/officeart/2008/layout/NameandTitleOrganizationalChart#1"/>
    <dgm:cxn modelId="{2F4119C4-DB9E-484F-A27E-84EF8924ABB2}" type="presParOf" srcId="{EB22ACDE-5EAB-FC42-8D55-2E480BD7E8DE}" destId="{DE0D03A8-00D1-B04E-9E7C-D8336D14364C}" srcOrd="2" destOrd="0" presId="urn:microsoft.com/office/officeart/2008/layout/NameandTitleOrganizationalChar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1.xml><?xml version="1.0" encoding="utf-8"?>
<dgm:dataModel xmlns:dgm="http://schemas.openxmlformats.org/drawingml/2006/diagram" xmlns:a="http://schemas.openxmlformats.org/drawingml/2006/main">
  <dgm:ptLst>
    <dgm:pt modelId="{648B1720-F9C7-4E64-B609-020E14D28577}" type="doc">
      <dgm:prSet loTypeId="urn:microsoft.com/office/officeart/2008/layout/HalfCircleOrganizationChart" qsTypeId="urn:microsoft.com/office/officeart/2005/8/quickstyle/simple2" csTypeId="urn:microsoft.com/office/officeart/2005/8/colors/accent1_2"/>
      <dgm:spPr/>
    </dgm:pt>
    <dgm:pt modelId="{1C69D3B8-A3BA-4796-8151-01C3195549C5}">
      <dgm:prSet/>
      <dgm:spPr/>
      <dgm:t>
        <a:bodyPr/>
        <a:lstStyle/>
        <a:p>
          <a:r>
            <a:t>Program lead</a:t>
          </a:r>
        </a:p>
      </dgm:t>
    </dgm:pt>
    <dgm:pt modelId="{DC08F9A6-2906-4299-867C-81614FF6562E}" type="parTrans" cxnId="{62F09674-CEC6-41B2-BA4E-9013CA5513F5}">
      <dgm:prSet/>
      <dgm:spPr/>
      <dgm:t>
        <a:bodyPr/>
        <a:lstStyle/>
        <a:p>
          <a:endParaRPr/>
        </a:p>
      </dgm:t>
    </dgm:pt>
    <dgm:pt modelId="{564A1773-726C-4A48-B3D2-85B4F4C14ACE}" type="sibTrans" cxnId="{62F09674-CEC6-41B2-BA4E-9013CA5513F5}">
      <dgm:prSet/>
      <dgm:spPr/>
      <dgm:t>
        <a:bodyPr/>
        <a:lstStyle/>
        <a:p>
          <a:endParaRPr/>
        </a:p>
      </dgm:t>
    </dgm:pt>
    <dgm:pt modelId="{10A43404-0711-4A32-9C0C-C9D95B6F405B}">
      <dgm:prSet/>
      <dgm:spPr/>
      <dgm:t>
        <a:bodyPr/>
        <a:lstStyle/>
        <a:p>
          <a:r>
            <a:t>Design</a:t>
          </a:r>
        </a:p>
      </dgm:t>
    </dgm:pt>
    <dgm:pt modelId="{20E4EB28-0E53-4C2C-9E5C-62C94B5B18D8}" type="parTrans" cxnId="{AB830875-9484-4425-B9F5-5144778B1166}">
      <dgm:prSet/>
      <dgm:spPr/>
      <dgm:t>
        <a:bodyPr/>
        <a:lstStyle/>
        <a:p>
          <a:endParaRPr/>
        </a:p>
      </dgm:t>
    </dgm:pt>
    <dgm:pt modelId="{BBED82B3-C6B7-473E-B849-3859F1C80BB7}" type="sibTrans" cxnId="{AB830875-9484-4425-B9F5-5144778B1166}">
      <dgm:prSet/>
      <dgm:spPr/>
      <dgm:t>
        <a:bodyPr/>
        <a:lstStyle/>
        <a:p>
          <a:endParaRPr/>
        </a:p>
      </dgm:t>
    </dgm:pt>
    <dgm:pt modelId="{EC5E8735-6457-4181-ADD3-3B7B415F7C3D}">
      <dgm:prSet/>
      <dgm:spPr/>
      <dgm:t>
        <a:bodyPr/>
        <a:lstStyle/>
        <a:p>
          <a:r>
            <a:t>Engineering</a:t>
          </a:r>
        </a:p>
      </dgm:t>
    </dgm:pt>
    <dgm:pt modelId="{781E39B2-B8D0-424F-8A92-3DF8A1D4FDA4}" type="parTrans" cxnId="{DCCE7093-F792-4F7E-A0F7-686E9C23927E}">
      <dgm:prSet/>
      <dgm:spPr/>
      <dgm:t>
        <a:bodyPr/>
        <a:lstStyle/>
        <a:p>
          <a:endParaRPr/>
        </a:p>
      </dgm:t>
    </dgm:pt>
    <dgm:pt modelId="{4EDFCEBC-1335-406B-BA8E-13B59022C525}" type="sibTrans" cxnId="{DCCE7093-F792-4F7E-A0F7-686E9C23927E}">
      <dgm:prSet/>
      <dgm:spPr/>
      <dgm:t>
        <a:bodyPr/>
        <a:lstStyle/>
        <a:p>
          <a:endParaRPr/>
        </a:p>
      </dgm:t>
    </dgm:pt>
    <dgm:pt modelId="{F89E4F0D-1C94-4D07-B605-FB6432573392}">
      <dgm:prSet/>
      <dgm:spPr/>
      <dgm:t>
        <a:bodyPr/>
        <a:lstStyle/>
        <a:p>
          <a:r>
            <a:t>Go-to-market</a:t>
          </a:r>
        </a:p>
      </dgm:t>
    </dgm:pt>
    <dgm:pt modelId="{1666C172-BE31-4ED9-BA49-E3F521E6D26F}" type="parTrans" cxnId="{85C3FE8C-1719-4DAE-B52D-6726307779BC}">
      <dgm:prSet/>
      <dgm:spPr/>
      <dgm:t>
        <a:bodyPr/>
        <a:lstStyle/>
        <a:p>
          <a:endParaRPr/>
        </a:p>
      </dgm:t>
    </dgm:pt>
    <dgm:pt modelId="{1FD98911-210A-4CD7-A11E-E41C1BA801B4}" type="sibTrans" cxnId="{85C3FE8C-1719-4DAE-B52D-6726307779BC}">
      <dgm:prSet/>
      <dgm:spPr/>
      <dgm:t>
        <a:bodyPr/>
        <a:lstStyle/>
        <a:p>
          <a:endParaRPr/>
        </a:p>
      </dgm:t>
    </dgm:pt>
    <dgm:pt modelId="{56ECE6B9-307B-4F93-A141-883DB00C4327}">
      <dgm:prSet/>
      <dgm:spPr/>
      <dgm:t>
        <a:bodyPr/>
        <a:lstStyle/>
        <a:p>
          <a:r>
            <a:t>Research</a:t>
          </a:r>
        </a:p>
      </dgm:t>
    </dgm:pt>
    <dgm:pt modelId="{9537C418-4C86-44CD-95E6-7C072E1D0522}" type="parTrans" cxnId="{314C2F17-92E2-45FA-B5D8-D73DBF796263}">
      <dgm:prSet/>
      <dgm:spPr/>
      <dgm:t>
        <a:bodyPr/>
        <a:lstStyle/>
        <a:p>
          <a:endParaRPr/>
        </a:p>
      </dgm:t>
    </dgm:pt>
    <dgm:pt modelId="{ED90E8EF-54F3-437B-B004-B099F54315A1}" type="sibTrans" cxnId="{314C2F17-92E2-45FA-B5D8-D73DBF796263}">
      <dgm:prSet/>
      <dgm:spPr/>
      <dgm:t>
        <a:bodyPr/>
        <a:lstStyle/>
        <a:p>
          <a:endParaRPr/>
        </a:p>
      </dgm:t>
    </dgm:pt>
    <dgm:pt modelId="{F4D5A437-5029-49D9-AD54-195587F7A647}">
      <dgm:prSet/>
      <dgm:spPr/>
      <dgm:t>
        <a:bodyPr/>
        <a:lstStyle/>
        <a:p>
          <a:r>
            <a:t>Build</a:t>
          </a:r>
        </a:p>
      </dgm:t>
    </dgm:pt>
    <dgm:pt modelId="{C87BC4D0-C5BA-469D-8350-0913157C512B}" type="parTrans" cxnId="{11EA3DEE-82B3-4101-9D00-2F715F65AC76}">
      <dgm:prSet/>
      <dgm:spPr/>
      <dgm:t>
        <a:bodyPr/>
        <a:lstStyle/>
        <a:p>
          <a:endParaRPr/>
        </a:p>
      </dgm:t>
    </dgm:pt>
    <dgm:pt modelId="{67790C26-E809-42BB-AFCA-88A0595AE89A}" type="sibTrans" cxnId="{11EA3DEE-82B3-4101-9D00-2F715F65AC76}">
      <dgm:prSet/>
      <dgm:spPr/>
      <dgm:t>
        <a:bodyPr/>
        <a:lstStyle/>
        <a:p>
          <a:endParaRPr/>
        </a:p>
      </dgm:t>
    </dgm:pt>
    <dgm:pt modelId="{DB725D5F-2C25-AC46-8FD0-A80900A6C936}" type="pres">
      <dgm:prSet presAssocID="{648B1720-F9C7-4E64-B609-020E14D28577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524D0B5-5CCF-B544-AC3E-327A1DEE5D53}" type="pres">
      <dgm:prSet presAssocID="{1C69D3B8-A3BA-4796-8151-01C3195549C5}" presName="hierRoot1" presStyleCnt="0">
        <dgm:presLayoutVars>
          <dgm:hierBranch val="init"/>
        </dgm:presLayoutVars>
      </dgm:prSet>
      <dgm:spPr/>
    </dgm:pt>
    <dgm:pt modelId="{A8C75499-B43D-1F4C-B242-09CB4AAC4A41}" type="pres">
      <dgm:prSet presAssocID="{1C69D3B8-A3BA-4796-8151-01C3195549C5}" presName="rootComposite1" presStyleCnt="0"/>
      <dgm:spPr/>
    </dgm:pt>
    <dgm:pt modelId="{428BB871-77D7-9B45-9C37-611661B4C130}" type="pres">
      <dgm:prSet presAssocID="{1C69D3B8-A3BA-4796-8151-01C3195549C5}" presName="rootText1" presStyleLbl="alignAcc1" presStyleIdx="0" presStyleCnt="0">
        <dgm:presLayoutVars>
          <dgm:chPref val="3"/>
        </dgm:presLayoutVars>
      </dgm:prSet>
      <dgm:spPr/>
    </dgm:pt>
    <dgm:pt modelId="{DC056559-13C7-6045-976E-D7FE08911A07}" type="pres">
      <dgm:prSet presAssocID="{1C69D3B8-A3BA-4796-8151-01C3195549C5}" presName="topArc1" presStyleLbl="parChTrans1D1" presStyleIdx="0" presStyleCnt="12"/>
      <dgm:spPr/>
    </dgm:pt>
    <dgm:pt modelId="{A8B22418-8C48-0C47-BC97-242EFD67EED3}" type="pres">
      <dgm:prSet presAssocID="{1C69D3B8-A3BA-4796-8151-01C3195549C5}" presName="bottomArc1" presStyleLbl="parChTrans1D1" presStyleIdx="1" presStyleCnt="12"/>
      <dgm:spPr/>
    </dgm:pt>
    <dgm:pt modelId="{A24906C9-7B44-C042-8007-6DAD12C97F42}" type="pres">
      <dgm:prSet presAssocID="{1C69D3B8-A3BA-4796-8151-01C3195549C5}" presName="topConnNode1" presStyleLbl="node1" presStyleIdx="0" presStyleCnt="0"/>
      <dgm:spPr/>
    </dgm:pt>
    <dgm:pt modelId="{04AF7EF8-68F9-6946-BC9C-82FD7DC86724}" type="pres">
      <dgm:prSet presAssocID="{1C69D3B8-A3BA-4796-8151-01C3195549C5}" presName="hierChild2" presStyleCnt="0"/>
      <dgm:spPr/>
    </dgm:pt>
    <dgm:pt modelId="{7190F21B-53A6-CA4E-A8F2-55E46D182AEC}" type="pres">
      <dgm:prSet presAssocID="{20E4EB28-0E53-4C2C-9E5C-62C94B5B18D8}" presName="Name28" presStyleLbl="parChTrans1D2" presStyleIdx="0" presStyleCnt="3"/>
      <dgm:spPr/>
    </dgm:pt>
    <dgm:pt modelId="{4148D606-F6F4-EC44-A24F-3C3F200A3DC3}" type="pres">
      <dgm:prSet presAssocID="{10A43404-0711-4A32-9C0C-C9D95B6F405B}" presName="hierRoot2" presStyleCnt="0">
        <dgm:presLayoutVars>
          <dgm:hierBranch val="init"/>
        </dgm:presLayoutVars>
      </dgm:prSet>
      <dgm:spPr/>
    </dgm:pt>
    <dgm:pt modelId="{E68D6FF3-92FF-0C4E-81AA-A65CA6E9472F}" type="pres">
      <dgm:prSet presAssocID="{10A43404-0711-4A32-9C0C-C9D95B6F405B}" presName="rootComposite2" presStyleCnt="0"/>
      <dgm:spPr/>
    </dgm:pt>
    <dgm:pt modelId="{2C52DBB2-F4A4-CE4F-A331-421B6E206448}" type="pres">
      <dgm:prSet presAssocID="{10A43404-0711-4A32-9C0C-C9D95B6F405B}" presName="rootText2" presStyleLbl="alignAcc1" presStyleIdx="0" presStyleCnt="0">
        <dgm:presLayoutVars>
          <dgm:chPref val="3"/>
        </dgm:presLayoutVars>
      </dgm:prSet>
      <dgm:spPr/>
    </dgm:pt>
    <dgm:pt modelId="{BF3DD3D0-04A8-8349-9662-5DAD0AC8F8AB}" type="pres">
      <dgm:prSet presAssocID="{10A43404-0711-4A32-9C0C-C9D95B6F405B}" presName="topArc2" presStyleLbl="parChTrans1D1" presStyleIdx="2" presStyleCnt="12"/>
      <dgm:spPr/>
    </dgm:pt>
    <dgm:pt modelId="{A5CCF080-242C-A344-976B-80711E5494D1}" type="pres">
      <dgm:prSet presAssocID="{10A43404-0711-4A32-9C0C-C9D95B6F405B}" presName="bottomArc2" presStyleLbl="parChTrans1D1" presStyleIdx="3" presStyleCnt="12"/>
      <dgm:spPr/>
    </dgm:pt>
    <dgm:pt modelId="{D0F2EA38-9396-7F40-BF8F-B2E98DBE4548}" type="pres">
      <dgm:prSet presAssocID="{10A43404-0711-4A32-9C0C-C9D95B6F405B}" presName="topConnNode2" presStyleLbl="node2" presStyleIdx="0" presStyleCnt="0"/>
      <dgm:spPr/>
    </dgm:pt>
    <dgm:pt modelId="{9087E28C-144C-D94E-B096-9F46C8644CB6}" type="pres">
      <dgm:prSet presAssocID="{10A43404-0711-4A32-9C0C-C9D95B6F405B}" presName="hierChild4" presStyleCnt="0"/>
      <dgm:spPr/>
    </dgm:pt>
    <dgm:pt modelId="{57A47263-CEC8-534E-8F75-585F1BF80AC5}" type="pres">
      <dgm:prSet presAssocID="{9537C418-4C86-44CD-95E6-7C072E1D0522}" presName="Name28" presStyleLbl="parChTrans1D3" presStyleIdx="0" presStyleCnt="2"/>
      <dgm:spPr/>
    </dgm:pt>
    <dgm:pt modelId="{FD892411-3AE1-6F48-97E8-8E64A143FD12}" type="pres">
      <dgm:prSet presAssocID="{56ECE6B9-307B-4F93-A141-883DB00C4327}" presName="hierRoot2" presStyleCnt="0">
        <dgm:presLayoutVars>
          <dgm:hierBranch val="init"/>
        </dgm:presLayoutVars>
      </dgm:prSet>
      <dgm:spPr/>
    </dgm:pt>
    <dgm:pt modelId="{3F253BAF-85D3-E049-B2AB-E71CD33F8DD5}" type="pres">
      <dgm:prSet presAssocID="{56ECE6B9-307B-4F93-A141-883DB00C4327}" presName="rootComposite2" presStyleCnt="0"/>
      <dgm:spPr/>
    </dgm:pt>
    <dgm:pt modelId="{C54CAA28-388B-E141-AE85-993C2163AF58}" type="pres">
      <dgm:prSet presAssocID="{56ECE6B9-307B-4F93-A141-883DB00C4327}" presName="rootText2" presStyleLbl="alignAcc1" presStyleIdx="0" presStyleCnt="0">
        <dgm:presLayoutVars>
          <dgm:chPref val="3"/>
        </dgm:presLayoutVars>
      </dgm:prSet>
      <dgm:spPr/>
    </dgm:pt>
    <dgm:pt modelId="{40D11020-0949-9046-B1D8-ED26A9ACF1BB}" type="pres">
      <dgm:prSet presAssocID="{56ECE6B9-307B-4F93-A141-883DB00C4327}" presName="topArc2" presStyleLbl="parChTrans1D1" presStyleIdx="4" presStyleCnt="12"/>
      <dgm:spPr/>
    </dgm:pt>
    <dgm:pt modelId="{6E716339-8418-F543-A45F-BDA959228CC6}" type="pres">
      <dgm:prSet presAssocID="{56ECE6B9-307B-4F93-A141-883DB00C4327}" presName="bottomArc2" presStyleLbl="parChTrans1D1" presStyleIdx="5" presStyleCnt="12"/>
      <dgm:spPr/>
    </dgm:pt>
    <dgm:pt modelId="{2569D54C-26F6-A14B-8CC9-F7F8938EB81E}" type="pres">
      <dgm:prSet presAssocID="{56ECE6B9-307B-4F93-A141-883DB00C4327}" presName="topConnNode2" presStyleLbl="node3" presStyleIdx="0" presStyleCnt="0"/>
      <dgm:spPr/>
    </dgm:pt>
    <dgm:pt modelId="{37F5383D-B434-D842-B96B-DA6275DCD411}" type="pres">
      <dgm:prSet presAssocID="{56ECE6B9-307B-4F93-A141-883DB00C4327}" presName="hierChild4" presStyleCnt="0"/>
      <dgm:spPr/>
    </dgm:pt>
    <dgm:pt modelId="{09E37DBD-7546-AE4D-B8BC-A04B3DD6D331}" type="pres">
      <dgm:prSet presAssocID="{56ECE6B9-307B-4F93-A141-883DB00C4327}" presName="hierChild5" presStyleCnt="0"/>
      <dgm:spPr/>
    </dgm:pt>
    <dgm:pt modelId="{63478488-CB5A-1D4C-B877-7759991E7A09}" type="pres">
      <dgm:prSet presAssocID="{10A43404-0711-4A32-9C0C-C9D95B6F405B}" presName="hierChild5" presStyleCnt="0"/>
      <dgm:spPr/>
    </dgm:pt>
    <dgm:pt modelId="{50BC2F1B-4DFB-2944-BCAB-D4AA88667253}" type="pres">
      <dgm:prSet presAssocID="{781E39B2-B8D0-424F-8A92-3DF8A1D4FDA4}" presName="Name28" presStyleLbl="parChTrans1D2" presStyleIdx="1" presStyleCnt="3"/>
      <dgm:spPr/>
    </dgm:pt>
    <dgm:pt modelId="{F779720E-8C3A-A341-AB76-A11B35F8F6A6}" type="pres">
      <dgm:prSet presAssocID="{EC5E8735-6457-4181-ADD3-3B7B415F7C3D}" presName="hierRoot2" presStyleCnt="0">
        <dgm:presLayoutVars>
          <dgm:hierBranch val="init"/>
        </dgm:presLayoutVars>
      </dgm:prSet>
      <dgm:spPr/>
    </dgm:pt>
    <dgm:pt modelId="{F9420220-B812-7143-9DDD-D5F1519A7C21}" type="pres">
      <dgm:prSet presAssocID="{EC5E8735-6457-4181-ADD3-3B7B415F7C3D}" presName="rootComposite2" presStyleCnt="0"/>
      <dgm:spPr/>
    </dgm:pt>
    <dgm:pt modelId="{638E8DD2-3AB5-7D45-AB82-ABD3C578548D}" type="pres">
      <dgm:prSet presAssocID="{EC5E8735-6457-4181-ADD3-3B7B415F7C3D}" presName="rootText2" presStyleLbl="alignAcc1" presStyleIdx="0" presStyleCnt="0">
        <dgm:presLayoutVars>
          <dgm:chPref val="3"/>
        </dgm:presLayoutVars>
      </dgm:prSet>
      <dgm:spPr/>
    </dgm:pt>
    <dgm:pt modelId="{2AB085F6-22B6-E547-A322-3C072C53FF28}" type="pres">
      <dgm:prSet presAssocID="{EC5E8735-6457-4181-ADD3-3B7B415F7C3D}" presName="topArc2" presStyleLbl="parChTrans1D1" presStyleIdx="6" presStyleCnt="12"/>
      <dgm:spPr/>
    </dgm:pt>
    <dgm:pt modelId="{B9A16E05-A61D-6740-B11D-9D4A2CA6048F}" type="pres">
      <dgm:prSet presAssocID="{EC5E8735-6457-4181-ADD3-3B7B415F7C3D}" presName="bottomArc2" presStyleLbl="parChTrans1D1" presStyleIdx="7" presStyleCnt="12"/>
      <dgm:spPr/>
    </dgm:pt>
    <dgm:pt modelId="{6DDABC29-E917-8748-BAE8-EE0E8E34B06C}" type="pres">
      <dgm:prSet presAssocID="{EC5E8735-6457-4181-ADD3-3B7B415F7C3D}" presName="topConnNode2" presStyleLbl="node2" presStyleIdx="0" presStyleCnt="0"/>
      <dgm:spPr/>
    </dgm:pt>
    <dgm:pt modelId="{B0A7E2E1-8F97-6441-B875-3152F4D3D4DA}" type="pres">
      <dgm:prSet presAssocID="{EC5E8735-6457-4181-ADD3-3B7B415F7C3D}" presName="hierChild4" presStyleCnt="0"/>
      <dgm:spPr/>
    </dgm:pt>
    <dgm:pt modelId="{13CF52FC-CD6A-934E-A040-C673E026248A}" type="pres">
      <dgm:prSet presAssocID="{C87BC4D0-C5BA-469D-8350-0913157C512B}" presName="Name28" presStyleLbl="parChTrans1D3" presStyleIdx="1" presStyleCnt="2"/>
      <dgm:spPr/>
    </dgm:pt>
    <dgm:pt modelId="{9F14F19C-F735-E74F-BD84-18C2D749156D}" type="pres">
      <dgm:prSet presAssocID="{F4D5A437-5029-49D9-AD54-195587F7A647}" presName="hierRoot2" presStyleCnt="0">
        <dgm:presLayoutVars>
          <dgm:hierBranch val="init"/>
        </dgm:presLayoutVars>
      </dgm:prSet>
      <dgm:spPr/>
    </dgm:pt>
    <dgm:pt modelId="{A64415D0-F70A-5447-9E28-FAC517888BC0}" type="pres">
      <dgm:prSet presAssocID="{F4D5A437-5029-49D9-AD54-195587F7A647}" presName="rootComposite2" presStyleCnt="0"/>
      <dgm:spPr/>
    </dgm:pt>
    <dgm:pt modelId="{B0B78809-DF57-3B46-8A90-41881E34F01E}" type="pres">
      <dgm:prSet presAssocID="{F4D5A437-5029-49D9-AD54-195587F7A647}" presName="rootText2" presStyleLbl="alignAcc1" presStyleIdx="0" presStyleCnt="0">
        <dgm:presLayoutVars>
          <dgm:chPref val="3"/>
        </dgm:presLayoutVars>
      </dgm:prSet>
      <dgm:spPr/>
    </dgm:pt>
    <dgm:pt modelId="{1557A992-73A8-D849-B1C1-AC1684D9A57F}" type="pres">
      <dgm:prSet presAssocID="{F4D5A437-5029-49D9-AD54-195587F7A647}" presName="topArc2" presStyleLbl="parChTrans1D1" presStyleIdx="8" presStyleCnt="12"/>
      <dgm:spPr/>
    </dgm:pt>
    <dgm:pt modelId="{F3CCBB67-00EE-5148-A450-5E7C627B0B02}" type="pres">
      <dgm:prSet presAssocID="{F4D5A437-5029-49D9-AD54-195587F7A647}" presName="bottomArc2" presStyleLbl="parChTrans1D1" presStyleIdx="9" presStyleCnt="12"/>
      <dgm:spPr/>
    </dgm:pt>
    <dgm:pt modelId="{C9F1B2C0-4689-C641-A82C-6032A7DC11DD}" type="pres">
      <dgm:prSet presAssocID="{F4D5A437-5029-49D9-AD54-195587F7A647}" presName="topConnNode2" presStyleLbl="node3" presStyleIdx="0" presStyleCnt="0"/>
      <dgm:spPr/>
    </dgm:pt>
    <dgm:pt modelId="{0C1BB136-EA5D-1B4F-9002-F2E55DBA7BBC}" type="pres">
      <dgm:prSet presAssocID="{F4D5A437-5029-49D9-AD54-195587F7A647}" presName="hierChild4" presStyleCnt="0"/>
      <dgm:spPr/>
    </dgm:pt>
    <dgm:pt modelId="{FB389727-CDCC-5B45-B96B-DD2448D7A3DB}" type="pres">
      <dgm:prSet presAssocID="{F4D5A437-5029-49D9-AD54-195587F7A647}" presName="hierChild5" presStyleCnt="0"/>
      <dgm:spPr/>
    </dgm:pt>
    <dgm:pt modelId="{FADA9B39-D261-2043-938B-CB08D35748E2}" type="pres">
      <dgm:prSet presAssocID="{EC5E8735-6457-4181-ADD3-3B7B415F7C3D}" presName="hierChild5" presStyleCnt="0"/>
      <dgm:spPr/>
    </dgm:pt>
    <dgm:pt modelId="{1DFFBA0E-4DEE-9F4B-A2A1-2E4938BBBBFF}" type="pres">
      <dgm:prSet presAssocID="{1666C172-BE31-4ED9-BA49-E3F521E6D26F}" presName="Name28" presStyleLbl="parChTrans1D2" presStyleIdx="2" presStyleCnt="3"/>
      <dgm:spPr/>
    </dgm:pt>
    <dgm:pt modelId="{4A4F1136-434D-8B44-989E-BB59E1256251}" type="pres">
      <dgm:prSet presAssocID="{F89E4F0D-1C94-4D07-B605-FB6432573392}" presName="hierRoot2" presStyleCnt="0">
        <dgm:presLayoutVars>
          <dgm:hierBranch val="init"/>
        </dgm:presLayoutVars>
      </dgm:prSet>
      <dgm:spPr/>
    </dgm:pt>
    <dgm:pt modelId="{CE13389E-6596-424A-B07E-AD0AAB9A9C13}" type="pres">
      <dgm:prSet presAssocID="{F89E4F0D-1C94-4D07-B605-FB6432573392}" presName="rootComposite2" presStyleCnt="0"/>
      <dgm:spPr/>
    </dgm:pt>
    <dgm:pt modelId="{3DB18187-B7F3-D647-814C-D31B6DCECE9B}" type="pres">
      <dgm:prSet presAssocID="{F89E4F0D-1C94-4D07-B605-FB6432573392}" presName="rootText2" presStyleLbl="alignAcc1" presStyleIdx="0" presStyleCnt="0">
        <dgm:presLayoutVars>
          <dgm:chPref val="3"/>
        </dgm:presLayoutVars>
      </dgm:prSet>
      <dgm:spPr/>
    </dgm:pt>
    <dgm:pt modelId="{8AF64C26-8006-8944-87A2-5EF7262EE4BC}" type="pres">
      <dgm:prSet presAssocID="{F89E4F0D-1C94-4D07-B605-FB6432573392}" presName="topArc2" presStyleLbl="parChTrans1D1" presStyleIdx="10" presStyleCnt="12"/>
      <dgm:spPr/>
    </dgm:pt>
    <dgm:pt modelId="{4AB24255-3EDD-F94E-9010-4325915598C8}" type="pres">
      <dgm:prSet presAssocID="{F89E4F0D-1C94-4D07-B605-FB6432573392}" presName="bottomArc2" presStyleLbl="parChTrans1D1" presStyleIdx="11" presStyleCnt="12"/>
      <dgm:spPr/>
    </dgm:pt>
    <dgm:pt modelId="{50D06AAF-DE2F-A646-A12E-9AEDCBF1EBDA}" type="pres">
      <dgm:prSet presAssocID="{F89E4F0D-1C94-4D07-B605-FB6432573392}" presName="topConnNode2" presStyleLbl="node2" presStyleIdx="0" presStyleCnt="0"/>
      <dgm:spPr/>
    </dgm:pt>
    <dgm:pt modelId="{4F0E6F2F-6A49-F145-92AE-F9C49CAD13AA}" type="pres">
      <dgm:prSet presAssocID="{F89E4F0D-1C94-4D07-B605-FB6432573392}" presName="hierChild4" presStyleCnt="0"/>
      <dgm:spPr/>
    </dgm:pt>
    <dgm:pt modelId="{FD16E05C-1345-FB44-8D7D-42A866DE648D}" type="pres">
      <dgm:prSet presAssocID="{F89E4F0D-1C94-4D07-B605-FB6432573392}" presName="hierChild5" presStyleCnt="0"/>
      <dgm:spPr/>
    </dgm:pt>
    <dgm:pt modelId="{6741F032-BBA5-DC49-833B-D980B99C4B1B}" type="pres">
      <dgm:prSet presAssocID="{1C69D3B8-A3BA-4796-8151-01C3195549C5}" presName="hierChild3" presStyleCnt="0"/>
      <dgm:spPr/>
    </dgm:pt>
  </dgm:ptLst>
  <dgm:cxnLst>
    <dgm:cxn modelId="{314C2F17-92E2-45FA-B5D8-D73DBF796263}" srcId="{10A43404-0711-4A32-9C0C-C9D95B6F405B}" destId="{56ECE6B9-307B-4F93-A141-883DB00C4327}" srcOrd="0" destOrd="0" parTransId="{9537C418-4C86-44CD-95E6-7C072E1D0522}" sibTransId="{ED90E8EF-54F3-437B-B004-B099F54315A1}"/>
    <dgm:cxn modelId="{D75F3E37-8719-8D4C-8AA8-2804EAEA3A89}" type="presOf" srcId="{1666C172-BE31-4ED9-BA49-E3F521E6D26F}" destId="{1DFFBA0E-4DEE-9F4B-A2A1-2E4938BBBBFF}" srcOrd="0" destOrd="0" presId="urn:microsoft.com/office/officeart/2008/layout/HalfCircleOrganizationChart"/>
    <dgm:cxn modelId="{66E29737-142F-DA47-8AC0-9473328E57BF}" type="presOf" srcId="{EC5E8735-6457-4181-ADD3-3B7B415F7C3D}" destId="{6DDABC29-E917-8748-BAE8-EE0E8E34B06C}" srcOrd="1" destOrd="0" presId="urn:microsoft.com/office/officeart/2008/layout/HalfCircleOrganizationChart"/>
    <dgm:cxn modelId="{79303139-0FD9-5D46-8EA5-51CCE771BD34}" type="presOf" srcId="{9537C418-4C86-44CD-95E6-7C072E1D0522}" destId="{57A47263-CEC8-534E-8F75-585F1BF80AC5}" srcOrd="0" destOrd="0" presId="urn:microsoft.com/office/officeart/2008/layout/HalfCircleOrganizationChart"/>
    <dgm:cxn modelId="{456B933F-7AC8-714E-8919-9CDCEEA81986}" type="presOf" srcId="{1C69D3B8-A3BA-4796-8151-01C3195549C5}" destId="{A24906C9-7B44-C042-8007-6DAD12C97F42}" srcOrd="1" destOrd="0" presId="urn:microsoft.com/office/officeart/2008/layout/HalfCircleOrganizationChart"/>
    <dgm:cxn modelId="{5187E440-495F-1B4B-B610-23A34A3520AC}" type="presOf" srcId="{EC5E8735-6457-4181-ADD3-3B7B415F7C3D}" destId="{638E8DD2-3AB5-7D45-AB82-ABD3C578548D}" srcOrd="0" destOrd="0" presId="urn:microsoft.com/office/officeart/2008/layout/HalfCircleOrganizationChart"/>
    <dgm:cxn modelId="{253F7B4C-09E4-7240-8DA7-ABDC3305C28A}" type="presOf" srcId="{F89E4F0D-1C94-4D07-B605-FB6432573392}" destId="{50D06AAF-DE2F-A646-A12E-9AEDCBF1EBDA}" srcOrd="1" destOrd="0" presId="urn:microsoft.com/office/officeart/2008/layout/HalfCircleOrganizationChart"/>
    <dgm:cxn modelId="{7BC3F35D-9E87-CD46-BD42-86A153CA45BC}" type="presOf" srcId="{781E39B2-B8D0-424F-8A92-3DF8A1D4FDA4}" destId="{50BC2F1B-4DFB-2944-BCAB-D4AA88667253}" srcOrd="0" destOrd="0" presId="urn:microsoft.com/office/officeart/2008/layout/HalfCircleOrganizationChart"/>
    <dgm:cxn modelId="{62F09674-CEC6-41B2-BA4E-9013CA5513F5}" srcId="{648B1720-F9C7-4E64-B609-020E14D28577}" destId="{1C69D3B8-A3BA-4796-8151-01C3195549C5}" srcOrd="0" destOrd="0" parTransId="{DC08F9A6-2906-4299-867C-81614FF6562E}" sibTransId="{564A1773-726C-4A48-B3D2-85B4F4C14ACE}"/>
    <dgm:cxn modelId="{AB830875-9484-4425-B9F5-5144778B1166}" srcId="{1C69D3B8-A3BA-4796-8151-01C3195549C5}" destId="{10A43404-0711-4A32-9C0C-C9D95B6F405B}" srcOrd="0" destOrd="0" parTransId="{20E4EB28-0E53-4C2C-9E5C-62C94B5B18D8}" sibTransId="{BBED82B3-C6B7-473E-B849-3859F1C80BB7}"/>
    <dgm:cxn modelId="{06686285-1EFD-3749-8940-A052A67B8FB0}" type="presOf" srcId="{56ECE6B9-307B-4F93-A141-883DB00C4327}" destId="{C54CAA28-388B-E141-AE85-993C2163AF58}" srcOrd="0" destOrd="0" presId="urn:microsoft.com/office/officeart/2008/layout/HalfCircleOrganizationChart"/>
    <dgm:cxn modelId="{8FD2BA8C-8ED5-494B-819D-D84477244A97}" type="presOf" srcId="{F4D5A437-5029-49D9-AD54-195587F7A647}" destId="{B0B78809-DF57-3B46-8A90-41881E34F01E}" srcOrd="0" destOrd="0" presId="urn:microsoft.com/office/officeart/2008/layout/HalfCircleOrganizationChart"/>
    <dgm:cxn modelId="{85C3FE8C-1719-4DAE-B52D-6726307779BC}" srcId="{1C69D3B8-A3BA-4796-8151-01C3195549C5}" destId="{F89E4F0D-1C94-4D07-B605-FB6432573392}" srcOrd="2" destOrd="0" parTransId="{1666C172-BE31-4ED9-BA49-E3F521E6D26F}" sibTransId="{1FD98911-210A-4CD7-A11E-E41C1BA801B4}"/>
    <dgm:cxn modelId="{DCCE7093-F792-4F7E-A0F7-686E9C23927E}" srcId="{1C69D3B8-A3BA-4796-8151-01C3195549C5}" destId="{EC5E8735-6457-4181-ADD3-3B7B415F7C3D}" srcOrd="1" destOrd="0" parTransId="{781E39B2-B8D0-424F-8A92-3DF8A1D4FDA4}" sibTransId="{4EDFCEBC-1335-406B-BA8E-13B59022C525}"/>
    <dgm:cxn modelId="{856FCDA7-A15E-C14C-9804-5AE498F5BBDD}" type="presOf" srcId="{F89E4F0D-1C94-4D07-B605-FB6432573392}" destId="{3DB18187-B7F3-D647-814C-D31B6DCECE9B}" srcOrd="0" destOrd="0" presId="urn:microsoft.com/office/officeart/2008/layout/HalfCircleOrganizationChart"/>
    <dgm:cxn modelId="{D6497DBD-0263-AA4D-817F-6F79EE99AAE3}" type="presOf" srcId="{20E4EB28-0E53-4C2C-9E5C-62C94B5B18D8}" destId="{7190F21B-53A6-CA4E-A8F2-55E46D182AEC}" srcOrd="0" destOrd="0" presId="urn:microsoft.com/office/officeart/2008/layout/HalfCircleOrganizationChart"/>
    <dgm:cxn modelId="{D5E34DBE-FF01-694A-BB2C-2C250F559E58}" type="presOf" srcId="{56ECE6B9-307B-4F93-A141-883DB00C4327}" destId="{2569D54C-26F6-A14B-8CC9-F7F8938EB81E}" srcOrd="1" destOrd="0" presId="urn:microsoft.com/office/officeart/2008/layout/HalfCircleOrganizationChart"/>
    <dgm:cxn modelId="{3B7B91BE-23D8-F942-BE95-17856A8B5065}" type="presOf" srcId="{10A43404-0711-4A32-9C0C-C9D95B6F405B}" destId="{D0F2EA38-9396-7F40-BF8F-B2E98DBE4548}" srcOrd="1" destOrd="0" presId="urn:microsoft.com/office/officeart/2008/layout/HalfCircleOrganizationChart"/>
    <dgm:cxn modelId="{E607F7C2-175E-0846-83AF-AFF06DCA73A9}" type="presOf" srcId="{1C69D3B8-A3BA-4796-8151-01C3195549C5}" destId="{428BB871-77D7-9B45-9C37-611661B4C130}" srcOrd="0" destOrd="0" presId="urn:microsoft.com/office/officeart/2008/layout/HalfCircleOrganizationChart"/>
    <dgm:cxn modelId="{8D30F3C4-520F-2D40-906E-4B497BC1AE4E}" type="presOf" srcId="{648B1720-F9C7-4E64-B609-020E14D28577}" destId="{DB725D5F-2C25-AC46-8FD0-A80900A6C936}" srcOrd="0" destOrd="0" presId="urn:microsoft.com/office/officeart/2008/layout/HalfCircleOrganizationChart"/>
    <dgm:cxn modelId="{E0B4C4CC-1E29-B94C-A6DB-FE33C06668EC}" type="presOf" srcId="{10A43404-0711-4A32-9C0C-C9D95B6F405B}" destId="{2C52DBB2-F4A4-CE4F-A331-421B6E206448}" srcOrd="0" destOrd="0" presId="urn:microsoft.com/office/officeart/2008/layout/HalfCircleOrganizationChart"/>
    <dgm:cxn modelId="{11EA3DEE-82B3-4101-9D00-2F715F65AC76}" srcId="{EC5E8735-6457-4181-ADD3-3B7B415F7C3D}" destId="{F4D5A437-5029-49D9-AD54-195587F7A647}" srcOrd="0" destOrd="0" parTransId="{C87BC4D0-C5BA-469D-8350-0913157C512B}" sibTransId="{67790C26-E809-42BB-AFCA-88A0595AE89A}"/>
    <dgm:cxn modelId="{994681F8-EAF7-5B45-B43B-881B37281DAA}" type="presOf" srcId="{C87BC4D0-C5BA-469D-8350-0913157C512B}" destId="{13CF52FC-CD6A-934E-A040-C673E026248A}" srcOrd="0" destOrd="0" presId="urn:microsoft.com/office/officeart/2008/layout/HalfCircleOrganizationChart"/>
    <dgm:cxn modelId="{F50F86FA-61D9-554C-9D3A-76FBA6A73529}" type="presOf" srcId="{F4D5A437-5029-49D9-AD54-195587F7A647}" destId="{C9F1B2C0-4689-C641-A82C-6032A7DC11DD}" srcOrd="1" destOrd="0" presId="urn:microsoft.com/office/officeart/2008/layout/HalfCircleOrganizationChart"/>
    <dgm:cxn modelId="{745CA4E9-25F3-0642-AA66-7318E861131A}" type="presParOf" srcId="{DB725D5F-2C25-AC46-8FD0-A80900A6C936}" destId="{8524D0B5-5CCF-B544-AC3E-327A1DEE5D53}" srcOrd="0" destOrd="0" presId="urn:microsoft.com/office/officeart/2008/layout/HalfCircleOrganizationChart"/>
    <dgm:cxn modelId="{A967C233-69BE-0B4F-B8DD-857F99704487}" type="presParOf" srcId="{8524D0B5-5CCF-B544-AC3E-327A1DEE5D53}" destId="{A8C75499-B43D-1F4C-B242-09CB4AAC4A41}" srcOrd="0" destOrd="0" presId="urn:microsoft.com/office/officeart/2008/layout/HalfCircleOrganizationChart"/>
    <dgm:cxn modelId="{50DAF7FD-BFE7-1243-80D4-5294E5697267}" type="presParOf" srcId="{A8C75499-B43D-1F4C-B242-09CB4AAC4A41}" destId="{428BB871-77D7-9B45-9C37-611661B4C130}" srcOrd="0" destOrd="0" presId="urn:microsoft.com/office/officeart/2008/layout/HalfCircleOrganizationChart"/>
    <dgm:cxn modelId="{107E97CC-82C1-694D-B68B-A75EBDB7886A}" type="presParOf" srcId="{A8C75499-B43D-1F4C-B242-09CB4AAC4A41}" destId="{DC056559-13C7-6045-976E-D7FE08911A07}" srcOrd="1" destOrd="0" presId="urn:microsoft.com/office/officeart/2008/layout/HalfCircleOrganizationChart"/>
    <dgm:cxn modelId="{D1653357-50F5-AE42-A167-D13A8BF7725D}" type="presParOf" srcId="{A8C75499-B43D-1F4C-B242-09CB4AAC4A41}" destId="{A8B22418-8C48-0C47-BC97-242EFD67EED3}" srcOrd="2" destOrd="0" presId="urn:microsoft.com/office/officeart/2008/layout/HalfCircleOrganizationChart"/>
    <dgm:cxn modelId="{626C5B14-83B7-084A-9AF1-C302AC35EE73}" type="presParOf" srcId="{A8C75499-B43D-1F4C-B242-09CB4AAC4A41}" destId="{A24906C9-7B44-C042-8007-6DAD12C97F42}" srcOrd="3" destOrd="0" presId="urn:microsoft.com/office/officeart/2008/layout/HalfCircleOrganizationChart"/>
    <dgm:cxn modelId="{8299426A-7783-304F-B21B-B1D134E17536}" type="presParOf" srcId="{8524D0B5-5CCF-B544-AC3E-327A1DEE5D53}" destId="{04AF7EF8-68F9-6946-BC9C-82FD7DC86724}" srcOrd="1" destOrd="0" presId="urn:microsoft.com/office/officeart/2008/layout/HalfCircleOrganizationChart"/>
    <dgm:cxn modelId="{3CC84999-C88F-3A48-AF1D-37CB1431C538}" type="presParOf" srcId="{04AF7EF8-68F9-6946-BC9C-82FD7DC86724}" destId="{7190F21B-53A6-CA4E-A8F2-55E46D182AEC}" srcOrd="0" destOrd="0" presId="urn:microsoft.com/office/officeart/2008/layout/HalfCircleOrganizationChart"/>
    <dgm:cxn modelId="{65F15D88-BCFF-4149-8ED6-810BF8249207}" type="presParOf" srcId="{04AF7EF8-68F9-6946-BC9C-82FD7DC86724}" destId="{4148D606-F6F4-EC44-A24F-3C3F200A3DC3}" srcOrd="1" destOrd="0" presId="urn:microsoft.com/office/officeart/2008/layout/HalfCircleOrganizationChart"/>
    <dgm:cxn modelId="{B16A5206-2EBB-E64A-ABA5-381BA6D173FA}" type="presParOf" srcId="{4148D606-F6F4-EC44-A24F-3C3F200A3DC3}" destId="{E68D6FF3-92FF-0C4E-81AA-A65CA6E9472F}" srcOrd="0" destOrd="0" presId="urn:microsoft.com/office/officeart/2008/layout/HalfCircleOrganizationChart"/>
    <dgm:cxn modelId="{B5C2DA7C-398D-4146-84DA-2EC0F78A8962}" type="presParOf" srcId="{E68D6FF3-92FF-0C4E-81AA-A65CA6E9472F}" destId="{2C52DBB2-F4A4-CE4F-A331-421B6E206448}" srcOrd="0" destOrd="0" presId="urn:microsoft.com/office/officeart/2008/layout/HalfCircleOrganizationChart"/>
    <dgm:cxn modelId="{658901F7-92B2-2449-B3F8-692BA6BB0C2B}" type="presParOf" srcId="{E68D6FF3-92FF-0C4E-81AA-A65CA6E9472F}" destId="{BF3DD3D0-04A8-8349-9662-5DAD0AC8F8AB}" srcOrd="1" destOrd="0" presId="urn:microsoft.com/office/officeart/2008/layout/HalfCircleOrganizationChart"/>
    <dgm:cxn modelId="{192B8E9C-7189-584F-955D-A3F84A4B9699}" type="presParOf" srcId="{E68D6FF3-92FF-0C4E-81AA-A65CA6E9472F}" destId="{A5CCF080-242C-A344-976B-80711E5494D1}" srcOrd="2" destOrd="0" presId="urn:microsoft.com/office/officeart/2008/layout/HalfCircleOrganizationChart"/>
    <dgm:cxn modelId="{0F0F2069-D0AC-2A4D-ACEF-DAD43614C0FE}" type="presParOf" srcId="{E68D6FF3-92FF-0C4E-81AA-A65CA6E9472F}" destId="{D0F2EA38-9396-7F40-BF8F-B2E98DBE4548}" srcOrd="3" destOrd="0" presId="urn:microsoft.com/office/officeart/2008/layout/HalfCircleOrganizationChart"/>
    <dgm:cxn modelId="{87BD9B29-45A9-8245-B21F-BE1BD59C277B}" type="presParOf" srcId="{4148D606-F6F4-EC44-A24F-3C3F200A3DC3}" destId="{9087E28C-144C-D94E-B096-9F46C8644CB6}" srcOrd="1" destOrd="0" presId="urn:microsoft.com/office/officeart/2008/layout/HalfCircleOrganizationChart"/>
    <dgm:cxn modelId="{803D4483-415A-2943-B3D6-A08E69811008}" type="presParOf" srcId="{9087E28C-144C-D94E-B096-9F46C8644CB6}" destId="{57A47263-CEC8-534E-8F75-585F1BF80AC5}" srcOrd="0" destOrd="0" presId="urn:microsoft.com/office/officeart/2008/layout/HalfCircleOrganizationChart"/>
    <dgm:cxn modelId="{83761C3B-D366-6742-AA76-0E95E9D5146F}" type="presParOf" srcId="{9087E28C-144C-D94E-B096-9F46C8644CB6}" destId="{FD892411-3AE1-6F48-97E8-8E64A143FD12}" srcOrd="1" destOrd="0" presId="urn:microsoft.com/office/officeart/2008/layout/HalfCircleOrganizationChart"/>
    <dgm:cxn modelId="{188C103B-B1E8-2244-B038-04888719B0F9}" type="presParOf" srcId="{FD892411-3AE1-6F48-97E8-8E64A143FD12}" destId="{3F253BAF-85D3-E049-B2AB-E71CD33F8DD5}" srcOrd="0" destOrd="0" presId="urn:microsoft.com/office/officeart/2008/layout/HalfCircleOrganizationChart"/>
    <dgm:cxn modelId="{660564A6-20D0-8C47-8A6E-F813727A1DC7}" type="presParOf" srcId="{3F253BAF-85D3-E049-B2AB-E71CD33F8DD5}" destId="{C54CAA28-388B-E141-AE85-993C2163AF58}" srcOrd="0" destOrd="0" presId="urn:microsoft.com/office/officeart/2008/layout/HalfCircleOrganizationChart"/>
    <dgm:cxn modelId="{FD090B0E-F94E-334A-8D35-391252179B72}" type="presParOf" srcId="{3F253BAF-85D3-E049-B2AB-E71CD33F8DD5}" destId="{40D11020-0949-9046-B1D8-ED26A9ACF1BB}" srcOrd="1" destOrd="0" presId="urn:microsoft.com/office/officeart/2008/layout/HalfCircleOrganizationChart"/>
    <dgm:cxn modelId="{DEC6DC77-9702-464F-A0CC-7F2FCADC8A28}" type="presParOf" srcId="{3F253BAF-85D3-E049-B2AB-E71CD33F8DD5}" destId="{6E716339-8418-F543-A45F-BDA959228CC6}" srcOrd="2" destOrd="0" presId="urn:microsoft.com/office/officeart/2008/layout/HalfCircleOrganizationChart"/>
    <dgm:cxn modelId="{26D051A4-851F-AE49-9F3B-043ADCA7F972}" type="presParOf" srcId="{3F253BAF-85D3-E049-B2AB-E71CD33F8DD5}" destId="{2569D54C-26F6-A14B-8CC9-F7F8938EB81E}" srcOrd="3" destOrd="0" presId="urn:microsoft.com/office/officeart/2008/layout/HalfCircleOrganizationChart"/>
    <dgm:cxn modelId="{81A79B05-E682-4A41-9212-AD13DC9137F4}" type="presParOf" srcId="{FD892411-3AE1-6F48-97E8-8E64A143FD12}" destId="{37F5383D-B434-D842-B96B-DA6275DCD411}" srcOrd="1" destOrd="0" presId="urn:microsoft.com/office/officeart/2008/layout/HalfCircleOrganizationChart"/>
    <dgm:cxn modelId="{BA6FD7A4-2A41-B545-8F8E-D7E1F4D1AA09}" type="presParOf" srcId="{FD892411-3AE1-6F48-97E8-8E64A143FD12}" destId="{09E37DBD-7546-AE4D-B8BC-A04B3DD6D331}" srcOrd="2" destOrd="0" presId="urn:microsoft.com/office/officeart/2008/layout/HalfCircleOrganizationChart"/>
    <dgm:cxn modelId="{4006F028-D9E1-9D4B-A7BC-9910D0FCAB19}" type="presParOf" srcId="{4148D606-F6F4-EC44-A24F-3C3F200A3DC3}" destId="{63478488-CB5A-1D4C-B877-7759991E7A09}" srcOrd="2" destOrd="0" presId="urn:microsoft.com/office/officeart/2008/layout/HalfCircleOrganizationChart"/>
    <dgm:cxn modelId="{80DB3E26-B08B-3948-BC27-CFB0F1683E68}" type="presParOf" srcId="{04AF7EF8-68F9-6946-BC9C-82FD7DC86724}" destId="{50BC2F1B-4DFB-2944-BCAB-D4AA88667253}" srcOrd="2" destOrd="0" presId="urn:microsoft.com/office/officeart/2008/layout/HalfCircleOrganizationChart"/>
    <dgm:cxn modelId="{5FDA9078-33C0-6F47-9B41-9E9994E08FE2}" type="presParOf" srcId="{04AF7EF8-68F9-6946-BC9C-82FD7DC86724}" destId="{F779720E-8C3A-A341-AB76-A11B35F8F6A6}" srcOrd="3" destOrd="0" presId="urn:microsoft.com/office/officeart/2008/layout/HalfCircleOrganizationChart"/>
    <dgm:cxn modelId="{71AAF323-D992-2C4C-9373-CEF982242832}" type="presParOf" srcId="{F779720E-8C3A-A341-AB76-A11B35F8F6A6}" destId="{F9420220-B812-7143-9DDD-D5F1519A7C21}" srcOrd="0" destOrd="0" presId="urn:microsoft.com/office/officeart/2008/layout/HalfCircleOrganizationChart"/>
    <dgm:cxn modelId="{417E1615-423A-6F43-81F2-7BF48D3AC240}" type="presParOf" srcId="{F9420220-B812-7143-9DDD-D5F1519A7C21}" destId="{638E8DD2-3AB5-7D45-AB82-ABD3C578548D}" srcOrd="0" destOrd="0" presId="urn:microsoft.com/office/officeart/2008/layout/HalfCircleOrganizationChart"/>
    <dgm:cxn modelId="{FD945510-12A3-2C41-AC14-F2C97C1FBD29}" type="presParOf" srcId="{F9420220-B812-7143-9DDD-D5F1519A7C21}" destId="{2AB085F6-22B6-E547-A322-3C072C53FF28}" srcOrd="1" destOrd="0" presId="urn:microsoft.com/office/officeart/2008/layout/HalfCircleOrganizationChart"/>
    <dgm:cxn modelId="{B66D9AFF-A959-5945-8084-44489F898B03}" type="presParOf" srcId="{F9420220-B812-7143-9DDD-D5F1519A7C21}" destId="{B9A16E05-A61D-6740-B11D-9D4A2CA6048F}" srcOrd="2" destOrd="0" presId="urn:microsoft.com/office/officeart/2008/layout/HalfCircleOrganizationChart"/>
    <dgm:cxn modelId="{0A9D3575-7983-364C-A636-F520BFB07A52}" type="presParOf" srcId="{F9420220-B812-7143-9DDD-D5F1519A7C21}" destId="{6DDABC29-E917-8748-BAE8-EE0E8E34B06C}" srcOrd="3" destOrd="0" presId="urn:microsoft.com/office/officeart/2008/layout/HalfCircleOrganizationChart"/>
    <dgm:cxn modelId="{982B9225-5087-9045-B06B-1426568B5226}" type="presParOf" srcId="{F779720E-8C3A-A341-AB76-A11B35F8F6A6}" destId="{B0A7E2E1-8F97-6441-B875-3152F4D3D4DA}" srcOrd="1" destOrd="0" presId="urn:microsoft.com/office/officeart/2008/layout/HalfCircleOrganizationChart"/>
    <dgm:cxn modelId="{9C648BBD-DD50-EB4D-8B7A-014852D02F73}" type="presParOf" srcId="{B0A7E2E1-8F97-6441-B875-3152F4D3D4DA}" destId="{13CF52FC-CD6A-934E-A040-C673E026248A}" srcOrd="0" destOrd="0" presId="urn:microsoft.com/office/officeart/2008/layout/HalfCircleOrganizationChart"/>
    <dgm:cxn modelId="{F3B10F40-9C46-2C47-A45C-96A67479D7D3}" type="presParOf" srcId="{B0A7E2E1-8F97-6441-B875-3152F4D3D4DA}" destId="{9F14F19C-F735-E74F-BD84-18C2D749156D}" srcOrd="1" destOrd="0" presId="urn:microsoft.com/office/officeart/2008/layout/HalfCircleOrganizationChart"/>
    <dgm:cxn modelId="{53D0E6AC-4EE5-004A-94CE-BD04DF690D06}" type="presParOf" srcId="{9F14F19C-F735-E74F-BD84-18C2D749156D}" destId="{A64415D0-F70A-5447-9E28-FAC517888BC0}" srcOrd="0" destOrd="0" presId="urn:microsoft.com/office/officeart/2008/layout/HalfCircleOrganizationChart"/>
    <dgm:cxn modelId="{81960274-B3A0-5644-942C-BF1C0821F80C}" type="presParOf" srcId="{A64415D0-F70A-5447-9E28-FAC517888BC0}" destId="{B0B78809-DF57-3B46-8A90-41881E34F01E}" srcOrd="0" destOrd="0" presId="urn:microsoft.com/office/officeart/2008/layout/HalfCircleOrganizationChart"/>
    <dgm:cxn modelId="{575F6CBB-163C-7A48-95B6-799F883C1127}" type="presParOf" srcId="{A64415D0-F70A-5447-9E28-FAC517888BC0}" destId="{1557A992-73A8-D849-B1C1-AC1684D9A57F}" srcOrd="1" destOrd="0" presId="urn:microsoft.com/office/officeart/2008/layout/HalfCircleOrganizationChart"/>
    <dgm:cxn modelId="{307B0411-9916-5E42-A6A3-E81AB19A747E}" type="presParOf" srcId="{A64415D0-F70A-5447-9E28-FAC517888BC0}" destId="{F3CCBB67-00EE-5148-A450-5E7C627B0B02}" srcOrd="2" destOrd="0" presId="urn:microsoft.com/office/officeart/2008/layout/HalfCircleOrganizationChart"/>
    <dgm:cxn modelId="{8A223DAB-6E68-8D44-9A25-1594827A2B2C}" type="presParOf" srcId="{A64415D0-F70A-5447-9E28-FAC517888BC0}" destId="{C9F1B2C0-4689-C641-A82C-6032A7DC11DD}" srcOrd="3" destOrd="0" presId="urn:microsoft.com/office/officeart/2008/layout/HalfCircleOrganizationChart"/>
    <dgm:cxn modelId="{BF53CA67-87D4-C94B-8DA2-D692F7D2DC79}" type="presParOf" srcId="{9F14F19C-F735-E74F-BD84-18C2D749156D}" destId="{0C1BB136-EA5D-1B4F-9002-F2E55DBA7BBC}" srcOrd="1" destOrd="0" presId="urn:microsoft.com/office/officeart/2008/layout/HalfCircleOrganizationChart"/>
    <dgm:cxn modelId="{A318E21E-06CB-4D41-BEFF-059F591972A5}" type="presParOf" srcId="{9F14F19C-F735-E74F-BD84-18C2D749156D}" destId="{FB389727-CDCC-5B45-B96B-DD2448D7A3DB}" srcOrd="2" destOrd="0" presId="urn:microsoft.com/office/officeart/2008/layout/HalfCircleOrganizationChart"/>
    <dgm:cxn modelId="{C512D7F1-B0FC-CD4C-8395-1365872FD1C8}" type="presParOf" srcId="{F779720E-8C3A-A341-AB76-A11B35F8F6A6}" destId="{FADA9B39-D261-2043-938B-CB08D35748E2}" srcOrd="2" destOrd="0" presId="urn:microsoft.com/office/officeart/2008/layout/HalfCircleOrganizationChart"/>
    <dgm:cxn modelId="{A54CE28E-F60D-9341-8ADC-AD9403EDA04D}" type="presParOf" srcId="{04AF7EF8-68F9-6946-BC9C-82FD7DC86724}" destId="{1DFFBA0E-4DEE-9F4B-A2A1-2E4938BBBBFF}" srcOrd="4" destOrd="0" presId="urn:microsoft.com/office/officeart/2008/layout/HalfCircleOrganizationChart"/>
    <dgm:cxn modelId="{F29E72E2-845A-DB4A-8A44-E91FB523F9B3}" type="presParOf" srcId="{04AF7EF8-68F9-6946-BC9C-82FD7DC86724}" destId="{4A4F1136-434D-8B44-989E-BB59E1256251}" srcOrd="5" destOrd="0" presId="urn:microsoft.com/office/officeart/2008/layout/HalfCircleOrganizationChart"/>
    <dgm:cxn modelId="{E33FA90F-ED0D-6546-B2A4-0ADD9C4FA188}" type="presParOf" srcId="{4A4F1136-434D-8B44-989E-BB59E1256251}" destId="{CE13389E-6596-424A-B07E-AD0AAB9A9C13}" srcOrd="0" destOrd="0" presId="urn:microsoft.com/office/officeart/2008/layout/HalfCircleOrganizationChart"/>
    <dgm:cxn modelId="{860C9122-333C-6344-8AB3-12008CE28857}" type="presParOf" srcId="{CE13389E-6596-424A-B07E-AD0AAB9A9C13}" destId="{3DB18187-B7F3-D647-814C-D31B6DCECE9B}" srcOrd="0" destOrd="0" presId="urn:microsoft.com/office/officeart/2008/layout/HalfCircleOrganizationChart"/>
    <dgm:cxn modelId="{782209AB-8091-C643-9BE2-8EC823297D57}" type="presParOf" srcId="{CE13389E-6596-424A-B07E-AD0AAB9A9C13}" destId="{8AF64C26-8006-8944-87A2-5EF7262EE4BC}" srcOrd="1" destOrd="0" presId="urn:microsoft.com/office/officeart/2008/layout/HalfCircleOrganizationChart"/>
    <dgm:cxn modelId="{B94D9027-3214-9343-BE93-C8FE98D0CA3C}" type="presParOf" srcId="{CE13389E-6596-424A-B07E-AD0AAB9A9C13}" destId="{4AB24255-3EDD-F94E-9010-4325915598C8}" srcOrd="2" destOrd="0" presId="urn:microsoft.com/office/officeart/2008/layout/HalfCircleOrganizationChart"/>
    <dgm:cxn modelId="{539A98AE-6B4C-DE47-ADF7-CF1EAA7F2D62}" type="presParOf" srcId="{CE13389E-6596-424A-B07E-AD0AAB9A9C13}" destId="{50D06AAF-DE2F-A646-A12E-9AEDCBF1EBDA}" srcOrd="3" destOrd="0" presId="urn:microsoft.com/office/officeart/2008/layout/HalfCircleOrganizationChart"/>
    <dgm:cxn modelId="{120FCBC4-BFBE-3044-A580-9C1C0F65DE32}" type="presParOf" srcId="{4A4F1136-434D-8B44-989E-BB59E1256251}" destId="{4F0E6F2F-6A49-F145-92AE-F9C49CAD13AA}" srcOrd="1" destOrd="0" presId="urn:microsoft.com/office/officeart/2008/layout/HalfCircleOrganizationChart"/>
    <dgm:cxn modelId="{DB0DEDBB-649B-F54E-B529-8A2E420DA3C0}" type="presParOf" srcId="{4A4F1136-434D-8B44-989E-BB59E1256251}" destId="{FD16E05C-1345-FB44-8D7D-42A866DE648D}" srcOrd="2" destOrd="0" presId="urn:microsoft.com/office/officeart/2008/layout/HalfCircleOrganizationChart"/>
    <dgm:cxn modelId="{B8225BE7-6078-3E4D-8FF6-E835C36689DF}" type="presParOf" srcId="{8524D0B5-5CCF-B544-AC3E-327A1DEE5D53}" destId="{6741F032-BBA5-DC49-833B-D980B99C4B1B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2.xml><?xml version="1.0" encoding="utf-8"?>
<dgm:dataModel xmlns:dgm="http://schemas.openxmlformats.org/drawingml/2006/diagram" xmlns:a="http://schemas.openxmlformats.org/drawingml/2006/main">
  <dgm:ptLst>
    <dgm:pt modelId="{765E9A15-ED85-4D86-9F8C-B15E88206C61}" type="doc">
      <dgm:prSet loTypeId="urn:microsoft.com/office/officeart/2009/layout/CirclePictureHierarchy" qsTypeId="urn:microsoft.com/office/officeart/2005/8/quickstyle/simple2" csTypeId="urn:microsoft.com/office/officeart/2005/8/colors/accent1_2"/>
      <dgm:spPr/>
    </dgm:pt>
    <dgm:pt modelId="{494EA3B7-4621-4AB8-B432-55E03D37A558}">
      <dgm:prSet/>
      <dgm:spPr/>
      <dgm:t>
        <a:bodyPr/>
        <a:lstStyle/>
        <a:p>
          <a:r>
            <a:t>Program lead</a:t>
          </a:r>
        </a:p>
      </dgm:t>
    </dgm:pt>
    <dgm:pt modelId="{79DB4655-B759-4007-9B86-0F7E1A991DD2}" type="parTrans" cxnId="{BE68FC4C-7072-4E2B-B9DC-42134E0A3258}">
      <dgm:prSet/>
      <dgm:spPr/>
      <dgm:t>
        <a:bodyPr/>
        <a:lstStyle/>
        <a:p>
          <a:endParaRPr/>
        </a:p>
      </dgm:t>
    </dgm:pt>
    <dgm:pt modelId="{90C51A9F-4096-48C0-A97E-B54374FC826C}" type="sibTrans" cxnId="{BE68FC4C-7072-4E2B-B9DC-42134E0A3258}">
      <dgm:prSet/>
      <dgm:spPr/>
      <dgm:t>
        <a:bodyPr/>
        <a:lstStyle/>
        <a:p>
          <a:endParaRPr/>
        </a:p>
      </dgm:t>
    </dgm:pt>
    <dgm:pt modelId="{B5EE03AA-529B-4214-A43C-830782D96CBB}">
      <dgm:prSet/>
      <dgm:spPr/>
      <dgm:t>
        <a:bodyPr/>
        <a:lstStyle/>
        <a:p>
          <a:r>
            <a:t>Design</a:t>
          </a:r>
        </a:p>
      </dgm:t>
    </dgm:pt>
    <dgm:pt modelId="{40487FB8-9B01-44D4-830E-57E38F9A0120}" type="parTrans" cxnId="{2D04D5E8-B09B-456F-A05A-77EFCEFFDE0C}">
      <dgm:prSet/>
      <dgm:spPr/>
      <dgm:t>
        <a:bodyPr/>
        <a:lstStyle/>
        <a:p>
          <a:endParaRPr/>
        </a:p>
      </dgm:t>
    </dgm:pt>
    <dgm:pt modelId="{06EB570D-9417-4509-9693-117FBF948BA0}" type="sibTrans" cxnId="{2D04D5E8-B09B-456F-A05A-77EFCEFFDE0C}">
      <dgm:prSet/>
      <dgm:spPr/>
      <dgm:t>
        <a:bodyPr/>
        <a:lstStyle/>
        <a:p>
          <a:endParaRPr/>
        </a:p>
      </dgm:t>
    </dgm:pt>
    <dgm:pt modelId="{0181E1D2-1E74-42DD-819D-354E8082EA13}">
      <dgm:prSet/>
      <dgm:spPr/>
      <dgm:t>
        <a:bodyPr/>
        <a:lstStyle/>
        <a:p>
          <a:r>
            <a:t>Engineering</a:t>
          </a:r>
        </a:p>
      </dgm:t>
    </dgm:pt>
    <dgm:pt modelId="{D708CCE7-B71C-41E5-9B7B-68C4ED09BCD6}" type="parTrans" cxnId="{438B865D-9A92-4494-9D0F-2A2A9D70E280}">
      <dgm:prSet/>
      <dgm:spPr/>
      <dgm:t>
        <a:bodyPr/>
        <a:lstStyle/>
        <a:p>
          <a:endParaRPr/>
        </a:p>
      </dgm:t>
    </dgm:pt>
    <dgm:pt modelId="{D14DAB1F-8AA9-479C-AF8D-8CBE66A5A842}" type="sibTrans" cxnId="{438B865D-9A92-4494-9D0F-2A2A9D70E280}">
      <dgm:prSet/>
      <dgm:spPr/>
      <dgm:t>
        <a:bodyPr/>
        <a:lstStyle/>
        <a:p>
          <a:endParaRPr/>
        </a:p>
      </dgm:t>
    </dgm:pt>
    <dgm:pt modelId="{7B357CBB-3772-46EA-9878-5519E78B4149}">
      <dgm:prSet/>
      <dgm:spPr/>
      <dgm:t>
        <a:bodyPr/>
        <a:lstStyle/>
        <a:p>
          <a:r>
            <a:t>Go-to-market</a:t>
          </a:r>
        </a:p>
      </dgm:t>
    </dgm:pt>
    <dgm:pt modelId="{89959D57-5D56-48B7-8907-65292FAF1FD1}" type="parTrans" cxnId="{A7C7FE65-0B4A-4A03-9C91-ED4B95530A23}">
      <dgm:prSet/>
      <dgm:spPr/>
      <dgm:t>
        <a:bodyPr/>
        <a:lstStyle/>
        <a:p>
          <a:endParaRPr/>
        </a:p>
      </dgm:t>
    </dgm:pt>
    <dgm:pt modelId="{5D594601-7189-4FFE-9543-DFA20726AF5C}" type="sibTrans" cxnId="{A7C7FE65-0B4A-4A03-9C91-ED4B95530A23}">
      <dgm:prSet/>
      <dgm:spPr/>
      <dgm:t>
        <a:bodyPr/>
        <a:lstStyle/>
        <a:p>
          <a:endParaRPr/>
        </a:p>
      </dgm:t>
    </dgm:pt>
    <dgm:pt modelId="{C2440164-B029-45B4-B688-6ED05D50E112}">
      <dgm:prSet/>
      <dgm:spPr/>
      <dgm:t>
        <a:bodyPr/>
        <a:lstStyle/>
        <a:p>
          <a:r>
            <a:t>Research</a:t>
          </a:r>
        </a:p>
      </dgm:t>
    </dgm:pt>
    <dgm:pt modelId="{F5ADE771-3072-4D04-8E1F-6F60E7BE3961}" type="parTrans" cxnId="{7DB16272-CE47-4D73-9DD5-A148B280F93D}">
      <dgm:prSet/>
      <dgm:spPr/>
      <dgm:t>
        <a:bodyPr/>
        <a:lstStyle/>
        <a:p>
          <a:endParaRPr/>
        </a:p>
      </dgm:t>
    </dgm:pt>
    <dgm:pt modelId="{70283B73-8DA9-4B40-A68C-3FEAA2B831DB}" type="sibTrans" cxnId="{7DB16272-CE47-4D73-9DD5-A148B280F93D}">
      <dgm:prSet/>
      <dgm:spPr/>
      <dgm:t>
        <a:bodyPr/>
        <a:lstStyle/>
        <a:p>
          <a:endParaRPr/>
        </a:p>
      </dgm:t>
    </dgm:pt>
    <dgm:pt modelId="{AC1D856E-EDA4-4515-823B-0B9A8A6661D4}">
      <dgm:prSet/>
      <dgm:spPr/>
      <dgm:t>
        <a:bodyPr/>
        <a:lstStyle/>
        <a:p>
          <a:r>
            <a:t>Build</a:t>
          </a:r>
        </a:p>
      </dgm:t>
    </dgm:pt>
    <dgm:pt modelId="{9B5C91F2-3130-4100-8719-1AD955DC1ABE}" type="parTrans" cxnId="{037DD5B3-0546-4296-BAEB-C6DA912D9D49}">
      <dgm:prSet/>
      <dgm:spPr/>
      <dgm:t>
        <a:bodyPr/>
        <a:lstStyle/>
        <a:p>
          <a:endParaRPr/>
        </a:p>
      </dgm:t>
    </dgm:pt>
    <dgm:pt modelId="{64B37CCE-7776-4B69-9D70-3413CE937AF6}" type="sibTrans" cxnId="{037DD5B3-0546-4296-BAEB-C6DA912D9D49}">
      <dgm:prSet/>
      <dgm:spPr/>
      <dgm:t>
        <a:bodyPr/>
        <a:lstStyle/>
        <a:p>
          <a:endParaRPr/>
        </a:p>
      </dgm:t>
    </dgm:pt>
    <dgm:pt modelId="{586D5268-1594-4060-8248-84387C16CBAB}" type="pres">
      <dgm:prSet presAssocID="{765E9A15-ED85-4D86-9F8C-B15E88206C6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2FC05B7-C0B4-C546-8628-22062F6BD259}" type="pres">
      <dgm:prSet presAssocID="{494EA3B7-4621-4AB8-B432-55E03D37A558}" presName="hierRoot1" presStyleCnt="0"/>
      <dgm:spPr/>
    </dgm:pt>
    <dgm:pt modelId="{AE02F9E4-8997-8341-8208-72B8B62BFB3E}" type="pres">
      <dgm:prSet presAssocID="{494EA3B7-4621-4AB8-B432-55E03D37A558}" presName="composite" presStyleCnt="0"/>
      <dgm:spPr/>
    </dgm:pt>
    <dgm:pt modelId="{0DAF867C-56C1-4EB2-9117-9E2C6006720C}" type="pres">
      <dgm:prSet presAssocID="{494EA3B7-4621-4AB8-B432-55E03D37A558}" presName="image" presStyleLbl="node0" presStyleIdx="0" presStyleCnt="1"/>
      <dgm:spPr>
        <a:blipFill>
          <a:blip xmlns:r="http://schemas.openxmlformats.org/officeDocument/2006/relationships" r:embed="rId1"/>
          <a:srcRect/>
          <a:stretch>
            <a:fillRect l="-25073" r="-25073"/>
          </a:stretch>
        </a:blipFill>
      </dgm:spPr>
    </dgm:pt>
    <dgm:pt modelId="{B5F681F6-832F-7543-8F0D-57DDE1547AB3}" type="pres">
      <dgm:prSet presAssocID="{494EA3B7-4621-4AB8-B432-55E03D37A558}" presName="text" presStyleLbl="revTx" presStyleIdx="0" presStyleCnt="6">
        <dgm:presLayoutVars>
          <dgm:chPref val="3"/>
        </dgm:presLayoutVars>
      </dgm:prSet>
      <dgm:spPr/>
    </dgm:pt>
    <dgm:pt modelId="{86FA2611-1097-8F40-864C-0791B6E4B173}" type="pres">
      <dgm:prSet presAssocID="{494EA3B7-4621-4AB8-B432-55E03D37A558}" presName="hierChild2" presStyleCnt="0"/>
      <dgm:spPr/>
    </dgm:pt>
    <dgm:pt modelId="{F541766E-BEEB-A34F-93D5-862052E40C43}" type="pres">
      <dgm:prSet presAssocID="{40487FB8-9B01-44D4-830E-57E38F9A0120}" presName="Name10" presStyleLbl="parChTrans1D2" presStyleIdx="0" presStyleCnt="3"/>
      <dgm:spPr/>
    </dgm:pt>
    <dgm:pt modelId="{D1C3A7A8-5859-8C4B-9958-C93B6CE24127}" type="pres">
      <dgm:prSet presAssocID="{B5EE03AA-529B-4214-A43C-830782D96CBB}" presName="hierRoot2" presStyleCnt="0"/>
      <dgm:spPr/>
    </dgm:pt>
    <dgm:pt modelId="{6212EF26-EC7E-5C40-B903-E099B80B8943}" type="pres">
      <dgm:prSet presAssocID="{B5EE03AA-529B-4214-A43C-830782D96CBB}" presName="composite2" presStyleCnt="0"/>
      <dgm:spPr/>
    </dgm:pt>
    <dgm:pt modelId="{4DF52C90-B28C-429E-9339-63CFDECB4D37}" type="pres">
      <dgm:prSet presAssocID="{B5EE03AA-529B-4214-A43C-830782D96CBB}" presName="image2" presStyleLbl="node2" presStyleIdx="0" presStyleCnt="3"/>
      <dgm:spPr>
        <a:blipFill>
          <a:blip xmlns:r="http://schemas.openxmlformats.org/officeDocument/2006/relationships" r:embed="rId2"/>
          <a:srcRect/>
          <a:stretch>
            <a:fillRect l="-25073" r="-25073"/>
          </a:stretch>
        </a:blipFill>
      </dgm:spPr>
    </dgm:pt>
    <dgm:pt modelId="{A97C8B5F-9CD3-7948-9C60-0DEEC9981743}" type="pres">
      <dgm:prSet presAssocID="{B5EE03AA-529B-4214-A43C-830782D96CBB}" presName="text2" presStyleLbl="revTx" presStyleIdx="1" presStyleCnt="6">
        <dgm:presLayoutVars>
          <dgm:chPref val="3"/>
        </dgm:presLayoutVars>
      </dgm:prSet>
      <dgm:spPr/>
    </dgm:pt>
    <dgm:pt modelId="{E0DBDDF0-59A3-0840-B961-6084D21AF5FE}" type="pres">
      <dgm:prSet presAssocID="{B5EE03AA-529B-4214-A43C-830782D96CBB}" presName="hierChild3" presStyleCnt="0"/>
      <dgm:spPr/>
    </dgm:pt>
    <dgm:pt modelId="{66C484BD-671E-D942-9359-FAB6CB9519D3}" type="pres">
      <dgm:prSet presAssocID="{F5ADE771-3072-4D04-8E1F-6F60E7BE3961}" presName="Name17" presStyleLbl="parChTrans1D3" presStyleIdx="0" presStyleCnt="2"/>
      <dgm:spPr/>
    </dgm:pt>
    <dgm:pt modelId="{A57CEBE2-1953-D244-8A40-E9D3B531CE7C}" type="pres">
      <dgm:prSet presAssocID="{C2440164-B029-45B4-B688-6ED05D50E112}" presName="hierRoot3" presStyleCnt="0"/>
      <dgm:spPr/>
    </dgm:pt>
    <dgm:pt modelId="{D7D9D45C-7F2F-D04F-A609-A6EF3E6D3B98}" type="pres">
      <dgm:prSet presAssocID="{C2440164-B029-45B4-B688-6ED05D50E112}" presName="composite3" presStyleCnt="0"/>
      <dgm:spPr/>
    </dgm:pt>
    <dgm:pt modelId="{B3327519-5A64-4E01-86F0-0A17433B174D}" type="pres">
      <dgm:prSet presAssocID="{C2440164-B029-45B4-B688-6ED05D50E112}" presName="image3" presStyleLbl="node3" presStyleIdx="0" presStyleCnt="2"/>
      <dgm:spPr>
        <a:blipFill>
          <a:blip xmlns:r="http://schemas.openxmlformats.org/officeDocument/2006/relationships" r:embed="rId3"/>
          <a:srcRect/>
          <a:stretch>
            <a:fillRect l="-25073" r="-25073"/>
          </a:stretch>
        </a:blipFill>
      </dgm:spPr>
    </dgm:pt>
    <dgm:pt modelId="{DDA1F871-D7B7-3B45-82B9-BDB9301A37B9}" type="pres">
      <dgm:prSet presAssocID="{C2440164-B029-45B4-B688-6ED05D50E112}" presName="text3" presStyleLbl="revTx" presStyleIdx="2" presStyleCnt="6">
        <dgm:presLayoutVars>
          <dgm:chPref val="3"/>
        </dgm:presLayoutVars>
      </dgm:prSet>
      <dgm:spPr/>
    </dgm:pt>
    <dgm:pt modelId="{BEB892BA-3E3F-0749-B791-C6A39621068C}" type="pres">
      <dgm:prSet presAssocID="{C2440164-B029-45B4-B688-6ED05D50E112}" presName="hierChild4" presStyleCnt="0"/>
      <dgm:spPr/>
    </dgm:pt>
    <dgm:pt modelId="{C9FF67F4-C0B4-1D4F-888B-D19A09DA7785}" type="pres">
      <dgm:prSet presAssocID="{D708CCE7-B71C-41E5-9B7B-68C4ED09BCD6}" presName="Name10" presStyleLbl="parChTrans1D2" presStyleIdx="1" presStyleCnt="3"/>
      <dgm:spPr/>
    </dgm:pt>
    <dgm:pt modelId="{74863105-7A6C-9246-9B21-D552E2436AF7}" type="pres">
      <dgm:prSet presAssocID="{0181E1D2-1E74-42DD-819D-354E8082EA13}" presName="hierRoot2" presStyleCnt="0"/>
      <dgm:spPr/>
    </dgm:pt>
    <dgm:pt modelId="{1F349366-FB02-2449-861C-FA5C2E54B72D}" type="pres">
      <dgm:prSet presAssocID="{0181E1D2-1E74-42DD-819D-354E8082EA13}" presName="composite2" presStyleCnt="0"/>
      <dgm:spPr/>
    </dgm:pt>
    <dgm:pt modelId="{CE7D76D8-6C66-4ECA-92D5-4B9A52265860}" type="pres">
      <dgm:prSet presAssocID="{0181E1D2-1E74-42DD-819D-354E8082EA13}" presName="image2" presStyleLbl="node2" presStyleIdx="1" presStyleCnt="3"/>
      <dgm:spPr>
        <a:blipFill>
          <a:blip xmlns:r="http://schemas.openxmlformats.org/officeDocument/2006/relationships" r:embed="rId4"/>
          <a:srcRect/>
          <a:stretch>
            <a:fillRect l="-25073" r="-25073"/>
          </a:stretch>
        </a:blipFill>
      </dgm:spPr>
    </dgm:pt>
    <dgm:pt modelId="{052E5547-26CA-B843-B966-0279BC77DC91}" type="pres">
      <dgm:prSet presAssocID="{0181E1D2-1E74-42DD-819D-354E8082EA13}" presName="text2" presStyleLbl="revTx" presStyleIdx="3" presStyleCnt="6">
        <dgm:presLayoutVars>
          <dgm:chPref val="3"/>
        </dgm:presLayoutVars>
      </dgm:prSet>
      <dgm:spPr/>
    </dgm:pt>
    <dgm:pt modelId="{DC8CA856-A4A4-E246-A680-A35623233C1E}" type="pres">
      <dgm:prSet presAssocID="{0181E1D2-1E74-42DD-819D-354E8082EA13}" presName="hierChild3" presStyleCnt="0"/>
      <dgm:spPr/>
    </dgm:pt>
    <dgm:pt modelId="{EFEF853C-6507-4E4C-8B18-1223EDAC17D4}" type="pres">
      <dgm:prSet presAssocID="{9B5C91F2-3130-4100-8719-1AD955DC1ABE}" presName="Name17" presStyleLbl="parChTrans1D3" presStyleIdx="1" presStyleCnt="2"/>
      <dgm:spPr/>
    </dgm:pt>
    <dgm:pt modelId="{BA2B6803-3FEF-D34C-831D-901C198BCF44}" type="pres">
      <dgm:prSet presAssocID="{AC1D856E-EDA4-4515-823B-0B9A8A6661D4}" presName="hierRoot3" presStyleCnt="0"/>
      <dgm:spPr/>
    </dgm:pt>
    <dgm:pt modelId="{03DD1487-8B05-6E47-9CB9-5B48182A5E8E}" type="pres">
      <dgm:prSet presAssocID="{AC1D856E-EDA4-4515-823B-0B9A8A6661D4}" presName="composite3" presStyleCnt="0"/>
      <dgm:spPr/>
    </dgm:pt>
    <dgm:pt modelId="{30D14120-DCE5-448F-A4CE-42082C645FF7}" type="pres">
      <dgm:prSet presAssocID="{AC1D856E-EDA4-4515-823B-0B9A8A6661D4}" presName="image3" presStyleLbl="node3" presStyleIdx="1" presStyleCnt="2"/>
      <dgm:spPr>
        <a:blipFill>
          <a:blip xmlns:r="http://schemas.openxmlformats.org/officeDocument/2006/relationships" r:embed="rId5"/>
          <a:srcRect/>
          <a:stretch>
            <a:fillRect t="-25073" b="-25073"/>
          </a:stretch>
        </a:blipFill>
      </dgm:spPr>
    </dgm:pt>
    <dgm:pt modelId="{C6B8D975-0773-3A44-8179-EFC6B0201D3A}" type="pres">
      <dgm:prSet presAssocID="{AC1D856E-EDA4-4515-823B-0B9A8A6661D4}" presName="text3" presStyleLbl="revTx" presStyleIdx="4" presStyleCnt="6">
        <dgm:presLayoutVars>
          <dgm:chPref val="3"/>
        </dgm:presLayoutVars>
      </dgm:prSet>
      <dgm:spPr/>
    </dgm:pt>
    <dgm:pt modelId="{8369D7DD-29E8-F34A-98C3-9A33D4EAD381}" type="pres">
      <dgm:prSet presAssocID="{AC1D856E-EDA4-4515-823B-0B9A8A6661D4}" presName="hierChild4" presStyleCnt="0"/>
      <dgm:spPr/>
    </dgm:pt>
    <dgm:pt modelId="{BD2132C4-B7CF-044F-AD75-4FC8EC3FA1D7}" type="pres">
      <dgm:prSet presAssocID="{89959D57-5D56-48B7-8907-65292FAF1FD1}" presName="Name10" presStyleLbl="parChTrans1D2" presStyleIdx="2" presStyleCnt="3"/>
      <dgm:spPr/>
    </dgm:pt>
    <dgm:pt modelId="{37D45940-1B2B-A94D-8899-B8600A18989E}" type="pres">
      <dgm:prSet presAssocID="{7B357CBB-3772-46EA-9878-5519E78B4149}" presName="hierRoot2" presStyleCnt="0"/>
      <dgm:spPr/>
    </dgm:pt>
    <dgm:pt modelId="{CD6B46F7-2F28-9841-9B4E-187726F71A8A}" type="pres">
      <dgm:prSet presAssocID="{7B357CBB-3772-46EA-9878-5519E78B4149}" presName="composite2" presStyleCnt="0"/>
      <dgm:spPr/>
    </dgm:pt>
    <dgm:pt modelId="{9CD6D7D6-23D2-4ECE-A9AA-4BA45EB547B2}" type="pres">
      <dgm:prSet presAssocID="{7B357CBB-3772-46EA-9878-5519E78B4149}" presName="image2" presStyleLbl="node2" presStyleIdx="2" presStyleCnt="3"/>
      <dgm:spPr>
        <a:blipFill>
          <a:blip xmlns:r="http://schemas.openxmlformats.org/officeDocument/2006/relationships" r:embed="rId6"/>
          <a:srcRect/>
          <a:stretch>
            <a:fillRect l="-25073" r="-25073"/>
          </a:stretch>
        </a:blipFill>
      </dgm:spPr>
    </dgm:pt>
    <dgm:pt modelId="{58FF1694-84E4-1F4B-9559-E440F853E8C9}" type="pres">
      <dgm:prSet presAssocID="{7B357CBB-3772-46EA-9878-5519E78B4149}" presName="text2" presStyleLbl="revTx" presStyleIdx="5" presStyleCnt="6">
        <dgm:presLayoutVars>
          <dgm:chPref val="3"/>
        </dgm:presLayoutVars>
      </dgm:prSet>
      <dgm:spPr/>
    </dgm:pt>
    <dgm:pt modelId="{42A87E7C-8BD6-0649-AD14-B0D74F42E64E}" type="pres">
      <dgm:prSet presAssocID="{7B357CBB-3772-46EA-9878-5519E78B4149}" presName="hierChild3" presStyleCnt="0"/>
      <dgm:spPr/>
    </dgm:pt>
  </dgm:ptLst>
  <dgm:cxnLst>
    <dgm:cxn modelId="{292A9A01-0D9C-9F4A-AA17-A5C04CD0DA03}" type="presOf" srcId="{7B357CBB-3772-46EA-9878-5519E78B4149}" destId="{58FF1694-84E4-1F4B-9559-E440F853E8C9}" srcOrd="0" destOrd="0" presId="urn:microsoft.com/office/officeart/2009/layout/CirclePictureHierarchy"/>
    <dgm:cxn modelId="{CE77C033-7971-0C40-89F2-71C12E91C8C2}" type="presOf" srcId="{0181E1D2-1E74-42DD-819D-354E8082EA13}" destId="{052E5547-26CA-B843-B966-0279BC77DC91}" srcOrd="0" destOrd="0" presId="urn:microsoft.com/office/officeart/2009/layout/CirclePictureHierarchy"/>
    <dgm:cxn modelId="{BE68FC4C-7072-4E2B-B9DC-42134E0A3258}" srcId="{765E9A15-ED85-4D86-9F8C-B15E88206C61}" destId="{494EA3B7-4621-4AB8-B432-55E03D37A558}" srcOrd="0" destOrd="0" parTransId="{79DB4655-B759-4007-9B86-0F7E1A991DD2}" sibTransId="{90C51A9F-4096-48C0-A97E-B54374FC826C}"/>
    <dgm:cxn modelId="{BCCF3259-1839-C64E-9A00-F249790AB790}" type="presOf" srcId="{AC1D856E-EDA4-4515-823B-0B9A8A6661D4}" destId="{C6B8D975-0773-3A44-8179-EFC6B0201D3A}" srcOrd="0" destOrd="0" presId="urn:microsoft.com/office/officeart/2009/layout/CirclePictureHierarchy"/>
    <dgm:cxn modelId="{3060905A-AD6F-4707-8A0D-33D1C87319A6}" type="presOf" srcId="{765E9A15-ED85-4D86-9F8C-B15E88206C61}" destId="{586D5268-1594-4060-8248-84387C16CBAB}" srcOrd="0" destOrd="0" presId="urn:microsoft.com/office/officeart/2009/layout/CirclePictureHierarchy"/>
    <dgm:cxn modelId="{438B865D-9A92-4494-9D0F-2A2A9D70E280}" srcId="{494EA3B7-4621-4AB8-B432-55E03D37A558}" destId="{0181E1D2-1E74-42DD-819D-354E8082EA13}" srcOrd="1" destOrd="0" parTransId="{D708CCE7-B71C-41E5-9B7B-68C4ED09BCD6}" sibTransId="{D14DAB1F-8AA9-479C-AF8D-8CBE66A5A842}"/>
    <dgm:cxn modelId="{A7C7FE65-0B4A-4A03-9C91-ED4B95530A23}" srcId="{494EA3B7-4621-4AB8-B432-55E03D37A558}" destId="{7B357CBB-3772-46EA-9878-5519E78B4149}" srcOrd="2" destOrd="0" parTransId="{89959D57-5D56-48B7-8907-65292FAF1FD1}" sibTransId="{5D594601-7189-4FFE-9543-DFA20726AF5C}"/>
    <dgm:cxn modelId="{0208D96F-5B48-DC4E-B8EA-65D26EE6281C}" type="presOf" srcId="{C2440164-B029-45B4-B688-6ED05D50E112}" destId="{DDA1F871-D7B7-3B45-82B9-BDB9301A37B9}" srcOrd="0" destOrd="0" presId="urn:microsoft.com/office/officeart/2009/layout/CirclePictureHierarchy"/>
    <dgm:cxn modelId="{7DB16272-CE47-4D73-9DD5-A148B280F93D}" srcId="{B5EE03AA-529B-4214-A43C-830782D96CBB}" destId="{C2440164-B029-45B4-B688-6ED05D50E112}" srcOrd="0" destOrd="0" parTransId="{F5ADE771-3072-4D04-8E1F-6F60E7BE3961}" sibTransId="{70283B73-8DA9-4B40-A68C-3FEAA2B831DB}"/>
    <dgm:cxn modelId="{44A609A6-D246-E049-83F7-DA863A0332DB}" type="presOf" srcId="{494EA3B7-4621-4AB8-B432-55E03D37A558}" destId="{B5F681F6-832F-7543-8F0D-57DDE1547AB3}" srcOrd="0" destOrd="0" presId="urn:microsoft.com/office/officeart/2009/layout/CirclePictureHierarchy"/>
    <dgm:cxn modelId="{C656C7A8-E7EA-804B-AE8C-47856194BF33}" type="presOf" srcId="{9B5C91F2-3130-4100-8719-1AD955DC1ABE}" destId="{EFEF853C-6507-4E4C-8B18-1223EDAC17D4}" srcOrd="0" destOrd="0" presId="urn:microsoft.com/office/officeart/2009/layout/CirclePictureHierarchy"/>
    <dgm:cxn modelId="{037DD5B3-0546-4296-BAEB-C6DA912D9D49}" srcId="{0181E1D2-1E74-42DD-819D-354E8082EA13}" destId="{AC1D856E-EDA4-4515-823B-0B9A8A6661D4}" srcOrd="0" destOrd="0" parTransId="{9B5C91F2-3130-4100-8719-1AD955DC1ABE}" sibTransId="{64B37CCE-7776-4B69-9D70-3413CE937AF6}"/>
    <dgm:cxn modelId="{F2E53CC2-426D-F344-8198-14E1DF924F1E}" type="presOf" srcId="{B5EE03AA-529B-4214-A43C-830782D96CBB}" destId="{A97C8B5F-9CD3-7948-9C60-0DEEC9981743}" srcOrd="0" destOrd="0" presId="urn:microsoft.com/office/officeart/2009/layout/CirclePictureHierarchy"/>
    <dgm:cxn modelId="{C04E3DC8-36B7-D04A-BB58-21DF7C70A1CF}" type="presOf" srcId="{89959D57-5D56-48B7-8907-65292FAF1FD1}" destId="{BD2132C4-B7CF-044F-AD75-4FC8EC3FA1D7}" srcOrd="0" destOrd="0" presId="urn:microsoft.com/office/officeart/2009/layout/CirclePictureHierarchy"/>
    <dgm:cxn modelId="{2D04D5E8-B09B-456F-A05A-77EFCEFFDE0C}" srcId="{494EA3B7-4621-4AB8-B432-55E03D37A558}" destId="{B5EE03AA-529B-4214-A43C-830782D96CBB}" srcOrd="0" destOrd="0" parTransId="{40487FB8-9B01-44D4-830E-57E38F9A0120}" sibTransId="{06EB570D-9417-4509-9693-117FBF948BA0}"/>
    <dgm:cxn modelId="{E7781FE9-5C02-3E4B-9F96-FD41C3127308}" type="presOf" srcId="{D708CCE7-B71C-41E5-9B7B-68C4ED09BCD6}" destId="{C9FF67F4-C0B4-1D4F-888B-D19A09DA7785}" srcOrd="0" destOrd="0" presId="urn:microsoft.com/office/officeart/2009/layout/CirclePictureHierarchy"/>
    <dgm:cxn modelId="{E9BE4AEB-C1FD-2246-8E8F-C5DE0605354E}" type="presOf" srcId="{40487FB8-9B01-44D4-830E-57E38F9A0120}" destId="{F541766E-BEEB-A34F-93D5-862052E40C43}" srcOrd="0" destOrd="0" presId="urn:microsoft.com/office/officeart/2009/layout/CirclePictureHierarchy"/>
    <dgm:cxn modelId="{D6FD2EF9-CF5C-8349-A692-63A910D2A759}" type="presOf" srcId="{F5ADE771-3072-4D04-8E1F-6F60E7BE3961}" destId="{66C484BD-671E-D942-9359-FAB6CB9519D3}" srcOrd="0" destOrd="0" presId="urn:microsoft.com/office/officeart/2009/layout/CirclePictureHierarchy"/>
    <dgm:cxn modelId="{9EA8098C-6F6E-0744-A8B7-E6A705E20184}" type="presParOf" srcId="{586D5268-1594-4060-8248-84387C16CBAB}" destId="{A2FC05B7-C0B4-C546-8628-22062F6BD259}" srcOrd="0" destOrd="0" presId="urn:microsoft.com/office/officeart/2009/layout/CirclePictureHierarchy"/>
    <dgm:cxn modelId="{FA500643-B7B4-EC40-A905-0148290A5D6F}" type="presParOf" srcId="{A2FC05B7-C0B4-C546-8628-22062F6BD259}" destId="{AE02F9E4-8997-8341-8208-72B8B62BFB3E}" srcOrd="0" destOrd="0" presId="urn:microsoft.com/office/officeart/2009/layout/CirclePictureHierarchy"/>
    <dgm:cxn modelId="{CF74A9F4-3024-ED4C-BC49-40898E819742}" type="presParOf" srcId="{AE02F9E4-8997-8341-8208-72B8B62BFB3E}" destId="{0DAF867C-56C1-4EB2-9117-9E2C6006720C}" srcOrd="0" destOrd="0" presId="urn:microsoft.com/office/officeart/2009/layout/CirclePictureHierarchy"/>
    <dgm:cxn modelId="{853A3399-E49A-D344-A55A-AFE99143FEEF}" type="presParOf" srcId="{AE02F9E4-8997-8341-8208-72B8B62BFB3E}" destId="{B5F681F6-832F-7543-8F0D-57DDE1547AB3}" srcOrd="1" destOrd="0" presId="urn:microsoft.com/office/officeart/2009/layout/CirclePictureHierarchy"/>
    <dgm:cxn modelId="{A8244C96-3EEE-7748-B412-EEF312B76504}" type="presParOf" srcId="{A2FC05B7-C0B4-C546-8628-22062F6BD259}" destId="{86FA2611-1097-8F40-864C-0791B6E4B173}" srcOrd="1" destOrd="0" presId="urn:microsoft.com/office/officeart/2009/layout/CirclePictureHierarchy"/>
    <dgm:cxn modelId="{89B31876-DF79-634C-881B-D1D6866995F2}" type="presParOf" srcId="{86FA2611-1097-8F40-864C-0791B6E4B173}" destId="{F541766E-BEEB-A34F-93D5-862052E40C43}" srcOrd="0" destOrd="0" presId="urn:microsoft.com/office/officeart/2009/layout/CirclePictureHierarchy"/>
    <dgm:cxn modelId="{141FC266-41A3-6043-AE2C-4841D4945AE4}" type="presParOf" srcId="{86FA2611-1097-8F40-864C-0791B6E4B173}" destId="{D1C3A7A8-5859-8C4B-9958-C93B6CE24127}" srcOrd="1" destOrd="0" presId="urn:microsoft.com/office/officeart/2009/layout/CirclePictureHierarchy"/>
    <dgm:cxn modelId="{D055AC66-BC33-8040-96F3-86A155BA76C6}" type="presParOf" srcId="{D1C3A7A8-5859-8C4B-9958-C93B6CE24127}" destId="{6212EF26-EC7E-5C40-B903-E099B80B8943}" srcOrd="0" destOrd="0" presId="urn:microsoft.com/office/officeart/2009/layout/CirclePictureHierarchy"/>
    <dgm:cxn modelId="{1076D654-9CE3-804E-813B-C0D35ED45541}" type="presParOf" srcId="{6212EF26-EC7E-5C40-B903-E099B80B8943}" destId="{4DF52C90-B28C-429E-9339-63CFDECB4D37}" srcOrd="0" destOrd="0" presId="urn:microsoft.com/office/officeart/2009/layout/CirclePictureHierarchy"/>
    <dgm:cxn modelId="{3728E5C4-8E24-544C-AFA0-08C1C8F66692}" type="presParOf" srcId="{6212EF26-EC7E-5C40-B903-E099B80B8943}" destId="{A97C8B5F-9CD3-7948-9C60-0DEEC9981743}" srcOrd="1" destOrd="0" presId="urn:microsoft.com/office/officeart/2009/layout/CirclePictureHierarchy"/>
    <dgm:cxn modelId="{9F7540F9-C169-BC4B-BF85-70D4AFCC94F1}" type="presParOf" srcId="{D1C3A7A8-5859-8C4B-9958-C93B6CE24127}" destId="{E0DBDDF0-59A3-0840-B961-6084D21AF5FE}" srcOrd="1" destOrd="0" presId="urn:microsoft.com/office/officeart/2009/layout/CirclePictureHierarchy"/>
    <dgm:cxn modelId="{C5FDB6D1-F970-C245-B8CA-CAB88D8ABA91}" type="presParOf" srcId="{E0DBDDF0-59A3-0840-B961-6084D21AF5FE}" destId="{66C484BD-671E-D942-9359-FAB6CB9519D3}" srcOrd="0" destOrd="0" presId="urn:microsoft.com/office/officeart/2009/layout/CirclePictureHierarchy"/>
    <dgm:cxn modelId="{B51BFE4A-DD40-8B42-BFAE-2703B48C926C}" type="presParOf" srcId="{E0DBDDF0-59A3-0840-B961-6084D21AF5FE}" destId="{A57CEBE2-1953-D244-8A40-E9D3B531CE7C}" srcOrd="1" destOrd="0" presId="urn:microsoft.com/office/officeart/2009/layout/CirclePictureHierarchy"/>
    <dgm:cxn modelId="{FAE04AE5-085E-2B47-B436-E8E434342C69}" type="presParOf" srcId="{A57CEBE2-1953-D244-8A40-E9D3B531CE7C}" destId="{D7D9D45C-7F2F-D04F-A609-A6EF3E6D3B98}" srcOrd="0" destOrd="0" presId="urn:microsoft.com/office/officeart/2009/layout/CirclePictureHierarchy"/>
    <dgm:cxn modelId="{6A01B0E3-BC12-3849-9CDC-E719F89835CD}" type="presParOf" srcId="{D7D9D45C-7F2F-D04F-A609-A6EF3E6D3B98}" destId="{B3327519-5A64-4E01-86F0-0A17433B174D}" srcOrd="0" destOrd="0" presId="urn:microsoft.com/office/officeart/2009/layout/CirclePictureHierarchy"/>
    <dgm:cxn modelId="{C06186B7-81D0-1E40-85F8-8D1A35143A72}" type="presParOf" srcId="{D7D9D45C-7F2F-D04F-A609-A6EF3E6D3B98}" destId="{DDA1F871-D7B7-3B45-82B9-BDB9301A37B9}" srcOrd="1" destOrd="0" presId="urn:microsoft.com/office/officeart/2009/layout/CirclePictureHierarchy"/>
    <dgm:cxn modelId="{2362CE2D-E617-4642-845C-52CB9DA8BDAF}" type="presParOf" srcId="{A57CEBE2-1953-D244-8A40-E9D3B531CE7C}" destId="{BEB892BA-3E3F-0749-B791-C6A39621068C}" srcOrd="1" destOrd="0" presId="urn:microsoft.com/office/officeart/2009/layout/CirclePictureHierarchy"/>
    <dgm:cxn modelId="{0D2DEC5A-B0FF-4C40-B830-429F7F8E9CA2}" type="presParOf" srcId="{86FA2611-1097-8F40-864C-0791B6E4B173}" destId="{C9FF67F4-C0B4-1D4F-888B-D19A09DA7785}" srcOrd="2" destOrd="0" presId="urn:microsoft.com/office/officeart/2009/layout/CirclePictureHierarchy"/>
    <dgm:cxn modelId="{2F7488F0-2AD1-404B-A31C-749286AB462D}" type="presParOf" srcId="{86FA2611-1097-8F40-864C-0791B6E4B173}" destId="{74863105-7A6C-9246-9B21-D552E2436AF7}" srcOrd="3" destOrd="0" presId="urn:microsoft.com/office/officeart/2009/layout/CirclePictureHierarchy"/>
    <dgm:cxn modelId="{E8CD1698-589B-0349-8826-96DB0218F03F}" type="presParOf" srcId="{74863105-7A6C-9246-9B21-D552E2436AF7}" destId="{1F349366-FB02-2449-861C-FA5C2E54B72D}" srcOrd="0" destOrd="0" presId="urn:microsoft.com/office/officeart/2009/layout/CirclePictureHierarchy"/>
    <dgm:cxn modelId="{8667D2B1-2494-E64C-BF1E-773FDA6D8C1D}" type="presParOf" srcId="{1F349366-FB02-2449-861C-FA5C2E54B72D}" destId="{CE7D76D8-6C66-4ECA-92D5-4B9A52265860}" srcOrd="0" destOrd="0" presId="urn:microsoft.com/office/officeart/2009/layout/CirclePictureHierarchy"/>
    <dgm:cxn modelId="{52FD8DAF-C09E-A446-A8DE-2208F84B89A3}" type="presParOf" srcId="{1F349366-FB02-2449-861C-FA5C2E54B72D}" destId="{052E5547-26CA-B843-B966-0279BC77DC91}" srcOrd="1" destOrd="0" presId="urn:microsoft.com/office/officeart/2009/layout/CirclePictureHierarchy"/>
    <dgm:cxn modelId="{C1E2ACF7-81B6-754A-BC41-AE522B9D8424}" type="presParOf" srcId="{74863105-7A6C-9246-9B21-D552E2436AF7}" destId="{DC8CA856-A4A4-E246-A680-A35623233C1E}" srcOrd="1" destOrd="0" presId="urn:microsoft.com/office/officeart/2009/layout/CirclePictureHierarchy"/>
    <dgm:cxn modelId="{0AD11236-AC0E-3F4E-A133-B5D8ADCCD8F5}" type="presParOf" srcId="{DC8CA856-A4A4-E246-A680-A35623233C1E}" destId="{EFEF853C-6507-4E4C-8B18-1223EDAC17D4}" srcOrd="0" destOrd="0" presId="urn:microsoft.com/office/officeart/2009/layout/CirclePictureHierarchy"/>
    <dgm:cxn modelId="{3A76EF59-8F79-494E-9F59-2C0142F26F54}" type="presParOf" srcId="{DC8CA856-A4A4-E246-A680-A35623233C1E}" destId="{BA2B6803-3FEF-D34C-831D-901C198BCF44}" srcOrd="1" destOrd="0" presId="urn:microsoft.com/office/officeart/2009/layout/CirclePictureHierarchy"/>
    <dgm:cxn modelId="{565C914C-E743-1047-A385-7881590CFA75}" type="presParOf" srcId="{BA2B6803-3FEF-D34C-831D-901C198BCF44}" destId="{03DD1487-8B05-6E47-9CB9-5B48182A5E8E}" srcOrd="0" destOrd="0" presId="urn:microsoft.com/office/officeart/2009/layout/CirclePictureHierarchy"/>
    <dgm:cxn modelId="{CE9221FB-E831-9E4B-9EEF-B409DCA1837F}" type="presParOf" srcId="{03DD1487-8B05-6E47-9CB9-5B48182A5E8E}" destId="{30D14120-DCE5-448F-A4CE-42082C645FF7}" srcOrd="0" destOrd="0" presId="urn:microsoft.com/office/officeart/2009/layout/CirclePictureHierarchy"/>
    <dgm:cxn modelId="{A5E686BA-40EF-B040-8886-29623DD79DEA}" type="presParOf" srcId="{03DD1487-8B05-6E47-9CB9-5B48182A5E8E}" destId="{C6B8D975-0773-3A44-8179-EFC6B0201D3A}" srcOrd="1" destOrd="0" presId="urn:microsoft.com/office/officeart/2009/layout/CirclePictureHierarchy"/>
    <dgm:cxn modelId="{590D35E1-AF87-8143-A62F-7FBD4EED3945}" type="presParOf" srcId="{BA2B6803-3FEF-D34C-831D-901C198BCF44}" destId="{8369D7DD-29E8-F34A-98C3-9A33D4EAD381}" srcOrd="1" destOrd="0" presId="urn:microsoft.com/office/officeart/2009/layout/CirclePictureHierarchy"/>
    <dgm:cxn modelId="{5B9ED6F3-0AB0-384B-9FB1-AA3DC49657BC}" type="presParOf" srcId="{86FA2611-1097-8F40-864C-0791B6E4B173}" destId="{BD2132C4-B7CF-044F-AD75-4FC8EC3FA1D7}" srcOrd="4" destOrd="0" presId="urn:microsoft.com/office/officeart/2009/layout/CirclePictureHierarchy"/>
    <dgm:cxn modelId="{9B066BBF-3965-604A-92BC-D94B64831ED5}" type="presParOf" srcId="{86FA2611-1097-8F40-864C-0791B6E4B173}" destId="{37D45940-1B2B-A94D-8899-B8600A18989E}" srcOrd="5" destOrd="0" presId="urn:microsoft.com/office/officeart/2009/layout/CirclePictureHierarchy"/>
    <dgm:cxn modelId="{2D29AD08-A9E4-8B48-A534-38A1A8FD4681}" type="presParOf" srcId="{37D45940-1B2B-A94D-8899-B8600A18989E}" destId="{CD6B46F7-2F28-9841-9B4E-187726F71A8A}" srcOrd="0" destOrd="0" presId="urn:microsoft.com/office/officeart/2009/layout/CirclePictureHierarchy"/>
    <dgm:cxn modelId="{EC249DD5-826C-1A4B-B380-CCE3DE309843}" type="presParOf" srcId="{CD6B46F7-2F28-9841-9B4E-187726F71A8A}" destId="{9CD6D7D6-23D2-4ECE-A9AA-4BA45EB547B2}" srcOrd="0" destOrd="0" presId="urn:microsoft.com/office/officeart/2009/layout/CirclePictureHierarchy"/>
    <dgm:cxn modelId="{982601AF-1BEE-7342-8EE4-4DFDDFFECC06}" type="presParOf" srcId="{CD6B46F7-2F28-9841-9B4E-187726F71A8A}" destId="{58FF1694-84E4-1F4B-9559-E440F853E8C9}" srcOrd="1" destOrd="0" presId="urn:microsoft.com/office/officeart/2009/layout/CirclePictureHierarchy"/>
    <dgm:cxn modelId="{66047CB1-DDCF-8046-942B-35B32427BFD2}" type="presParOf" srcId="{37D45940-1B2B-A94D-8899-B8600A18989E}" destId="{42A87E7C-8BD6-0649-AD14-B0D74F42E64E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3.xml><?xml version="1.0" encoding="utf-8"?>
<dgm:dataModel xmlns:dgm="http://schemas.openxmlformats.org/drawingml/2006/diagram" xmlns:a="http://schemas.openxmlformats.org/drawingml/2006/main">
  <dgm:ptLst>
    <dgm:pt modelId="{C245C047-A3D4-44A6-A96C-E49DEBCC7507}" type="doc">
      <dgm:prSet loTypeId="urn:microsoft.com/office/officeart/2005/8/layout/hierarchy1" qsTypeId="urn:microsoft.com/office/officeart/2005/8/quickstyle/simple2" csTypeId="urn:microsoft.com/office/officeart/2005/8/colors/accent1_2"/>
      <dgm:spPr/>
    </dgm:pt>
    <dgm:pt modelId="{00B17E34-6638-40FB-A74D-CF6D0DFC9CAE}">
      <dgm:prSet/>
      <dgm:spPr/>
      <dgm:t>
        <a:bodyPr/>
        <a:lstStyle/>
        <a:p>
          <a:r>
            <a:t>Program lead</a:t>
          </a:r>
        </a:p>
      </dgm:t>
    </dgm:pt>
    <dgm:pt modelId="{4853CAA0-C523-40F4-BEAC-A43D534203E0}" type="parTrans" cxnId="{9E62E4F7-8E31-4C32-8A8B-7DEBEA1FB935}">
      <dgm:prSet/>
      <dgm:spPr/>
      <dgm:t>
        <a:bodyPr/>
        <a:lstStyle/>
        <a:p>
          <a:endParaRPr/>
        </a:p>
      </dgm:t>
    </dgm:pt>
    <dgm:pt modelId="{5BE94C55-F29D-47D0-BCE1-E04B25F42A66}" type="sibTrans" cxnId="{9E62E4F7-8E31-4C32-8A8B-7DEBEA1FB935}">
      <dgm:prSet/>
      <dgm:spPr/>
      <dgm:t>
        <a:bodyPr/>
        <a:lstStyle/>
        <a:p>
          <a:endParaRPr/>
        </a:p>
      </dgm:t>
    </dgm:pt>
    <dgm:pt modelId="{7498D5AB-592C-45F0-87C8-A186AC453F08}">
      <dgm:prSet/>
      <dgm:spPr/>
      <dgm:t>
        <a:bodyPr/>
        <a:lstStyle/>
        <a:p>
          <a:r>
            <a:t>Design</a:t>
          </a:r>
        </a:p>
      </dgm:t>
    </dgm:pt>
    <dgm:pt modelId="{119FF5AA-73AB-4BE7-BEE6-1C4BAE3FCBF9}" type="parTrans" cxnId="{800FD527-5ADC-48A2-9525-FE98FEA9D3AC}">
      <dgm:prSet/>
      <dgm:spPr/>
      <dgm:t>
        <a:bodyPr/>
        <a:lstStyle/>
        <a:p>
          <a:endParaRPr/>
        </a:p>
      </dgm:t>
    </dgm:pt>
    <dgm:pt modelId="{F5A5C076-BE35-4B4F-B867-1FADA13B5042}" type="sibTrans" cxnId="{800FD527-5ADC-48A2-9525-FE98FEA9D3AC}">
      <dgm:prSet/>
      <dgm:spPr/>
      <dgm:t>
        <a:bodyPr/>
        <a:lstStyle/>
        <a:p>
          <a:endParaRPr/>
        </a:p>
      </dgm:t>
    </dgm:pt>
    <dgm:pt modelId="{09F7D1D6-2CBC-4B6C-891E-386DB7F43549}">
      <dgm:prSet/>
      <dgm:spPr/>
      <dgm:t>
        <a:bodyPr/>
        <a:lstStyle/>
        <a:p>
          <a:r>
            <a:t>Engineering</a:t>
          </a:r>
        </a:p>
      </dgm:t>
    </dgm:pt>
    <dgm:pt modelId="{4BF4FDD0-2171-4516-ABD7-A3D0B98B98D3}" type="parTrans" cxnId="{7FCB2D11-36CB-445E-878D-1ED0ECFBAE69}">
      <dgm:prSet/>
      <dgm:spPr/>
      <dgm:t>
        <a:bodyPr/>
        <a:lstStyle/>
        <a:p>
          <a:endParaRPr/>
        </a:p>
      </dgm:t>
    </dgm:pt>
    <dgm:pt modelId="{F883799C-1FE7-4E83-9294-2286882C6AAB}" type="sibTrans" cxnId="{7FCB2D11-36CB-445E-878D-1ED0ECFBAE69}">
      <dgm:prSet/>
      <dgm:spPr/>
      <dgm:t>
        <a:bodyPr/>
        <a:lstStyle/>
        <a:p>
          <a:endParaRPr/>
        </a:p>
      </dgm:t>
    </dgm:pt>
    <dgm:pt modelId="{DE90197D-48F3-4FC1-B11B-DA7AB488F631}">
      <dgm:prSet/>
      <dgm:spPr/>
      <dgm:t>
        <a:bodyPr/>
        <a:lstStyle/>
        <a:p>
          <a:r>
            <a:t>Go-to-market</a:t>
          </a:r>
        </a:p>
      </dgm:t>
    </dgm:pt>
    <dgm:pt modelId="{57335F3F-D20F-425D-8BD9-E4EC5F904F0C}" type="parTrans" cxnId="{0FE93460-371C-4A82-8834-16EE2E521C14}">
      <dgm:prSet/>
      <dgm:spPr/>
      <dgm:t>
        <a:bodyPr/>
        <a:lstStyle/>
        <a:p>
          <a:endParaRPr/>
        </a:p>
      </dgm:t>
    </dgm:pt>
    <dgm:pt modelId="{A01A7683-03E6-468D-A0E5-1D76AF1D0AA2}" type="sibTrans" cxnId="{0FE93460-371C-4A82-8834-16EE2E521C14}">
      <dgm:prSet/>
      <dgm:spPr/>
      <dgm:t>
        <a:bodyPr/>
        <a:lstStyle/>
        <a:p>
          <a:endParaRPr/>
        </a:p>
      </dgm:t>
    </dgm:pt>
    <dgm:pt modelId="{3105458E-D8FB-459B-82FB-7C6921698DA6}">
      <dgm:prSet/>
      <dgm:spPr/>
      <dgm:t>
        <a:bodyPr/>
        <a:lstStyle/>
        <a:p>
          <a:r>
            <a:t>Research</a:t>
          </a:r>
        </a:p>
      </dgm:t>
    </dgm:pt>
    <dgm:pt modelId="{6308C089-CFE8-485D-A7C0-1735E47A8B90}" type="parTrans" cxnId="{7F6AF314-694A-427B-AFE8-944044F471C6}">
      <dgm:prSet/>
      <dgm:spPr/>
      <dgm:t>
        <a:bodyPr/>
        <a:lstStyle/>
        <a:p>
          <a:endParaRPr/>
        </a:p>
      </dgm:t>
    </dgm:pt>
    <dgm:pt modelId="{8FEA1F8E-A0E9-49DF-900C-2269F8ABB66E}" type="sibTrans" cxnId="{7F6AF314-694A-427B-AFE8-944044F471C6}">
      <dgm:prSet/>
      <dgm:spPr/>
      <dgm:t>
        <a:bodyPr/>
        <a:lstStyle/>
        <a:p>
          <a:endParaRPr/>
        </a:p>
      </dgm:t>
    </dgm:pt>
    <dgm:pt modelId="{39119048-C547-40E7-8329-3C5E56344E83}">
      <dgm:prSet/>
      <dgm:spPr/>
      <dgm:t>
        <a:bodyPr/>
        <a:lstStyle/>
        <a:p>
          <a:r>
            <a:t>Build</a:t>
          </a:r>
        </a:p>
      </dgm:t>
    </dgm:pt>
    <dgm:pt modelId="{6B007EA7-B387-4279-ACA9-9A1245440D93}" type="parTrans" cxnId="{A7BBF90B-3F29-4818-B3D2-1E019DAD53EE}">
      <dgm:prSet/>
      <dgm:spPr/>
      <dgm:t>
        <a:bodyPr/>
        <a:lstStyle/>
        <a:p>
          <a:endParaRPr/>
        </a:p>
      </dgm:t>
    </dgm:pt>
    <dgm:pt modelId="{7AD8BEAA-46B8-4A63-8777-78FB781125E5}" type="sibTrans" cxnId="{A7BBF90B-3F29-4818-B3D2-1E019DAD53EE}">
      <dgm:prSet/>
      <dgm:spPr/>
      <dgm:t>
        <a:bodyPr/>
        <a:lstStyle/>
        <a:p>
          <a:endParaRPr/>
        </a:p>
      </dgm:t>
    </dgm:pt>
    <dgm:pt modelId="{572658BA-89A9-7749-B6B0-ACD712E3676B}" type="pres">
      <dgm:prSet presAssocID="{C245C047-A3D4-44A6-A96C-E49DEBCC750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03DFD6-C4EA-FA4F-A073-D4942F1C8E0F}" type="pres">
      <dgm:prSet presAssocID="{00B17E34-6638-40FB-A74D-CF6D0DFC9CAE}" presName="hierRoot1" presStyleCnt="0"/>
      <dgm:spPr/>
    </dgm:pt>
    <dgm:pt modelId="{7C715E13-CA77-2944-AD3B-C23B2E1C7A84}" type="pres">
      <dgm:prSet presAssocID="{00B17E34-6638-40FB-A74D-CF6D0DFC9CAE}" presName="composite" presStyleCnt="0"/>
      <dgm:spPr/>
    </dgm:pt>
    <dgm:pt modelId="{92DD70A0-69BE-CE4D-8A18-87F948C9CEA7}" type="pres">
      <dgm:prSet presAssocID="{00B17E34-6638-40FB-A74D-CF6D0DFC9CAE}" presName="background" presStyleLbl="node0" presStyleIdx="0" presStyleCnt="1"/>
      <dgm:spPr/>
    </dgm:pt>
    <dgm:pt modelId="{ECEA8E16-E564-5D41-BE4A-25826E60F0FF}" type="pres">
      <dgm:prSet presAssocID="{00B17E34-6638-40FB-A74D-CF6D0DFC9CAE}" presName="text" presStyleLbl="fgAcc0" presStyleIdx="0" presStyleCnt="1">
        <dgm:presLayoutVars>
          <dgm:chPref val="3"/>
        </dgm:presLayoutVars>
      </dgm:prSet>
      <dgm:spPr/>
    </dgm:pt>
    <dgm:pt modelId="{424FB40A-FD03-814F-81D6-BFBBD0157044}" type="pres">
      <dgm:prSet presAssocID="{00B17E34-6638-40FB-A74D-CF6D0DFC9CAE}" presName="hierChild2" presStyleCnt="0"/>
      <dgm:spPr/>
    </dgm:pt>
    <dgm:pt modelId="{E551F5A3-88D3-CC4C-A2FD-7802F19630EE}" type="pres">
      <dgm:prSet presAssocID="{119FF5AA-73AB-4BE7-BEE6-1C4BAE3FCBF9}" presName="Name10" presStyleLbl="parChTrans1D2" presStyleIdx="0" presStyleCnt="3"/>
      <dgm:spPr/>
    </dgm:pt>
    <dgm:pt modelId="{BD32A6F6-29AB-1649-898E-4C3311A3040D}" type="pres">
      <dgm:prSet presAssocID="{7498D5AB-592C-45F0-87C8-A186AC453F08}" presName="hierRoot2" presStyleCnt="0"/>
      <dgm:spPr/>
    </dgm:pt>
    <dgm:pt modelId="{B622CF72-899F-3D45-8102-7E4C7A4C3E4E}" type="pres">
      <dgm:prSet presAssocID="{7498D5AB-592C-45F0-87C8-A186AC453F08}" presName="composite2" presStyleCnt="0"/>
      <dgm:spPr/>
    </dgm:pt>
    <dgm:pt modelId="{911D4526-DEB5-AE4F-906C-1692267A2EEB}" type="pres">
      <dgm:prSet presAssocID="{7498D5AB-592C-45F0-87C8-A186AC453F08}" presName="background2" presStyleLbl="node2" presStyleIdx="0" presStyleCnt="3"/>
      <dgm:spPr/>
    </dgm:pt>
    <dgm:pt modelId="{E60C808D-E35C-E643-824D-FFC44C561B20}" type="pres">
      <dgm:prSet presAssocID="{7498D5AB-592C-45F0-87C8-A186AC453F08}" presName="text2" presStyleLbl="fgAcc2" presStyleIdx="0" presStyleCnt="3">
        <dgm:presLayoutVars>
          <dgm:chPref val="3"/>
        </dgm:presLayoutVars>
      </dgm:prSet>
      <dgm:spPr/>
    </dgm:pt>
    <dgm:pt modelId="{446F9130-E57A-A842-9E47-E122D3E2BBC5}" type="pres">
      <dgm:prSet presAssocID="{7498D5AB-592C-45F0-87C8-A186AC453F08}" presName="hierChild3" presStyleCnt="0"/>
      <dgm:spPr/>
    </dgm:pt>
    <dgm:pt modelId="{633A3737-5A8A-FD4F-A606-FCAD56136274}" type="pres">
      <dgm:prSet presAssocID="{6308C089-CFE8-485D-A7C0-1735E47A8B90}" presName="Name17" presStyleLbl="parChTrans1D3" presStyleIdx="0" presStyleCnt="2"/>
      <dgm:spPr/>
    </dgm:pt>
    <dgm:pt modelId="{80FB6EA4-A1A0-874D-AA78-E8FFA7CDB301}" type="pres">
      <dgm:prSet presAssocID="{3105458E-D8FB-459B-82FB-7C6921698DA6}" presName="hierRoot3" presStyleCnt="0"/>
      <dgm:spPr/>
    </dgm:pt>
    <dgm:pt modelId="{617F065A-8F3F-D343-885D-A5531370CF28}" type="pres">
      <dgm:prSet presAssocID="{3105458E-D8FB-459B-82FB-7C6921698DA6}" presName="composite3" presStyleCnt="0"/>
      <dgm:spPr/>
    </dgm:pt>
    <dgm:pt modelId="{075DFB8F-6EF4-F14A-898A-1412D576EC72}" type="pres">
      <dgm:prSet presAssocID="{3105458E-D8FB-459B-82FB-7C6921698DA6}" presName="background3" presStyleLbl="node3" presStyleIdx="0" presStyleCnt="2"/>
      <dgm:spPr/>
    </dgm:pt>
    <dgm:pt modelId="{B94F8E3E-1F16-F64A-BC35-5BF2F32B9BD6}" type="pres">
      <dgm:prSet presAssocID="{3105458E-D8FB-459B-82FB-7C6921698DA6}" presName="text3" presStyleLbl="fgAcc3" presStyleIdx="0" presStyleCnt="2">
        <dgm:presLayoutVars>
          <dgm:chPref val="3"/>
        </dgm:presLayoutVars>
      </dgm:prSet>
      <dgm:spPr/>
    </dgm:pt>
    <dgm:pt modelId="{B6AA6CDC-1144-5248-97FD-49F5AA57C7E1}" type="pres">
      <dgm:prSet presAssocID="{3105458E-D8FB-459B-82FB-7C6921698DA6}" presName="hierChild4" presStyleCnt="0"/>
      <dgm:spPr/>
    </dgm:pt>
    <dgm:pt modelId="{31AF8EBC-F698-A84F-A30B-4CD7073FA449}" type="pres">
      <dgm:prSet presAssocID="{4BF4FDD0-2171-4516-ABD7-A3D0B98B98D3}" presName="Name10" presStyleLbl="parChTrans1D2" presStyleIdx="1" presStyleCnt="3"/>
      <dgm:spPr/>
    </dgm:pt>
    <dgm:pt modelId="{763B3A17-850A-194F-899D-58C4039056A9}" type="pres">
      <dgm:prSet presAssocID="{09F7D1D6-2CBC-4B6C-891E-386DB7F43549}" presName="hierRoot2" presStyleCnt="0"/>
      <dgm:spPr/>
    </dgm:pt>
    <dgm:pt modelId="{731B8BB3-3CA1-274C-8831-6535278E5FFD}" type="pres">
      <dgm:prSet presAssocID="{09F7D1D6-2CBC-4B6C-891E-386DB7F43549}" presName="composite2" presStyleCnt="0"/>
      <dgm:spPr/>
    </dgm:pt>
    <dgm:pt modelId="{BED3937E-2160-EE46-ABC1-7508E9377DD8}" type="pres">
      <dgm:prSet presAssocID="{09F7D1D6-2CBC-4B6C-891E-386DB7F43549}" presName="background2" presStyleLbl="node2" presStyleIdx="1" presStyleCnt="3"/>
      <dgm:spPr/>
    </dgm:pt>
    <dgm:pt modelId="{67EB76DF-2C1F-E740-98B9-DA2ABD6644F1}" type="pres">
      <dgm:prSet presAssocID="{09F7D1D6-2CBC-4B6C-891E-386DB7F43549}" presName="text2" presStyleLbl="fgAcc2" presStyleIdx="1" presStyleCnt="3">
        <dgm:presLayoutVars>
          <dgm:chPref val="3"/>
        </dgm:presLayoutVars>
      </dgm:prSet>
      <dgm:spPr/>
    </dgm:pt>
    <dgm:pt modelId="{8659834A-F451-6840-9227-0EA1CCF3FC63}" type="pres">
      <dgm:prSet presAssocID="{09F7D1D6-2CBC-4B6C-891E-386DB7F43549}" presName="hierChild3" presStyleCnt="0"/>
      <dgm:spPr/>
    </dgm:pt>
    <dgm:pt modelId="{7BA86A25-9F64-854F-8210-6598CD9BC169}" type="pres">
      <dgm:prSet presAssocID="{6B007EA7-B387-4279-ACA9-9A1245440D93}" presName="Name17" presStyleLbl="parChTrans1D3" presStyleIdx="1" presStyleCnt="2"/>
      <dgm:spPr/>
    </dgm:pt>
    <dgm:pt modelId="{BEB3447E-0D81-DD46-8CEA-35069F6D013F}" type="pres">
      <dgm:prSet presAssocID="{39119048-C547-40E7-8329-3C5E56344E83}" presName="hierRoot3" presStyleCnt="0"/>
      <dgm:spPr/>
    </dgm:pt>
    <dgm:pt modelId="{CA5A2B15-6A03-7947-B67E-9FD1ADEE5FB1}" type="pres">
      <dgm:prSet presAssocID="{39119048-C547-40E7-8329-3C5E56344E83}" presName="composite3" presStyleCnt="0"/>
      <dgm:spPr/>
    </dgm:pt>
    <dgm:pt modelId="{371935B2-E681-4A4E-8596-063E40398CC7}" type="pres">
      <dgm:prSet presAssocID="{39119048-C547-40E7-8329-3C5E56344E83}" presName="background3" presStyleLbl="node3" presStyleIdx="1" presStyleCnt="2"/>
      <dgm:spPr/>
    </dgm:pt>
    <dgm:pt modelId="{C9D7013A-E760-2740-86EF-ABF50BCC5B78}" type="pres">
      <dgm:prSet presAssocID="{39119048-C547-40E7-8329-3C5E56344E83}" presName="text3" presStyleLbl="fgAcc3" presStyleIdx="1" presStyleCnt="2">
        <dgm:presLayoutVars>
          <dgm:chPref val="3"/>
        </dgm:presLayoutVars>
      </dgm:prSet>
      <dgm:spPr/>
    </dgm:pt>
    <dgm:pt modelId="{825DBA22-ED33-0C43-87F1-7A33D5989F70}" type="pres">
      <dgm:prSet presAssocID="{39119048-C547-40E7-8329-3C5E56344E83}" presName="hierChild4" presStyleCnt="0"/>
      <dgm:spPr/>
    </dgm:pt>
    <dgm:pt modelId="{9A3870F6-D4EB-F941-B95D-DEBAD7AC3794}" type="pres">
      <dgm:prSet presAssocID="{57335F3F-D20F-425D-8BD9-E4EC5F904F0C}" presName="Name10" presStyleLbl="parChTrans1D2" presStyleIdx="2" presStyleCnt="3"/>
      <dgm:spPr/>
    </dgm:pt>
    <dgm:pt modelId="{296F80B4-D939-9A4E-BEE8-8E530C6B58E3}" type="pres">
      <dgm:prSet presAssocID="{DE90197D-48F3-4FC1-B11B-DA7AB488F631}" presName="hierRoot2" presStyleCnt="0"/>
      <dgm:spPr/>
    </dgm:pt>
    <dgm:pt modelId="{7BEEF228-4414-944A-A31B-8CEA64753261}" type="pres">
      <dgm:prSet presAssocID="{DE90197D-48F3-4FC1-B11B-DA7AB488F631}" presName="composite2" presStyleCnt="0"/>
      <dgm:spPr/>
    </dgm:pt>
    <dgm:pt modelId="{9EED39EE-8A3A-1043-A36B-E91CA3718F2D}" type="pres">
      <dgm:prSet presAssocID="{DE90197D-48F3-4FC1-B11B-DA7AB488F631}" presName="background2" presStyleLbl="node2" presStyleIdx="2" presStyleCnt="3"/>
      <dgm:spPr/>
    </dgm:pt>
    <dgm:pt modelId="{C6AC2D91-CA4A-554B-AA56-0501356167FF}" type="pres">
      <dgm:prSet presAssocID="{DE90197D-48F3-4FC1-B11B-DA7AB488F631}" presName="text2" presStyleLbl="fgAcc2" presStyleIdx="2" presStyleCnt="3">
        <dgm:presLayoutVars>
          <dgm:chPref val="3"/>
        </dgm:presLayoutVars>
      </dgm:prSet>
      <dgm:spPr/>
    </dgm:pt>
    <dgm:pt modelId="{A34C5831-531D-7F4D-90F5-73D1691D7ED2}" type="pres">
      <dgm:prSet presAssocID="{DE90197D-48F3-4FC1-B11B-DA7AB488F631}" presName="hierChild3" presStyleCnt="0"/>
      <dgm:spPr/>
    </dgm:pt>
  </dgm:ptLst>
  <dgm:cxnLst>
    <dgm:cxn modelId="{A7BBF90B-3F29-4818-B3D2-1E019DAD53EE}" srcId="{09F7D1D6-2CBC-4B6C-891E-386DB7F43549}" destId="{39119048-C547-40E7-8329-3C5E56344E83}" srcOrd="0" destOrd="0" parTransId="{6B007EA7-B387-4279-ACA9-9A1245440D93}" sibTransId="{7AD8BEAA-46B8-4A63-8777-78FB781125E5}"/>
    <dgm:cxn modelId="{7FCB2D11-36CB-445E-878D-1ED0ECFBAE69}" srcId="{00B17E34-6638-40FB-A74D-CF6D0DFC9CAE}" destId="{09F7D1D6-2CBC-4B6C-891E-386DB7F43549}" srcOrd="1" destOrd="0" parTransId="{4BF4FDD0-2171-4516-ABD7-A3D0B98B98D3}" sibTransId="{F883799C-1FE7-4E83-9294-2286882C6AAB}"/>
    <dgm:cxn modelId="{07D7DF12-E6B2-9D49-9629-13CB3EABD67B}" type="presOf" srcId="{DE90197D-48F3-4FC1-B11B-DA7AB488F631}" destId="{C6AC2D91-CA4A-554B-AA56-0501356167FF}" srcOrd="0" destOrd="0" presId="urn:microsoft.com/office/officeart/2005/8/layout/hierarchy1"/>
    <dgm:cxn modelId="{7F6AF314-694A-427B-AFE8-944044F471C6}" srcId="{7498D5AB-592C-45F0-87C8-A186AC453F08}" destId="{3105458E-D8FB-459B-82FB-7C6921698DA6}" srcOrd="0" destOrd="0" parTransId="{6308C089-CFE8-485D-A7C0-1735E47A8B90}" sibTransId="{8FEA1F8E-A0E9-49DF-900C-2269F8ABB66E}"/>
    <dgm:cxn modelId="{ED675E15-4E3D-B041-BD69-E13AC7C2E9D3}" type="presOf" srcId="{4BF4FDD0-2171-4516-ABD7-A3D0B98B98D3}" destId="{31AF8EBC-F698-A84F-A30B-4CD7073FA449}" srcOrd="0" destOrd="0" presId="urn:microsoft.com/office/officeart/2005/8/layout/hierarchy1"/>
    <dgm:cxn modelId="{7676811F-E358-524E-95F6-9ED1EB77DAD7}" type="presOf" srcId="{00B17E34-6638-40FB-A74D-CF6D0DFC9CAE}" destId="{ECEA8E16-E564-5D41-BE4A-25826E60F0FF}" srcOrd="0" destOrd="0" presId="urn:microsoft.com/office/officeart/2005/8/layout/hierarchy1"/>
    <dgm:cxn modelId="{800FD527-5ADC-48A2-9525-FE98FEA9D3AC}" srcId="{00B17E34-6638-40FB-A74D-CF6D0DFC9CAE}" destId="{7498D5AB-592C-45F0-87C8-A186AC453F08}" srcOrd="0" destOrd="0" parTransId="{119FF5AA-73AB-4BE7-BEE6-1C4BAE3FCBF9}" sibTransId="{F5A5C076-BE35-4B4F-B867-1FADA13B5042}"/>
    <dgm:cxn modelId="{FB50D72C-125F-AD48-855A-1CF872815B9C}" type="presOf" srcId="{3105458E-D8FB-459B-82FB-7C6921698DA6}" destId="{B94F8E3E-1F16-F64A-BC35-5BF2F32B9BD6}" srcOrd="0" destOrd="0" presId="urn:microsoft.com/office/officeart/2005/8/layout/hierarchy1"/>
    <dgm:cxn modelId="{86A85731-1581-F84B-B3D0-5B4E5E1D8492}" type="presOf" srcId="{57335F3F-D20F-425D-8BD9-E4EC5F904F0C}" destId="{9A3870F6-D4EB-F941-B95D-DEBAD7AC3794}" srcOrd="0" destOrd="0" presId="urn:microsoft.com/office/officeart/2005/8/layout/hierarchy1"/>
    <dgm:cxn modelId="{CFD2185E-8D92-D94F-B3F8-2E1C360EB36A}" type="presOf" srcId="{119FF5AA-73AB-4BE7-BEE6-1C4BAE3FCBF9}" destId="{E551F5A3-88D3-CC4C-A2FD-7802F19630EE}" srcOrd="0" destOrd="0" presId="urn:microsoft.com/office/officeart/2005/8/layout/hierarchy1"/>
    <dgm:cxn modelId="{0FE93460-371C-4A82-8834-16EE2E521C14}" srcId="{00B17E34-6638-40FB-A74D-CF6D0DFC9CAE}" destId="{DE90197D-48F3-4FC1-B11B-DA7AB488F631}" srcOrd="2" destOrd="0" parTransId="{57335F3F-D20F-425D-8BD9-E4EC5F904F0C}" sibTransId="{A01A7683-03E6-468D-A0E5-1D76AF1D0AA2}"/>
    <dgm:cxn modelId="{52545E62-A42E-4340-B303-8311E65ED669}" type="presOf" srcId="{C245C047-A3D4-44A6-A96C-E49DEBCC7507}" destId="{572658BA-89A9-7749-B6B0-ACD712E3676B}" srcOrd="0" destOrd="0" presId="urn:microsoft.com/office/officeart/2005/8/layout/hierarchy1"/>
    <dgm:cxn modelId="{831AAB62-30BC-BF4C-B207-1B2CC04F9CE9}" type="presOf" srcId="{09F7D1D6-2CBC-4B6C-891E-386DB7F43549}" destId="{67EB76DF-2C1F-E740-98B9-DA2ABD6644F1}" srcOrd="0" destOrd="0" presId="urn:microsoft.com/office/officeart/2005/8/layout/hierarchy1"/>
    <dgm:cxn modelId="{49550676-44E0-0C47-9CB2-82EA48CD564D}" type="presOf" srcId="{7498D5AB-592C-45F0-87C8-A186AC453F08}" destId="{E60C808D-E35C-E643-824D-FFC44C561B20}" srcOrd="0" destOrd="0" presId="urn:microsoft.com/office/officeart/2005/8/layout/hierarchy1"/>
    <dgm:cxn modelId="{F66C2B8C-C0A3-1F48-8683-44DF32E86B34}" type="presOf" srcId="{6B007EA7-B387-4279-ACA9-9A1245440D93}" destId="{7BA86A25-9F64-854F-8210-6598CD9BC169}" srcOrd="0" destOrd="0" presId="urn:microsoft.com/office/officeart/2005/8/layout/hierarchy1"/>
    <dgm:cxn modelId="{961DF5D7-811F-384F-8866-FD2AF054BF55}" type="presOf" srcId="{6308C089-CFE8-485D-A7C0-1735E47A8B90}" destId="{633A3737-5A8A-FD4F-A606-FCAD56136274}" srcOrd="0" destOrd="0" presId="urn:microsoft.com/office/officeart/2005/8/layout/hierarchy1"/>
    <dgm:cxn modelId="{574A1BF6-55D1-1E42-B2C2-D62F827948AE}" type="presOf" srcId="{39119048-C547-40E7-8329-3C5E56344E83}" destId="{C9D7013A-E760-2740-86EF-ABF50BCC5B78}" srcOrd="0" destOrd="0" presId="urn:microsoft.com/office/officeart/2005/8/layout/hierarchy1"/>
    <dgm:cxn modelId="{9E62E4F7-8E31-4C32-8A8B-7DEBEA1FB935}" srcId="{C245C047-A3D4-44A6-A96C-E49DEBCC7507}" destId="{00B17E34-6638-40FB-A74D-CF6D0DFC9CAE}" srcOrd="0" destOrd="0" parTransId="{4853CAA0-C523-40F4-BEAC-A43D534203E0}" sibTransId="{5BE94C55-F29D-47D0-BCE1-E04B25F42A66}"/>
    <dgm:cxn modelId="{CE8871B4-EA62-104E-A445-60BDA12B6488}" type="presParOf" srcId="{572658BA-89A9-7749-B6B0-ACD712E3676B}" destId="{6003DFD6-C4EA-FA4F-A073-D4942F1C8E0F}" srcOrd="0" destOrd="0" presId="urn:microsoft.com/office/officeart/2005/8/layout/hierarchy1"/>
    <dgm:cxn modelId="{71AE2840-A0E5-6D47-A371-98EB974B65B5}" type="presParOf" srcId="{6003DFD6-C4EA-FA4F-A073-D4942F1C8E0F}" destId="{7C715E13-CA77-2944-AD3B-C23B2E1C7A84}" srcOrd="0" destOrd="0" presId="urn:microsoft.com/office/officeart/2005/8/layout/hierarchy1"/>
    <dgm:cxn modelId="{6B6D5C24-6B33-9741-BB6D-93F40B75EC13}" type="presParOf" srcId="{7C715E13-CA77-2944-AD3B-C23B2E1C7A84}" destId="{92DD70A0-69BE-CE4D-8A18-87F948C9CEA7}" srcOrd="0" destOrd="0" presId="urn:microsoft.com/office/officeart/2005/8/layout/hierarchy1"/>
    <dgm:cxn modelId="{01BA4D45-DB0F-F54A-9DCB-2021A3609C50}" type="presParOf" srcId="{7C715E13-CA77-2944-AD3B-C23B2E1C7A84}" destId="{ECEA8E16-E564-5D41-BE4A-25826E60F0FF}" srcOrd="1" destOrd="0" presId="urn:microsoft.com/office/officeart/2005/8/layout/hierarchy1"/>
    <dgm:cxn modelId="{D3F5616B-13AC-6F4C-82DC-5CC0FDE467C7}" type="presParOf" srcId="{6003DFD6-C4EA-FA4F-A073-D4942F1C8E0F}" destId="{424FB40A-FD03-814F-81D6-BFBBD0157044}" srcOrd="1" destOrd="0" presId="urn:microsoft.com/office/officeart/2005/8/layout/hierarchy1"/>
    <dgm:cxn modelId="{6FAB9D84-6584-BF40-85AF-7F010338BC65}" type="presParOf" srcId="{424FB40A-FD03-814F-81D6-BFBBD0157044}" destId="{E551F5A3-88D3-CC4C-A2FD-7802F19630EE}" srcOrd="0" destOrd="0" presId="urn:microsoft.com/office/officeart/2005/8/layout/hierarchy1"/>
    <dgm:cxn modelId="{9C9AB35F-9684-4B41-96B4-31CD13BBF670}" type="presParOf" srcId="{424FB40A-FD03-814F-81D6-BFBBD0157044}" destId="{BD32A6F6-29AB-1649-898E-4C3311A3040D}" srcOrd="1" destOrd="0" presId="urn:microsoft.com/office/officeart/2005/8/layout/hierarchy1"/>
    <dgm:cxn modelId="{F8BF6B6E-FEBF-3841-B9FE-4DC46C074FD3}" type="presParOf" srcId="{BD32A6F6-29AB-1649-898E-4C3311A3040D}" destId="{B622CF72-899F-3D45-8102-7E4C7A4C3E4E}" srcOrd="0" destOrd="0" presId="urn:microsoft.com/office/officeart/2005/8/layout/hierarchy1"/>
    <dgm:cxn modelId="{71405AED-E7E8-A04C-8F16-A1BDCD212025}" type="presParOf" srcId="{B622CF72-899F-3D45-8102-7E4C7A4C3E4E}" destId="{911D4526-DEB5-AE4F-906C-1692267A2EEB}" srcOrd="0" destOrd="0" presId="urn:microsoft.com/office/officeart/2005/8/layout/hierarchy1"/>
    <dgm:cxn modelId="{1DA8FBD1-1348-A54D-A121-CA3AA0BD7943}" type="presParOf" srcId="{B622CF72-899F-3D45-8102-7E4C7A4C3E4E}" destId="{E60C808D-E35C-E643-824D-FFC44C561B20}" srcOrd="1" destOrd="0" presId="urn:microsoft.com/office/officeart/2005/8/layout/hierarchy1"/>
    <dgm:cxn modelId="{B21DD17B-3BD9-7B41-88BC-A7C899D66505}" type="presParOf" srcId="{BD32A6F6-29AB-1649-898E-4C3311A3040D}" destId="{446F9130-E57A-A842-9E47-E122D3E2BBC5}" srcOrd="1" destOrd="0" presId="urn:microsoft.com/office/officeart/2005/8/layout/hierarchy1"/>
    <dgm:cxn modelId="{E30D87A8-BC4F-7D4A-B826-77CF2BA367F0}" type="presParOf" srcId="{446F9130-E57A-A842-9E47-E122D3E2BBC5}" destId="{633A3737-5A8A-FD4F-A606-FCAD56136274}" srcOrd="0" destOrd="0" presId="urn:microsoft.com/office/officeart/2005/8/layout/hierarchy1"/>
    <dgm:cxn modelId="{29B28419-36F6-5748-8170-B4EC9B48151A}" type="presParOf" srcId="{446F9130-E57A-A842-9E47-E122D3E2BBC5}" destId="{80FB6EA4-A1A0-874D-AA78-E8FFA7CDB301}" srcOrd="1" destOrd="0" presId="urn:microsoft.com/office/officeart/2005/8/layout/hierarchy1"/>
    <dgm:cxn modelId="{B094A0F4-4A2F-324A-84AE-CDA3D406CAE1}" type="presParOf" srcId="{80FB6EA4-A1A0-874D-AA78-E8FFA7CDB301}" destId="{617F065A-8F3F-D343-885D-A5531370CF28}" srcOrd="0" destOrd="0" presId="urn:microsoft.com/office/officeart/2005/8/layout/hierarchy1"/>
    <dgm:cxn modelId="{3BF64320-95FF-F343-AB8A-E0F4A4A1D278}" type="presParOf" srcId="{617F065A-8F3F-D343-885D-A5531370CF28}" destId="{075DFB8F-6EF4-F14A-898A-1412D576EC72}" srcOrd="0" destOrd="0" presId="urn:microsoft.com/office/officeart/2005/8/layout/hierarchy1"/>
    <dgm:cxn modelId="{B8778571-E81D-0D45-8F26-5C3214C5CEE4}" type="presParOf" srcId="{617F065A-8F3F-D343-885D-A5531370CF28}" destId="{B94F8E3E-1F16-F64A-BC35-5BF2F32B9BD6}" srcOrd="1" destOrd="0" presId="urn:microsoft.com/office/officeart/2005/8/layout/hierarchy1"/>
    <dgm:cxn modelId="{422FD72E-13C5-DD42-94B7-CBBB3F1E8E42}" type="presParOf" srcId="{80FB6EA4-A1A0-874D-AA78-E8FFA7CDB301}" destId="{B6AA6CDC-1144-5248-97FD-49F5AA57C7E1}" srcOrd="1" destOrd="0" presId="urn:microsoft.com/office/officeart/2005/8/layout/hierarchy1"/>
    <dgm:cxn modelId="{4D5E1206-C385-BB44-9544-B0B9B9217494}" type="presParOf" srcId="{424FB40A-FD03-814F-81D6-BFBBD0157044}" destId="{31AF8EBC-F698-A84F-A30B-4CD7073FA449}" srcOrd="2" destOrd="0" presId="urn:microsoft.com/office/officeart/2005/8/layout/hierarchy1"/>
    <dgm:cxn modelId="{97699AEB-4F18-924F-9069-4C0C09057FB2}" type="presParOf" srcId="{424FB40A-FD03-814F-81D6-BFBBD0157044}" destId="{763B3A17-850A-194F-899D-58C4039056A9}" srcOrd="3" destOrd="0" presId="urn:microsoft.com/office/officeart/2005/8/layout/hierarchy1"/>
    <dgm:cxn modelId="{7B542E88-F8E1-DA46-9E7E-11B71796F185}" type="presParOf" srcId="{763B3A17-850A-194F-899D-58C4039056A9}" destId="{731B8BB3-3CA1-274C-8831-6535278E5FFD}" srcOrd="0" destOrd="0" presId="urn:microsoft.com/office/officeart/2005/8/layout/hierarchy1"/>
    <dgm:cxn modelId="{A3839C2F-66B7-9F45-B67C-C9ED2926C84D}" type="presParOf" srcId="{731B8BB3-3CA1-274C-8831-6535278E5FFD}" destId="{BED3937E-2160-EE46-ABC1-7508E9377DD8}" srcOrd="0" destOrd="0" presId="urn:microsoft.com/office/officeart/2005/8/layout/hierarchy1"/>
    <dgm:cxn modelId="{F8CED45A-0D4E-F14B-B46A-E3855D4FD572}" type="presParOf" srcId="{731B8BB3-3CA1-274C-8831-6535278E5FFD}" destId="{67EB76DF-2C1F-E740-98B9-DA2ABD6644F1}" srcOrd="1" destOrd="0" presId="urn:microsoft.com/office/officeart/2005/8/layout/hierarchy1"/>
    <dgm:cxn modelId="{9D01AD94-1FA6-5545-BE2F-D8B4DD634C8E}" type="presParOf" srcId="{763B3A17-850A-194F-899D-58C4039056A9}" destId="{8659834A-F451-6840-9227-0EA1CCF3FC63}" srcOrd="1" destOrd="0" presId="urn:microsoft.com/office/officeart/2005/8/layout/hierarchy1"/>
    <dgm:cxn modelId="{8326F8C1-8CA9-6F42-BBBC-EDD300A6BD42}" type="presParOf" srcId="{8659834A-F451-6840-9227-0EA1CCF3FC63}" destId="{7BA86A25-9F64-854F-8210-6598CD9BC169}" srcOrd="0" destOrd="0" presId="urn:microsoft.com/office/officeart/2005/8/layout/hierarchy1"/>
    <dgm:cxn modelId="{00E9083B-7759-8A42-A4FF-FF1A7269F3DD}" type="presParOf" srcId="{8659834A-F451-6840-9227-0EA1CCF3FC63}" destId="{BEB3447E-0D81-DD46-8CEA-35069F6D013F}" srcOrd="1" destOrd="0" presId="urn:microsoft.com/office/officeart/2005/8/layout/hierarchy1"/>
    <dgm:cxn modelId="{AD0755F6-362B-5F46-8710-A29266A348A7}" type="presParOf" srcId="{BEB3447E-0D81-DD46-8CEA-35069F6D013F}" destId="{CA5A2B15-6A03-7947-B67E-9FD1ADEE5FB1}" srcOrd="0" destOrd="0" presId="urn:microsoft.com/office/officeart/2005/8/layout/hierarchy1"/>
    <dgm:cxn modelId="{543A8BAE-7808-7843-9304-451E709EB14C}" type="presParOf" srcId="{CA5A2B15-6A03-7947-B67E-9FD1ADEE5FB1}" destId="{371935B2-E681-4A4E-8596-063E40398CC7}" srcOrd="0" destOrd="0" presId="urn:microsoft.com/office/officeart/2005/8/layout/hierarchy1"/>
    <dgm:cxn modelId="{EA7D467A-68A4-8641-BA22-C069E80D0ED5}" type="presParOf" srcId="{CA5A2B15-6A03-7947-B67E-9FD1ADEE5FB1}" destId="{C9D7013A-E760-2740-86EF-ABF50BCC5B78}" srcOrd="1" destOrd="0" presId="urn:microsoft.com/office/officeart/2005/8/layout/hierarchy1"/>
    <dgm:cxn modelId="{99B40AAD-6274-3B46-9650-2462AF2DCED4}" type="presParOf" srcId="{BEB3447E-0D81-DD46-8CEA-35069F6D013F}" destId="{825DBA22-ED33-0C43-87F1-7A33D5989F70}" srcOrd="1" destOrd="0" presId="urn:microsoft.com/office/officeart/2005/8/layout/hierarchy1"/>
    <dgm:cxn modelId="{77F3C9EF-BD93-7F49-A2D1-F27B7D2B14CC}" type="presParOf" srcId="{424FB40A-FD03-814F-81D6-BFBBD0157044}" destId="{9A3870F6-D4EB-F941-B95D-DEBAD7AC3794}" srcOrd="4" destOrd="0" presId="urn:microsoft.com/office/officeart/2005/8/layout/hierarchy1"/>
    <dgm:cxn modelId="{277DB280-566B-BA46-88A9-BB3632A9D356}" type="presParOf" srcId="{424FB40A-FD03-814F-81D6-BFBBD0157044}" destId="{296F80B4-D939-9A4E-BEE8-8E530C6B58E3}" srcOrd="5" destOrd="0" presId="urn:microsoft.com/office/officeart/2005/8/layout/hierarchy1"/>
    <dgm:cxn modelId="{5A73BC90-5297-D44A-9320-B45AB964B651}" type="presParOf" srcId="{296F80B4-D939-9A4E-BEE8-8E530C6B58E3}" destId="{7BEEF228-4414-944A-A31B-8CEA64753261}" srcOrd="0" destOrd="0" presId="urn:microsoft.com/office/officeart/2005/8/layout/hierarchy1"/>
    <dgm:cxn modelId="{2026C263-2F09-284D-A81D-6D065811F196}" type="presParOf" srcId="{7BEEF228-4414-944A-A31B-8CEA64753261}" destId="{9EED39EE-8A3A-1043-A36B-E91CA3718F2D}" srcOrd="0" destOrd="0" presId="urn:microsoft.com/office/officeart/2005/8/layout/hierarchy1"/>
    <dgm:cxn modelId="{6304F08B-9DF4-204D-8F24-0DDB0795DD3E}" type="presParOf" srcId="{7BEEF228-4414-944A-A31B-8CEA64753261}" destId="{C6AC2D91-CA4A-554B-AA56-0501356167FF}" srcOrd="1" destOrd="0" presId="urn:microsoft.com/office/officeart/2005/8/layout/hierarchy1"/>
    <dgm:cxn modelId="{DDB2CEE1-D685-294D-8429-4B9E8B79772B}" type="presParOf" srcId="{296F80B4-D939-9A4E-BEE8-8E530C6B58E3}" destId="{A34C5831-531D-7F4D-90F5-73D1691D7ED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4.xml><?xml version="1.0" encoding="utf-8"?>
<dgm:dataModel xmlns:dgm="http://schemas.openxmlformats.org/drawingml/2006/diagram" xmlns:a="http://schemas.openxmlformats.org/drawingml/2006/main">
  <dgm:ptLst>
    <dgm:pt modelId="{010DE39C-1618-45B1-836D-697B67BAED20}" type="doc">
      <dgm:prSet loTypeId="urn:microsoft.com/office/officeart/2005/8/layout/hierarchy6" qsTypeId="urn:microsoft.com/office/officeart/2005/8/quickstyle/simple2" csTypeId="urn:microsoft.com/office/officeart/2005/8/colors/accent1_2"/>
      <dgm:spPr/>
    </dgm:pt>
    <dgm:pt modelId="{83D03EA8-1185-4BAD-AB45-EE66533FB274}">
      <dgm:prSet/>
      <dgm:spPr/>
      <dgm:t>
        <a:bodyPr/>
        <a:lstStyle/>
        <a:p>
          <a:r>
            <a:t>Program lead</a:t>
          </a:r>
        </a:p>
      </dgm:t>
    </dgm:pt>
    <dgm:pt modelId="{59E023BF-17F3-4A35-AD63-7EE2F44F9F15}" type="parTrans" cxnId="{F5BCC49C-ECE5-43B5-A629-121A54E61622}">
      <dgm:prSet/>
      <dgm:spPr/>
      <dgm:t>
        <a:bodyPr/>
        <a:lstStyle/>
        <a:p>
          <a:endParaRPr/>
        </a:p>
      </dgm:t>
    </dgm:pt>
    <dgm:pt modelId="{F1C49C59-FC67-4C0C-926A-55649D9738E9}" type="sibTrans" cxnId="{F5BCC49C-ECE5-43B5-A629-121A54E61622}">
      <dgm:prSet/>
      <dgm:spPr/>
      <dgm:t>
        <a:bodyPr/>
        <a:lstStyle/>
        <a:p>
          <a:endParaRPr/>
        </a:p>
      </dgm:t>
    </dgm:pt>
    <dgm:pt modelId="{401CD8C7-F221-4275-8054-56C724EEBAC3}">
      <dgm:prSet/>
      <dgm:spPr/>
      <dgm:t>
        <a:bodyPr/>
        <a:lstStyle/>
        <a:p>
          <a:r>
            <a:t>Design</a:t>
          </a:r>
        </a:p>
      </dgm:t>
    </dgm:pt>
    <dgm:pt modelId="{DEAE9012-3E32-41C2-891A-E995AFB50492}" type="parTrans" cxnId="{32C1F582-F22D-4D89-A081-5694F46E27FF}">
      <dgm:prSet/>
      <dgm:spPr/>
      <dgm:t>
        <a:bodyPr/>
        <a:lstStyle/>
        <a:p>
          <a:endParaRPr/>
        </a:p>
      </dgm:t>
    </dgm:pt>
    <dgm:pt modelId="{4A4211E5-8D60-4554-B90C-D26DB545C32E}" type="sibTrans" cxnId="{32C1F582-F22D-4D89-A081-5694F46E27FF}">
      <dgm:prSet/>
      <dgm:spPr/>
      <dgm:t>
        <a:bodyPr/>
        <a:lstStyle/>
        <a:p>
          <a:endParaRPr/>
        </a:p>
      </dgm:t>
    </dgm:pt>
    <dgm:pt modelId="{C102269F-6823-4DF1-AAAF-257B0F606A36}">
      <dgm:prSet/>
      <dgm:spPr/>
      <dgm:t>
        <a:bodyPr/>
        <a:lstStyle/>
        <a:p>
          <a:r>
            <a:t>Engineering</a:t>
          </a:r>
        </a:p>
      </dgm:t>
    </dgm:pt>
    <dgm:pt modelId="{7529287F-3B0C-4D65-802C-4C19AC39A107}" type="parTrans" cxnId="{BA4A8F94-64C8-44EF-9E93-E5D9B725DEAD}">
      <dgm:prSet/>
      <dgm:spPr/>
      <dgm:t>
        <a:bodyPr/>
        <a:lstStyle/>
        <a:p>
          <a:endParaRPr/>
        </a:p>
      </dgm:t>
    </dgm:pt>
    <dgm:pt modelId="{E12E5C4B-2F81-47C1-8D9E-82E8A5FEC559}" type="sibTrans" cxnId="{BA4A8F94-64C8-44EF-9E93-E5D9B725DEAD}">
      <dgm:prSet/>
      <dgm:spPr/>
      <dgm:t>
        <a:bodyPr/>
        <a:lstStyle/>
        <a:p>
          <a:endParaRPr/>
        </a:p>
      </dgm:t>
    </dgm:pt>
    <dgm:pt modelId="{81F6337D-0677-4A06-BE6C-CF185905435D}">
      <dgm:prSet/>
      <dgm:spPr/>
      <dgm:t>
        <a:bodyPr/>
        <a:lstStyle/>
        <a:p>
          <a:r>
            <a:t>Go-to-market</a:t>
          </a:r>
        </a:p>
      </dgm:t>
    </dgm:pt>
    <dgm:pt modelId="{07D6D5F6-CA2D-4BD5-9BFF-396E4FF8B70F}" type="parTrans" cxnId="{E6060A4D-5663-4510-980E-3A9CB8200987}">
      <dgm:prSet/>
      <dgm:spPr/>
      <dgm:t>
        <a:bodyPr/>
        <a:lstStyle/>
        <a:p>
          <a:endParaRPr/>
        </a:p>
      </dgm:t>
    </dgm:pt>
    <dgm:pt modelId="{E8B8B4D6-9BC3-4DE4-878F-5ADB334496DC}" type="sibTrans" cxnId="{E6060A4D-5663-4510-980E-3A9CB8200987}">
      <dgm:prSet/>
      <dgm:spPr/>
      <dgm:t>
        <a:bodyPr/>
        <a:lstStyle/>
        <a:p>
          <a:endParaRPr/>
        </a:p>
      </dgm:t>
    </dgm:pt>
    <dgm:pt modelId="{270DAB9A-48DE-498E-BA9A-27E5C59728ED}">
      <dgm:prSet/>
      <dgm:spPr/>
      <dgm:t>
        <a:bodyPr/>
        <a:lstStyle/>
        <a:p>
          <a:r>
            <a:t>Research</a:t>
          </a:r>
        </a:p>
      </dgm:t>
    </dgm:pt>
    <dgm:pt modelId="{BF4F3779-86AC-4BA7-AFEB-BDF02838DF1A}" type="parTrans" cxnId="{BA978AB2-6C29-4265-A308-C5B873ED16CC}">
      <dgm:prSet/>
      <dgm:spPr/>
      <dgm:t>
        <a:bodyPr/>
        <a:lstStyle/>
        <a:p>
          <a:endParaRPr/>
        </a:p>
      </dgm:t>
    </dgm:pt>
    <dgm:pt modelId="{8FABC176-53C6-4CA4-ABA0-A01DAEA9F6DD}" type="sibTrans" cxnId="{BA978AB2-6C29-4265-A308-C5B873ED16CC}">
      <dgm:prSet/>
      <dgm:spPr/>
      <dgm:t>
        <a:bodyPr/>
        <a:lstStyle/>
        <a:p>
          <a:endParaRPr/>
        </a:p>
      </dgm:t>
    </dgm:pt>
    <dgm:pt modelId="{B8DAB1D6-ADDB-4E2E-99FF-4BA51DEAF199}">
      <dgm:prSet/>
      <dgm:spPr/>
      <dgm:t>
        <a:bodyPr/>
        <a:lstStyle/>
        <a:p>
          <a:r>
            <a:t>Build</a:t>
          </a:r>
        </a:p>
      </dgm:t>
    </dgm:pt>
    <dgm:pt modelId="{F85EEC0C-1020-42D4-BB67-F2BF7076B1A8}" type="parTrans" cxnId="{BC5B1E67-350D-4EC4-A4F5-1EAB980A8060}">
      <dgm:prSet/>
      <dgm:spPr/>
      <dgm:t>
        <a:bodyPr/>
        <a:lstStyle/>
        <a:p>
          <a:endParaRPr/>
        </a:p>
      </dgm:t>
    </dgm:pt>
    <dgm:pt modelId="{2F9AB429-46C4-461E-A076-B6A7B539F924}" type="sibTrans" cxnId="{BC5B1E67-350D-4EC4-A4F5-1EAB980A8060}">
      <dgm:prSet/>
      <dgm:spPr/>
      <dgm:t>
        <a:bodyPr/>
        <a:lstStyle/>
        <a:p>
          <a:endParaRPr/>
        </a:p>
      </dgm:t>
    </dgm:pt>
    <dgm:pt modelId="{661B11EE-0FE0-7843-98FC-0E10096D8FBB}" type="pres">
      <dgm:prSet presAssocID="{010DE39C-1618-45B1-836D-697B67BAED20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495AA92-4CE0-9148-A351-8562D4F9B893}" type="pres">
      <dgm:prSet presAssocID="{010DE39C-1618-45B1-836D-697B67BAED20}" presName="hierFlow" presStyleCnt="0"/>
      <dgm:spPr/>
    </dgm:pt>
    <dgm:pt modelId="{660AD846-8095-EC4C-B7BC-360D2B7E4CD4}" type="pres">
      <dgm:prSet presAssocID="{010DE39C-1618-45B1-836D-697B67BAED20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822AA90-416B-9F4B-9828-F93D4129C13E}" type="pres">
      <dgm:prSet presAssocID="{83D03EA8-1185-4BAD-AB45-EE66533FB274}" presName="Name14" presStyleCnt="0"/>
      <dgm:spPr/>
    </dgm:pt>
    <dgm:pt modelId="{F41B7865-E638-0146-AEA8-479852CEA4D7}" type="pres">
      <dgm:prSet presAssocID="{83D03EA8-1185-4BAD-AB45-EE66533FB274}" presName="level1Shape" presStyleLbl="node0" presStyleIdx="0" presStyleCnt="1">
        <dgm:presLayoutVars>
          <dgm:chPref val="3"/>
        </dgm:presLayoutVars>
      </dgm:prSet>
      <dgm:spPr/>
    </dgm:pt>
    <dgm:pt modelId="{5716C873-A8B6-CB4C-BCC4-A9DE6D2078DC}" type="pres">
      <dgm:prSet presAssocID="{83D03EA8-1185-4BAD-AB45-EE66533FB274}" presName="hierChild2" presStyleCnt="0"/>
      <dgm:spPr/>
    </dgm:pt>
    <dgm:pt modelId="{8288E374-9959-C74D-88C3-5621287BFC8B}" type="pres">
      <dgm:prSet presAssocID="{DEAE9012-3E32-41C2-891A-E995AFB50492}" presName="Name19" presStyleLbl="parChTrans1D2" presStyleIdx="0" presStyleCnt="3"/>
      <dgm:spPr/>
    </dgm:pt>
    <dgm:pt modelId="{A8A2511A-9FB9-0545-97F6-E825E6AAF141}" type="pres">
      <dgm:prSet presAssocID="{401CD8C7-F221-4275-8054-56C724EEBAC3}" presName="Name21" presStyleCnt="0"/>
      <dgm:spPr/>
    </dgm:pt>
    <dgm:pt modelId="{EC40A7AF-3A76-8E4E-A629-0E24772E554D}" type="pres">
      <dgm:prSet presAssocID="{401CD8C7-F221-4275-8054-56C724EEBAC3}" presName="level2Shape" presStyleLbl="node2" presStyleIdx="0" presStyleCnt="3"/>
      <dgm:spPr/>
    </dgm:pt>
    <dgm:pt modelId="{32030DB7-68F6-A745-82A3-B81B24BC0F9F}" type="pres">
      <dgm:prSet presAssocID="{401CD8C7-F221-4275-8054-56C724EEBAC3}" presName="hierChild3" presStyleCnt="0"/>
      <dgm:spPr/>
    </dgm:pt>
    <dgm:pt modelId="{B8BCCEB3-B54C-1249-9E43-B0170C1D6389}" type="pres">
      <dgm:prSet presAssocID="{BF4F3779-86AC-4BA7-AFEB-BDF02838DF1A}" presName="Name19" presStyleLbl="parChTrans1D3" presStyleIdx="0" presStyleCnt="2"/>
      <dgm:spPr/>
    </dgm:pt>
    <dgm:pt modelId="{C1B68DF6-EB78-2140-BF87-E106FA26E75B}" type="pres">
      <dgm:prSet presAssocID="{270DAB9A-48DE-498E-BA9A-27E5C59728ED}" presName="Name21" presStyleCnt="0"/>
      <dgm:spPr/>
    </dgm:pt>
    <dgm:pt modelId="{1823E1F3-DCDD-2446-AEBF-50661B7428CD}" type="pres">
      <dgm:prSet presAssocID="{270DAB9A-48DE-498E-BA9A-27E5C59728ED}" presName="level2Shape" presStyleLbl="node3" presStyleIdx="0" presStyleCnt="2"/>
      <dgm:spPr/>
    </dgm:pt>
    <dgm:pt modelId="{B40B51CB-5B62-D448-8DDC-BCF5398CB463}" type="pres">
      <dgm:prSet presAssocID="{270DAB9A-48DE-498E-BA9A-27E5C59728ED}" presName="hierChild3" presStyleCnt="0"/>
      <dgm:spPr/>
    </dgm:pt>
    <dgm:pt modelId="{22061BD9-3E2D-FF44-BEC6-4171F9385156}" type="pres">
      <dgm:prSet presAssocID="{7529287F-3B0C-4D65-802C-4C19AC39A107}" presName="Name19" presStyleLbl="parChTrans1D2" presStyleIdx="1" presStyleCnt="3"/>
      <dgm:spPr/>
    </dgm:pt>
    <dgm:pt modelId="{BA6B7885-F527-AD49-AA22-24DB322DE170}" type="pres">
      <dgm:prSet presAssocID="{C102269F-6823-4DF1-AAAF-257B0F606A36}" presName="Name21" presStyleCnt="0"/>
      <dgm:spPr/>
    </dgm:pt>
    <dgm:pt modelId="{B32EF276-9538-AC4B-A1F4-1360F19CD1D0}" type="pres">
      <dgm:prSet presAssocID="{C102269F-6823-4DF1-AAAF-257B0F606A36}" presName="level2Shape" presStyleLbl="node2" presStyleIdx="1" presStyleCnt="3"/>
      <dgm:spPr/>
    </dgm:pt>
    <dgm:pt modelId="{FF49A59B-A31B-D641-A9F3-CC2959807A05}" type="pres">
      <dgm:prSet presAssocID="{C102269F-6823-4DF1-AAAF-257B0F606A36}" presName="hierChild3" presStyleCnt="0"/>
      <dgm:spPr/>
    </dgm:pt>
    <dgm:pt modelId="{94253B54-DEF8-AD4A-BA87-B078BA1BF1CE}" type="pres">
      <dgm:prSet presAssocID="{F85EEC0C-1020-42D4-BB67-F2BF7076B1A8}" presName="Name19" presStyleLbl="parChTrans1D3" presStyleIdx="1" presStyleCnt="2"/>
      <dgm:spPr/>
    </dgm:pt>
    <dgm:pt modelId="{2AA7CD8B-3E34-2947-A2B8-8AC8B866BBDA}" type="pres">
      <dgm:prSet presAssocID="{B8DAB1D6-ADDB-4E2E-99FF-4BA51DEAF199}" presName="Name21" presStyleCnt="0"/>
      <dgm:spPr/>
    </dgm:pt>
    <dgm:pt modelId="{2123C39B-1FC6-B54A-AF7F-1606A28C969D}" type="pres">
      <dgm:prSet presAssocID="{B8DAB1D6-ADDB-4E2E-99FF-4BA51DEAF199}" presName="level2Shape" presStyleLbl="node3" presStyleIdx="1" presStyleCnt="2"/>
      <dgm:spPr/>
    </dgm:pt>
    <dgm:pt modelId="{FC516E06-5C70-D146-A5EC-E3B14C88FE12}" type="pres">
      <dgm:prSet presAssocID="{B8DAB1D6-ADDB-4E2E-99FF-4BA51DEAF199}" presName="hierChild3" presStyleCnt="0"/>
      <dgm:spPr/>
    </dgm:pt>
    <dgm:pt modelId="{64D0F67A-3A78-D44A-B5E9-277EBD0FB658}" type="pres">
      <dgm:prSet presAssocID="{07D6D5F6-CA2D-4BD5-9BFF-396E4FF8B70F}" presName="Name19" presStyleLbl="parChTrans1D2" presStyleIdx="2" presStyleCnt="3"/>
      <dgm:spPr/>
    </dgm:pt>
    <dgm:pt modelId="{C0B2E8B1-E4F0-9344-A9BD-B4DFDEC3524B}" type="pres">
      <dgm:prSet presAssocID="{81F6337D-0677-4A06-BE6C-CF185905435D}" presName="Name21" presStyleCnt="0"/>
      <dgm:spPr/>
    </dgm:pt>
    <dgm:pt modelId="{307DBDB6-C944-664C-8CB4-A039313C308D}" type="pres">
      <dgm:prSet presAssocID="{81F6337D-0677-4A06-BE6C-CF185905435D}" presName="level2Shape" presStyleLbl="node2" presStyleIdx="2" presStyleCnt="3"/>
      <dgm:spPr/>
    </dgm:pt>
    <dgm:pt modelId="{7B99FF4C-F64C-F542-A557-1751828E4144}" type="pres">
      <dgm:prSet presAssocID="{81F6337D-0677-4A06-BE6C-CF185905435D}" presName="hierChild3" presStyleCnt="0"/>
      <dgm:spPr/>
    </dgm:pt>
    <dgm:pt modelId="{29D7E7A4-8788-DF48-B130-B7FB01639154}" type="pres">
      <dgm:prSet presAssocID="{010DE39C-1618-45B1-836D-697B67BAED20}" presName="bgShapesFlow" presStyleCnt="0"/>
      <dgm:spPr/>
    </dgm:pt>
  </dgm:ptLst>
  <dgm:cxnLst>
    <dgm:cxn modelId="{21B72D00-FF6F-0A46-97F1-6751BC1013E6}" type="presOf" srcId="{270DAB9A-48DE-498E-BA9A-27E5C59728ED}" destId="{1823E1F3-DCDD-2446-AEBF-50661B7428CD}" srcOrd="0" destOrd="0" presId="urn:microsoft.com/office/officeart/2005/8/layout/hierarchy6"/>
    <dgm:cxn modelId="{F3EF1D2D-A45F-1C47-B7D8-C450D1A94435}" type="presOf" srcId="{07D6D5F6-CA2D-4BD5-9BFF-396E4FF8B70F}" destId="{64D0F67A-3A78-D44A-B5E9-277EBD0FB658}" srcOrd="0" destOrd="0" presId="urn:microsoft.com/office/officeart/2005/8/layout/hierarchy6"/>
    <dgm:cxn modelId="{E6060A4D-5663-4510-980E-3A9CB8200987}" srcId="{83D03EA8-1185-4BAD-AB45-EE66533FB274}" destId="{81F6337D-0677-4A06-BE6C-CF185905435D}" srcOrd="2" destOrd="0" parTransId="{07D6D5F6-CA2D-4BD5-9BFF-396E4FF8B70F}" sibTransId="{E8B8B4D6-9BC3-4DE4-878F-5ADB334496DC}"/>
    <dgm:cxn modelId="{DC80D258-7553-3A44-B792-6E605CE548B3}" type="presOf" srcId="{B8DAB1D6-ADDB-4E2E-99FF-4BA51DEAF199}" destId="{2123C39B-1FC6-B54A-AF7F-1606A28C969D}" srcOrd="0" destOrd="0" presId="urn:microsoft.com/office/officeart/2005/8/layout/hierarchy6"/>
    <dgm:cxn modelId="{BC5B1E67-350D-4EC4-A4F5-1EAB980A8060}" srcId="{C102269F-6823-4DF1-AAAF-257B0F606A36}" destId="{B8DAB1D6-ADDB-4E2E-99FF-4BA51DEAF199}" srcOrd="0" destOrd="0" parTransId="{F85EEC0C-1020-42D4-BB67-F2BF7076B1A8}" sibTransId="{2F9AB429-46C4-461E-A076-B6A7B539F924}"/>
    <dgm:cxn modelId="{DC9DA77F-5750-0748-8662-88A84F8AAD94}" type="presOf" srcId="{401CD8C7-F221-4275-8054-56C724EEBAC3}" destId="{EC40A7AF-3A76-8E4E-A629-0E24772E554D}" srcOrd="0" destOrd="0" presId="urn:microsoft.com/office/officeart/2005/8/layout/hierarchy6"/>
    <dgm:cxn modelId="{32C1F582-F22D-4D89-A081-5694F46E27FF}" srcId="{83D03EA8-1185-4BAD-AB45-EE66533FB274}" destId="{401CD8C7-F221-4275-8054-56C724EEBAC3}" srcOrd="0" destOrd="0" parTransId="{DEAE9012-3E32-41C2-891A-E995AFB50492}" sibTransId="{4A4211E5-8D60-4554-B90C-D26DB545C32E}"/>
    <dgm:cxn modelId="{B9EFF988-9F85-D547-B633-343263E17657}" type="presOf" srcId="{7529287F-3B0C-4D65-802C-4C19AC39A107}" destId="{22061BD9-3E2D-FF44-BEC6-4171F9385156}" srcOrd="0" destOrd="0" presId="urn:microsoft.com/office/officeart/2005/8/layout/hierarchy6"/>
    <dgm:cxn modelId="{874F1692-7A38-0848-A31A-237FA6EC336F}" type="presOf" srcId="{C102269F-6823-4DF1-AAAF-257B0F606A36}" destId="{B32EF276-9538-AC4B-A1F4-1360F19CD1D0}" srcOrd="0" destOrd="0" presId="urn:microsoft.com/office/officeart/2005/8/layout/hierarchy6"/>
    <dgm:cxn modelId="{BA4A8F94-64C8-44EF-9E93-E5D9B725DEAD}" srcId="{83D03EA8-1185-4BAD-AB45-EE66533FB274}" destId="{C102269F-6823-4DF1-AAAF-257B0F606A36}" srcOrd="1" destOrd="0" parTransId="{7529287F-3B0C-4D65-802C-4C19AC39A107}" sibTransId="{E12E5C4B-2F81-47C1-8D9E-82E8A5FEC559}"/>
    <dgm:cxn modelId="{76914A95-547B-3E4C-BF16-027D618BB122}" type="presOf" srcId="{F85EEC0C-1020-42D4-BB67-F2BF7076B1A8}" destId="{94253B54-DEF8-AD4A-BA87-B078BA1BF1CE}" srcOrd="0" destOrd="0" presId="urn:microsoft.com/office/officeart/2005/8/layout/hierarchy6"/>
    <dgm:cxn modelId="{F5BCC49C-ECE5-43B5-A629-121A54E61622}" srcId="{010DE39C-1618-45B1-836D-697B67BAED20}" destId="{83D03EA8-1185-4BAD-AB45-EE66533FB274}" srcOrd="0" destOrd="0" parTransId="{59E023BF-17F3-4A35-AD63-7EE2F44F9F15}" sibTransId="{F1C49C59-FC67-4C0C-926A-55649D9738E9}"/>
    <dgm:cxn modelId="{0401D5AF-4545-D741-8844-BEB573A972DF}" type="presOf" srcId="{010DE39C-1618-45B1-836D-697B67BAED20}" destId="{661B11EE-0FE0-7843-98FC-0E10096D8FBB}" srcOrd="0" destOrd="0" presId="urn:microsoft.com/office/officeart/2005/8/layout/hierarchy6"/>
    <dgm:cxn modelId="{BA978AB2-6C29-4265-A308-C5B873ED16CC}" srcId="{401CD8C7-F221-4275-8054-56C724EEBAC3}" destId="{270DAB9A-48DE-498E-BA9A-27E5C59728ED}" srcOrd="0" destOrd="0" parTransId="{BF4F3779-86AC-4BA7-AFEB-BDF02838DF1A}" sibTransId="{8FABC176-53C6-4CA4-ABA0-A01DAEA9F6DD}"/>
    <dgm:cxn modelId="{CA2B0DBD-F18A-244E-AECB-CEC342DD7C20}" type="presOf" srcId="{BF4F3779-86AC-4BA7-AFEB-BDF02838DF1A}" destId="{B8BCCEB3-B54C-1249-9E43-B0170C1D6389}" srcOrd="0" destOrd="0" presId="urn:microsoft.com/office/officeart/2005/8/layout/hierarchy6"/>
    <dgm:cxn modelId="{CF5B2EC9-5B61-9A41-A582-67FA88C10F98}" type="presOf" srcId="{81F6337D-0677-4A06-BE6C-CF185905435D}" destId="{307DBDB6-C944-664C-8CB4-A039313C308D}" srcOrd="0" destOrd="0" presId="urn:microsoft.com/office/officeart/2005/8/layout/hierarchy6"/>
    <dgm:cxn modelId="{E3D9BFCF-FEC9-3F4B-97E6-C0037FB33906}" type="presOf" srcId="{DEAE9012-3E32-41C2-891A-E995AFB50492}" destId="{8288E374-9959-C74D-88C3-5621287BFC8B}" srcOrd="0" destOrd="0" presId="urn:microsoft.com/office/officeart/2005/8/layout/hierarchy6"/>
    <dgm:cxn modelId="{E2CAB5D2-B0DD-664F-8FAE-89DABEB23A2D}" type="presOf" srcId="{83D03EA8-1185-4BAD-AB45-EE66533FB274}" destId="{F41B7865-E638-0146-AEA8-479852CEA4D7}" srcOrd="0" destOrd="0" presId="urn:microsoft.com/office/officeart/2005/8/layout/hierarchy6"/>
    <dgm:cxn modelId="{A37A867A-377D-4547-8782-F2F7B44EC2AD}" type="presParOf" srcId="{661B11EE-0FE0-7843-98FC-0E10096D8FBB}" destId="{E495AA92-4CE0-9148-A351-8562D4F9B893}" srcOrd="0" destOrd="0" presId="urn:microsoft.com/office/officeart/2005/8/layout/hierarchy6"/>
    <dgm:cxn modelId="{9990BED4-D917-6246-A505-3AA6A7CC743E}" type="presParOf" srcId="{E495AA92-4CE0-9148-A351-8562D4F9B893}" destId="{660AD846-8095-EC4C-B7BC-360D2B7E4CD4}" srcOrd="0" destOrd="0" presId="urn:microsoft.com/office/officeart/2005/8/layout/hierarchy6"/>
    <dgm:cxn modelId="{180E3C21-66A6-A840-99C6-3AA8114B878B}" type="presParOf" srcId="{660AD846-8095-EC4C-B7BC-360D2B7E4CD4}" destId="{0822AA90-416B-9F4B-9828-F93D4129C13E}" srcOrd="0" destOrd="0" presId="urn:microsoft.com/office/officeart/2005/8/layout/hierarchy6"/>
    <dgm:cxn modelId="{4E64F88C-018A-2E4E-9E5E-F9F6451C97B2}" type="presParOf" srcId="{0822AA90-416B-9F4B-9828-F93D4129C13E}" destId="{F41B7865-E638-0146-AEA8-479852CEA4D7}" srcOrd="0" destOrd="0" presId="urn:microsoft.com/office/officeart/2005/8/layout/hierarchy6"/>
    <dgm:cxn modelId="{D162EFEF-C862-1D40-AA85-B49C8779E191}" type="presParOf" srcId="{0822AA90-416B-9F4B-9828-F93D4129C13E}" destId="{5716C873-A8B6-CB4C-BCC4-A9DE6D2078DC}" srcOrd="1" destOrd="0" presId="urn:microsoft.com/office/officeart/2005/8/layout/hierarchy6"/>
    <dgm:cxn modelId="{0F1596C5-FEB9-4546-A250-C2A484CBEE6F}" type="presParOf" srcId="{5716C873-A8B6-CB4C-BCC4-A9DE6D2078DC}" destId="{8288E374-9959-C74D-88C3-5621287BFC8B}" srcOrd="0" destOrd="0" presId="urn:microsoft.com/office/officeart/2005/8/layout/hierarchy6"/>
    <dgm:cxn modelId="{4CB0647D-527A-9542-A493-EB37E5006E51}" type="presParOf" srcId="{5716C873-A8B6-CB4C-BCC4-A9DE6D2078DC}" destId="{A8A2511A-9FB9-0545-97F6-E825E6AAF141}" srcOrd="1" destOrd="0" presId="urn:microsoft.com/office/officeart/2005/8/layout/hierarchy6"/>
    <dgm:cxn modelId="{11AC45A0-D533-174A-9F01-C220076EF965}" type="presParOf" srcId="{A8A2511A-9FB9-0545-97F6-E825E6AAF141}" destId="{EC40A7AF-3A76-8E4E-A629-0E24772E554D}" srcOrd="0" destOrd="0" presId="urn:microsoft.com/office/officeart/2005/8/layout/hierarchy6"/>
    <dgm:cxn modelId="{8BEB9CF3-73BC-264A-BA1C-E7A20801534B}" type="presParOf" srcId="{A8A2511A-9FB9-0545-97F6-E825E6AAF141}" destId="{32030DB7-68F6-A745-82A3-B81B24BC0F9F}" srcOrd="1" destOrd="0" presId="urn:microsoft.com/office/officeart/2005/8/layout/hierarchy6"/>
    <dgm:cxn modelId="{8F61FA12-328F-CB4F-B0D9-8093D13CCA8D}" type="presParOf" srcId="{32030DB7-68F6-A745-82A3-B81B24BC0F9F}" destId="{B8BCCEB3-B54C-1249-9E43-B0170C1D6389}" srcOrd="0" destOrd="0" presId="urn:microsoft.com/office/officeart/2005/8/layout/hierarchy6"/>
    <dgm:cxn modelId="{A712A0E9-31BD-AC43-B80E-4DE6C7936674}" type="presParOf" srcId="{32030DB7-68F6-A745-82A3-B81B24BC0F9F}" destId="{C1B68DF6-EB78-2140-BF87-E106FA26E75B}" srcOrd="1" destOrd="0" presId="urn:microsoft.com/office/officeart/2005/8/layout/hierarchy6"/>
    <dgm:cxn modelId="{0140AA87-90AD-3441-892B-970583CC001D}" type="presParOf" srcId="{C1B68DF6-EB78-2140-BF87-E106FA26E75B}" destId="{1823E1F3-DCDD-2446-AEBF-50661B7428CD}" srcOrd="0" destOrd="0" presId="urn:microsoft.com/office/officeart/2005/8/layout/hierarchy6"/>
    <dgm:cxn modelId="{CF47CFC1-AD83-5149-BE61-64A88F8A2E99}" type="presParOf" srcId="{C1B68DF6-EB78-2140-BF87-E106FA26E75B}" destId="{B40B51CB-5B62-D448-8DDC-BCF5398CB463}" srcOrd="1" destOrd="0" presId="urn:microsoft.com/office/officeart/2005/8/layout/hierarchy6"/>
    <dgm:cxn modelId="{BFAE852D-60E2-FA47-8A96-EA661CDEED66}" type="presParOf" srcId="{5716C873-A8B6-CB4C-BCC4-A9DE6D2078DC}" destId="{22061BD9-3E2D-FF44-BEC6-4171F9385156}" srcOrd="2" destOrd="0" presId="urn:microsoft.com/office/officeart/2005/8/layout/hierarchy6"/>
    <dgm:cxn modelId="{7FFA83C4-DCA7-0E45-A012-F42EFA59C308}" type="presParOf" srcId="{5716C873-A8B6-CB4C-BCC4-A9DE6D2078DC}" destId="{BA6B7885-F527-AD49-AA22-24DB322DE170}" srcOrd="3" destOrd="0" presId="urn:microsoft.com/office/officeart/2005/8/layout/hierarchy6"/>
    <dgm:cxn modelId="{A0970DC6-C8B3-FC4A-B517-0CB15C183C83}" type="presParOf" srcId="{BA6B7885-F527-AD49-AA22-24DB322DE170}" destId="{B32EF276-9538-AC4B-A1F4-1360F19CD1D0}" srcOrd="0" destOrd="0" presId="urn:microsoft.com/office/officeart/2005/8/layout/hierarchy6"/>
    <dgm:cxn modelId="{E4EE1B97-566B-C84C-9C4D-A23631E5EB2B}" type="presParOf" srcId="{BA6B7885-F527-AD49-AA22-24DB322DE170}" destId="{FF49A59B-A31B-D641-A9F3-CC2959807A05}" srcOrd="1" destOrd="0" presId="urn:microsoft.com/office/officeart/2005/8/layout/hierarchy6"/>
    <dgm:cxn modelId="{30126A9F-FE09-CC4A-B780-167BA32A4E1B}" type="presParOf" srcId="{FF49A59B-A31B-D641-A9F3-CC2959807A05}" destId="{94253B54-DEF8-AD4A-BA87-B078BA1BF1CE}" srcOrd="0" destOrd="0" presId="urn:microsoft.com/office/officeart/2005/8/layout/hierarchy6"/>
    <dgm:cxn modelId="{5A8F4D6C-FBA4-2940-AFD3-7FE70B306E9A}" type="presParOf" srcId="{FF49A59B-A31B-D641-A9F3-CC2959807A05}" destId="{2AA7CD8B-3E34-2947-A2B8-8AC8B866BBDA}" srcOrd="1" destOrd="0" presId="urn:microsoft.com/office/officeart/2005/8/layout/hierarchy6"/>
    <dgm:cxn modelId="{828C863A-B873-914F-B307-8E77A35A00EC}" type="presParOf" srcId="{2AA7CD8B-3E34-2947-A2B8-8AC8B866BBDA}" destId="{2123C39B-1FC6-B54A-AF7F-1606A28C969D}" srcOrd="0" destOrd="0" presId="urn:microsoft.com/office/officeart/2005/8/layout/hierarchy6"/>
    <dgm:cxn modelId="{5E9FB01D-3282-574D-98C2-C787A5F48346}" type="presParOf" srcId="{2AA7CD8B-3E34-2947-A2B8-8AC8B866BBDA}" destId="{FC516E06-5C70-D146-A5EC-E3B14C88FE12}" srcOrd="1" destOrd="0" presId="urn:microsoft.com/office/officeart/2005/8/layout/hierarchy6"/>
    <dgm:cxn modelId="{1ED7BD47-4778-C646-B5EE-2A4A0567EBD2}" type="presParOf" srcId="{5716C873-A8B6-CB4C-BCC4-A9DE6D2078DC}" destId="{64D0F67A-3A78-D44A-B5E9-277EBD0FB658}" srcOrd="4" destOrd="0" presId="urn:microsoft.com/office/officeart/2005/8/layout/hierarchy6"/>
    <dgm:cxn modelId="{D9F9194F-82F0-DF45-80FC-7A6A19475402}" type="presParOf" srcId="{5716C873-A8B6-CB4C-BCC4-A9DE6D2078DC}" destId="{C0B2E8B1-E4F0-9344-A9BD-B4DFDEC3524B}" srcOrd="5" destOrd="0" presId="urn:microsoft.com/office/officeart/2005/8/layout/hierarchy6"/>
    <dgm:cxn modelId="{B9CEB537-D1D1-E242-B9A2-92F740497A1E}" type="presParOf" srcId="{C0B2E8B1-E4F0-9344-A9BD-B4DFDEC3524B}" destId="{307DBDB6-C944-664C-8CB4-A039313C308D}" srcOrd="0" destOrd="0" presId="urn:microsoft.com/office/officeart/2005/8/layout/hierarchy6"/>
    <dgm:cxn modelId="{569EF7B1-B410-FA43-B2AD-D1354CBB05DE}" type="presParOf" srcId="{C0B2E8B1-E4F0-9344-A9BD-B4DFDEC3524B}" destId="{7B99FF4C-F64C-F542-A557-1751828E4144}" srcOrd="1" destOrd="0" presId="urn:microsoft.com/office/officeart/2005/8/layout/hierarchy6"/>
    <dgm:cxn modelId="{36275317-BFB0-2B47-A4F4-F659983DE779}" type="presParOf" srcId="{661B11EE-0FE0-7843-98FC-0E10096D8FBB}" destId="{29D7E7A4-8788-DF48-B130-B7FB01639154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5.xml><?xml version="1.0" encoding="utf-8"?>
<dgm:dataModel xmlns:dgm="http://schemas.openxmlformats.org/drawingml/2006/diagram" xmlns:a="http://schemas.openxmlformats.org/drawingml/2006/main">
  <dgm:ptLst>
    <dgm:pt modelId="{5BE75B14-8B96-498F-AC23-135A9F5EF6D6}" type="doc">
      <dgm:prSet loTypeId="urn:microsoft.com/office/officeart/2009/3/layout/HorizontalOrganizationChart" qsTypeId="urn:microsoft.com/office/officeart/2005/8/quickstyle/simple2" csTypeId="urn:microsoft.com/office/officeart/2005/8/colors/accent1_2"/>
      <dgm:spPr/>
    </dgm:pt>
    <dgm:pt modelId="{D1A05B0D-B9D1-4F38-A409-AE865CC637CE}">
      <dgm:prSet/>
      <dgm:spPr/>
      <dgm:t>
        <a:bodyPr/>
        <a:lstStyle/>
        <a:p>
          <a:r>
            <a:t>Program lead</a:t>
          </a:r>
        </a:p>
      </dgm:t>
    </dgm:pt>
    <dgm:pt modelId="{EAA5557F-68E2-4B1B-A04B-ED7C96A2226F}" type="parTrans" cxnId="{E994538A-8D92-4749-947E-4C2112BB2E9D}">
      <dgm:prSet/>
      <dgm:spPr/>
      <dgm:t>
        <a:bodyPr/>
        <a:lstStyle/>
        <a:p>
          <a:endParaRPr/>
        </a:p>
      </dgm:t>
    </dgm:pt>
    <dgm:pt modelId="{631C76DE-D797-47F1-9F87-CD69F13D62A5}" type="sibTrans" cxnId="{E994538A-8D92-4749-947E-4C2112BB2E9D}">
      <dgm:prSet/>
      <dgm:spPr/>
      <dgm:t>
        <a:bodyPr/>
        <a:lstStyle/>
        <a:p>
          <a:endParaRPr/>
        </a:p>
      </dgm:t>
    </dgm:pt>
    <dgm:pt modelId="{B1C2659E-B66B-4817-9885-FD66CDFF71CC}">
      <dgm:prSet/>
      <dgm:spPr/>
      <dgm:t>
        <a:bodyPr/>
        <a:lstStyle/>
        <a:p>
          <a:r>
            <a:t>Design</a:t>
          </a:r>
        </a:p>
      </dgm:t>
    </dgm:pt>
    <dgm:pt modelId="{1A4E0C15-327B-4A00-ACDD-1413D1155BB0}" type="parTrans" cxnId="{07394295-2C5A-4DBF-8113-A0D5FCCF6C21}">
      <dgm:prSet/>
      <dgm:spPr/>
      <dgm:t>
        <a:bodyPr/>
        <a:lstStyle/>
        <a:p>
          <a:endParaRPr/>
        </a:p>
      </dgm:t>
    </dgm:pt>
    <dgm:pt modelId="{869B231B-F164-4405-AE23-9550C63A43B8}" type="sibTrans" cxnId="{07394295-2C5A-4DBF-8113-A0D5FCCF6C21}">
      <dgm:prSet/>
      <dgm:spPr/>
      <dgm:t>
        <a:bodyPr/>
        <a:lstStyle/>
        <a:p>
          <a:endParaRPr/>
        </a:p>
      </dgm:t>
    </dgm:pt>
    <dgm:pt modelId="{98037644-DE57-44F3-8DF3-F6683BC012CE}">
      <dgm:prSet/>
      <dgm:spPr/>
      <dgm:t>
        <a:bodyPr/>
        <a:lstStyle/>
        <a:p>
          <a:r>
            <a:t>Engineering</a:t>
          </a:r>
        </a:p>
      </dgm:t>
    </dgm:pt>
    <dgm:pt modelId="{1E56CB55-E8FE-4B8C-ADAE-F1AEAFA78315}" type="parTrans" cxnId="{8B183513-B9A7-4F72-BDC3-2205AE147D1D}">
      <dgm:prSet/>
      <dgm:spPr/>
      <dgm:t>
        <a:bodyPr/>
        <a:lstStyle/>
        <a:p>
          <a:endParaRPr/>
        </a:p>
      </dgm:t>
    </dgm:pt>
    <dgm:pt modelId="{C79FFB05-FCA2-4E3B-BF43-0E5FCEEC396A}" type="sibTrans" cxnId="{8B183513-B9A7-4F72-BDC3-2205AE147D1D}">
      <dgm:prSet/>
      <dgm:spPr/>
      <dgm:t>
        <a:bodyPr/>
        <a:lstStyle/>
        <a:p>
          <a:endParaRPr/>
        </a:p>
      </dgm:t>
    </dgm:pt>
    <dgm:pt modelId="{2A34F60F-6542-4C73-A608-9A3A9618D38A}">
      <dgm:prSet/>
      <dgm:spPr/>
      <dgm:t>
        <a:bodyPr/>
        <a:lstStyle/>
        <a:p>
          <a:r>
            <a:t>Go-to-market</a:t>
          </a:r>
        </a:p>
      </dgm:t>
    </dgm:pt>
    <dgm:pt modelId="{EEDAFAA1-7D23-40C0-AF2A-23DFC6919B1A}" type="parTrans" cxnId="{29943434-98F8-43FC-8289-ACF9D39C41E7}">
      <dgm:prSet/>
      <dgm:spPr/>
      <dgm:t>
        <a:bodyPr/>
        <a:lstStyle/>
        <a:p>
          <a:endParaRPr/>
        </a:p>
      </dgm:t>
    </dgm:pt>
    <dgm:pt modelId="{C5888F2E-D81D-4008-A4D5-34C805539F10}" type="sibTrans" cxnId="{29943434-98F8-43FC-8289-ACF9D39C41E7}">
      <dgm:prSet/>
      <dgm:spPr/>
      <dgm:t>
        <a:bodyPr/>
        <a:lstStyle/>
        <a:p>
          <a:endParaRPr/>
        </a:p>
      </dgm:t>
    </dgm:pt>
    <dgm:pt modelId="{FDCB7348-2C4A-4EC2-B1F6-CB98CD02EE06}">
      <dgm:prSet/>
      <dgm:spPr/>
      <dgm:t>
        <a:bodyPr/>
        <a:lstStyle/>
        <a:p>
          <a:r>
            <a:t>Research</a:t>
          </a:r>
        </a:p>
      </dgm:t>
    </dgm:pt>
    <dgm:pt modelId="{D7CE1A14-C96E-473F-BAF1-A19C66970258}" type="parTrans" cxnId="{1F907946-9089-4A89-90DD-5BD9F6D602D7}">
      <dgm:prSet/>
      <dgm:spPr/>
      <dgm:t>
        <a:bodyPr/>
        <a:lstStyle/>
        <a:p>
          <a:endParaRPr/>
        </a:p>
      </dgm:t>
    </dgm:pt>
    <dgm:pt modelId="{661C9674-6084-465F-9E4C-EA7ED1F4E811}" type="sibTrans" cxnId="{1F907946-9089-4A89-90DD-5BD9F6D602D7}">
      <dgm:prSet/>
      <dgm:spPr/>
      <dgm:t>
        <a:bodyPr/>
        <a:lstStyle/>
        <a:p>
          <a:endParaRPr/>
        </a:p>
      </dgm:t>
    </dgm:pt>
    <dgm:pt modelId="{528DA10D-E13B-4774-9A91-AAAEED32E7F6}">
      <dgm:prSet/>
      <dgm:spPr/>
      <dgm:t>
        <a:bodyPr/>
        <a:lstStyle/>
        <a:p>
          <a:r>
            <a:t>Build</a:t>
          </a:r>
        </a:p>
      </dgm:t>
    </dgm:pt>
    <dgm:pt modelId="{852BE8A5-455F-48C5-9D99-D21F51A49054}" type="parTrans" cxnId="{97F3D5F5-4C19-4EEE-9461-F5B42D32C19B}">
      <dgm:prSet/>
      <dgm:spPr/>
      <dgm:t>
        <a:bodyPr/>
        <a:lstStyle/>
        <a:p>
          <a:endParaRPr/>
        </a:p>
      </dgm:t>
    </dgm:pt>
    <dgm:pt modelId="{F768282B-35A2-456A-A8F3-A70773DE543B}" type="sibTrans" cxnId="{97F3D5F5-4C19-4EEE-9461-F5B42D32C19B}">
      <dgm:prSet/>
      <dgm:spPr/>
      <dgm:t>
        <a:bodyPr/>
        <a:lstStyle/>
        <a:p>
          <a:endParaRPr/>
        </a:p>
      </dgm:t>
    </dgm:pt>
    <dgm:pt modelId="{DA6F2649-8568-6245-850F-A7D402043A43}" type="pres">
      <dgm:prSet presAssocID="{5BE75B14-8B96-498F-AC23-135A9F5EF6D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7E2BE1F-636B-B44E-BA8E-C6ED6CCC3668}" type="pres">
      <dgm:prSet presAssocID="{D1A05B0D-B9D1-4F38-A409-AE865CC637CE}" presName="hierRoot1" presStyleCnt="0">
        <dgm:presLayoutVars>
          <dgm:hierBranch val="init"/>
        </dgm:presLayoutVars>
      </dgm:prSet>
      <dgm:spPr/>
    </dgm:pt>
    <dgm:pt modelId="{1C01E518-2645-E946-A8F8-C7A556044D05}" type="pres">
      <dgm:prSet presAssocID="{D1A05B0D-B9D1-4F38-A409-AE865CC637CE}" presName="rootComposite1" presStyleCnt="0"/>
      <dgm:spPr/>
    </dgm:pt>
    <dgm:pt modelId="{8F045B98-749F-EA47-89F7-5482E7AA2A95}" type="pres">
      <dgm:prSet presAssocID="{D1A05B0D-B9D1-4F38-A409-AE865CC637CE}" presName="rootText1" presStyleLbl="node0" presStyleIdx="0" presStyleCnt="1">
        <dgm:presLayoutVars>
          <dgm:chPref val="3"/>
        </dgm:presLayoutVars>
      </dgm:prSet>
      <dgm:spPr/>
    </dgm:pt>
    <dgm:pt modelId="{2287C736-2676-5540-A2B0-22F65AB89E8B}" type="pres">
      <dgm:prSet presAssocID="{D1A05B0D-B9D1-4F38-A409-AE865CC637CE}" presName="rootConnector1" presStyleLbl="node1" presStyleIdx="0" presStyleCnt="0"/>
      <dgm:spPr/>
    </dgm:pt>
    <dgm:pt modelId="{C90D9916-66EA-7549-821E-CB3FB6AF5BF8}" type="pres">
      <dgm:prSet presAssocID="{D1A05B0D-B9D1-4F38-A409-AE865CC637CE}" presName="hierChild2" presStyleCnt="0"/>
      <dgm:spPr/>
    </dgm:pt>
    <dgm:pt modelId="{571CD343-3903-E547-86A9-226A985CA855}" type="pres">
      <dgm:prSet presAssocID="{1A4E0C15-327B-4A00-ACDD-1413D1155BB0}" presName="Name64" presStyleLbl="parChTrans1D2" presStyleIdx="0" presStyleCnt="3"/>
      <dgm:spPr/>
    </dgm:pt>
    <dgm:pt modelId="{89465677-07BB-9D4C-ADF7-EFB4F6CD8B41}" type="pres">
      <dgm:prSet presAssocID="{B1C2659E-B66B-4817-9885-FD66CDFF71CC}" presName="hierRoot2" presStyleCnt="0">
        <dgm:presLayoutVars>
          <dgm:hierBranch val="init"/>
        </dgm:presLayoutVars>
      </dgm:prSet>
      <dgm:spPr/>
    </dgm:pt>
    <dgm:pt modelId="{75C62327-BED0-1F41-9B8D-3088976E07A7}" type="pres">
      <dgm:prSet presAssocID="{B1C2659E-B66B-4817-9885-FD66CDFF71CC}" presName="rootComposite" presStyleCnt="0"/>
      <dgm:spPr/>
    </dgm:pt>
    <dgm:pt modelId="{53658EF8-1B44-B143-BA01-6F466EF668D7}" type="pres">
      <dgm:prSet presAssocID="{B1C2659E-B66B-4817-9885-FD66CDFF71CC}" presName="rootText" presStyleLbl="node2" presStyleIdx="0" presStyleCnt="3">
        <dgm:presLayoutVars>
          <dgm:chPref val="3"/>
        </dgm:presLayoutVars>
      </dgm:prSet>
      <dgm:spPr/>
    </dgm:pt>
    <dgm:pt modelId="{FC88CC64-DF85-A948-B2A7-8B682037C0F6}" type="pres">
      <dgm:prSet presAssocID="{B1C2659E-B66B-4817-9885-FD66CDFF71CC}" presName="rootConnector" presStyleLbl="node2" presStyleIdx="0" presStyleCnt="3"/>
      <dgm:spPr/>
    </dgm:pt>
    <dgm:pt modelId="{F9A426A6-F25B-4C48-9CFE-492BBFC8CAF9}" type="pres">
      <dgm:prSet presAssocID="{B1C2659E-B66B-4817-9885-FD66CDFF71CC}" presName="hierChild4" presStyleCnt="0"/>
      <dgm:spPr/>
    </dgm:pt>
    <dgm:pt modelId="{A22B17CE-0ABF-2A41-960B-264F51EA4A6C}" type="pres">
      <dgm:prSet presAssocID="{D7CE1A14-C96E-473F-BAF1-A19C66970258}" presName="Name64" presStyleLbl="parChTrans1D3" presStyleIdx="0" presStyleCnt="2"/>
      <dgm:spPr/>
    </dgm:pt>
    <dgm:pt modelId="{66F5A7D3-EFB9-7E40-9024-2B350EDFCCC9}" type="pres">
      <dgm:prSet presAssocID="{FDCB7348-2C4A-4EC2-B1F6-CB98CD02EE06}" presName="hierRoot2" presStyleCnt="0">
        <dgm:presLayoutVars>
          <dgm:hierBranch val="init"/>
        </dgm:presLayoutVars>
      </dgm:prSet>
      <dgm:spPr/>
    </dgm:pt>
    <dgm:pt modelId="{6AE391C9-0770-9C41-809B-CA575E9E11D5}" type="pres">
      <dgm:prSet presAssocID="{FDCB7348-2C4A-4EC2-B1F6-CB98CD02EE06}" presName="rootComposite" presStyleCnt="0"/>
      <dgm:spPr/>
    </dgm:pt>
    <dgm:pt modelId="{50CE6DD6-0820-594D-88C5-BA0E64BABB4B}" type="pres">
      <dgm:prSet presAssocID="{FDCB7348-2C4A-4EC2-B1F6-CB98CD02EE06}" presName="rootText" presStyleLbl="node3" presStyleIdx="0" presStyleCnt="2">
        <dgm:presLayoutVars>
          <dgm:chPref val="3"/>
        </dgm:presLayoutVars>
      </dgm:prSet>
      <dgm:spPr/>
    </dgm:pt>
    <dgm:pt modelId="{53653512-0159-E84E-A5F4-9FFF116AFBEA}" type="pres">
      <dgm:prSet presAssocID="{FDCB7348-2C4A-4EC2-B1F6-CB98CD02EE06}" presName="rootConnector" presStyleLbl="node3" presStyleIdx="0" presStyleCnt="2"/>
      <dgm:spPr/>
    </dgm:pt>
    <dgm:pt modelId="{8CFE7403-97B6-E940-875C-9F4D43CC3010}" type="pres">
      <dgm:prSet presAssocID="{FDCB7348-2C4A-4EC2-B1F6-CB98CD02EE06}" presName="hierChild4" presStyleCnt="0"/>
      <dgm:spPr/>
    </dgm:pt>
    <dgm:pt modelId="{19EA550F-B1B3-444A-8E23-DCF146D1E6EE}" type="pres">
      <dgm:prSet presAssocID="{FDCB7348-2C4A-4EC2-B1F6-CB98CD02EE06}" presName="hierChild5" presStyleCnt="0"/>
      <dgm:spPr/>
    </dgm:pt>
    <dgm:pt modelId="{8ADF2E4D-D577-9F41-8F9C-B9244B929EC6}" type="pres">
      <dgm:prSet presAssocID="{B1C2659E-B66B-4817-9885-FD66CDFF71CC}" presName="hierChild5" presStyleCnt="0"/>
      <dgm:spPr/>
    </dgm:pt>
    <dgm:pt modelId="{D6E12626-D8DD-3B45-ABE9-4BA97C16093B}" type="pres">
      <dgm:prSet presAssocID="{1E56CB55-E8FE-4B8C-ADAE-F1AEAFA78315}" presName="Name64" presStyleLbl="parChTrans1D2" presStyleIdx="1" presStyleCnt="3"/>
      <dgm:spPr/>
    </dgm:pt>
    <dgm:pt modelId="{63FAB250-CD07-0945-8A78-8B8EC7C698E6}" type="pres">
      <dgm:prSet presAssocID="{98037644-DE57-44F3-8DF3-F6683BC012CE}" presName="hierRoot2" presStyleCnt="0">
        <dgm:presLayoutVars>
          <dgm:hierBranch val="init"/>
        </dgm:presLayoutVars>
      </dgm:prSet>
      <dgm:spPr/>
    </dgm:pt>
    <dgm:pt modelId="{D45357CD-C9D2-E541-BEB9-9389139314E7}" type="pres">
      <dgm:prSet presAssocID="{98037644-DE57-44F3-8DF3-F6683BC012CE}" presName="rootComposite" presStyleCnt="0"/>
      <dgm:spPr/>
    </dgm:pt>
    <dgm:pt modelId="{62C04452-BA59-574F-ACF3-6133A5A5821A}" type="pres">
      <dgm:prSet presAssocID="{98037644-DE57-44F3-8DF3-F6683BC012CE}" presName="rootText" presStyleLbl="node2" presStyleIdx="1" presStyleCnt="3">
        <dgm:presLayoutVars>
          <dgm:chPref val="3"/>
        </dgm:presLayoutVars>
      </dgm:prSet>
      <dgm:spPr/>
    </dgm:pt>
    <dgm:pt modelId="{54B93A57-DDDC-6341-BE34-C115937B913D}" type="pres">
      <dgm:prSet presAssocID="{98037644-DE57-44F3-8DF3-F6683BC012CE}" presName="rootConnector" presStyleLbl="node2" presStyleIdx="1" presStyleCnt="3"/>
      <dgm:spPr/>
    </dgm:pt>
    <dgm:pt modelId="{9D280DE6-C5BF-D14A-820A-3567019D7445}" type="pres">
      <dgm:prSet presAssocID="{98037644-DE57-44F3-8DF3-F6683BC012CE}" presName="hierChild4" presStyleCnt="0"/>
      <dgm:spPr/>
    </dgm:pt>
    <dgm:pt modelId="{1FE7DD9A-E958-B446-8A62-1EE5C98DA0E0}" type="pres">
      <dgm:prSet presAssocID="{852BE8A5-455F-48C5-9D99-D21F51A49054}" presName="Name64" presStyleLbl="parChTrans1D3" presStyleIdx="1" presStyleCnt="2"/>
      <dgm:spPr/>
    </dgm:pt>
    <dgm:pt modelId="{F43B7A5F-2D26-6E4F-A0A8-9C32B46C26B2}" type="pres">
      <dgm:prSet presAssocID="{528DA10D-E13B-4774-9A91-AAAEED32E7F6}" presName="hierRoot2" presStyleCnt="0">
        <dgm:presLayoutVars>
          <dgm:hierBranch val="init"/>
        </dgm:presLayoutVars>
      </dgm:prSet>
      <dgm:spPr/>
    </dgm:pt>
    <dgm:pt modelId="{42B7558E-48AB-4942-9342-3728E8C884C5}" type="pres">
      <dgm:prSet presAssocID="{528DA10D-E13B-4774-9A91-AAAEED32E7F6}" presName="rootComposite" presStyleCnt="0"/>
      <dgm:spPr/>
    </dgm:pt>
    <dgm:pt modelId="{D9C5AEDD-1D9E-9345-8AEC-9DF579547DEB}" type="pres">
      <dgm:prSet presAssocID="{528DA10D-E13B-4774-9A91-AAAEED32E7F6}" presName="rootText" presStyleLbl="node3" presStyleIdx="1" presStyleCnt="2">
        <dgm:presLayoutVars>
          <dgm:chPref val="3"/>
        </dgm:presLayoutVars>
      </dgm:prSet>
      <dgm:spPr/>
    </dgm:pt>
    <dgm:pt modelId="{0649D860-0E66-C348-8E48-054738060665}" type="pres">
      <dgm:prSet presAssocID="{528DA10D-E13B-4774-9A91-AAAEED32E7F6}" presName="rootConnector" presStyleLbl="node3" presStyleIdx="1" presStyleCnt="2"/>
      <dgm:spPr/>
    </dgm:pt>
    <dgm:pt modelId="{058C17FD-0C27-2A4E-8F23-D90DD51127F4}" type="pres">
      <dgm:prSet presAssocID="{528DA10D-E13B-4774-9A91-AAAEED32E7F6}" presName="hierChild4" presStyleCnt="0"/>
      <dgm:spPr/>
    </dgm:pt>
    <dgm:pt modelId="{142EE2C7-6BCA-AC4B-A4A6-BB8897AC1DF2}" type="pres">
      <dgm:prSet presAssocID="{528DA10D-E13B-4774-9A91-AAAEED32E7F6}" presName="hierChild5" presStyleCnt="0"/>
      <dgm:spPr/>
    </dgm:pt>
    <dgm:pt modelId="{E867DB54-F3C5-954F-B7A7-434B319FF03F}" type="pres">
      <dgm:prSet presAssocID="{98037644-DE57-44F3-8DF3-F6683BC012CE}" presName="hierChild5" presStyleCnt="0"/>
      <dgm:spPr/>
    </dgm:pt>
    <dgm:pt modelId="{FF27EB38-F57E-DF4E-B742-91AEF016FA90}" type="pres">
      <dgm:prSet presAssocID="{EEDAFAA1-7D23-40C0-AF2A-23DFC6919B1A}" presName="Name64" presStyleLbl="parChTrans1D2" presStyleIdx="2" presStyleCnt="3"/>
      <dgm:spPr/>
    </dgm:pt>
    <dgm:pt modelId="{AC8381C6-9330-7942-AD8F-77238CA7D971}" type="pres">
      <dgm:prSet presAssocID="{2A34F60F-6542-4C73-A608-9A3A9618D38A}" presName="hierRoot2" presStyleCnt="0">
        <dgm:presLayoutVars>
          <dgm:hierBranch val="init"/>
        </dgm:presLayoutVars>
      </dgm:prSet>
      <dgm:spPr/>
    </dgm:pt>
    <dgm:pt modelId="{902A1C90-8510-0546-99B9-A80C55885F07}" type="pres">
      <dgm:prSet presAssocID="{2A34F60F-6542-4C73-A608-9A3A9618D38A}" presName="rootComposite" presStyleCnt="0"/>
      <dgm:spPr/>
    </dgm:pt>
    <dgm:pt modelId="{ED1F0E12-3E3A-244E-9058-A685383247ED}" type="pres">
      <dgm:prSet presAssocID="{2A34F60F-6542-4C73-A608-9A3A9618D38A}" presName="rootText" presStyleLbl="node2" presStyleIdx="2" presStyleCnt="3">
        <dgm:presLayoutVars>
          <dgm:chPref val="3"/>
        </dgm:presLayoutVars>
      </dgm:prSet>
      <dgm:spPr/>
    </dgm:pt>
    <dgm:pt modelId="{7E9CCF45-2318-A94C-891E-DC2328D65385}" type="pres">
      <dgm:prSet presAssocID="{2A34F60F-6542-4C73-A608-9A3A9618D38A}" presName="rootConnector" presStyleLbl="node2" presStyleIdx="2" presStyleCnt="3"/>
      <dgm:spPr/>
    </dgm:pt>
    <dgm:pt modelId="{EAE2BE2A-3226-4A4E-BCC5-0EF6424D158E}" type="pres">
      <dgm:prSet presAssocID="{2A34F60F-6542-4C73-A608-9A3A9618D38A}" presName="hierChild4" presStyleCnt="0"/>
      <dgm:spPr/>
    </dgm:pt>
    <dgm:pt modelId="{0BACCBE7-AD87-6747-BDA9-5CDCBED3E52D}" type="pres">
      <dgm:prSet presAssocID="{2A34F60F-6542-4C73-A608-9A3A9618D38A}" presName="hierChild5" presStyleCnt="0"/>
      <dgm:spPr/>
    </dgm:pt>
    <dgm:pt modelId="{FB2F368E-4039-0045-AB55-00E044F2D834}" type="pres">
      <dgm:prSet presAssocID="{D1A05B0D-B9D1-4F38-A409-AE865CC637CE}" presName="hierChild3" presStyleCnt="0"/>
      <dgm:spPr/>
    </dgm:pt>
  </dgm:ptLst>
  <dgm:cxnLst>
    <dgm:cxn modelId="{74A3740D-1332-AA46-8023-D7F7B508E792}" type="presOf" srcId="{EEDAFAA1-7D23-40C0-AF2A-23DFC6919B1A}" destId="{FF27EB38-F57E-DF4E-B742-91AEF016FA90}" srcOrd="0" destOrd="0" presId="urn:microsoft.com/office/officeart/2009/3/layout/HorizontalOrganizationChart"/>
    <dgm:cxn modelId="{8B183513-B9A7-4F72-BDC3-2205AE147D1D}" srcId="{D1A05B0D-B9D1-4F38-A409-AE865CC637CE}" destId="{98037644-DE57-44F3-8DF3-F6683BC012CE}" srcOrd="1" destOrd="0" parTransId="{1E56CB55-E8FE-4B8C-ADAE-F1AEAFA78315}" sibTransId="{C79FFB05-FCA2-4E3B-BF43-0E5FCEEC396A}"/>
    <dgm:cxn modelId="{D9414B14-C081-A241-B57D-8DA2DC6C9EA8}" type="presOf" srcId="{1A4E0C15-327B-4A00-ACDD-1413D1155BB0}" destId="{571CD343-3903-E547-86A9-226A985CA855}" srcOrd="0" destOrd="0" presId="urn:microsoft.com/office/officeart/2009/3/layout/HorizontalOrganizationChart"/>
    <dgm:cxn modelId="{02460130-66A8-894A-A857-F104C678D9C6}" type="presOf" srcId="{2A34F60F-6542-4C73-A608-9A3A9618D38A}" destId="{ED1F0E12-3E3A-244E-9058-A685383247ED}" srcOrd="0" destOrd="0" presId="urn:microsoft.com/office/officeart/2009/3/layout/HorizontalOrganizationChart"/>
    <dgm:cxn modelId="{29943434-98F8-43FC-8289-ACF9D39C41E7}" srcId="{D1A05B0D-B9D1-4F38-A409-AE865CC637CE}" destId="{2A34F60F-6542-4C73-A608-9A3A9618D38A}" srcOrd="2" destOrd="0" parTransId="{EEDAFAA1-7D23-40C0-AF2A-23DFC6919B1A}" sibTransId="{C5888F2E-D81D-4008-A4D5-34C805539F10}"/>
    <dgm:cxn modelId="{0AF23F3C-DC28-C145-A8FA-4AC50D04923A}" type="presOf" srcId="{5BE75B14-8B96-498F-AC23-135A9F5EF6D6}" destId="{DA6F2649-8568-6245-850F-A7D402043A43}" srcOrd="0" destOrd="0" presId="urn:microsoft.com/office/officeart/2009/3/layout/HorizontalOrganizationChart"/>
    <dgm:cxn modelId="{4B1BFF3D-BC79-0F46-86EF-4A33E0507C36}" type="presOf" srcId="{B1C2659E-B66B-4817-9885-FD66CDFF71CC}" destId="{53658EF8-1B44-B143-BA01-6F466EF668D7}" srcOrd="0" destOrd="0" presId="urn:microsoft.com/office/officeart/2009/3/layout/HorizontalOrganizationChart"/>
    <dgm:cxn modelId="{1F907946-9089-4A89-90DD-5BD9F6D602D7}" srcId="{B1C2659E-B66B-4817-9885-FD66CDFF71CC}" destId="{FDCB7348-2C4A-4EC2-B1F6-CB98CD02EE06}" srcOrd="0" destOrd="0" parTransId="{D7CE1A14-C96E-473F-BAF1-A19C66970258}" sibTransId="{661C9674-6084-465F-9E4C-EA7ED1F4E811}"/>
    <dgm:cxn modelId="{0A7E0448-DEA3-B043-925B-35A956BDEEB0}" type="presOf" srcId="{B1C2659E-B66B-4817-9885-FD66CDFF71CC}" destId="{FC88CC64-DF85-A948-B2A7-8B682037C0F6}" srcOrd="1" destOrd="0" presId="urn:microsoft.com/office/officeart/2009/3/layout/HorizontalOrganizationChart"/>
    <dgm:cxn modelId="{DC39BA4B-01EB-834D-95AA-79FED43279BC}" type="presOf" srcId="{D1A05B0D-B9D1-4F38-A409-AE865CC637CE}" destId="{8F045B98-749F-EA47-89F7-5482E7AA2A95}" srcOrd="0" destOrd="0" presId="urn:microsoft.com/office/officeart/2009/3/layout/HorizontalOrganizationChart"/>
    <dgm:cxn modelId="{4B539F54-0D68-E448-954F-E5FA42C8942F}" type="presOf" srcId="{852BE8A5-455F-48C5-9D99-D21F51A49054}" destId="{1FE7DD9A-E958-B446-8A62-1EE5C98DA0E0}" srcOrd="0" destOrd="0" presId="urn:microsoft.com/office/officeart/2009/3/layout/HorizontalOrganizationChart"/>
    <dgm:cxn modelId="{2029DB5B-F1EF-504B-92EC-80F7E5219762}" type="presOf" srcId="{1E56CB55-E8FE-4B8C-ADAE-F1AEAFA78315}" destId="{D6E12626-D8DD-3B45-ABE9-4BA97C16093B}" srcOrd="0" destOrd="0" presId="urn:microsoft.com/office/officeart/2009/3/layout/HorizontalOrganizationChart"/>
    <dgm:cxn modelId="{122B3062-F9C1-B644-B5EC-ACB543A41F69}" type="presOf" srcId="{FDCB7348-2C4A-4EC2-B1F6-CB98CD02EE06}" destId="{50CE6DD6-0820-594D-88C5-BA0E64BABB4B}" srcOrd="0" destOrd="0" presId="urn:microsoft.com/office/officeart/2009/3/layout/HorizontalOrganizationChart"/>
    <dgm:cxn modelId="{E994538A-8D92-4749-947E-4C2112BB2E9D}" srcId="{5BE75B14-8B96-498F-AC23-135A9F5EF6D6}" destId="{D1A05B0D-B9D1-4F38-A409-AE865CC637CE}" srcOrd="0" destOrd="0" parTransId="{EAA5557F-68E2-4B1B-A04B-ED7C96A2226F}" sibTransId="{631C76DE-D797-47F1-9F87-CD69F13D62A5}"/>
    <dgm:cxn modelId="{D9D7988F-1772-CA41-B81D-E663373B3709}" type="presOf" srcId="{528DA10D-E13B-4774-9A91-AAAEED32E7F6}" destId="{0649D860-0E66-C348-8E48-054738060665}" srcOrd="1" destOrd="0" presId="urn:microsoft.com/office/officeart/2009/3/layout/HorizontalOrganizationChart"/>
    <dgm:cxn modelId="{C0BC7693-82E0-F244-95AF-14869782307F}" type="presOf" srcId="{FDCB7348-2C4A-4EC2-B1F6-CB98CD02EE06}" destId="{53653512-0159-E84E-A5F4-9FFF116AFBEA}" srcOrd="1" destOrd="0" presId="urn:microsoft.com/office/officeart/2009/3/layout/HorizontalOrganizationChart"/>
    <dgm:cxn modelId="{07394295-2C5A-4DBF-8113-A0D5FCCF6C21}" srcId="{D1A05B0D-B9D1-4F38-A409-AE865CC637CE}" destId="{B1C2659E-B66B-4817-9885-FD66CDFF71CC}" srcOrd="0" destOrd="0" parTransId="{1A4E0C15-327B-4A00-ACDD-1413D1155BB0}" sibTransId="{869B231B-F164-4405-AE23-9550C63A43B8}"/>
    <dgm:cxn modelId="{0FA90AAA-7AAE-5045-B3AC-9414660F1D2B}" type="presOf" srcId="{2A34F60F-6542-4C73-A608-9A3A9618D38A}" destId="{7E9CCF45-2318-A94C-891E-DC2328D65385}" srcOrd="1" destOrd="0" presId="urn:microsoft.com/office/officeart/2009/3/layout/HorizontalOrganizationChart"/>
    <dgm:cxn modelId="{EF8B33BB-4D36-3E43-B6A2-DE9BDE7A89C1}" type="presOf" srcId="{98037644-DE57-44F3-8DF3-F6683BC012CE}" destId="{62C04452-BA59-574F-ACF3-6133A5A5821A}" srcOrd="0" destOrd="0" presId="urn:microsoft.com/office/officeart/2009/3/layout/HorizontalOrganizationChart"/>
    <dgm:cxn modelId="{7C7F84C9-DA6F-7B4D-B4CD-FE8186645DB8}" type="presOf" srcId="{D1A05B0D-B9D1-4F38-A409-AE865CC637CE}" destId="{2287C736-2676-5540-A2B0-22F65AB89E8B}" srcOrd="1" destOrd="0" presId="urn:microsoft.com/office/officeart/2009/3/layout/HorizontalOrganizationChart"/>
    <dgm:cxn modelId="{6B0463D9-4192-194D-A058-20DACCF275F9}" type="presOf" srcId="{D7CE1A14-C96E-473F-BAF1-A19C66970258}" destId="{A22B17CE-0ABF-2A41-960B-264F51EA4A6C}" srcOrd="0" destOrd="0" presId="urn:microsoft.com/office/officeart/2009/3/layout/HorizontalOrganizationChart"/>
    <dgm:cxn modelId="{726264DE-7C22-4543-A4C4-9ECC60EA2E17}" type="presOf" srcId="{98037644-DE57-44F3-8DF3-F6683BC012CE}" destId="{54B93A57-DDDC-6341-BE34-C115937B913D}" srcOrd="1" destOrd="0" presId="urn:microsoft.com/office/officeart/2009/3/layout/HorizontalOrganizationChart"/>
    <dgm:cxn modelId="{97F3D5F5-4C19-4EEE-9461-F5B42D32C19B}" srcId="{98037644-DE57-44F3-8DF3-F6683BC012CE}" destId="{528DA10D-E13B-4774-9A91-AAAEED32E7F6}" srcOrd="0" destOrd="0" parTransId="{852BE8A5-455F-48C5-9D99-D21F51A49054}" sibTransId="{F768282B-35A2-456A-A8F3-A70773DE543B}"/>
    <dgm:cxn modelId="{F78CF1F8-52D8-8446-AF05-8EC5D6D63E8D}" type="presOf" srcId="{528DA10D-E13B-4774-9A91-AAAEED32E7F6}" destId="{D9C5AEDD-1D9E-9345-8AEC-9DF579547DEB}" srcOrd="0" destOrd="0" presId="urn:microsoft.com/office/officeart/2009/3/layout/HorizontalOrganizationChart"/>
    <dgm:cxn modelId="{DCBDC814-BBBA-7A49-8E62-1EB1365A8FC5}" type="presParOf" srcId="{DA6F2649-8568-6245-850F-A7D402043A43}" destId="{17E2BE1F-636B-B44E-BA8E-C6ED6CCC3668}" srcOrd="0" destOrd="0" presId="urn:microsoft.com/office/officeart/2009/3/layout/HorizontalOrganizationChart"/>
    <dgm:cxn modelId="{AA7C1A26-D41E-0E48-AFF8-4F0005935301}" type="presParOf" srcId="{17E2BE1F-636B-B44E-BA8E-C6ED6CCC3668}" destId="{1C01E518-2645-E946-A8F8-C7A556044D05}" srcOrd="0" destOrd="0" presId="urn:microsoft.com/office/officeart/2009/3/layout/HorizontalOrganizationChart"/>
    <dgm:cxn modelId="{FBE5CA11-175D-0542-910C-6267C2BFBCA8}" type="presParOf" srcId="{1C01E518-2645-E946-A8F8-C7A556044D05}" destId="{8F045B98-749F-EA47-89F7-5482E7AA2A95}" srcOrd="0" destOrd="0" presId="urn:microsoft.com/office/officeart/2009/3/layout/HorizontalOrganizationChart"/>
    <dgm:cxn modelId="{697FCBBD-3AF3-BC42-93BB-1029C2B503AA}" type="presParOf" srcId="{1C01E518-2645-E946-A8F8-C7A556044D05}" destId="{2287C736-2676-5540-A2B0-22F65AB89E8B}" srcOrd="1" destOrd="0" presId="urn:microsoft.com/office/officeart/2009/3/layout/HorizontalOrganizationChart"/>
    <dgm:cxn modelId="{3D09EBFE-8ABD-E348-9CA7-D0932C036D4D}" type="presParOf" srcId="{17E2BE1F-636B-B44E-BA8E-C6ED6CCC3668}" destId="{C90D9916-66EA-7549-821E-CB3FB6AF5BF8}" srcOrd="1" destOrd="0" presId="urn:microsoft.com/office/officeart/2009/3/layout/HorizontalOrganizationChart"/>
    <dgm:cxn modelId="{AFADB397-CB79-B94A-8AB8-D6248F082930}" type="presParOf" srcId="{C90D9916-66EA-7549-821E-CB3FB6AF5BF8}" destId="{571CD343-3903-E547-86A9-226A985CA855}" srcOrd="0" destOrd="0" presId="urn:microsoft.com/office/officeart/2009/3/layout/HorizontalOrganizationChart"/>
    <dgm:cxn modelId="{69CCA48D-2194-204F-8F69-5CA13D655CEB}" type="presParOf" srcId="{C90D9916-66EA-7549-821E-CB3FB6AF5BF8}" destId="{89465677-07BB-9D4C-ADF7-EFB4F6CD8B41}" srcOrd="1" destOrd="0" presId="urn:microsoft.com/office/officeart/2009/3/layout/HorizontalOrganizationChart"/>
    <dgm:cxn modelId="{172C82B5-0255-684B-82E5-1E7CE634B7A3}" type="presParOf" srcId="{89465677-07BB-9D4C-ADF7-EFB4F6CD8B41}" destId="{75C62327-BED0-1F41-9B8D-3088976E07A7}" srcOrd="0" destOrd="0" presId="urn:microsoft.com/office/officeart/2009/3/layout/HorizontalOrganizationChart"/>
    <dgm:cxn modelId="{EF1B618A-9773-6843-AD36-D797B814A7E7}" type="presParOf" srcId="{75C62327-BED0-1F41-9B8D-3088976E07A7}" destId="{53658EF8-1B44-B143-BA01-6F466EF668D7}" srcOrd="0" destOrd="0" presId="urn:microsoft.com/office/officeart/2009/3/layout/HorizontalOrganizationChart"/>
    <dgm:cxn modelId="{D15EEC66-7917-7C4E-BB93-824150EBE9F7}" type="presParOf" srcId="{75C62327-BED0-1F41-9B8D-3088976E07A7}" destId="{FC88CC64-DF85-A948-B2A7-8B682037C0F6}" srcOrd="1" destOrd="0" presId="urn:microsoft.com/office/officeart/2009/3/layout/HorizontalOrganizationChart"/>
    <dgm:cxn modelId="{3BCE09B9-5302-0047-A7C1-E434748F8401}" type="presParOf" srcId="{89465677-07BB-9D4C-ADF7-EFB4F6CD8B41}" destId="{F9A426A6-F25B-4C48-9CFE-492BBFC8CAF9}" srcOrd="1" destOrd="0" presId="urn:microsoft.com/office/officeart/2009/3/layout/HorizontalOrganizationChart"/>
    <dgm:cxn modelId="{444EEEAB-FD6E-5B49-80DE-67859F7F1C5B}" type="presParOf" srcId="{F9A426A6-F25B-4C48-9CFE-492BBFC8CAF9}" destId="{A22B17CE-0ABF-2A41-960B-264F51EA4A6C}" srcOrd="0" destOrd="0" presId="urn:microsoft.com/office/officeart/2009/3/layout/HorizontalOrganizationChart"/>
    <dgm:cxn modelId="{203AF7A4-FFC3-1144-BD37-958E32841E64}" type="presParOf" srcId="{F9A426A6-F25B-4C48-9CFE-492BBFC8CAF9}" destId="{66F5A7D3-EFB9-7E40-9024-2B350EDFCCC9}" srcOrd="1" destOrd="0" presId="urn:microsoft.com/office/officeart/2009/3/layout/HorizontalOrganizationChart"/>
    <dgm:cxn modelId="{8D45CD1B-0B1B-9347-970A-344C5CB2E04C}" type="presParOf" srcId="{66F5A7D3-EFB9-7E40-9024-2B350EDFCCC9}" destId="{6AE391C9-0770-9C41-809B-CA575E9E11D5}" srcOrd="0" destOrd="0" presId="urn:microsoft.com/office/officeart/2009/3/layout/HorizontalOrganizationChart"/>
    <dgm:cxn modelId="{979C21BC-E08F-3B43-AB76-2553C922ACE4}" type="presParOf" srcId="{6AE391C9-0770-9C41-809B-CA575E9E11D5}" destId="{50CE6DD6-0820-594D-88C5-BA0E64BABB4B}" srcOrd="0" destOrd="0" presId="urn:microsoft.com/office/officeart/2009/3/layout/HorizontalOrganizationChart"/>
    <dgm:cxn modelId="{D6B21F14-3E24-7B49-9D8C-3216951AC4DA}" type="presParOf" srcId="{6AE391C9-0770-9C41-809B-CA575E9E11D5}" destId="{53653512-0159-E84E-A5F4-9FFF116AFBEA}" srcOrd="1" destOrd="0" presId="urn:microsoft.com/office/officeart/2009/3/layout/HorizontalOrganizationChart"/>
    <dgm:cxn modelId="{E799898D-1676-4A4F-8D8B-8DA8BE4863F4}" type="presParOf" srcId="{66F5A7D3-EFB9-7E40-9024-2B350EDFCCC9}" destId="{8CFE7403-97B6-E940-875C-9F4D43CC3010}" srcOrd="1" destOrd="0" presId="urn:microsoft.com/office/officeart/2009/3/layout/HorizontalOrganizationChart"/>
    <dgm:cxn modelId="{E8A34040-5994-3D47-93E8-B909CF9E3950}" type="presParOf" srcId="{66F5A7D3-EFB9-7E40-9024-2B350EDFCCC9}" destId="{19EA550F-B1B3-444A-8E23-DCF146D1E6EE}" srcOrd="2" destOrd="0" presId="urn:microsoft.com/office/officeart/2009/3/layout/HorizontalOrganizationChart"/>
    <dgm:cxn modelId="{883E1547-6D7F-2E4A-BE11-B76C4627375A}" type="presParOf" srcId="{89465677-07BB-9D4C-ADF7-EFB4F6CD8B41}" destId="{8ADF2E4D-D577-9F41-8F9C-B9244B929EC6}" srcOrd="2" destOrd="0" presId="urn:microsoft.com/office/officeart/2009/3/layout/HorizontalOrganizationChart"/>
    <dgm:cxn modelId="{51A20D79-1EF2-D148-9A66-D44561F82883}" type="presParOf" srcId="{C90D9916-66EA-7549-821E-CB3FB6AF5BF8}" destId="{D6E12626-D8DD-3B45-ABE9-4BA97C16093B}" srcOrd="2" destOrd="0" presId="urn:microsoft.com/office/officeart/2009/3/layout/HorizontalOrganizationChart"/>
    <dgm:cxn modelId="{037E172A-A118-1A4F-B89C-30546D7EF439}" type="presParOf" srcId="{C90D9916-66EA-7549-821E-CB3FB6AF5BF8}" destId="{63FAB250-CD07-0945-8A78-8B8EC7C698E6}" srcOrd="3" destOrd="0" presId="urn:microsoft.com/office/officeart/2009/3/layout/HorizontalOrganizationChart"/>
    <dgm:cxn modelId="{89193913-2FB7-7D4E-AD0D-A2C5103EBFCC}" type="presParOf" srcId="{63FAB250-CD07-0945-8A78-8B8EC7C698E6}" destId="{D45357CD-C9D2-E541-BEB9-9389139314E7}" srcOrd="0" destOrd="0" presId="urn:microsoft.com/office/officeart/2009/3/layout/HorizontalOrganizationChart"/>
    <dgm:cxn modelId="{BBA6699E-2C09-E54B-874C-F02D364C1E60}" type="presParOf" srcId="{D45357CD-C9D2-E541-BEB9-9389139314E7}" destId="{62C04452-BA59-574F-ACF3-6133A5A5821A}" srcOrd="0" destOrd="0" presId="urn:microsoft.com/office/officeart/2009/3/layout/HorizontalOrganizationChart"/>
    <dgm:cxn modelId="{7B792958-573A-9647-895D-06DF7CCDD1F4}" type="presParOf" srcId="{D45357CD-C9D2-E541-BEB9-9389139314E7}" destId="{54B93A57-DDDC-6341-BE34-C115937B913D}" srcOrd="1" destOrd="0" presId="urn:microsoft.com/office/officeart/2009/3/layout/HorizontalOrganizationChart"/>
    <dgm:cxn modelId="{CB2A0AC6-6D83-2649-872A-FEA459370BC7}" type="presParOf" srcId="{63FAB250-CD07-0945-8A78-8B8EC7C698E6}" destId="{9D280DE6-C5BF-D14A-820A-3567019D7445}" srcOrd="1" destOrd="0" presId="urn:microsoft.com/office/officeart/2009/3/layout/HorizontalOrganizationChart"/>
    <dgm:cxn modelId="{2B37B7FB-D124-A045-B9B4-DC1273552690}" type="presParOf" srcId="{9D280DE6-C5BF-D14A-820A-3567019D7445}" destId="{1FE7DD9A-E958-B446-8A62-1EE5C98DA0E0}" srcOrd="0" destOrd="0" presId="urn:microsoft.com/office/officeart/2009/3/layout/HorizontalOrganizationChart"/>
    <dgm:cxn modelId="{36CBDDC6-951F-024E-A6CE-E6B22210E4D2}" type="presParOf" srcId="{9D280DE6-C5BF-D14A-820A-3567019D7445}" destId="{F43B7A5F-2D26-6E4F-A0A8-9C32B46C26B2}" srcOrd="1" destOrd="0" presId="urn:microsoft.com/office/officeart/2009/3/layout/HorizontalOrganizationChart"/>
    <dgm:cxn modelId="{7120DB84-F862-5A47-8C0B-65F71391449F}" type="presParOf" srcId="{F43B7A5F-2D26-6E4F-A0A8-9C32B46C26B2}" destId="{42B7558E-48AB-4942-9342-3728E8C884C5}" srcOrd="0" destOrd="0" presId="urn:microsoft.com/office/officeart/2009/3/layout/HorizontalOrganizationChart"/>
    <dgm:cxn modelId="{5B8B7540-2792-874A-921E-CB397446630D}" type="presParOf" srcId="{42B7558E-48AB-4942-9342-3728E8C884C5}" destId="{D9C5AEDD-1D9E-9345-8AEC-9DF579547DEB}" srcOrd="0" destOrd="0" presId="urn:microsoft.com/office/officeart/2009/3/layout/HorizontalOrganizationChart"/>
    <dgm:cxn modelId="{62FB9EF4-EC0C-F047-B034-A2076B08712E}" type="presParOf" srcId="{42B7558E-48AB-4942-9342-3728E8C884C5}" destId="{0649D860-0E66-C348-8E48-054738060665}" srcOrd="1" destOrd="0" presId="urn:microsoft.com/office/officeart/2009/3/layout/HorizontalOrganizationChart"/>
    <dgm:cxn modelId="{2B6B511B-121F-C747-A3CB-226A5B2A30FC}" type="presParOf" srcId="{F43B7A5F-2D26-6E4F-A0A8-9C32B46C26B2}" destId="{058C17FD-0C27-2A4E-8F23-D90DD51127F4}" srcOrd="1" destOrd="0" presId="urn:microsoft.com/office/officeart/2009/3/layout/HorizontalOrganizationChart"/>
    <dgm:cxn modelId="{1F312865-53A0-D046-94DD-2F2D711C96D4}" type="presParOf" srcId="{F43B7A5F-2D26-6E4F-A0A8-9C32B46C26B2}" destId="{142EE2C7-6BCA-AC4B-A4A6-BB8897AC1DF2}" srcOrd="2" destOrd="0" presId="urn:microsoft.com/office/officeart/2009/3/layout/HorizontalOrganizationChart"/>
    <dgm:cxn modelId="{7C448E12-06E6-6148-B54C-0CA18A1B8F3A}" type="presParOf" srcId="{63FAB250-CD07-0945-8A78-8B8EC7C698E6}" destId="{E867DB54-F3C5-954F-B7A7-434B319FF03F}" srcOrd="2" destOrd="0" presId="urn:microsoft.com/office/officeart/2009/3/layout/HorizontalOrganizationChart"/>
    <dgm:cxn modelId="{A31CF0E6-9F23-B34E-8236-B2C2921A753A}" type="presParOf" srcId="{C90D9916-66EA-7549-821E-CB3FB6AF5BF8}" destId="{FF27EB38-F57E-DF4E-B742-91AEF016FA90}" srcOrd="4" destOrd="0" presId="urn:microsoft.com/office/officeart/2009/3/layout/HorizontalOrganizationChart"/>
    <dgm:cxn modelId="{89C7E664-EBFD-9C45-9074-2579BE9C2B81}" type="presParOf" srcId="{C90D9916-66EA-7549-821E-CB3FB6AF5BF8}" destId="{AC8381C6-9330-7942-AD8F-77238CA7D971}" srcOrd="5" destOrd="0" presId="urn:microsoft.com/office/officeart/2009/3/layout/HorizontalOrganizationChart"/>
    <dgm:cxn modelId="{300F23DF-6C21-474C-A306-C9E40B3D08DC}" type="presParOf" srcId="{AC8381C6-9330-7942-AD8F-77238CA7D971}" destId="{902A1C90-8510-0546-99B9-A80C55885F07}" srcOrd="0" destOrd="0" presId="urn:microsoft.com/office/officeart/2009/3/layout/HorizontalOrganizationChart"/>
    <dgm:cxn modelId="{9080B54D-79CE-9E4C-9DEC-BB85AF71DFF2}" type="presParOf" srcId="{902A1C90-8510-0546-99B9-A80C55885F07}" destId="{ED1F0E12-3E3A-244E-9058-A685383247ED}" srcOrd="0" destOrd="0" presId="urn:microsoft.com/office/officeart/2009/3/layout/HorizontalOrganizationChart"/>
    <dgm:cxn modelId="{B248D3B9-B482-BC4F-84E4-8063EBABCF61}" type="presParOf" srcId="{902A1C90-8510-0546-99B9-A80C55885F07}" destId="{7E9CCF45-2318-A94C-891E-DC2328D65385}" srcOrd="1" destOrd="0" presId="urn:microsoft.com/office/officeart/2009/3/layout/HorizontalOrganizationChart"/>
    <dgm:cxn modelId="{5972F311-1E93-1C44-811B-403D3DAFBE05}" type="presParOf" srcId="{AC8381C6-9330-7942-AD8F-77238CA7D971}" destId="{EAE2BE2A-3226-4A4E-BCC5-0EF6424D158E}" srcOrd="1" destOrd="0" presId="urn:microsoft.com/office/officeart/2009/3/layout/HorizontalOrganizationChart"/>
    <dgm:cxn modelId="{55FBEAA9-1457-B545-8751-145D9869B0C8}" type="presParOf" srcId="{AC8381C6-9330-7942-AD8F-77238CA7D971}" destId="{0BACCBE7-AD87-6747-BDA9-5CDCBED3E52D}" srcOrd="2" destOrd="0" presId="urn:microsoft.com/office/officeart/2009/3/layout/HorizontalOrganizationChart"/>
    <dgm:cxn modelId="{E200A96A-2E40-3C4E-B226-917F77983C27}" type="presParOf" srcId="{17E2BE1F-636B-B44E-BA8E-C6ED6CCC3668}" destId="{FB2F368E-4039-0045-AB55-00E044F2D834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6.xml><?xml version="1.0" encoding="utf-8"?>
<dgm:dataModel xmlns:dgm="http://schemas.openxmlformats.org/drawingml/2006/diagram" xmlns:a="http://schemas.openxmlformats.org/drawingml/2006/main">
  <dgm:ptLst>
    <dgm:pt modelId="{221FFB81-3E45-444C-9A58-0DF4F69FE291}" type="doc">
      <dgm:prSet loTypeId="urn:microsoft.com/office/officeart/2008/layout/HorizontalMultiLevelHierarchy" qsTypeId="urn:microsoft.com/office/officeart/2005/8/quickstyle/simple2" csTypeId="urn:microsoft.com/office/officeart/2005/8/colors/accent1_2"/>
      <dgm:spPr/>
    </dgm:pt>
    <dgm:pt modelId="{5BAB8463-F44A-41FF-8013-6E8F0C97DF73}">
      <dgm:prSet/>
      <dgm:spPr/>
      <dgm:t>
        <a:bodyPr/>
        <a:lstStyle/>
        <a:p>
          <a:r>
            <a:t>Program lead</a:t>
          </a:r>
        </a:p>
      </dgm:t>
    </dgm:pt>
    <dgm:pt modelId="{C971EFB1-5670-4F0D-B04A-39311A35F9DA}" type="parTrans" cxnId="{2228B171-0A5C-4560-91A2-4064B82FAA46}">
      <dgm:prSet/>
      <dgm:spPr/>
      <dgm:t>
        <a:bodyPr/>
        <a:lstStyle/>
        <a:p>
          <a:endParaRPr/>
        </a:p>
      </dgm:t>
    </dgm:pt>
    <dgm:pt modelId="{28AC72AA-0F0F-4A03-9FED-AB353461FB8C}" type="sibTrans" cxnId="{2228B171-0A5C-4560-91A2-4064B82FAA46}">
      <dgm:prSet/>
      <dgm:spPr/>
      <dgm:t>
        <a:bodyPr/>
        <a:lstStyle/>
        <a:p>
          <a:endParaRPr/>
        </a:p>
      </dgm:t>
    </dgm:pt>
    <dgm:pt modelId="{5D0971DD-AD76-4377-AAE7-9FA62C964F4B}">
      <dgm:prSet/>
      <dgm:spPr/>
      <dgm:t>
        <a:bodyPr/>
        <a:lstStyle/>
        <a:p>
          <a:r>
            <a:t>Design</a:t>
          </a:r>
        </a:p>
      </dgm:t>
    </dgm:pt>
    <dgm:pt modelId="{9AB9CB1F-9758-4554-8103-596CE1E3937D}" type="parTrans" cxnId="{3FC1C171-CC2E-4A0E-A137-9AA24F652AE9}">
      <dgm:prSet/>
      <dgm:spPr/>
      <dgm:t>
        <a:bodyPr/>
        <a:lstStyle/>
        <a:p>
          <a:endParaRPr/>
        </a:p>
      </dgm:t>
    </dgm:pt>
    <dgm:pt modelId="{81C58F0E-37E7-42DC-B595-917C615933C4}" type="sibTrans" cxnId="{3FC1C171-CC2E-4A0E-A137-9AA24F652AE9}">
      <dgm:prSet/>
      <dgm:spPr/>
      <dgm:t>
        <a:bodyPr/>
        <a:lstStyle/>
        <a:p>
          <a:endParaRPr/>
        </a:p>
      </dgm:t>
    </dgm:pt>
    <dgm:pt modelId="{68A3E5FD-29CE-4C31-B74A-432A78B7FFE8}">
      <dgm:prSet/>
      <dgm:spPr/>
      <dgm:t>
        <a:bodyPr/>
        <a:lstStyle/>
        <a:p>
          <a:r>
            <a:t>Engineering</a:t>
          </a:r>
        </a:p>
      </dgm:t>
    </dgm:pt>
    <dgm:pt modelId="{66A4B750-D436-4C59-81B2-3368BB51A1C0}" type="parTrans" cxnId="{E80E7D8A-9F2D-414D-A3BA-B9EBCC1EB67E}">
      <dgm:prSet/>
      <dgm:spPr/>
      <dgm:t>
        <a:bodyPr/>
        <a:lstStyle/>
        <a:p>
          <a:endParaRPr/>
        </a:p>
      </dgm:t>
    </dgm:pt>
    <dgm:pt modelId="{E7AC8234-B5B2-4F09-B98F-F42FAA5D7A39}" type="sibTrans" cxnId="{E80E7D8A-9F2D-414D-A3BA-B9EBCC1EB67E}">
      <dgm:prSet/>
      <dgm:spPr/>
      <dgm:t>
        <a:bodyPr/>
        <a:lstStyle/>
        <a:p>
          <a:endParaRPr/>
        </a:p>
      </dgm:t>
    </dgm:pt>
    <dgm:pt modelId="{AD2E9B49-1D8A-4143-A54B-EA56F89DF7B0}">
      <dgm:prSet/>
      <dgm:spPr/>
      <dgm:t>
        <a:bodyPr/>
        <a:lstStyle/>
        <a:p>
          <a:r>
            <a:t>Go-to-market</a:t>
          </a:r>
        </a:p>
      </dgm:t>
    </dgm:pt>
    <dgm:pt modelId="{D06BE09F-5EC8-4AC7-96BB-C979DCC7A6AE}" type="parTrans" cxnId="{C21EEB98-82AD-452D-A96D-B7537BA3952D}">
      <dgm:prSet/>
      <dgm:spPr/>
      <dgm:t>
        <a:bodyPr/>
        <a:lstStyle/>
        <a:p>
          <a:endParaRPr/>
        </a:p>
      </dgm:t>
    </dgm:pt>
    <dgm:pt modelId="{D66AD6FF-F602-41E6-8C02-645AEEA87BD4}" type="sibTrans" cxnId="{C21EEB98-82AD-452D-A96D-B7537BA3952D}">
      <dgm:prSet/>
      <dgm:spPr/>
      <dgm:t>
        <a:bodyPr/>
        <a:lstStyle/>
        <a:p>
          <a:endParaRPr/>
        </a:p>
      </dgm:t>
    </dgm:pt>
    <dgm:pt modelId="{94C971A9-3F88-461B-8F40-885868824E82}">
      <dgm:prSet/>
      <dgm:spPr/>
      <dgm:t>
        <a:bodyPr/>
        <a:lstStyle/>
        <a:p>
          <a:r>
            <a:t>Research</a:t>
          </a:r>
        </a:p>
      </dgm:t>
    </dgm:pt>
    <dgm:pt modelId="{B02BC9B2-806F-43A2-A93D-FDF66A6EC300}" type="parTrans" cxnId="{E668F42E-DE6B-4184-ACE8-67E23A2F300E}">
      <dgm:prSet/>
      <dgm:spPr/>
      <dgm:t>
        <a:bodyPr/>
        <a:lstStyle/>
        <a:p>
          <a:endParaRPr/>
        </a:p>
      </dgm:t>
    </dgm:pt>
    <dgm:pt modelId="{72586EA9-20CD-4E49-B3C1-43AB2D709E21}" type="sibTrans" cxnId="{E668F42E-DE6B-4184-ACE8-67E23A2F300E}">
      <dgm:prSet/>
      <dgm:spPr/>
      <dgm:t>
        <a:bodyPr/>
        <a:lstStyle/>
        <a:p>
          <a:endParaRPr/>
        </a:p>
      </dgm:t>
    </dgm:pt>
    <dgm:pt modelId="{CF642D9E-7263-434B-BF30-23CFD9AF16E1}">
      <dgm:prSet/>
      <dgm:spPr/>
      <dgm:t>
        <a:bodyPr/>
        <a:lstStyle/>
        <a:p>
          <a:r>
            <a:t>Build</a:t>
          </a:r>
        </a:p>
      </dgm:t>
    </dgm:pt>
    <dgm:pt modelId="{9221EA08-45A4-4777-B2ED-EF9E7C93980D}" type="parTrans" cxnId="{9E4394C3-F6CD-4816-9BE1-CD8989D001C1}">
      <dgm:prSet/>
      <dgm:spPr/>
      <dgm:t>
        <a:bodyPr/>
        <a:lstStyle/>
        <a:p>
          <a:endParaRPr/>
        </a:p>
      </dgm:t>
    </dgm:pt>
    <dgm:pt modelId="{C4A49FF8-F5A6-423A-946E-8A71A16F4A42}" type="sibTrans" cxnId="{9E4394C3-F6CD-4816-9BE1-CD8989D001C1}">
      <dgm:prSet/>
      <dgm:spPr/>
      <dgm:t>
        <a:bodyPr/>
        <a:lstStyle/>
        <a:p>
          <a:endParaRPr/>
        </a:p>
      </dgm:t>
    </dgm:pt>
    <dgm:pt modelId="{7DA32084-4C0B-D946-9735-283BA9D0217D}" type="pres">
      <dgm:prSet presAssocID="{221FFB81-3E45-444C-9A58-0DF4F69FE291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659628A-C782-A944-809E-14EA8B361229}" type="pres">
      <dgm:prSet presAssocID="{5BAB8463-F44A-41FF-8013-6E8F0C97DF73}" presName="root1" presStyleCnt="0"/>
      <dgm:spPr/>
    </dgm:pt>
    <dgm:pt modelId="{BB490227-1822-A445-8866-79AE669D3F4E}" type="pres">
      <dgm:prSet presAssocID="{5BAB8463-F44A-41FF-8013-6E8F0C97DF73}" presName="LevelOneTextNode" presStyleLbl="node0" presStyleIdx="0" presStyleCnt="1">
        <dgm:presLayoutVars>
          <dgm:chPref val="3"/>
        </dgm:presLayoutVars>
      </dgm:prSet>
      <dgm:spPr/>
    </dgm:pt>
    <dgm:pt modelId="{BE0A6D07-323D-F74B-8F5C-7EA1896B0949}" type="pres">
      <dgm:prSet presAssocID="{5BAB8463-F44A-41FF-8013-6E8F0C97DF73}" presName="level2hierChild" presStyleCnt="0"/>
      <dgm:spPr/>
    </dgm:pt>
    <dgm:pt modelId="{F2B0D9DF-2D07-4A4F-9F6D-31E6B4E6A2B0}" type="pres">
      <dgm:prSet presAssocID="{9AB9CB1F-9758-4554-8103-596CE1E3937D}" presName="conn2-1" presStyleLbl="parChTrans1D2" presStyleIdx="0" presStyleCnt="3"/>
      <dgm:spPr/>
    </dgm:pt>
    <dgm:pt modelId="{A029D7A3-A063-EB4E-A96C-FD5DBFC21C95}" type="pres">
      <dgm:prSet presAssocID="{9AB9CB1F-9758-4554-8103-596CE1E3937D}" presName="connTx" presStyleLbl="parChTrans1D2" presStyleIdx="0" presStyleCnt="3"/>
      <dgm:spPr/>
    </dgm:pt>
    <dgm:pt modelId="{116ACA0A-5598-554B-AE09-BEA9357567CD}" type="pres">
      <dgm:prSet presAssocID="{5D0971DD-AD76-4377-AAE7-9FA62C964F4B}" presName="root2" presStyleCnt="0"/>
      <dgm:spPr/>
    </dgm:pt>
    <dgm:pt modelId="{DA0F6671-CD13-8049-A30F-EE1FF0528F28}" type="pres">
      <dgm:prSet presAssocID="{5D0971DD-AD76-4377-AAE7-9FA62C964F4B}" presName="LevelTwoTextNode" presStyleLbl="node2" presStyleIdx="0" presStyleCnt="3">
        <dgm:presLayoutVars>
          <dgm:chPref val="3"/>
        </dgm:presLayoutVars>
      </dgm:prSet>
      <dgm:spPr/>
    </dgm:pt>
    <dgm:pt modelId="{00CC6929-67AF-B64D-BC0A-EE7854FF659A}" type="pres">
      <dgm:prSet presAssocID="{5D0971DD-AD76-4377-AAE7-9FA62C964F4B}" presName="level3hierChild" presStyleCnt="0"/>
      <dgm:spPr/>
    </dgm:pt>
    <dgm:pt modelId="{EC0EFDEC-610D-7548-B3C5-B634C798F064}" type="pres">
      <dgm:prSet presAssocID="{B02BC9B2-806F-43A2-A93D-FDF66A6EC300}" presName="conn2-1" presStyleLbl="parChTrans1D3" presStyleIdx="0" presStyleCnt="2"/>
      <dgm:spPr/>
    </dgm:pt>
    <dgm:pt modelId="{37DAADAD-7BF5-9340-9E45-8CEF29200DAC}" type="pres">
      <dgm:prSet presAssocID="{B02BC9B2-806F-43A2-A93D-FDF66A6EC300}" presName="connTx" presStyleLbl="parChTrans1D3" presStyleIdx="0" presStyleCnt="2"/>
      <dgm:spPr/>
    </dgm:pt>
    <dgm:pt modelId="{88A5E6CC-8556-DB4B-BC97-821BA9A76825}" type="pres">
      <dgm:prSet presAssocID="{94C971A9-3F88-461B-8F40-885868824E82}" presName="root2" presStyleCnt="0"/>
      <dgm:spPr/>
    </dgm:pt>
    <dgm:pt modelId="{D0229395-5521-AB46-8A3D-74C50B258A62}" type="pres">
      <dgm:prSet presAssocID="{94C971A9-3F88-461B-8F40-885868824E82}" presName="LevelTwoTextNode" presStyleLbl="node3" presStyleIdx="0" presStyleCnt="2">
        <dgm:presLayoutVars>
          <dgm:chPref val="3"/>
        </dgm:presLayoutVars>
      </dgm:prSet>
      <dgm:spPr/>
    </dgm:pt>
    <dgm:pt modelId="{33E36ACD-7645-F04A-9DA7-9C942470FBB3}" type="pres">
      <dgm:prSet presAssocID="{94C971A9-3F88-461B-8F40-885868824E82}" presName="level3hierChild" presStyleCnt="0"/>
      <dgm:spPr/>
    </dgm:pt>
    <dgm:pt modelId="{7F4FBAFE-5AD6-E746-991B-2DFD850F8D2D}" type="pres">
      <dgm:prSet presAssocID="{66A4B750-D436-4C59-81B2-3368BB51A1C0}" presName="conn2-1" presStyleLbl="parChTrans1D2" presStyleIdx="1" presStyleCnt="3"/>
      <dgm:spPr/>
    </dgm:pt>
    <dgm:pt modelId="{D286674C-3AE8-4B41-A771-F97CF955FDF9}" type="pres">
      <dgm:prSet presAssocID="{66A4B750-D436-4C59-81B2-3368BB51A1C0}" presName="connTx" presStyleLbl="parChTrans1D2" presStyleIdx="1" presStyleCnt="3"/>
      <dgm:spPr/>
    </dgm:pt>
    <dgm:pt modelId="{C17FC9C0-95C8-3D41-9C89-27F2706DA14E}" type="pres">
      <dgm:prSet presAssocID="{68A3E5FD-29CE-4C31-B74A-432A78B7FFE8}" presName="root2" presStyleCnt="0"/>
      <dgm:spPr/>
    </dgm:pt>
    <dgm:pt modelId="{E65BF800-0A6D-9D47-A506-1416CC0571D8}" type="pres">
      <dgm:prSet presAssocID="{68A3E5FD-29CE-4C31-B74A-432A78B7FFE8}" presName="LevelTwoTextNode" presStyleLbl="node2" presStyleIdx="1" presStyleCnt="3">
        <dgm:presLayoutVars>
          <dgm:chPref val="3"/>
        </dgm:presLayoutVars>
      </dgm:prSet>
      <dgm:spPr/>
    </dgm:pt>
    <dgm:pt modelId="{FA8B25CD-C06C-8F4D-A0AA-305AA232A519}" type="pres">
      <dgm:prSet presAssocID="{68A3E5FD-29CE-4C31-B74A-432A78B7FFE8}" presName="level3hierChild" presStyleCnt="0"/>
      <dgm:spPr/>
    </dgm:pt>
    <dgm:pt modelId="{2DE252C7-4EA9-274A-940F-2A06D55FAE0B}" type="pres">
      <dgm:prSet presAssocID="{9221EA08-45A4-4777-B2ED-EF9E7C93980D}" presName="conn2-1" presStyleLbl="parChTrans1D3" presStyleIdx="1" presStyleCnt="2"/>
      <dgm:spPr/>
    </dgm:pt>
    <dgm:pt modelId="{88631264-6C15-6447-B9A6-9491E5A35C48}" type="pres">
      <dgm:prSet presAssocID="{9221EA08-45A4-4777-B2ED-EF9E7C93980D}" presName="connTx" presStyleLbl="parChTrans1D3" presStyleIdx="1" presStyleCnt="2"/>
      <dgm:spPr/>
    </dgm:pt>
    <dgm:pt modelId="{A9ACDDD1-7B32-2E4E-840C-5C4A5755376D}" type="pres">
      <dgm:prSet presAssocID="{CF642D9E-7263-434B-BF30-23CFD9AF16E1}" presName="root2" presStyleCnt="0"/>
      <dgm:spPr/>
    </dgm:pt>
    <dgm:pt modelId="{47E963D6-A158-A445-92FE-82AAFF72919C}" type="pres">
      <dgm:prSet presAssocID="{CF642D9E-7263-434B-BF30-23CFD9AF16E1}" presName="LevelTwoTextNode" presStyleLbl="node3" presStyleIdx="1" presStyleCnt="2">
        <dgm:presLayoutVars>
          <dgm:chPref val="3"/>
        </dgm:presLayoutVars>
      </dgm:prSet>
      <dgm:spPr/>
    </dgm:pt>
    <dgm:pt modelId="{4A6A0C43-3C43-0B4B-B5F5-E8C99E9E4041}" type="pres">
      <dgm:prSet presAssocID="{CF642D9E-7263-434B-BF30-23CFD9AF16E1}" presName="level3hierChild" presStyleCnt="0"/>
      <dgm:spPr/>
    </dgm:pt>
    <dgm:pt modelId="{44714E8B-D124-B24D-BAB8-CBC5DC395C8E}" type="pres">
      <dgm:prSet presAssocID="{D06BE09F-5EC8-4AC7-96BB-C979DCC7A6AE}" presName="conn2-1" presStyleLbl="parChTrans1D2" presStyleIdx="2" presStyleCnt="3"/>
      <dgm:spPr/>
    </dgm:pt>
    <dgm:pt modelId="{443A2B2E-8534-C549-964D-3414DCDFCB73}" type="pres">
      <dgm:prSet presAssocID="{D06BE09F-5EC8-4AC7-96BB-C979DCC7A6AE}" presName="connTx" presStyleLbl="parChTrans1D2" presStyleIdx="2" presStyleCnt="3"/>
      <dgm:spPr/>
    </dgm:pt>
    <dgm:pt modelId="{9F05191E-817F-B843-BC41-27CEAE00139D}" type="pres">
      <dgm:prSet presAssocID="{AD2E9B49-1D8A-4143-A54B-EA56F89DF7B0}" presName="root2" presStyleCnt="0"/>
      <dgm:spPr/>
    </dgm:pt>
    <dgm:pt modelId="{8CCF6319-FA95-BB4C-B92A-E736F3E6EDC1}" type="pres">
      <dgm:prSet presAssocID="{AD2E9B49-1D8A-4143-A54B-EA56F89DF7B0}" presName="LevelTwoTextNode" presStyleLbl="node2" presStyleIdx="2" presStyleCnt="3">
        <dgm:presLayoutVars>
          <dgm:chPref val="3"/>
        </dgm:presLayoutVars>
      </dgm:prSet>
      <dgm:spPr/>
    </dgm:pt>
    <dgm:pt modelId="{6E8C72CA-C5D8-2D43-A46C-7BA8D149A6F4}" type="pres">
      <dgm:prSet presAssocID="{AD2E9B49-1D8A-4143-A54B-EA56F89DF7B0}" presName="level3hierChild" presStyleCnt="0"/>
      <dgm:spPr/>
    </dgm:pt>
  </dgm:ptLst>
  <dgm:cxnLst>
    <dgm:cxn modelId="{C78BD309-15C9-844D-BC01-A5C8C4711A5C}" type="presOf" srcId="{221FFB81-3E45-444C-9A58-0DF4F69FE291}" destId="{7DA32084-4C0B-D946-9735-283BA9D0217D}" srcOrd="0" destOrd="0" presId="urn:microsoft.com/office/officeart/2008/layout/HorizontalMultiLevelHierarchy"/>
    <dgm:cxn modelId="{3E5E8317-A7A0-D846-9BE8-06280AB5B53D}" type="presOf" srcId="{66A4B750-D436-4C59-81B2-3368BB51A1C0}" destId="{D286674C-3AE8-4B41-A771-F97CF955FDF9}" srcOrd="1" destOrd="0" presId="urn:microsoft.com/office/officeart/2008/layout/HorizontalMultiLevelHierarchy"/>
    <dgm:cxn modelId="{E668F42E-DE6B-4184-ACE8-67E23A2F300E}" srcId="{5D0971DD-AD76-4377-AAE7-9FA62C964F4B}" destId="{94C971A9-3F88-461B-8F40-885868824E82}" srcOrd="0" destOrd="0" parTransId="{B02BC9B2-806F-43A2-A93D-FDF66A6EC300}" sibTransId="{72586EA9-20CD-4E49-B3C1-43AB2D709E21}"/>
    <dgm:cxn modelId="{AA1D472F-5E4F-DD42-965E-49B46717AF5C}" type="presOf" srcId="{5BAB8463-F44A-41FF-8013-6E8F0C97DF73}" destId="{BB490227-1822-A445-8866-79AE669D3F4E}" srcOrd="0" destOrd="0" presId="urn:microsoft.com/office/officeart/2008/layout/HorizontalMultiLevelHierarchy"/>
    <dgm:cxn modelId="{9E1E6144-5A64-924D-A51A-2A1EEDC71BD2}" type="presOf" srcId="{9221EA08-45A4-4777-B2ED-EF9E7C93980D}" destId="{88631264-6C15-6447-B9A6-9491E5A35C48}" srcOrd="1" destOrd="0" presId="urn:microsoft.com/office/officeart/2008/layout/HorizontalMultiLevelHierarchy"/>
    <dgm:cxn modelId="{8117F653-386E-FD4E-BD39-59531BF15627}" type="presOf" srcId="{D06BE09F-5EC8-4AC7-96BB-C979DCC7A6AE}" destId="{44714E8B-D124-B24D-BAB8-CBC5DC395C8E}" srcOrd="0" destOrd="0" presId="urn:microsoft.com/office/officeart/2008/layout/HorizontalMultiLevelHierarchy"/>
    <dgm:cxn modelId="{F4A4FA57-E930-094B-99CC-E82AAA74E42C}" type="presOf" srcId="{9AB9CB1F-9758-4554-8103-596CE1E3937D}" destId="{A029D7A3-A063-EB4E-A96C-FD5DBFC21C95}" srcOrd="1" destOrd="0" presId="urn:microsoft.com/office/officeart/2008/layout/HorizontalMultiLevelHierarchy"/>
    <dgm:cxn modelId="{E9743060-3C52-4A41-833D-69D9534D14AA}" type="presOf" srcId="{68A3E5FD-29CE-4C31-B74A-432A78B7FFE8}" destId="{E65BF800-0A6D-9D47-A506-1416CC0571D8}" srcOrd="0" destOrd="0" presId="urn:microsoft.com/office/officeart/2008/layout/HorizontalMultiLevelHierarchy"/>
    <dgm:cxn modelId="{26E47566-FEEA-1B47-B620-F263D84DA093}" type="presOf" srcId="{9AB9CB1F-9758-4554-8103-596CE1E3937D}" destId="{F2B0D9DF-2D07-4A4F-9F6D-31E6B4E6A2B0}" srcOrd="0" destOrd="0" presId="urn:microsoft.com/office/officeart/2008/layout/HorizontalMultiLevelHierarchy"/>
    <dgm:cxn modelId="{2228B171-0A5C-4560-91A2-4064B82FAA46}" srcId="{221FFB81-3E45-444C-9A58-0DF4F69FE291}" destId="{5BAB8463-F44A-41FF-8013-6E8F0C97DF73}" srcOrd="0" destOrd="0" parTransId="{C971EFB1-5670-4F0D-B04A-39311A35F9DA}" sibTransId="{28AC72AA-0F0F-4A03-9FED-AB353461FB8C}"/>
    <dgm:cxn modelId="{3FC1C171-CC2E-4A0E-A137-9AA24F652AE9}" srcId="{5BAB8463-F44A-41FF-8013-6E8F0C97DF73}" destId="{5D0971DD-AD76-4377-AAE7-9FA62C964F4B}" srcOrd="0" destOrd="0" parTransId="{9AB9CB1F-9758-4554-8103-596CE1E3937D}" sibTransId="{81C58F0E-37E7-42DC-B595-917C615933C4}"/>
    <dgm:cxn modelId="{E80E7D8A-9F2D-414D-A3BA-B9EBCC1EB67E}" srcId="{5BAB8463-F44A-41FF-8013-6E8F0C97DF73}" destId="{68A3E5FD-29CE-4C31-B74A-432A78B7FFE8}" srcOrd="1" destOrd="0" parTransId="{66A4B750-D436-4C59-81B2-3368BB51A1C0}" sibTransId="{E7AC8234-B5B2-4F09-B98F-F42FAA5D7A39}"/>
    <dgm:cxn modelId="{C21EEB98-82AD-452D-A96D-B7537BA3952D}" srcId="{5BAB8463-F44A-41FF-8013-6E8F0C97DF73}" destId="{AD2E9B49-1D8A-4143-A54B-EA56F89DF7B0}" srcOrd="2" destOrd="0" parTransId="{D06BE09F-5EC8-4AC7-96BB-C979DCC7A6AE}" sibTransId="{D66AD6FF-F602-41E6-8C02-645AEEA87BD4}"/>
    <dgm:cxn modelId="{F39C74A7-CDB5-294C-9289-43F2B321014D}" type="presOf" srcId="{66A4B750-D436-4C59-81B2-3368BB51A1C0}" destId="{7F4FBAFE-5AD6-E746-991B-2DFD850F8D2D}" srcOrd="0" destOrd="0" presId="urn:microsoft.com/office/officeart/2008/layout/HorizontalMultiLevelHierarchy"/>
    <dgm:cxn modelId="{341FC6A8-66E9-9746-B187-A4CD67F2B8AC}" type="presOf" srcId="{CF642D9E-7263-434B-BF30-23CFD9AF16E1}" destId="{47E963D6-A158-A445-92FE-82AAFF72919C}" srcOrd="0" destOrd="0" presId="urn:microsoft.com/office/officeart/2008/layout/HorizontalMultiLevelHierarchy"/>
    <dgm:cxn modelId="{99F8F3B7-91A5-4244-93E9-28C0649ED07B}" type="presOf" srcId="{B02BC9B2-806F-43A2-A93D-FDF66A6EC300}" destId="{37DAADAD-7BF5-9340-9E45-8CEF29200DAC}" srcOrd="1" destOrd="0" presId="urn:microsoft.com/office/officeart/2008/layout/HorizontalMultiLevelHierarchy"/>
    <dgm:cxn modelId="{9E4394C3-F6CD-4816-9BE1-CD8989D001C1}" srcId="{68A3E5FD-29CE-4C31-B74A-432A78B7FFE8}" destId="{CF642D9E-7263-434B-BF30-23CFD9AF16E1}" srcOrd="0" destOrd="0" parTransId="{9221EA08-45A4-4777-B2ED-EF9E7C93980D}" sibTransId="{C4A49FF8-F5A6-423A-946E-8A71A16F4A42}"/>
    <dgm:cxn modelId="{E2FDE6C9-52B4-9A44-897B-7AF0670111EA}" type="presOf" srcId="{D06BE09F-5EC8-4AC7-96BB-C979DCC7A6AE}" destId="{443A2B2E-8534-C549-964D-3414DCDFCB73}" srcOrd="1" destOrd="0" presId="urn:microsoft.com/office/officeart/2008/layout/HorizontalMultiLevelHierarchy"/>
    <dgm:cxn modelId="{039164CE-F49A-9C49-933F-04FC0536E8B0}" type="presOf" srcId="{94C971A9-3F88-461B-8F40-885868824E82}" destId="{D0229395-5521-AB46-8A3D-74C50B258A62}" srcOrd="0" destOrd="0" presId="urn:microsoft.com/office/officeart/2008/layout/HorizontalMultiLevelHierarchy"/>
    <dgm:cxn modelId="{D6E9E2CE-B833-EC4D-8B7B-7807EB2C8D75}" type="presOf" srcId="{AD2E9B49-1D8A-4143-A54B-EA56F89DF7B0}" destId="{8CCF6319-FA95-BB4C-B92A-E736F3E6EDC1}" srcOrd="0" destOrd="0" presId="urn:microsoft.com/office/officeart/2008/layout/HorizontalMultiLevelHierarchy"/>
    <dgm:cxn modelId="{81A1D8DA-B3D4-8B49-8232-EBB16FAB8405}" type="presOf" srcId="{9221EA08-45A4-4777-B2ED-EF9E7C93980D}" destId="{2DE252C7-4EA9-274A-940F-2A06D55FAE0B}" srcOrd="0" destOrd="0" presId="urn:microsoft.com/office/officeart/2008/layout/HorizontalMultiLevelHierarchy"/>
    <dgm:cxn modelId="{C2371EFB-D000-184D-B050-9E597358AF2A}" type="presOf" srcId="{B02BC9B2-806F-43A2-A93D-FDF66A6EC300}" destId="{EC0EFDEC-610D-7548-B3C5-B634C798F064}" srcOrd="0" destOrd="0" presId="urn:microsoft.com/office/officeart/2008/layout/HorizontalMultiLevelHierarchy"/>
    <dgm:cxn modelId="{2B1D0FFC-3BC3-CB48-91FE-767402BC281B}" type="presOf" srcId="{5D0971DD-AD76-4377-AAE7-9FA62C964F4B}" destId="{DA0F6671-CD13-8049-A30F-EE1FF0528F28}" srcOrd="0" destOrd="0" presId="urn:microsoft.com/office/officeart/2008/layout/HorizontalMultiLevelHierarchy"/>
    <dgm:cxn modelId="{F084FDEE-0273-8D47-8F4B-C346E71135FD}" type="presParOf" srcId="{7DA32084-4C0B-D946-9735-283BA9D0217D}" destId="{8659628A-C782-A944-809E-14EA8B361229}" srcOrd="0" destOrd="0" presId="urn:microsoft.com/office/officeart/2008/layout/HorizontalMultiLevelHierarchy"/>
    <dgm:cxn modelId="{144620EC-0E28-0748-9B15-D548328E8E7B}" type="presParOf" srcId="{8659628A-C782-A944-809E-14EA8B361229}" destId="{BB490227-1822-A445-8866-79AE669D3F4E}" srcOrd="0" destOrd="0" presId="urn:microsoft.com/office/officeart/2008/layout/HorizontalMultiLevelHierarchy"/>
    <dgm:cxn modelId="{DF94748B-703C-534F-92E5-B05487504AD6}" type="presParOf" srcId="{8659628A-C782-A944-809E-14EA8B361229}" destId="{BE0A6D07-323D-F74B-8F5C-7EA1896B0949}" srcOrd="1" destOrd="0" presId="urn:microsoft.com/office/officeart/2008/layout/HorizontalMultiLevelHierarchy"/>
    <dgm:cxn modelId="{6AA97727-469E-C544-B3BF-9A3BACAE50A0}" type="presParOf" srcId="{BE0A6D07-323D-F74B-8F5C-7EA1896B0949}" destId="{F2B0D9DF-2D07-4A4F-9F6D-31E6B4E6A2B0}" srcOrd="0" destOrd="0" presId="urn:microsoft.com/office/officeart/2008/layout/HorizontalMultiLevelHierarchy"/>
    <dgm:cxn modelId="{23D051FF-2B51-204F-9880-C61C10B49597}" type="presParOf" srcId="{F2B0D9DF-2D07-4A4F-9F6D-31E6B4E6A2B0}" destId="{A029D7A3-A063-EB4E-A96C-FD5DBFC21C95}" srcOrd="0" destOrd="0" presId="urn:microsoft.com/office/officeart/2008/layout/HorizontalMultiLevelHierarchy"/>
    <dgm:cxn modelId="{E49D05EC-41B4-F04D-BA75-7E401FFAAD2A}" type="presParOf" srcId="{BE0A6D07-323D-F74B-8F5C-7EA1896B0949}" destId="{116ACA0A-5598-554B-AE09-BEA9357567CD}" srcOrd="1" destOrd="0" presId="urn:microsoft.com/office/officeart/2008/layout/HorizontalMultiLevelHierarchy"/>
    <dgm:cxn modelId="{802D0D0A-BD27-D143-B6F0-9DE0CCF7DF8D}" type="presParOf" srcId="{116ACA0A-5598-554B-AE09-BEA9357567CD}" destId="{DA0F6671-CD13-8049-A30F-EE1FF0528F28}" srcOrd="0" destOrd="0" presId="urn:microsoft.com/office/officeart/2008/layout/HorizontalMultiLevelHierarchy"/>
    <dgm:cxn modelId="{FB4DE55B-3FD4-C041-BBE2-4B70A3D000FF}" type="presParOf" srcId="{116ACA0A-5598-554B-AE09-BEA9357567CD}" destId="{00CC6929-67AF-B64D-BC0A-EE7854FF659A}" srcOrd="1" destOrd="0" presId="urn:microsoft.com/office/officeart/2008/layout/HorizontalMultiLevelHierarchy"/>
    <dgm:cxn modelId="{2A6A3A85-5906-1B49-ABF8-293A0C1FC432}" type="presParOf" srcId="{00CC6929-67AF-B64D-BC0A-EE7854FF659A}" destId="{EC0EFDEC-610D-7548-B3C5-B634C798F064}" srcOrd="0" destOrd="0" presId="urn:microsoft.com/office/officeart/2008/layout/HorizontalMultiLevelHierarchy"/>
    <dgm:cxn modelId="{B809BB02-0123-9B44-80E0-8B867BC21839}" type="presParOf" srcId="{EC0EFDEC-610D-7548-B3C5-B634C798F064}" destId="{37DAADAD-7BF5-9340-9E45-8CEF29200DAC}" srcOrd="0" destOrd="0" presId="urn:microsoft.com/office/officeart/2008/layout/HorizontalMultiLevelHierarchy"/>
    <dgm:cxn modelId="{24F21319-1F13-CC41-A4C4-43DA88EEFAB1}" type="presParOf" srcId="{00CC6929-67AF-B64D-BC0A-EE7854FF659A}" destId="{88A5E6CC-8556-DB4B-BC97-821BA9A76825}" srcOrd="1" destOrd="0" presId="urn:microsoft.com/office/officeart/2008/layout/HorizontalMultiLevelHierarchy"/>
    <dgm:cxn modelId="{8996D2DE-4825-2842-A5A4-917F1DD7E711}" type="presParOf" srcId="{88A5E6CC-8556-DB4B-BC97-821BA9A76825}" destId="{D0229395-5521-AB46-8A3D-74C50B258A62}" srcOrd="0" destOrd="0" presId="urn:microsoft.com/office/officeart/2008/layout/HorizontalMultiLevelHierarchy"/>
    <dgm:cxn modelId="{441512F2-FA65-8245-94CB-983B3B2CBC57}" type="presParOf" srcId="{88A5E6CC-8556-DB4B-BC97-821BA9A76825}" destId="{33E36ACD-7645-F04A-9DA7-9C942470FBB3}" srcOrd="1" destOrd="0" presId="urn:microsoft.com/office/officeart/2008/layout/HorizontalMultiLevelHierarchy"/>
    <dgm:cxn modelId="{89DE8CBA-0493-094A-BD98-FE6C47CE2AED}" type="presParOf" srcId="{BE0A6D07-323D-F74B-8F5C-7EA1896B0949}" destId="{7F4FBAFE-5AD6-E746-991B-2DFD850F8D2D}" srcOrd="2" destOrd="0" presId="urn:microsoft.com/office/officeart/2008/layout/HorizontalMultiLevelHierarchy"/>
    <dgm:cxn modelId="{A378A60D-DD91-9B4B-A109-95597C1DEF0C}" type="presParOf" srcId="{7F4FBAFE-5AD6-E746-991B-2DFD850F8D2D}" destId="{D286674C-3AE8-4B41-A771-F97CF955FDF9}" srcOrd="0" destOrd="0" presId="urn:microsoft.com/office/officeart/2008/layout/HorizontalMultiLevelHierarchy"/>
    <dgm:cxn modelId="{C957DDB2-A827-BE4D-80D9-28E1A43AFC3C}" type="presParOf" srcId="{BE0A6D07-323D-F74B-8F5C-7EA1896B0949}" destId="{C17FC9C0-95C8-3D41-9C89-27F2706DA14E}" srcOrd="3" destOrd="0" presId="urn:microsoft.com/office/officeart/2008/layout/HorizontalMultiLevelHierarchy"/>
    <dgm:cxn modelId="{516BF47D-8292-DF47-89F8-955BCF4BEBB1}" type="presParOf" srcId="{C17FC9C0-95C8-3D41-9C89-27F2706DA14E}" destId="{E65BF800-0A6D-9D47-A506-1416CC0571D8}" srcOrd="0" destOrd="0" presId="urn:microsoft.com/office/officeart/2008/layout/HorizontalMultiLevelHierarchy"/>
    <dgm:cxn modelId="{C65ED2EC-9FCF-9841-A7D6-8B912CCCAADE}" type="presParOf" srcId="{C17FC9C0-95C8-3D41-9C89-27F2706DA14E}" destId="{FA8B25CD-C06C-8F4D-A0AA-305AA232A519}" srcOrd="1" destOrd="0" presId="urn:microsoft.com/office/officeart/2008/layout/HorizontalMultiLevelHierarchy"/>
    <dgm:cxn modelId="{211736A6-4B17-9243-AF47-580ED014FA8D}" type="presParOf" srcId="{FA8B25CD-C06C-8F4D-A0AA-305AA232A519}" destId="{2DE252C7-4EA9-274A-940F-2A06D55FAE0B}" srcOrd="0" destOrd="0" presId="urn:microsoft.com/office/officeart/2008/layout/HorizontalMultiLevelHierarchy"/>
    <dgm:cxn modelId="{F62ADC43-0A23-E343-A3F6-4BB4241A0E49}" type="presParOf" srcId="{2DE252C7-4EA9-274A-940F-2A06D55FAE0B}" destId="{88631264-6C15-6447-B9A6-9491E5A35C48}" srcOrd="0" destOrd="0" presId="urn:microsoft.com/office/officeart/2008/layout/HorizontalMultiLevelHierarchy"/>
    <dgm:cxn modelId="{FCF340A7-8B91-0840-A890-BB111985BBF4}" type="presParOf" srcId="{FA8B25CD-C06C-8F4D-A0AA-305AA232A519}" destId="{A9ACDDD1-7B32-2E4E-840C-5C4A5755376D}" srcOrd="1" destOrd="0" presId="urn:microsoft.com/office/officeart/2008/layout/HorizontalMultiLevelHierarchy"/>
    <dgm:cxn modelId="{302072BB-223C-C54F-A40C-2226B9BF49F9}" type="presParOf" srcId="{A9ACDDD1-7B32-2E4E-840C-5C4A5755376D}" destId="{47E963D6-A158-A445-92FE-82AAFF72919C}" srcOrd="0" destOrd="0" presId="urn:microsoft.com/office/officeart/2008/layout/HorizontalMultiLevelHierarchy"/>
    <dgm:cxn modelId="{A736F705-05DF-804A-BB11-9BAC8FDD6DC5}" type="presParOf" srcId="{A9ACDDD1-7B32-2E4E-840C-5C4A5755376D}" destId="{4A6A0C43-3C43-0B4B-B5F5-E8C99E9E4041}" srcOrd="1" destOrd="0" presId="urn:microsoft.com/office/officeart/2008/layout/HorizontalMultiLevelHierarchy"/>
    <dgm:cxn modelId="{26942859-3D22-2E4E-B900-5BCDC67F9A78}" type="presParOf" srcId="{BE0A6D07-323D-F74B-8F5C-7EA1896B0949}" destId="{44714E8B-D124-B24D-BAB8-CBC5DC395C8E}" srcOrd="4" destOrd="0" presId="urn:microsoft.com/office/officeart/2008/layout/HorizontalMultiLevelHierarchy"/>
    <dgm:cxn modelId="{E835D92B-26CC-7F42-A7CA-08A8C976D866}" type="presParOf" srcId="{44714E8B-D124-B24D-BAB8-CBC5DC395C8E}" destId="{443A2B2E-8534-C549-964D-3414DCDFCB73}" srcOrd="0" destOrd="0" presId="urn:microsoft.com/office/officeart/2008/layout/HorizontalMultiLevelHierarchy"/>
    <dgm:cxn modelId="{38233AE1-EE78-C747-B862-6EED281ECAC3}" type="presParOf" srcId="{BE0A6D07-323D-F74B-8F5C-7EA1896B0949}" destId="{9F05191E-817F-B843-BC41-27CEAE00139D}" srcOrd="5" destOrd="0" presId="urn:microsoft.com/office/officeart/2008/layout/HorizontalMultiLevelHierarchy"/>
    <dgm:cxn modelId="{C3F47E77-B8DE-794C-A4C3-E2B9F6EE2C8B}" type="presParOf" srcId="{9F05191E-817F-B843-BC41-27CEAE00139D}" destId="{8CCF6319-FA95-BB4C-B92A-E736F3E6EDC1}" srcOrd="0" destOrd="0" presId="urn:microsoft.com/office/officeart/2008/layout/HorizontalMultiLevelHierarchy"/>
    <dgm:cxn modelId="{D3B10388-289E-C84F-B53F-38A2C41E6F64}" type="presParOf" srcId="{9F05191E-817F-B843-BC41-27CEAE00139D}" destId="{6E8C72CA-C5D8-2D43-A46C-7BA8D149A6F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7.xml><?xml version="1.0" encoding="utf-8"?>
<dgm:dataModel xmlns:dgm="http://schemas.openxmlformats.org/drawingml/2006/diagram" xmlns:a="http://schemas.openxmlformats.org/drawingml/2006/main">
  <dgm:ptLst>
    <dgm:pt modelId="{3A17839A-FBEB-47CC-B035-8825ECDD9C53}" type="doc">
      <dgm:prSet loTypeId="urn:microsoft.com/office/officeart/2005/8/layout/hierarchy2" qsTypeId="urn:microsoft.com/office/officeart/2005/8/quickstyle/simple2" csTypeId="urn:microsoft.com/office/officeart/2005/8/colors/accent1_2"/>
      <dgm:spPr/>
    </dgm:pt>
    <dgm:pt modelId="{449AF091-1F22-4A48-8963-D14293C3A0AB}">
      <dgm:prSet/>
      <dgm:spPr/>
      <dgm:t>
        <a:bodyPr/>
        <a:lstStyle/>
        <a:p>
          <a:r>
            <a:t>Program lead</a:t>
          </a:r>
        </a:p>
      </dgm:t>
    </dgm:pt>
    <dgm:pt modelId="{96489CCA-9ED4-4739-A9D7-785980942958}" type="parTrans" cxnId="{934BCDBC-093D-4612-9116-30DBE26D3D15}">
      <dgm:prSet/>
      <dgm:spPr/>
      <dgm:t>
        <a:bodyPr/>
        <a:lstStyle/>
        <a:p>
          <a:endParaRPr/>
        </a:p>
      </dgm:t>
    </dgm:pt>
    <dgm:pt modelId="{FF6C8F31-0DB5-4DB1-BABF-0D7FD4BD78D6}" type="sibTrans" cxnId="{934BCDBC-093D-4612-9116-30DBE26D3D15}">
      <dgm:prSet/>
      <dgm:spPr/>
      <dgm:t>
        <a:bodyPr/>
        <a:lstStyle/>
        <a:p>
          <a:endParaRPr/>
        </a:p>
      </dgm:t>
    </dgm:pt>
    <dgm:pt modelId="{5051CE77-7C09-47AB-B488-C206A8BF803F}">
      <dgm:prSet/>
      <dgm:spPr/>
      <dgm:t>
        <a:bodyPr/>
        <a:lstStyle/>
        <a:p>
          <a:r>
            <a:t>Design</a:t>
          </a:r>
        </a:p>
      </dgm:t>
    </dgm:pt>
    <dgm:pt modelId="{BC05235D-A6F6-4060-8577-82EC970516BB}" type="parTrans" cxnId="{461086AE-EC7B-46D2-AFB5-0F2E48C75CA8}">
      <dgm:prSet/>
      <dgm:spPr/>
      <dgm:t>
        <a:bodyPr/>
        <a:lstStyle/>
        <a:p>
          <a:endParaRPr/>
        </a:p>
      </dgm:t>
    </dgm:pt>
    <dgm:pt modelId="{0C158040-D2A1-4646-ACAC-1F7177107C0F}" type="sibTrans" cxnId="{461086AE-EC7B-46D2-AFB5-0F2E48C75CA8}">
      <dgm:prSet/>
      <dgm:spPr/>
      <dgm:t>
        <a:bodyPr/>
        <a:lstStyle/>
        <a:p>
          <a:endParaRPr/>
        </a:p>
      </dgm:t>
    </dgm:pt>
    <dgm:pt modelId="{A842E703-EA02-44F5-87A1-6D24443773E0}">
      <dgm:prSet/>
      <dgm:spPr/>
      <dgm:t>
        <a:bodyPr/>
        <a:lstStyle/>
        <a:p>
          <a:r>
            <a:t>Engineering</a:t>
          </a:r>
        </a:p>
      </dgm:t>
    </dgm:pt>
    <dgm:pt modelId="{C894F5D6-FFC4-4226-A433-07478669762C}" type="parTrans" cxnId="{21418EB8-FA47-4B9C-886C-3EAECBE19F44}">
      <dgm:prSet/>
      <dgm:spPr/>
      <dgm:t>
        <a:bodyPr/>
        <a:lstStyle/>
        <a:p>
          <a:endParaRPr/>
        </a:p>
      </dgm:t>
    </dgm:pt>
    <dgm:pt modelId="{FF653EF5-F801-4FC9-AAF2-858BF09CBCDB}" type="sibTrans" cxnId="{21418EB8-FA47-4B9C-886C-3EAECBE19F44}">
      <dgm:prSet/>
      <dgm:spPr/>
      <dgm:t>
        <a:bodyPr/>
        <a:lstStyle/>
        <a:p>
          <a:endParaRPr/>
        </a:p>
      </dgm:t>
    </dgm:pt>
    <dgm:pt modelId="{BB50087E-7316-429C-A592-55FDAACCD1AA}">
      <dgm:prSet/>
      <dgm:spPr/>
      <dgm:t>
        <a:bodyPr/>
        <a:lstStyle/>
        <a:p>
          <a:r>
            <a:t>Go-to-market</a:t>
          </a:r>
        </a:p>
      </dgm:t>
    </dgm:pt>
    <dgm:pt modelId="{9DE6E1B6-09C6-4E0B-A6C9-E386AA5A96FE}" type="parTrans" cxnId="{6398364D-AE3A-4FE9-84E2-1D65EFB9910D}">
      <dgm:prSet/>
      <dgm:spPr/>
      <dgm:t>
        <a:bodyPr/>
        <a:lstStyle/>
        <a:p>
          <a:endParaRPr/>
        </a:p>
      </dgm:t>
    </dgm:pt>
    <dgm:pt modelId="{ABA0F724-D15F-4CA5-8DE2-A46E81258D20}" type="sibTrans" cxnId="{6398364D-AE3A-4FE9-84E2-1D65EFB9910D}">
      <dgm:prSet/>
      <dgm:spPr/>
      <dgm:t>
        <a:bodyPr/>
        <a:lstStyle/>
        <a:p>
          <a:endParaRPr/>
        </a:p>
      </dgm:t>
    </dgm:pt>
    <dgm:pt modelId="{9AB4BC7C-5416-4C07-A96C-66BAADDD7B7E}">
      <dgm:prSet/>
      <dgm:spPr/>
      <dgm:t>
        <a:bodyPr/>
        <a:lstStyle/>
        <a:p>
          <a:r>
            <a:t>Research</a:t>
          </a:r>
        </a:p>
      </dgm:t>
    </dgm:pt>
    <dgm:pt modelId="{C09EEE41-57F5-4A60-ABEA-A4493BE3428E}" type="parTrans" cxnId="{7D12F8C9-F36A-46A1-8795-7F6379B2CB57}">
      <dgm:prSet/>
      <dgm:spPr/>
      <dgm:t>
        <a:bodyPr/>
        <a:lstStyle/>
        <a:p>
          <a:endParaRPr/>
        </a:p>
      </dgm:t>
    </dgm:pt>
    <dgm:pt modelId="{50B1DCBD-D6F4-4D5B-B1FB-731039EAA13F}" type="sibTrans" cxnId="{7D12F8C9-F36A-46A1-8795-7F6379B2CB57}">
      <dgm:prSet/>
      <dgm:spPr/>
      <dgm:t>
        <a:bodyPr/>
        <a:lstStyle/>
        <a:p>
          <a:endParaRPr/>
        </a:p>
      </dgm:t>
    </dgm:pt>
    <dgm:pt modelId="{536259EC-045F-4B8F-8DB8-F29B831CE0CB}">
      <dgm:prSet/>
      <dgm:spPr/>
      <dgm:t>
        <a:bodyPr/>
        <a:lstStyle/>
        <a:p>
          <a:r>
            <a:t>Build</a:t>
          </a:r>
        </a:p>
      </dgm:t>
    </dgm:pt>
    <dgm:pt modelId="{7461455A-1E17-4A90-BB01-698E477A1BE4}" type="parTrans" cxnId="{CE755E2D-6EE4-45F2-ADCB-56C5DF4DE25B}">
      <dgm:prSet/>
      <dgm:spPr/>
      <dgm:t>
        <a:bodyPr/>
        <a:lstStyle/>
        <a:p>
          <a:endParaRPr/>
        </a:p>
      </dgm:t>
    </dgm:pt>
    <dgm:pt modelId="{18B36942-A4A6-41F0-B4ED-6476ADE37D69}" type="sibTrans" cxnId="{CE755E2D-6EE4-45F2-ADCB-56C5DF4DE25B}">
      <dgm:prSet/>
      <dgm:spPr/>
      <dgm:t>
        <a:bodyPr/>
        <a:lstStyle/>
        <a:p>
          <a:endParaRPr/>
        </a:p>
      </dgm:t>
    </dgm:pt>
    <dgm:pt modelId="{A5F41D24-E158-3A4B-BAE9-ED696387B49A}" type="pres">
      <dgm:prSet presAssocID="{3A17839A-FBEB-47CC-B035-8825ECDD9C5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2B45968-BDF0-CE40-BEC2-8DCED7ABE3F8}" type="pres">
      <dgm:prSet presAssocID="{449AF091-1F22-4A48-8963-D14293C3A0AB}" presName="root1" presStyleCnt="0"/>
      <dgm:spPr/>
    </dgm:pt>
    <dgm:pt modelId="{E47245DB-5637-5141-8CBD-5E44D8227365}" type="pres">
      <dgm:prSet presAssocID="{449AF091-1F22-4A48-8963-D14293C3A0AB}" presName="LevelOneTextNode" presStyleLbl="node0" presStyleIdx="0" presStyleCnt="1">
        <dgm:presLayoutVars>
          <dgm:chPref val="3"/>
        </dgm:presLayoutVars>
      </dgm:prSet>
      <dgm:spPr/>
    </dgm:pt>
    <dgm:pt modelId="{49547669-9080-9A48-815B-06303A7EBD6C}" type="pres">
      <dgm:prSet presAssocID="{449AF091-1F22-4A48-8963-D14293C3A0AB}" presName="level2hierChild" presStyleCnt="0"/>
      <dgm:spPr/>
    </dgm:pt>
    <dgm:pt modelId="{F4BA9549-B0AF-6245-9C39-7428E01E9E89}" type="pres">
      <dgm:prSet presAssocID="{BC05235D-A6F6-4060-8577-82EC970516BB}" presName="conn2-1" presStyleLbl="parChTrans1D2" presStyleIdx="0" presStyleCnt="3"/>
      <dgm:spPr/>
    </dgm:pt>
    <dgm:pt modelId="{8E19C7F5-4EC2-5A4C-89DB-B2C5784196B7}" type="pres">
      <dgm:prSet presAssocID="{BC05235D-A6F6-4060-8577-82EC970516BB}" presName="connTx" presStyleLbl="parChTrans1D2" presStyleIdx="0" presStyleCnt="3"/>
      <dgm:spPr/>
    </dgm:pt>
    <dgm:pt modelId="{51B2A10F-606F-9648-A4EB-F7C75A4A8B0E}" type="pres">
      <dgm:prSet presAssocID="{5051CE77-7C09-47AB-B488-C206A8BF803F}" presName="root2" presStyleCnt="0"/>
      <dgm:spPr/>
    </dgm:pt>
    <dgm:pt modelId="{4EB6947D-156A-8847-ADF8-84C3FD1652C4}" type="pres">
      <dgm:prSet presAssocID="{5051CE77-7C09-47AB-B488-C206A8BF803F}" presName="LevelTwoTextNode" presStyleLbl="node2" presStyleIdx="0" presStyleCnt="3">
        <dgm:presLayoutVars>
          <dgm:chPref val="3"/>
        </dgm:presLayoutVars>
      </dgm:prSet>
      <dgm:spPr/>
    </dgm:pt>
    <dgm:pt modelId="{7E1B5E59-2266-C443-B3DA-00170C3A069D}" type="pres">
      <dgm:prSet presAssocID="{5051CE77-7C09-47AB-B488-C206A8BF803F}" presName="level3hierChild" presStyleCnt="0"/>
      <dgm:spPr/>
    </dgm:pt>
    <dgm:pt modelId="{CB7ECFDD-15D3-224D-9677-F901DF22056B}" type="pres">
      <dgm:prSet presAssocID="{C09EEE41-57F5-4A60-ABEA-A4493BE3428E}" presName="conn2-1" presStyleLbl="parChTrans1D3" presStyleIdx="0" presStyleCnt="2"/>
      <dgm:spPr/>
    </dgm:pt>
    <dgm:pt modelId="{9CD34AB7-A735-8F4F-B471-9847084FF5E2}" type="pres">
      <dgm:prSet presAssocID="{C09EEE41-57F5-4A60-ABEA-A4493BE3428E}" presName="connTx" presStyleLbl="parChTrans1D3" presStyleIdx="0" presStyleCnt="2"/>
      <dgm:spPr/>
    </dgm:pt>
    <dgm:pt modelId="{A5DA13C4-40C9-8E4C-B557-D4D6F5757012}" type="pres">
      <dgm:prSet presAssocID="{9AB4BC7C-5416-4C07-A96C-66BAADDD7B7E}" presName="root2" presStyleCnt="0"/>
      <dgm:spPr/>
    </dgm:pt>
    <dgm:pt modelId="{EA5F8E52-6297-104B-B589-FF40022273C4}" type="pres">
      <dgm:prSet presAssocID="{9AB4BC7C-5416-4C07-A96C-66BAADDD7B7E}" presName="LevelTwoTextNode" presStyleLbl="node3" presStyleIdx="0" presStyleCnt="2">
        <dgm:presLayoutVars>
          <dgm:chPref val="3"/>
        </dgm:presLayoutVars>
      </dgm:prSet>
      <dgm:spPr/>
    </dgm:pt>
    <dgm:pt modelId="{98CCE734-D28F-0647-B657-B73F0F977FBD}" type="pres">
      <dgm:prSet presAssocID="{9AB4BC7C-5416-4C07-A96C-66BAADDD7B7E}" presName="level3hierChild" presStyleCnt="0"/>
      <dgm:spPr/>
    </dgm:pt>
    <dgm:pt modelId="{331139A8-56AE-4B4F-82DD-F1B282DC6556}" type="pres">
      <dgm:prSet presAssocID="{C894F5D6-FFC4-4226-A433-07478669762C}" presName="conn2-1" presStyleLbl="parChTrans1D2" presStyleIdx="1" presStyleCnt="3"/>
      <dgm:spPr/>
    </dgm:pt>
    <dgm:pt modelId="{24537E5D-566D-4546-B983-D4E7A9653023}" type="pres">
      <dgm:prSet presAssocID="{C894F5D6-FFC4-4226-A433-07478669762C}" presName="connTx" presStyleLbl="parChTrans1D2" presStyleIdx="1" presStyleCnt="3"/>
      <dgm:spPr/>
    </dgm:pt>
    <dgm:pt modelId="{663DBBBD-E6ED-0940-A8BE-DFB3CED0F9D7}" type="pres">
      <dgm:prSet presAssocID="{A842E703-EA02-44F5-87A1-6D24443773E0}" presName="root2" presStyleCnt="0"/>
      <dgm:spPr/>
    </dgm:pt>
    <dgm:pt modelId="{4249CDC3-CA60-AC42-9058-E5564D81E306}" type="pres">
      <dgm:prSet presAssocID="{A842E703-EA02-44F5-87A1-6D24443773E0}" presName="LevelTwoTextNode" presStyleLbl="node2" presStyleIdx="1" presStyleCnt="3">
        <dgm:presLayoutVars>
          <dgm:chPref val="3"/>
        </dgm:presLayoutVars>
      </dgm:prSet>
      <dgm:spPr/>
    </dgm:pt>
    <dgm:pt modelId="{B10761D8-CF1B-9F43-9BDE-15719B5AF293}" type="pres">
      <dgm:prSet presAssocID="{A842E703-EA02-44F5-87A1-6D24443773E0}" presName="level3hierChild" presStyleCnt="0"/>
      <dgm:spPr/>
    </dgm:pt>
    <dgm:pt modelId="{74771F27-E007-0747-AEDB-5CD72B22002F}" type="pres">
      <dgm:prSet presAssocID="{7461455A-1E17-4A90-BB01-698E477A1BE4}" presName="conn2-1" presStyleLbl="parChTrans1D3" presStyleIdx="1" presStyleCnt="2"/>
      <dgm:spPr/>
    </dgm:pt>
    <dgm:pt modelId="{4A858CA8-2BDC-B74C-B095-8DD640FD8985}" type="pres">
      <dgm:prSet presAssocID="{7461455A-1E17-4A90-BB01-698E477A1BE4}" presName="connTx" presStyleLbl="parChTrans1D3" presStyleIdx="1" presStyleCnt="2"/>
      <dgm:spPr/>
    </dgm:pt>
    <dgm:pt modelId="{2BC44D91-1480-A94F-95FE-607DE80DD6BD}" type="pres">
      <dgm:prSet presAssocID="{536259EC-045F-4B8F-8DB8-F29B831CE0CB}" presName="root2" presStyleCnt="0"/>
      <dgm:spPr/>
    </dgm:pt>
    <dgm:pt modelId="{F43E7B86-093B-9F44-969E-A7ED24D3E815}" type="pres">
      <dgm:prSet presAssocID="{536259EC-045F-4B8F-8DB8-F29B831CE0CB}" presName="LevelTwoTextNode" presStyleLbl="node3" presStyleIdx="1" presStyleCnt="2">
        <dgm:presLayoutVars>
          <dgm:chPref val="3"/>
        </dgm:presLayoutVars>
      </dgm:prSet>
      <dgm:spPr/>
    </dgm:pt>
    <dgm:pt modelId="{8E52F9D8-EAD5-604F-878A-834929676F3B}" type="pres">
      <dgm:prSet presAssocID="{536259EC-045F-4B8F-8DB8-F29B831CE0CB}" presName="level3hierChild" presStyleCnt="0"/>
      <dgm:spPr/>
    </dgm:pt>
    <dgm:pt modelId="{435B91BA-B514-9843-AA34-C03446CBAD08}" type="pres">
      <dgm:prSet presAssocID="{9DE6E1B6-09C6-4E0B-A6C9-E386AA5A96FE}" presName="conn2-1" presStyleLbl="parChTrans1D2" presStyleIdx="2" presStyleCnt="3"/>
      <dgm:spPr/>
    </dgm:pt>
    <dgm:pt modelId="{529DB0F9-0A7E-9D4A-BD93-EDB46EFF9393}" type="pres">
      <dgm:prSet presAssocID="{9DE6E1B6-09C6-4E0B-A6C9-E386AA5A96FE}" presName="connTx" presStyleLbl="parChTrans1D2" presStyleIdx="2" presStyleCnt="3"/>
      <dgm:spPr/>
    </dgm:pt>
    <dgm:pt modelId="{1207AD40-DC26-6143-9801-28175BC12346}" type="pres">
      <dgm:prSet presAssocID="{BB50087E-7316-429C-A592-55FDAACCD1AA}" presName="root2" presStyleCnt="0"/>
      <dgm:spPr/>
    </dgm:pt>
    <dgm:pt modelId="{66EA27D7-7BE1-D748-89E1-F03D2B15CD80}" type="pres">
      <dgm:prSet presAssocID="{BB50087E-7316-429C-A592-55FDAACCD1AA}" presName="LevelTwoTextNode" presStyleLbl="node2" presStyleIdx="2" presStyleCnt="3">
        <dgm:presLayoutVars>
          <dgm:chPref val="3"/>
        </dgm:presLayoutVars>
      </dgm:prSet>
      <dgm:spPr/>
    </dgm:pt>
    <dgm:pt modelId="{AF375954-6807-564F-BBC2-808C0F680C6C}" type="pres">
      <dgm:prSet presAssocID="{BB50087E-7316-429C-A592-55FDAACCD1AA}" presName="level3hierChild" presStyleCnt="0"/>
      <dgm:spPr/>
    </dgm:pt>
  </dgm:ptLst>
  <dgm:cxnLst>
    <dgm:cxn modelId="{421D4307-D1F7-BD4C-8249-4243DB08EA17}" type="presOf" srcId="{BB50087E-7316-429C-A592-55FDAACCD1AA}" destId="{66EA27D7-7BE1-D748-89E1-F03D2B15CD80}" srcOrd="0" destOrd="0" presId="urn:microsoft.com/office/officeart/2005/8/layout/hierarchy2"/>
    <dgm:cxn modelId="{9E5FF611-F0B3-9349-A94A-A9AC4F64E3D4}" type="presOf" srcId="{BC05235D-A6F6-4060-8577-82EC970516BB}" destId="{F4BA9549-B0AF-6245-9C39-7428E01E9E89}" srcOrd="0" destOrd="0" presId="urn:microsoft.com/office/officeart/2005/8/layout/hierarchy2"/>
    <dgm:cxn modelId="{CE755E2D-6EE4-45F2-ADCB-56C5DF4DE25B}" srcId="{A842E703-EA02-44F5-87A1-6D24443773E0}" destId="{536259EC-045F-4B8F-8DB8-F29B831CE0CB}" srcOrd="0" destOrd="0" parTransId="{7461455A-1E17-4A90-BB01-698E477A1BE4}" sibTransId="{18B36942-A4A6-41F0-B4ED-6476ADE37D69}"/>
    <dgm:cxn modelId="{42FBC231-7465-8E49-B0A7-067087CB3D78}" type="presOf" srcId="{C09EEE41-57F5-4A60-ABEA-A4493BE3428E}" destId="{CB7ECFDD-15D3-224D-9677-F901DF22056B}" srcOrd="0" destOrd="0" presId="urn:microsoft.com/office/officeart/2005/8/layout/hierarchy2"/>
    <dgm:cxn modelId="{A202613E-74FE-6843-9163-DF1755C38839}" type="presOf" srcId="{7461455A-1E17-4A90-BB01-698E477A1BE4}" destId="{4A858CA8-2BDC-B74C-B095-8DD640FD8985}" srcOrd="1" destOrd="0" presId="urn:microsoft.com/office/officeart/2005/8/layout/hierarchy2"/>
    <dgm:cxn modelId="{6398364D-AE3A-4FE9-84E2-1D65EFB9910D}" srcId="{449AF091-1F22-4A48-8963-D14293C3A0AB}" destId="{BB50087E-7316-429C-A592-55FDAACCD1AA}" srcOrd="2" destOrd="0" parTransId="{9DE6E1B6-09C6-4E0B-A6C9-E386AA5A96FE}" sibTransId="{ABA0F724-D15F-4CA5-8DE2-A46E81258D20}"/>
    <dgm:cxn modelId="{A37EB064-15EE-144B-AF49-C18EFE8E900B}" type="presOf" srcId="{9AB4BC7C-5416-4C07-A96C-66BAADDD7B7E}" destId="{EA5F8E52-6297-104B-B589-FF40022273C4}" srcOrd="0" destOrd="0" presId="urn:microsoft.com/office/officeart/2005/8/layout/hierarchy2"/>
    <dgm:cxn modelId="{CC6E306D-8D61-B447-B0CA-89B43738FE16}" type="presOf" srcId="{3A17839A-FBEB-47CC-B035-8825ECDD9C53}" destId="{A5F41D24-E158-3A4B-BAE9-ED696387B49A}" srcOrd="0" destOrd="0" presId="urn:microsoft.com/office/officeart/2005/8/layout/hierarchy2"/>
    <dgm:cxn modelId="{6CB2CF71-0FAA-4244-92BF-F43A0C704B13}" type="presOf" srcId="{536259EC-045F-4B8F-8DB8-F29B831CE0CB}" destId="{F43E7B86-093B-9F44-969E-A7ED24D3E815}" srcOrd="0" destOrd="0" presId="urn:microsoft.com/office/officeart/2005/8/layout/hierarchy2"/>
    <dgm:cxn modelId="{BCDF9B93-000D-AF42-93BD-718042C6F758}" type="presOf" srcId="{C894F5D6-FFC4-4226-A433-07478669762C}" destId="{331139A8-56AE-4B4F-82DD-F1B282DC6556}" srcOrd="0" destOrd="0" presId="urn:microsoft.com/office/officeart/2005/8/layout/hierarchy2"/>
    <dgm:cxn modelId="{F215FA9A-F8F6-0340-BC25-839CD6FDFEA2}" type="presOf" srcId="{C894F5D6-FFC4-4226-A433-07478669762C}" destId="{24537E5D-566D-4546-B983-D4E7A9653023}" srcOrd="1" destOrd="0" presId="urn:microsoft.com/office/officeart/2005/8/layout/hierarchy2"/>
    <dgm:cxn modelId="{461086AE-EC7B-46D2-AFB5-0F2E48C75CA8}" srcId="{449AF091-1F22-4A48-8963-D14293C3A0AB}" destId="{5051CE77-7C09-47AB-B488-C206A8BF803F}" srcOrd="0" destOrd="0" parTransId="{BC05235D-A6F6-4060-8577-82EC970516BB}" sibTransId="{0C158040-D2A1-4646-ACAC-1F7177107C0F}"/>
    <dgm:cxn modelId="{53C751AF-3939-B94F-A282-C864FB937BE6}" type="presOf" srcId="{5051CE77-7C09-47AB-B488-C206A8BF803F}" destId="{4EB6947D-156A-8847-ADF8-84C3FD1652C4}" srcOrd="0" destOrd="0" presId="urn:microsoft.com/office/officeart/2005/8/layout/hierarchy2"/>
    <dgm:cxn modelId="{9E7801B2-08BC-9744-9464-E0F9B3EBDAC0}" type="presOf" srcId="{9DE6E1B6-09C6-4E0B-A6C9-E386AA5A96FE}" destId="{529DB0F9-0A7E-9D4A-BD93-EDB46EFF9393}" srcOrd="1" destOrd="0" presId="urn:microsoft.com/office/officeart/2005/8/layout/hierarchy2"/>
    <dgm:cxn modelId="{21418EB8-FA47-4B9C-886C-3EAECBE19F44}" srcId="{449AF091-1F22-4A48-8963-D14293C3A0AB}" destId="{A842E703-EA02-44F5-87A1-6D24443773E0}" srcOrd="1" destOrd="0" parTransId="{C894F5D6-FFC4-4226-A433-07478669762C}" sibTransId="{FF653EF5-F801-4FC9-AAF2-858BF09CBCDB}"/>
    <dgm:cxn modelId="{934BCDBC-093D-4612-9116-30DBE26D3D15}" srcId="{3A17839A-FBEB-47CC-B035-8825ECDD9C53}" destId="{449AF091-1F22-4A48-8963-D14293C3A0AB}" srcOrd="0" destOrd="0" parTransId="{96489CCA-9ED4-4739-A9D7-785980942958}" sibTransId="{FF6C8F31-0DB5-4DB1-BABF-0D7FD4BD78D6}"/>
    <dgm:cxn modelId="{261011C0-A0DD-E145-87A7-E3958A046485}" type="presOf" srcId="{A842E703-EA02-44F5-87A1-6D24443773E0}" destId="{4249CDC3-CA60-AC42-9058-E5564D81E306}" srcOrd="0" destOrd="0" presId="urn:microsoft.com/office/officeart/2005/8/layout/hierarchy2"/>
    <dgm:cxn modelId="{7D12F8C9-F36A-46A1-8795-7F6379B2CB57}" srcId="{5051CE77-7C09-47AB-B488-C206A8BF803F}" destId="{9AB4BC7C-5416-4C07-A96C-66BAADDD7B7E}" srcOrd="0" destOrd="0" parTransId="{C09EEE41-57F5-4A60-ABEA-A4493BE3428E}" sibTransId="{50B1DCBD-D6F4-4D5B-B1FB-731039EAA13F}"/>
    <dgm:cxn modelId="{959524CF-C09D-1D41-A1F7-5A7676F977DC}" type="presOf" srcId="{9DE6E1B6-09C6-4E0B-A6C9-E386AA5A96FE}" destId="{435B91BA-B514-9843-AA34-C03446CBAD08}" srcOrd="0" destOrd="0" presId="urn:microsoft.com/office/officeart/2005/8/layout/hierarchy2"/>
    <dgm:cxn modelId="{703544D0-C3B9-AA4C-954C-FC8918970A6A}" type="presOf" srcId="{449AF091-1F22-4A48-8963-D14293C3A0AB}" destId="{E47245DB-5637-5141-8CBD-5E44D8227365}" srcOrd="0" destOrd="0" presId="urn:microsoft.com/office/officeart/2005/8/layout/hierarchy2"/>
    <dgm:cxn modelId="{52AC9AE3-B9F4-D247-B4FE-6A3740C56D16}" type="presOf" srcId="{7461455A-1E17-4A90-BB01-698E477A1BE4}" destId="{74771F27-E007-0747-AEDB-5CD72B22002F}" srcOrd="0" destOrd="0" presId="urn:microsoft.com/office/officeart/2005/8/layout/hierarchy2"/>
    <dgm:cxn modelId="{F6866AE6-C089-5E4A-915A-4EB5B71DD373}" type="presOf" srcId="{BC05235D-A6F6-4060-8577-82EC970516BB}" destId="{8E19C7F5-4EC2-5A4C-89DB-B2C5784196B7}" srcOrd="1" destOrd="0" presId="urn:microsoft.com/office/officeart/2005/8/layout/hierarchy2"/>
    <dgm:cxn modelId="{36BB44F0-3680-4F4C-A7D2-88F580243D95}" type="presOf" srcId="{C09EEE41-57F5-4A60-ABEA-A4493BE3428E}" destId="{9CD34AB7-A735-8F4F-B471-9847084FF5E2}" srcOrd="1" destOrd="0" presId="urn:microsoft.com/office/officeart/2005/8/layout/hierarchy2"/>
    <dgm:cxn modelId="{5BB8A898-BE2B-514B-9B12-2917EDD2BBD9}" type="presParOf" srcId="{A5F41D24-E158-3A4B-BAE9-ED696387B49A}" destId="{72B45968-BDF0-CE40-BEC2-8DCED7ABE3F8}" srcOrd="0" destOrd="0" presId="urn:microsoft.com/office/officeart/2005/8/layout/hierarchy2"/>
    <dgm:cxn modelId="{77FEF83A-4E2F-D649-ABA2-F4AD9E0C971F}" type="presParOf" srcId="{72B45968-BDF0-CE40-BEC2-8DCED7ABE3F8}" destId="{E47245DB-5637-5141-8CBD-5E44D8227365}" srcOrd="0" destOrd="0" presId="urn:microsoft.com/office/officeart/2005/8/layout/hierarchy2"/>
    <dgm:cxn modelId="{917AA13B-2F12-7C4D-A2FE-00B0BE5C7B5E}" type="presParOf" srcId="{72B45968-BDF0-CE40-BEC2-8DCED7ABE3F8}" destId="{49547669-9080-9A48-815B-06303A7EBD6C}" srcOrd="1" destOrd="0" presId="urn:microsoft.com/office/officeart/2005/8/layout/hierarchy2"/>
    <dgm:cxn modelId="{05CEA1E5-61EA-6246-80A9-C153A09D2E4F}" type="presParOf" srcId="{49547669-9080-9A48-815B-06303A7EBD6C}" destId="{F4BA9549-B0AF-6245-9C39-7428E01E9E89}" srcOrd="0" destOrd="0" presId="urn:microsoft.com/office/officeart/2005/8/layout/hierarchy2"/>
    <dgm:cxn modelId="{3ED8CDDA-BEA7-6045-A73D-32D13BD9949D}" type="presParOf" srcId="{F4BA9549-B0AF-6245-9C39-7428E01E9E89}" destId="{8E19C7F5-4EC2-5A4C-89DB-B2C5784196B7}" srcOrd="0" destOrd="0" presId="urn:microsoft.com/office/officeart/2005/8/layout/hierarchy2"/>
    <dgm:cxn modelId="{5799C7DD-E512-C243-B304-5172667458A3}" type="presParOf" srcId="{49547669-9080-9A48-815B-06303A7EBD6C}" destId="{51B2A10F-606F-9648-A4EB-F7C75A4A8B0E}" srcOrd="1" destOrd="0" presId="urn:microsoft.com/office/officeart/2005/8/layout/hierarchy2"/>
    <dgm:cxn modelId="{44245148-6053-764B-89B8-CA47CCBB4F3F}" type="presParOf" srcId="{51B2A10F-606F-9648-A4EB-F7C75A4A8B0E}" destId="{4EB6947D-156A-8847-ADF8-84C3FD1652C4}" srcOrd="0" destOrd="0" presId="urn:microsoft.com/office/officeart/2005/8/layout/hierarchy2"/>
    <dgm:cxn modelId="{93CFE1FA-8589-3D4B-B452-51982867CAE7}" type="presParOf" srcId="{51B2A10F-606F-9648-A4EB-F7C75A4A8B0E}" destId="{7E1B5E59-2266-C443-B3DA-00170C3A069D}" srcOrd="1" destOrd="0" presId="urn:microsoft.com/office/officeart/2005/8/layout/hierarchy2"/>
    <dgm:cxn modelId="{A599BAD6-6EF6-904C-AA9C-666E12AF53F5}" type="presParOf" srcId="{7E1B5E59-2266-C443-B3DA-00170C3A069D}" destId="{CB7ECFDD-15D3-224D-9677-F901DF22056B}" srcOrd="0" destOrd="0" presId="urn:microsoft.com/office/officeart/2005/8/layout/hierarchy2"/>
    <dgm:cxn modelId="{DEE796E8-00C3-CF4E-A7E2-6CADD5CE7366}" type="presParOf" srcId="{CB7ECFDD-15D3-224D-9677-F901DF22056B}" destId="{9CD34AB7-A735-8F4F-B471-9847084FF5E2}" srcOrd="0" destOrd="0" presId="urn:microsoft.com/office/officeart/2005/8/layout/hierarchy2"/>
    <dgm:cxn modelId="{C0A78782-E2F9-614E-8BC7-FE4336FCCEC2}" type="presParOf" srcId="{7E1B5E59-2266-C443-B3DA-00170C3A069D}" destId="{A5DA13C4-40C9-8E4C-B557-D4D6F5757012}" srcOrd="1" destOrd="0" presId="urn:microsoft.com/office/officeart/2005/8/layout/hierarchy2"/>
    <dgm:cxn modelId="{A5AC167D-0D9F-7C46-8240-252511D1897B}" type="presParOf" srcId="{A5DA13C4-40C9-8E4C-B557-D4D6F5757012}" destId="{EA5F8E52-6297-104B-B589-FF40022273C4}" srcOrd="0" destOrd="0" presId="urn:microsoft.com/office/officeart/2005/8/layout/hierarchy2"/>
    <dgm:cxn modelId="{C9663851-CBF7-4248-8CE9-855ADC61504F}" type="presParOf" srcId="{A5DA13C4-40C9-8E4C-B557-D4D6F5757012}" destId="{98CCE734-D28F-0647-B657-B73F0F977FBD}" srcOrd="1" destOrd="0" presId="urn:microsoft.com/office/officeart/2005/8/layout/hierarchy2"/>
    <dgm:cxn modelId="{1107AF14-7BED-EF4C-A29D-7103932D98C9}" type="presParOf" srcId="{49547669-9080-9A48-815B-06303A7EBD6C}" destId="{331139A8-56AE-4B4F-82DD-F1B282DC6556}" srcOrd="2" destOrd="0" presId="urn:microsoft.com/office/officeart/2005/8/layout/hierarchy2"/>
    <dgm:cxn modelId="{EC7164E2-2021-364D-9F5E-F2B34F00CB4A}" type="presParOf" srcId="{331139A8-56AE-4B4F-82DD-F1B282DC6556}" destId="{24537E5D-566D-4546-B983-D4E7A9653023}" srcOrd="0" destOrd="0" presId="urn:microsoft.com/office/officeart/2005/8/layout/hierarchy2"/>
    <dgm:cxn modelId="{8C5D2947-5354-D34F-8948-790540A9DFAF}" type="presParOf" srcId="{49547669-9080-9A48-815B-06303A7EBD6C}" destId="{663DBBBD-E6ED-0940-A8BE-DFB3CED0F9D7}" srcOrd="3" destOrd="0" presId="urn:microsoft.com/office/officeart/2005/8/layout/hierarchy2"/>
    <dgm:cxn modelId="{750CADBD-76B2-A54C-9B71-82E99D138E80}" type="presParOf" srcId="{663DBBBD-E6ED-0940-A8BE-DFB3CED0F9D7}" destId="{4249CDC3-CA60-AC42-9058-E5564D81E306}" srcOrd="0" destOrd="0" presId="urn:microsoft.com/office/officeart/2005/8/layout/hierarchy2"/>
    <dgm:cxn modelId="{FA6CAF74-4807-294E-A980-8A7318355B89}" type="presParOf" srcId="{663DBBBD-E6ED-0940-A8BE-DFB3CED0F9D7}" destId="{B10761D8-CF1B-9F43-9BDE-15719B5AF293}" srcOrd="1" destOrd="0" presId="urn:microsoft.com/office/officeart/2005/8/layout/hierarchy2"/>
    <dgm:cxn modelId="{AD51CC07-6347-4440-AF3D-82592FABD895}" type="presParOf" srcId="{B10761D8-CF1B-9F43-9BDE-15719B5AF293}" destId="{74771F27-E007-0747-AEDB-5CD72B22002F}" srcOrd="0" destOrd="0" presId="urn:microsoft.com/office/officeart/2005/8/layout/hierarchy2"/>
    <dgm:cxn modelId="{C74A41E4-A231-8A4A-83E2-6E9E63E8D446}" type="presParOf" srcId="{74771F27-E007-0747-AEDB-5CD72B22002F}" destId="{4A858CA8-2BDC-B74C-B095-8DD640FD8985}" srcOrd="0" destOrd="0" presId="urn:microsoft.com/office/officeart/2005/8/layout/hierarchy2"/>
    <dgm:cxn modelId="{27F307B1-57E6-4644-8348-EB2572D596BA}" type="presParOf" srcId="{B10761D8-CF1B-9F43-9BDE-15719B5AF293}" destId="{2BC44D91-1480-A94F-95FE-607DE80DD6BD}" srcOrd="1" destOrd="0" presId="urn:microsoft.com/office/officeart/2005/8/layout/hierarchy2"/>
    <dgm:cxn modelId="{6FFFE26A-E35D-8E4A-8994-DFC36B5D21E6}" type="presParOf" srcId="{2BC44D91-1480-A94F-95FE-607DE80DD6BD}" destId="{F43E7B86-093B-9F44-969E-A7ED24D3E815}" srcOrd="0" destOrd="0" presId="urn:microsoft.com/office/officeart/2005/8/layout/hierarchy2"/>
    <dgm:cxn modelId="{CC894163-FE88-0445-822C-CAEB639FE18E}" type="presParOf" srcId="{2BC44D91-1480-A94F-95FE-607DE80DD6BD}" destId="{8E52F9D8-EAD5-604F-878A-834929676F3B}" srcOrd="1" destOrd="0" presId="urn:microsoft.com/office/officeart/2005/8/layout/hierarchy2"/>
    <dgm:cxn modelId="{0DC89075-F28D-C84D-BF3E-AB613DC75FD6}" type="presParOf" srcId="{49547669-9080-9A48-815B-06303A7EBD6C}" destId="{435B91BA-B514-9843-AA34-C03446CBAD08}" srcOrd="4" destOrd="0" presId="urn:microsoft.com/office/officeart/2005/8/layout/hierarchy2"/>
    <dgm:cxn modelId="{ADD26ED0-17C0-5E47-8A7C-732EB346455F}" type="presParOf" srcId="{435B91BA-B514-9843-AA34-C03446CBAD08}" destId="{529DB0F9-0A7E-9D4A-BD93-EDB46EFF9393}" srcOrd="0" destOrd="0" presId="urn:microsoft.com/office/officeart/2005/8/layout/hierarchy2"/>
    <dgm:cxn modelId="{981682D8-0EB9-A145-8A20-5BBBFEBDF02D}" type="presParOf" srcId="{49547669-9080-9A48-815B-06303A7EBD6C}" destId="{1207AD40-DC26-6143-9801-28175BC12346}" srcOrd="5" destOrd="0" presId="urn:microsoft.com/office/officeart/2005/8/layout/hierarchy2"/>
    <dgm:cxn modelId="{B93D1D0D-86F1-3048-B39B-5EC32FE6D193}" type="presParOf" srcId="{1207AD40-DC26-6143-9801-28175BC12346}" destId="{66EA27D7-7BE1-D748-89E1-F03D2B15CD80}" srcOrd="0" destOrd="0" presId="urn:microsoft.com/office/officeart/2005/8/layout/hierarchy2"/>
    <dgm:cxn modelId="{405AC343-B799-AE4F-9ED2-CAD33AA4376D}" type="presParOf" srcId="{1207AD40-DC26-6143-9801-28175BC12346}" destId="{AF375954-6807-564F-BBC2-808C0F680C6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8.xml><?xml version="1.0" encoding="utf-8"?>
<dgm:dataModel xmlns:dgm="http://schemas.openxmlformats.org/drawingml/2006/diagram" xmlns:a="http://schemas.openxmlformats.org/drawingml/2006/main">
  <dgm:ptLst>
    <dgm:pt modelId="{66BBACD2-ECC3-48AF-BCE7-08A55B18AB5D}" type="doc">
      <dgm:prSet loTypeId="urn:microsoft.com/office/officeart/2005/8/layout/hierarchy5" qsTypeId="urn:microsoft.com/office/officeart/2005/8/quickstyle/simple2" csTypeId="urn:microsoft.com/office/officeart/2005/8/colors/accent1_2"/>
      <dgm:spPr/>
    </dgm:pt>
    <dgm:pt modelId="{B18223F8-DD88-42E2-AB3C-83788EFD8A04}">
      <dgm:prSet/>
      <dgm:spPr/>
      <dgm:t>
        <a:bodyPr/>
        <a:lstStyle/>
        <a:p>
          <a:r>
            <a:t>Program lead</a:t>
          </a:r>
        </a:p>
      </dgm:t>
    </dgm:pt>
    <dgm:pt modelId="{514DA91F-BF02-4250-8913-B05B8CD2F122}" type="parTrans" cxnId="{AFDD57B8-1480-4E60-A40A-E347B56E27B6}">
      <dgm:prSet/>
      <dgm:spPr/>
      <dgm:t>
        <a:bodyPr/>
        <a:lstStyle/>
        <a:p>
          <a:endParaRPr/>
        </a:p>
      </dgm:t>
    </dgm:pt>
    <dgm:pt modelId="{5B9BC509-06F4-4CFC-A844-FD8D47C520B6}" type="sibTrans" cxnId="{AFDD57B8-1480-4E60-A40A-E347B56E27B6}">
      <dgm:prSet/>
      <dgm:spPr/>
      <dgm:t>
        <a:bodyPr/>
        <a:lstStyle/>
        <a:p>
          <a:endParaRPr/>
        </a:p>
      </dgm:t>
    </dgm:pt>
    <dgm:pt modelId="{BAC14DB8-C717-4744-AACC-1B9A9F2A29E4}">
      <dgm:prSet/>
      <dgm:spPr/>
      <dgm:t>
        <a:bodyPr/>
        <a:lstStyle/>
        <a:p>
          <a:r>
            <a:t>Design</a:t>
          </a:r>
        </a:p>
      </dgm:t>
    </dgm:pt>
    <dgm:pt modelId="{8452BDBB-DBB7-45F2-81CB-726213590FE9}" type="parTrans" cxnId="{92141F19-A043-45C3-8617-BEF627FA2C84}">
      <dgm:prSet/>
      <dgm:spPr/>
      <dgm:t>
        <a:bodyPr/>
        <a:lstStyle/>
        <a:p>
          <a:endParaRPr/>
        </a:p>
      </dgm:t>
    </dgm:pt>
    <dgm:pt modelId="{22B38645-A845-4833-96F9-3E75BA64DF75}" type="sibTrans" cxnId="{92141F19-A043-45C3-8617-BEF627FA2C84}">
      <dgm:prSet/>
      <dgm:spPr/>
      <dgm:t>
        <a:bodyPr/>
        <a:lstStyle/>
        <a:p>
          <a:endParaRPr/>
        </a:p>
      </dgm:t>
    </dgm:pt>
    <dgm:pt modelId="{5E6E7A99-FC9C-4593-8B44-BD0299992DDC}">
      <dgm:prSet/>
      <dgm:spPr/>
      <dgm:t>
        <a:bodyPr/>
        <a:lstStyle/>
        <a:p>
          <a:r>
            <a:t>Engineering</a:t>
          </a:r>
        </a:p>
      </dgm:t>
    </dgm:pt>
    <dgm:pt modelId="{8B6ADF60-1220-4BF0-B065-24C967FD7B89}" type="parTrans" cxnId="{C884F8C4-D398-42F0-BAC7-DAD74D20301B}">
      <dgm:prSet/>
      <dgm:spPr/>
      <dgm:t>
        <a:bodyPr/>
        <a:lstStyle/>
        <a:p>
          <a:endParaRPr/>
        </a:p>
      </dgm:t>
    </dgm:pt>
    <dgm:pt modelId="{1A687F1A-CD5B-48CE-A7C2-01C2212E5126}" type="sibTrans" cxnId="{C884F8C4-D398-42F0-BAC7-DAD74D20301B}">
      <dgm:prSet/>
      <dgm:spPr/>
      <dgm:t>
        <a:bodyPr/>
        <a:lstStyle/>
        <a:p>
          <a:endParaRPr/>
        </a:p>
      </dgm:t>
    </dgm:pt>
    <dgm:pt modelId="{A8C97080-A663-4B68-A17A-E8D340366FF1}">
      <dgm:prSet/>
      <dgm:spPr/>
      <dgm:t>
        <a:bodyPr/>
        <a:lstStyle/>
        <a:p>
          <a:r>
            <a:t>Go-to-market</a:t>
          </a:r>
        </a:p>
      </dgm:t>
    </dgm:pt>
    <dgm:pt modelId="{CC9E9A7A-BFF4-4832-B1AF-E6DB51FB2077}" type="parTrans" cxnId="{DA8F60C1-76A2-4DB4-991D-BF053C2A8DAE}">
      <dgm:prSet/>
      <dgm:spPr/>
      <dgm:t>
        <a:bodyPr/>
        <a:lstStyle/>
        <a:p>
          <a:endParaRPr/>
        </a:p>
      </dgm:t>
    </dgm:pt>
    <dgm:pt modelId="{859D43E6-F7FD-46D0-A864-90559A8DB9FB}" type="sibTrans" cxnId="{DA8F60C1-76A2-4DB4-991D-BF053C2A8DAE}">
      <dgm:prSet/>
      <dgm:spPr/>
      <dgm:t>
        <a:bodyPr/>
        <a:lstStyle/>
        <a:p>
          <a:endParaRPr/>
        </a:p>
      </dgm:t>
    </dgm:pt>
    <dgm:pt modelId="{E1E98417-2288-4E9B-A04B-40A2EA97CF24}">
      <dgm:prSet/>
      <dgm:spPr/>
      <dgm:t>
        <a:bodyPr/>
        <a:lstStyle/>
        <a:p>
          <a:r>
            <a:t>Research</a:t>
          </a:r>
        </a:p>
      </dgm:t>
    </dgm:pt>
    <dgm:pt modelId="{45A9A987-C9EF-43FA-B4A5-EB5B752FEBA5}" type="parTrans" cxnId="{6900EA2F-5CBF-40AC-A411-6DD92F45CFB1}">
      <dgm:prSet/>
      <dgm:spPr/>
      <dgm:t>
        <a:bodyPr/>
        <a:lstStyle/>
        <a:p>
          <a:endParaRPr/>
        </a:p>
      </dgm:t>
    </dgm:pt>
    <dgm:pt modelId="{60032F86-87E4-4D15-88F3-D41238CF8B96}" type="sibTrans" cxnId="{6900EA2F-5CBF-40AC-A411-6DD92F45CFB1}">
      <dgm:prSet/>
      <dgm:spPr/>
      <dgm:t>
        <a:bodyPr/>
        <a:lstStyle/>
        <a:p>
          <a:endParaRPr/>
        </a:p>
      </dgm:t>
    </dgm:pt>
    <dgm:pt modelId="{8ED1CCF5-C290-496C-8F33-0C457F71F539}">
      <dgm:prSet/>
      <dgm:spPr/>
      <dgm:t>
        <a:bodyPr/>
        <a:lstStyle/>
        <a:p>
          <a:r>
            <a:t>Build</a:t>
          </a:r>
        </a:p>
      </dgm:t>
    </dgm:pt>
    <dgm:pt modelId="{953B90DE-A044-4B21-943A-701A4918EEAB}" type="parTrans" cxnId="{916D26C4-E0C6-470E-BE67-C03B5BC85BE0}">
      <dgm:prSet/>
      <dgm:spPr/>
      <dgm:t>
        <a:bodyPr/>
        <a:lstStyle/>
        <a:p>
          <a:endParaRPr/>
        </a:p>
      </dgm:t>
    </dgm:pt>
    <dgm:pt modelId="{F6C10B98-C3B8-4881-92F5-C84DA323569B}" type="sibTrans" cxnId="{916D26C4-E0C6-470E-BE67-C03B5BC85BE0}">
      <dgm:prSet/>
      <dgm:spPr/>
      <dgm:t>
        <a:bodyPr/>
        <a:lstStyle/>
        <a:p>
          <a:endParaRPr/>
        </a:p>
      </dgm:t>
    </dgm:pt>
    <dgm:pt modelId="{079BCFEC-5298-BB4A-AA09-EBDA5BE931AA}" type="pres">
      <dgm:prSet presAssocID="{66BBACD2-ECC3-48AF-BCE7-08A55B18AB5D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0E0F17A-0B5F-B941-8ADD-18A54F606763}" type="pres">
      <dgm:prSet presAssocID="{66BBACD2-ECC3-48AF-BCE7-08A55B18AB5D}" presName="hierFlow" presStyleCnt="0"/>
      <dgm:spPr/>
    </dgm:pt>
    <dgm:pt modelId="{88803C57-1C74-4943-8AF8-A09D3897FFCD}" type="pres">
      <dgm:prSet presAssocID="{66BBACD2-ECC3-48AF-BCE7-08A55B18AB5D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11878B4-0DA3-F744-BD0B-B5258EB431D8}" type="pres">
      <dgm:prSet presAssocID="{B18223F8-DD88-42E2-AB3C-83788EFD8A04}" presName="Name17" presStyleCnt="0"/>
      <dgm:spPr/>
    </dgm:pt>
    <dgm:pt modelId="{268D94A2-7C03-2244-9BEA-E95670E9E7DE}" type="pres">
      <dgm:prSet presAssocID="{B18223F8-DD88-42E2-AB3C-83788EFD8A04}" presName="level1Shape" presStyleLbl="node0" presStyleIdx="0" presStyleCnt="1">
        <dgm:presLayoutVars>
          <dgm:chPref val="3"/>
        </dgm:presLayoutVars>
      </dgm:prSet>
      <dgm:spPr/>
    </dgm:pt>
    <dgm:pt modelId="{38B72969-9507-124F-B5C2-356DA38D96C8}" type="pres">
      <dgm:prSet presAssocID="{B18223F8-DD88-42E2-AB3C-83788EFD8A04}" presName="hierChild2" presStyleCnt="0"/>
      <dgm:spPr/>
    </dgm:pt>
    <dgm:pt modelId="{7E0B4D0B-C636-AF43-B11D-DA6064E1A100}" type="pres">
      <dgm:prSet presAssocID="{8452BDBB-DBB7-45F2-81CB-726213590FE9}" presName="Name25" presStyleLbl="parChTrans1D2" presStyleIdx="0" presStyleCnt="3"/>
      <dgm:spPr/>
    </dgm:pt>
    <dgm:pt modelId="{CC195938-DC68-0A47-B251-9DF7BAD9DBF5}" type="pres">
      <dgm:prSet presAssocID="{8452BDBB-DBB7-45F2-81CB-726213590FE9}" presName="connTx" presStyleLbl="parChTrans1D2" presStyleIdx="0" presStyleCnt="3"/>
      <dgm:spPr/>
    </dgm:pt>
    <dgm:pt modelId="{036F646D-EDC1-3E4F-8348-870341B23E32}" type="pres">
      <dgm:prSet presAssocID="{BAC14DB8-C717-4744-AACC-1B9A9F2A29E4}" presName="Name30" presStyleCnt="0"/>
      <dgm:spPr/>
    </dgm:pt>
    <dgm:pt modelId="{24882486-D638-C64A-8578-E7B61CF0BEB5}" type="pres">
      <dgm:prSet presAssocID="{BAC14DB8-C717-4744-AACC-1B9A9F2A29E4}" presName="level2Shape" presStyleLbl="node2" presStyleIdx="0" presStyleCnt="3"/>
      <dgm:spPr/>
    </dgm:pt>
    <dgm:pt modelId="{3728C951-0B84-9E4C-A730-8267B585BCC7}" type="pres">
      <dgm:prSet presAssocID="{BAC14DB8-C717-4744-AACC-1B9A9F2A29E4}" presName="hierChild3" presStyleCnt="0"/>
      <dgm:spPr/>
    </dgm:pt>
    <dgm:pt modelId="{A543B7E2-4D46-E340-96F4-DEB1CFF740F0}" type="pres">
      <dgm:prSet presAssocID="{45A9A987-C9EF-43FA-B4A5-EB5B752FEBA5}" presName="Name25" presStyleLbl="parChTrans1D3" presStyleIdx="0" presStyleCnt="2"/>
      <dgm:spPr/>
    </dgm:pt>
    <dgm:pt modelId="{F407DF52-62A5-EE47-9C45-A16532CC07FA}" type="pres">
      <dgm:prSet presAssocID="{45A9A987-C9EF-43FA-B4A5-EB5B752FEBA5}" presName="connTx" presStyleLbl="parChTrans1D3" presStyleIdx="0" presStyleCnt="2"/>
      <dgm:spPr/>
    </dgm:pt>
    <dgm:pt modelId="{CEB7C223-2914-D749-A390-3EF517F86CD5}" type="pres">
      <dgm:prSet presAssocID="{E1E98417-2288-4E9B-A04B-40A2EA97CF24}" presName="Name30" presStyleCnt="0"/>
      <dgm:spPr/>
    </dgm:pt>
    <dgm:pt modelId="{5C070300-79D9-ED4F-B4E6-D9B8911DBE33}" type="pres">
      <dgm:prSet presAssocID="{E1E98417-2288-4E9B-A04B-40A2EA97CF24}" presName="level2Shape" presStyleLbl="node3" presStyleIdx="0" presStyleCnt="2"/>
      <dgm:spPr/>
    </dgm:pt>
    <dgm:pt modelId="{9FD65746-BB09-714C-847D-727753A6F97D}" type="pres">
      <dgm:prSet presAssocID="{E1E98417-2288-4E9B-A04B-40A2EA97CF24}" presName="hierChild3" presStyleCnt="0"/>
      <dgm:spPr/>
    </dgm:pt>
    <dgm:pt modelId="{34E83951-BEB6-4D41-9E01-F7B5766C74F0}" type="pres">
      <dgm:prSet presAssocID="{8B6ADF60-1220-4BF0-B065-24C967FD7B89}" presName="Name25" presStyleLbl="parChTrans1D2" presStyleIdx="1" presStyleCnt="3"/>
      <dgm:spPr/>
    </dgm:pt>
    <dgm:pt modelId="{0433529A-3C82-9540-ADF8-731CA55A9C36}" type="pres">
      <dgm:prSet presAssocID="{8B6ADF60-1220-4BF0-B065-24C967FD7B89}" presName="connTx" presStyleLbl="parChTrans1D2" presStyleIdx="1" presStyleCnt="3"/>
      <dgm:spPr/>
    </dgm:pt>
    <dgm:pt modelId="{84054A2F-10DB-FC4D-BC4F-0B5265FA6B9F}" type="pres">
      <dgm:prSet presAssocID="{5E6E7A99-FC9C-4593-8B44-BD0299992DDC}" presName="Name30" presStyleCnt="0"/>
      <dgm:spPr/>
    </dgm:pt>
    <dgm:pt modelId="{F70BCAB3-E0FB-D642-894C-7FE06212909D}" type="pres">
      <dgm:prSet presAssocID="{5E6E7A99-FC9C-4593-8B44-BD0299992DDC}" presName="level2Shape" presStyleLbl="node2" presStyleIdx="1" presStyleCnt="3"/>
      <dgm:spPr/>
    </dgm:pt>
    <dgm:pt modelId="{986AABF9-5AA8-DB41-9692-CC494BC50105}" type="pres">
      <dgm:prSet presAssocID="{5E6E7A99-FC9C-4593-8B44-BD0299992DDC}" presName="hierChild3" presStyleCnt="0"/>
      <dgm:spPr/>
    </dgm:pt>
    <dgm:pt modelId="{5C21B78B-1E00-6A4C-BCBB-6593058AED8E}" type="pres">
      <dgm:prSet presAssocID="{953B90DE-A044-4B21-943A-701A4918EEAB}" presName="Name25" presStyleLbl="parChTrans1D3" presStyleIdx="1" presStyleCnt="2"/>
      <dgm:spPr/>
    </dgm:pt>
    <dgm:pt modelId="{E71E82EA-2496-BE46-9841-5484E9073F6E}" type="pres">
      <dgm:prSet presAssocID="{953B90DE-A044-4B21-943A-701A4918EEAB}" presName="connTx" presStyleLbl="parChTrans1D3" presStyleIdx="1" presStyleCnt="2"/>
      <dgm:spPr/>
    </dgm:pt>
    <dgm:pt modelId="{5CF934BE-69D4-FD4D-9C0F-10EB201CAA88}" type="pres">
      <dgm:prSet presAssocID="{8ED1CCF5-C290-496C-8F33-0C457F71F539}" presName="Name30" presStyleCnt="0"/>
      <dgm:spPr/>
    </dgm:pt>
    <dgm:pt modelId="{E639075E-F449-E445-B7E3-A38D8C1A0F4E}" type="pres">
      <dgm:prSet presAssocID="{8ED1CCF5-C290-496C-8F33-0C457F71F539}" presName="level2Shape" presStyleLbl="node3" presStyleIdx="1" presStyleCnt="2"/>
      <dgm:spPr/>
    </dgm:pt>
    <dgm:pt modelId="{FDAE5A09-01AB-BB40-9456-B79B033D9CE9}" type="pres">
      <dgm:prSet presAssocID="{8ED1CCF5-C290-496C-8F33-0C457F71F539}" presName="hierChild3" presStyleCnt="0"/>
      <dgm:spPr/>
    </dgm:pt>
    <dgm:pt modelId="{AEAB33A8-E5EB-D446-9B96-181D706C10F3}" type="pres">
      <dgm:prSet presAssocID="{CC9E9A7A-BFF4-4832-B1AF-E6DB51FB2077}" presName="Name25" presStyleLbl="parChTrans1D2" presStyleIdx="2" presStyleCnt="3"/>
      <dgm:spPr/>
    </dgm:pt>
    <dgm:pt modelId="{2637DAD5-2E88-C34B-856F-0172C109E749}" type="pres">
      <dgm:prSet presAssocID="{CC9E9A7A-BFF4-4832-B1AF-E6DB51FB2077}" presName="connTx" presStyleLbl="parChTrans1D2" presStyleIdx="2" presStyleCnt="3"/>
      <dgm:spPr/>
    </dgm:pt>
    <dgm:pt modelId="{01D5A266-278A-2B45-BB1C-885C78C00462}" type="pres">
      <dgm:prSet presAssocID="{A8C97080-A663-4B68-A17A-E8D340366FF1}" presName="Name30" presStyleCnt="0"/>
      <dgm:spPr/>
    </dgm:pt>
    <dgm:pt modelId="{0F05585D-0F23-AD41-8886-DB2E5C371815}" type="pres">
      <dgm:prSet presAssocID="{A8C97080-A663-4B68-A17A-E8D340366FF1}" presName="level2Shape" presStyleLbl="node2" presStyleIdx="2" presStyleCnt="3"/>
      <dgm:spPr/>
    </dgm:pt>
    <dgm:pt modelId="{EC9082E6-F0D8-754D-A0AE-85B962A400AF}" type="pres">
      <dgm:prSet presAssocID="{A8C97080-A663-4B68-A17A-E8D340366FF1}" presName="hierChild3" presStyleCnt="0"/>
      <dgm:spPr/>
    </dgm:pt>
    <dgm:pt modelId="{60EBDA92-C4FA-884E-80C0-1C24D824444F}" type="pres">
      <dgm:prSet presAssocID="{66BBACD2-ECC3-48AF-BCE7-08A55B18AB5D}" presName="bgShapesFlow" presStyleCnt="0"/>
      <dgm:spPr/>
    </dgm:pt>
  </dgm:ptLst>
  <dgm:cxnLst>
    <dgm:cxn modelId="{F4CCBF01-7AE4-7342-8ECF-478070569CE1}" type="presOf" srcId="{45A9A987-C9EF-43FA-B4A5-EB5B752FEBA5}" destId="{A543B7E2-4D46-E340-96F4-DEB1CFF740F0}" srcOrd="0" destOrd="0" presId="urn:microsoft.com/office/officeart/2005/8/layout/hierarchy5"/>
    <dgm:cxn modelId="{4A9A9D0B-5E2C-BE44-8822-6FCCA0113F1E}" type="presOf" srcId="{8ED1CCF5-C290-496C-8F33-0C457F71F539}" destId="{E639075E-F449-E445-B7E3-A38D8C1A0F4E}" srcOrd="0" destOrd="0" presId="urn:microsoft.com/office/officeart/2005/8/layout/hierarchy5"/>
    <dgm:cxn modelId="{2DD3910D-2DB0-1F45-BC98-38E611787DF5}" type="presOf" srcId="{CC9E9A7A-BFF4-4832-B1AF-E6DB51FB2077}" destId="{AEAB33A8-E5EB-D446-9B96-181D706C10F3}" srcOrd="0" destOrd="0" presId="urn:microsoft.com/office/officeart/2005/8/layout/hierarchy5"/>
    <dgm:cxn modelId="{92141F19-A043-45C3-8617-BEF627FA2C84}" srcId="{B18223F8-DD88-42E2-AB3C-83788EFD8A04}" destId="{BAC14DB8-C717-4744-AACC-1B9A9F2A29E4}" srcOrd="0" destOrd="0" parTransId="{8452BDBB-DBB7-45F2-81CB-726213590FE9}" sibTransId="{22B38645-A845-4833-96F9-3E75BA64DF75}"/>
    <dgm:cxn modelId="{AE77AE2C-5A4D-DB4F-A8A1-F639572C1362}" type="presOf" srcId="{953B90DE-A044-4B21-943A-701A4918EEAB}" destId="{5C21B78B-1E00-6A4C-BCBB-6593058AED8E}" srcOrd="0" destOrd="0" presId="urn:microsoft.com/office/officeart/2005/8/layout/hierarchy5"/>
    <dgm:cxn modelId="{6900EA2F-5CBF-40AC-A411-6DD92F45CFB1}" srcId="{BAC14DB8-C717-4744-AACC-1B9A9F2A29E4}" destId="{E1E98417-2288-4E9B-A04B-40A2EA97CF24}" srcOrd="0" destOrd="0" parTransId="{45A9A987-C9EF-43FA-B4A5-EB5B752FEBA5}" sibTransId="{60032F86-87E4-4D15-88F3-D41238CF8B96}"/>
    <dgm:cxn modelId="{19D69836-71DE-FB45-83CE-1D1AE7BE602C}" type="presOf" srcId="{A8C97080-A663-4B68-A17A-E8D340366FF1}" destId="{0F05585D-0F23-AD41-8886-DB2E5C371815}" srcOrd="0" destOrd="0" presId="urn:microsoft.com/office/officeart/2005/8/layout/hierarchy5"/>
    <dgm:cxn modelId="{2DA2554D-6D30-4C4F-B969-13E8D07B5A8F}" type="presOf" srcId="{5E6E7A99-FC9C-4593-8B44-BD0299992DDC}" destId="{F70BCAB3-E0FB-D642-894C-7FE06212909D}" srcOrd="0" destOrd="0" presId="urn:microsoft.com/office/officeart/2005/8/layout/hierarchy5"/>
    <dgm:cxn modelId="{3BE58B50-F96B-7547-B4EA-770AD40D04C8}" type="presOf" srcId="{45A9A987-C9EF-43FA-B4A5-EB5B752FEBA5}" destId="{F407DF52-62A5-EE47-9C45-A16532CC07FA}" srcOrd="1" destOrd="0" presId="urn:microsoft.com/office/officeart/2005/8/layout/hierarchy5"/>
    <dgm:cxn modelId="{2A112E6B-6D7C-CF4A-9A13-E2FAF8D98B9D}" type="presOf" srcId="{66BBACD2-ECC3-48AF-BCE7-08A55B18AB5D}" destId="{079BCFEC-5298-BB4A-AA09-EBDA5BE931AA}" srcOrd="0" destOrd="0" presId="urn:microsoft.com/office/officeart/2005/8/layout/hierarchy5"/>
    <dgm:cxn modelId="{19D5086E-616A-E740-B248-983593446697}" type="presOf" srcId="{E1E98417-2288-4E9B-A04B-40A2EA97CF24}" destId="{5C070300-79D9-ED4F-B4E6-D9B8911DBE33}" srcOrd="0" destOrd="0" presId="urn:microsoft.com/office/officeart/2005/8/layout/hierarchy5"/>
    <dgm:cxn modelId="{BA5C62B5-6D30-9344-A098-C56B7752F748}" type="presOf" srcId="{8452BDBB-DBB7-45F2-81CB-726213590FE9}" destId="{7E0B4D0B-C636-AF43-B11D-DA6064E1A100}" srcOrd="0" destOrd="0" presId="urn:microsoft.com/office/officeart/2005/8/layout/hierarchy5"/>
    <dgm:cxn modelId="{AFDD57B8-1480-4E60-A40A-E347B56E27B6}" srcId="{66BBACD2-ECC3-48AF-BCE7-08A55B18AB5D}" destId="{B18223F8-DD88-42E2-AB3C-83788EFD8A04}" srcOrd="0" destOrd="0" parTransId="{514DA91F-BF02-4250-8913-B05B8CD2F122}" sibTransId="{5B9BC509-06F4-4CFC-A844-FD8D47C520B6}"/>
    <dgm:cxn modelId="{71CD7DBB-6BFD-0C45-8854-1D40AC1C1E50}" type="presOf" srcId="{8452BDBB-DBB7-45F2-81CB-726213590FE9}" destId="{CC195938-DC68-0A47-B251-9DF7BAD9DBF5}" srcOrd="1" destOrd="0" presId="urn:microsoft.com/office/officeart/2005/8/layout/hierarchy5"/>
    <dgm:cxn modelId="{DA8F60C1-76A2-4DB4-991D-BF053C2A8DAE}" srcId="{B18223F8-DD88-42E2-AB3C-83788EFD8A04}" destId="{A8C97080-A663-4B68-A17A-E8D340366FF1}" srcOrd="2" destOrd="0" parTransId="{CC9E9A7A-BFF4-4832-B1AF-E6DB51FB2077}" sibTransId="{859D43E6-F7FD-46D0-A864-90559A8DB9FB}"/>
    <dgm:cxn modelId="{916D26C4-E0C6-470E-BE67-C03B5BC85BE0}" srcId="{5E6E7A99-FC9C-4593-8B44-BD0299992DDC}" destId="{8ED1CCF5-C290-496C-8F33-0C457F71F539}" srcOrd="0" destOrd="0" parTransId="{953B90DE-A044-4B21-943A-701A4918EEAB}" sibTransId="{F6C10B98-C3B8-4881-92F5-C84DA323569B}"/>
    <dgm:cxn modelId="{C884F8C4-D398-42F0-BAC7-DAD74D20301B}" srcId="{B18223F8-DD88-42E2-AB3C-83788EFD8A04}" destId="{5E6E7A99-FC9C-4593-8B44-BD0299992DDC}" srcOrd="1" destOrd="0" parTransId="{8B6ADF60-1220-4BF0-B065-24C967FD7B89}" sibTransId="{1A687F1A-CD5B-48CE-A7C2-01C2212E5126}"/>
    <dgm:cxn modelId="{E63B82C6-6D8F-B249-92F8-E3E24283A99C}" type="presOf" srcId="{BAC14DB8-C717-4744-AACC-1B9A9F2A29E4}" destId="{24882486-D638-C64A-8578-E7B61CF0BEB5}" srcOrd="0" destOrd="0" presId="urn:microsoft.com/office/officeart/2005/8/layout/hierarchy5"/>
    <dgm:cxn modelId="{BA3F29CB-1FF8-2147-8768-0020A153A142}" type="presOf" srcId="{953B90DE-A044-4B21-943A-701A4918EEAB}" destId="{E71E82EA-2496-BE46-9841-5484E9073F6E}" srcOrd="1" destOrd="0" presId="urn:microsoft.com/office/officeart/2005/8/layout/hierarchy5"/>
    <dgm:cxn modelId="{D73C3DCF-3DF7-6F46-8F1A-3392B4E6F6E2}" type="presOf" srcId="{8B6ADF60-1220-4BF0-B065-24C967FD7B89}" destId="{34E83951-BEB6-4D41-9E01-F7B5766C74F0}" srcOrd="0" destOrd="0" presId="urn:microsoft.com/office/officeart/2005/8/layout/hierarchy5"/>
    <dgm:cxn modelId="{A9B2EED2-5ACB-7F4C-961E-59A501C8591C}" type="presOf" srcId="{8B6ADF60-1220-4BF0-B065-24C967FD7B89}" destId="{0433529A-3C82-9540-ADF8-731CA55A9C36}" srcOrd="1" destOrd="0" presId="urn:microsoft.com/office/officeart/2005/8/layout/hierarchy5"/>
    <dgm:cxn modelId="{6CE423DF-FE60-974A-B09C-CAEAA9AF6CF3}" type="presOf" srcId="{CC9E9A7A-BFF4-4832-B1AF-E6DB51FB2077}" destId="{2637DAD5-2E88-C34B-856F-0172C109E749}" srcOrd="1" destOrd="0" presId="urn:microsoft.com/office/officeart/2005/8/layout/hierarchy5"/>
    <dgm:cxn modelId="{0A6926ED-6D1C-5943-BD21-E2ADC17835EF}" type="presOf" srcId="{B18223F8-DD88-42E2-AB3C-83788EFD8A04}" destId="{268D94A2-7C03-2244-9BEA-E95670E9E7DE}" srcOrd="0" destOrd="0" presId="urn:microsoft.com/office/officeart/2005/8/layout/hierarchy5"/>
    <dgm:cxn modelId="{0973C386-D488-074A-98EC-D3CBB731AFB7}" type="presParOf" srcId="{079BCFEC-5298-BB4A-AA09-EBDA5BE931AA}" destId="{20E0F17A-0B5F-B941-8ADD-18A54F606763}" srcOrd="0" destOrd="0" presId="urn:microsoft.com/office/officeart/2005/8/layout/hierarchy5"/>
    <dgm:cxn modelId="{1F88C19D-4F8C-4346-88F6-BF8A86F2E4CF}" type="presParOf" srcId="{20E0F17A-0B5F-B941-8ADD-18A54F606763}" destId="{88803C57-1C74-4943-8AF8-A09D3897FFCD}" srcOrd="0" destOrd="0" presId="urn:microsoft.com/office/officeart/2005/8/layout/hierarchy5"/>
    <dgm:cxn modelId="{D6DD9650-B6B4-9248-8B30-09A3D5123C1B}" type="presParOf" srcId="{88803C57-1C74-4943-8AF8-A09D3897FFCD}" destId="{911878B4-0DA3-F744-BD0B-B5258EB431D8}" srcOrd="0" destOrd="0" presId="urn:microsoft.com/office/officeart/2005/8/layout/hierarchy5"/>
    <dgm:cxn modelId="{8C1FD421-DA92-B542-B1EC-5572A3A2DCB2}" type="presParOf" srcId="{911878B4-0DA3-F744-BD0B-B5258EB431D8}" destId="{268D94A2-7C03-2244-9BEA-E95670E9E7DE}" srcOrd="0" destOrd="0" presId="urn:microsoft.com/office/officeart/2005/8/layout/hierarchy5"/>
    <dgm:cxn modelId="{347065C3-9C84-7347-B0DC-8BA81F2FC57A}" type="presParOf" srcId="{911878B4-0DA3-F744-BD0B-B5258EB431D8}" destId="{38B72969-9507-124F-B5C2-356DA38D96C8}" srcOrd="1" destOrd="0" presId="urn:microsoft.com/office/officeart/2005/8/layout/hierarchy5"/>
    <dgm:cxn modelId="{99B34C92-5CD3-D24A-A8CB-FDAA0AAE9E4D}" type="presParOf" srcId="{38B72969-9507-124F-B5C2-356DA38D96C8}" destId="{7E0B4D0B-C636-AF43-B11D-DA6064E1A100}" srcOrd="0" destOrd="0" presId="urn:microsoft.com/office/officeart/2005/8/layout/hierarchy5"/>
    <dgm:cxn modelId="{523A16AA-1C93-684D-956D-1EE86D4D4753}" type="presParOf" srcId="{7E0B4D0B-C636-AF43-B11D-DA6064E1A100}" destId="{CC195938-DC68-0A47-B251-9DF7BAD9DBF5}" srcOrd="0" destOrd="0" presId="urn:microsoft.com/office/officeart/2005/8/layout/hierarchy5"/>
    <dgm:cxn modelId="{6EEDFA21-D8F4-9F44-B0C9-1D10C7F196D8}" type="presParOf" srcId="{38B72969-9507-124F-B5C2-356DA38D96C8}" destId="{036F646D-EDC1-3E4F-8348-870341B23E32}" srcOrd="1" destOrd="0" presId="urn:microsoft.com/office/officeart/2005/8/layout/hierarchy5"/>
    <dgm:cxn modelId="{F8ACF341-1751-7D46-925B-EA3A090A9861}" type="presParOf" srcId="{036F646D-EDC1-3E4F-8348-870341B23E32}" destId="{24882486-D638-C64A-8578-E7B61CF0BEB5}" srcOrd="0" destOrd="0" presId="urn:microsoft.com/office/officeart/2005/8/layout/hierarchy5"/>
    <dgm:cxn modelId="{EB6FE012-CD5E-3F4B-B16A-ECA39103889D}" type="presParOf" srcId="{036F646D-EDC1-3E4F-8348-870341B23E32}" destId="{3728C951-0B84-9E4C-A730-8267B585BCC7}" srcOrd="1" destOrd="0" presId="urn:microsoft.com/office/officeart/2005/8/layout/hierarchy5"/>
    <dgm:cxn modelId="{7CC95FF8-1D0B-F14D-BCA0-FBE10A818F1C}" type="presParOf" srcId="{3728C951-0B84-9E4C-A730-8267B585BCC7}" destId="{A543B7E2-4D46-E340-96F4-DEB1CFF740F0}" srcOrd="0" destOrd="0" presId="urn:microsoft.com/office/officeart/2005/8/layout/hierarchy5"/>
    <dgm:cxn modelId="{F5345EC8-DA71-1F41-AB92-909FAA00E3A5}" type="presParOf" srcId="{A543B7E2-4D46-E340-96F4-DEB1CFF740F0}" destId="{F407DF52-62A5-EE47-9C45-A16532CC07FA}" srcOrd="0" destOrd="0" presId="urn:microsoft.com/office/officeart/2005/8/layout/hierarchy5"/>
    <dgm:cxn modelId="{2FAED7C5-8B8E-2245-8CBD-55A6BA487A20}" type="presParOf" srcId="{3728C951-0B84-9E4C-A730-8267B585BCC7}" destId="{CEB7C223-2914-D749-A390-3EF517F86CD5}" srcOrd="1" destOrd="0" presId="urn:microsoft.com/office/officeart/2005/8/layout/hierarchy5"/>
    <dgm:cxn modelId="{558AAC3D-7966-3145-B90A-88150619AFA2}" type="presParOf" srcId="{CEB7C223-2914-D749-A390-3EF517F86CD5}" destId="{5C070300-79D9-ED4F-B4E6-D9B8911DBE33}" srcOrd="0" destOrd="0" presId="urn:microsoft.com/office/officeart/2005/8/layout/hierarchy5"/>
    <dgm:cxn modelId="{43035BA1-14A3-314E-BC16-20A6DF486E9D}" type="presParOf" srcId="{CEB7C223-2914-D749-A390-3EF517F86CD5}" destId="{9FD65746-BB09-714C-847D-727753A6F97D}" srcOrd="1" destOrd="0" presId="urn:microsoft.com/office/officeart/2005/8/layout/hierarchy5"/>
    <dgm:cxn modelId="{66DAA924-4865-C341-A6B7-0D0DC7220742}" type="presParOf" srcId="{38B72969-9507-124F-B5C2-356DA38D96C8}" destId="{34E83951-BEB6-4D41-9E01-F7B5766C74F0}" srcOrd="2" destOrd="0" presId="urn:microsoft.com/office/officeart/2005/8/layout/hierarchy5"/>
    <dgm:cxn modelId="{6271EF22-B647-6E48-A570-5206509E37EE}" type="presParOf" srcId="{34E83951-BEB6-4D41-9E01-F7B5766C74F0}" destId="{0433529A-3C82-9540-ADF8-731CA55A9C36}" srcOrd="0" destOrd="0" presId="urn:microsoft.com/office/officeart/2005/8/layout/hierarchy5"/>
    <dgm:cxn modelId="{C92281AA-452A-9E41-BF35-EDCAC3D460ED}" type="presParOf" srcId="{38B72969-9507-124F-B5C2-356DA38D96C8}" destId="{84054A2F-10DB-FC4D-BC4F-0B5265FA6B9F}" srcOrd="3" destOrd="0" presId="urn:microsoft.com/office/officeart/2005/8/layout/hierarchy5"/>
    <dgm:cxn modelId="{F2460D85-55C7-AE49-86F0-87CF92CCF162}" type="presParOf" srcId="{84054A2F-10DB-FC4D-BC4F-0B5265FA6B9F}" destId="{F70BCAB3-E0FB-D642-894C-7FE06212909D}" srcOrd="0" destOrd="0" presId="urn:microsoft.com/office/officeart/2005/8/layout/hierarchy5"/>
    <dgm:cxn modelId="{C69D0F87-181C-E042-B16B-DA660977A650}" type="presParOf" srcId="{84054A2F-10DB-FC4D-BC4F-0B5265FA6B9F}" destId="{986AABF9-5AA8-DB41-9692-CC494BC50105}" srcOrd="1" destOrd="0" presId="urn:microsoft.com/office/officeart/2005/8/layout/hierarchy5"/>
    <dgm:cxn modelId="{6343B745-52C5-BA4F-8B3E-C60FD4075B13}" type="presParOf" srcId="{986AABF9-5AA8-DB41-9692-CC494BC50105}" destId="{5C21B78B-1E00-6A4C-BCBB-6593058AED8E}" srcOrd="0" destOrd="0" presId="urn:microsoft.com/office/officeart/2005/8/layout/hierarchy5"/>
    <dgm:cxn modelId="{260105A3-DEB4-7B4F-9D7D-DFB54949A746}" type="presParOf" srcId="{5C21B78B-1E00-6A4C-BCBB-6593058AED8E}" destId="{E71E82EA-2496-BE46-9841-5484E9073F6E}" srcOrd="0" destOrd="0" presId="urn:microsoft.com/office/officeart/2005/8/layout/hierarchy5"/>
    <dgm:cxn modelId="{FCFD32B5-61C8-3A4D-ABA1-C1D46EF9A874}" type="presParOf" srcId="{986AABF9-5AA8-DB41-9692-CC494BC50105}" destId="{5CF934BE-69D4-FD4D-9C0F-10EB201CAA88}" srcOrd="1" destOrd="0" presId="urn:microsoft.com/office/officeart/2005/8/layout/hierarchy5"/>
    <dgm:cxn modelId="{86DEB3AA-8FB1-FC45-9519-AA9DBD9C9D36}" type="presParOf" srcId="{5CF934BE-69D4-FD4D-9C0F-10EB201CAA88}" destId="{E639075E-F449-E445-B7E3-A38D8C1A0F4E}" srcOrd="0" destOrd="0" presId="urn:microsoft.com/office/officeart/2005/8/layout/hierarchy5"/>
    <dgm:cxn modelId="{27E1B2D6-A2C8-2C40-A2CD-56F2DCE84021}" type="presParOf" srcId="{5CF934BE-69D4-FD4D-9C0F-10EB201CAA88}" destId="{FDAE5A09-01AB-BB40-9456-B79B033D9CE9}" srcOrd="1" destOrd="0" presId="urn:microsoft.com/office/officeart/2005/8/layout/hierarchy5"/>
    <dgm:cxn modelId="{83249F66-2F56-924A-8986-EE92111F24E7}" type="presParOf" srcId="{38B72969-9507-124F-B5C2-356DA38D96C8}" destId="{AEAB33A8-E5EB-D446-9B96-181D706C10F3}" srcOrd="4" destOrd="0" presId="urn:microsoft.com/office/officeart/2005/8/layout/hierarchy5"/>
    <dgm:cxn modelId="{1D17BEF6-C002-7D47-B02D-DC1D0A22090E}" type="presParOf" srcId="{AEAB33A8-E5EB-D446-9B96-181D706C10F3}" destId="{2637DAD5-2E88-C34B-856F-0172C109E749}" srcOrd="0" destOrd="0" presId="urn:microsoft.com/office/officeart/2005/8/layout/hierarchy5"/>
    <dgm:cxn modelId="{ED1FAC89-D138-7548-945E-B161BE596386}" type="presParOf" srcId="{38B72969-9507-124F-B5C2-356DA38D96C8}" destId="{01D5A266-278A-2B45-BB1C-885C78C00462}" srcOrd="5" destOrd="0" presId="urn:microsoft.com/office/officeart/2005/8/layout/hierarchy5"/>
    <dgm:cxn modelId="{E3ECFD26-1113-E54F-844B-3FF5C76DA235}" type="presParOf" srcId="{01D5A266-278A-2B45-BB1C-885C78C00462}" destId="{0F05585D-0F23-AD41-8886-DB2E5C371815}" srcOrd="0" destOrd="0" presId="urn:microsoft.com/office/officeart/2005/8/layout/hierarchy5"/>
    <dgm:cxn modelId="{70F2085C-101C-F441-8D56-BCD433F11B57}" type="presParOf" srcId="{01D5A266-278A-2B45-BB1C-885C78C00462}" destId="{EC9082E6-F0D8-754D-A0AE-85B962A400AF}" srcOrd="1" destOrd="0" presId="urn:microsoft.com/office/officeart/2005/8/layout/hierarchy5"/>
    <dgm:cxn modelId="{23D2DD2F-33F4-C24E-A0A8-2B18AB09A240}" type="presParOf" srcId="{079BCFEC-5298-BB4A-AA09-EBDA5BE931AA}" destId="{60EBDA92-C4FA-884E-80C0-1C24D824444F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9.xml><?xml version="1.0" encoding="utf-8"?>
<dgm:dataModel xmlns:dgm="http://schemas.openxmlformats.org/drawingml/2006/diagram" xmlns:a="http://schemas.openxmlformats.org/drawingml/2006/main">
  <dgm:ptLst>
    <dgm:pt modelId="{7862624E-665F-435D-8F1B-7E427081C13A}" type="doc">
      <dgm:prSet loTypeId="urn:microsoft.com/office/officeart/2005/8/layout/balance1" qsTypeId="urn:microsoft.com/office/officeart/2005/8/quickstyle/simple2" csTypeId="urn:microsoft.com/office/officeart/2005/8/colors/accent1_2"/>
      <dgm:spPr/>
    </dgm:pt>
    <dgm:pt modelId="{C096D0F8-A742-4AFB-B6F8-500CE8FFEDE8}">
      <dgm:prSet/>
      <dgm:spPr/>
      <dgm:t>
        <a:bodyPr/>
        <a:lstStyle/>
        <a:p>
          <a:r>
            <a:t>Option A</a:t>
          </a:r>
        </a:p>
      </dgm:t>
    </dgm:pt>
    <dgm:pt modelId="{3868FBCD-4A0E-4AFD-880C-E779961C85B1}" type="parTrans" cxnId="{1E7C1CAA-D35E-41F6-BBB4-A22ABF65BF45}">
      <dgm:prSet/>
      <dgm:spPr/>
      <dgm:t>
        <a:bodyPr/>
        <a:lstStyle/>
        <a:p>
          <a:endParaRPr/>
        </a:p>
      </dgm:t>
    </dgm:pt>
    <dgm:pt modelId="{C19BBBED-BDDE-4C5B-8D1D-16D881E63755}" type="sibTrans" cxnId="{1E7C1CAA-D35E-41F6-BBB4-A22ABF65BF45}">
      <dgm:prSet/>
      <dgm:spPr/>
      <dgm:t>
        <a:bodyPr/>
        <a:lstStyle/>
        <a:p>
          <a:endParaRPr/>
        </a:p>
      </dgm:t>
    </dgm:pt>
    <dgm:pt modelId="{01226E22-64BA-44B9-85D1-C37068E2B610}">
      <dgm:prSet/>
      <dgm:spPr/>
      <dgm:t>
        <a:bodyPr/>
        <a:lstStyle/>
        <a:p>
          <a:r>
            <a:t>Option B</a:t>
          </a:r>
        </a:p>
      </dgm:t>
    </dgm:pt>
    <dgm:pt modelId="{6F3D4374-2A73-4B4C-9039-38473F9ED3E9}" type="parTrans" cxnId="{E0724800-4F10-41AA-92F2-8AEF1872EE28}">
      <dgm:prSet/>
      <dgm:spPr/>
      <dgm:t>
        <a:bodyPr/>
        <a:lstStyle/>
        <a:p>
          <a:endParaRPr/>
        </a:p>
      </dgm:t>
    </dgm:pt>
    <dgm:pt modelId="{D3B9CCF5-1BDF-48F8-8885-DAB5B3944015}" type="sibTrans" cxnId="{E0724800-4F10-41AA-92F2-8AEF1872EE28}">
      <dgm:prSet/>
      <dgm:spPr/>
      <dgm:t>
        <a:bodyPr/>
        <a:lstStyle/>
        <a:p>
          <a:endParaRPr/>
        </a:p>
      </dgm:t>
    </dgm:pt>
    <dgm:pt modelId="{67E7DC1F-BA55-4676-A110-2815A9FF6140}">
      <dgm:prSet/>
      <dgm:spPr/>
      <dgm:t>
        <a:bodyPr/>
        <a:lstStyle/>
        <a:p>
          <a:r>
            <a:t>Benefit</a:t>
          </a:r>
        </a:p>
      </dgm:t>
    </dgm:pt>
    <dgm:pt modelId="{ACE399FE-B57A-439B-8C43-8443C8D57531}" type="parTrans" cxnId="{3DB15C02-7BBA-400F-910C-4D8F8CCAD7EE}">
      <dgm:prSet/>
      <dgm:spPr/>
      <dgm:t>
        <a:bodyPr/>
        <a:lstStyle/>
        <a:p>
          <a:endParaRPr/>
        </a:p>
      </dgm:t>
    </dgm:pt>
    <dgm:pt modelId="{8241052B-DCAE-4535-9B22-4F3429BFB75D}" type="sibTrans" cxnId="{3DB15C02-7BBA-400F-910C-4D8F8CCAD7EE}">
      <dgm:prSet/>
      <dgm:spPr/>
      <dgm:t>
        <a:bodyPr/>
        <a:lstStyle/>
        <a:p>
          <a:endParaRPr/>
        </a:p>
      </dgm:t>
    </dgm:pt>
    <dgm:pt modelId="{CABA9759-D92A-40B6-AEBA-053E7D36E547}">
      <dgm:prSet/>
      <dgm:spPr/>
      <dgm:t>
        <a:bodyPr/>
        <a:lstStyle/>
        <a:p>
          <a:r>
            <a:t>Trade-off</a:t>
          </a:r>
        </a:p>
      </dgm:t>
    </dgm:pt>
    <dgm:pt modelId="{7155B566-AA63-4FE6-A21B-60E769AC927B}" type="parTrans" cxnId="{67DC61BB-53B2-4D9B-9E78-6BC7837D805F}">
      <dgm:prSet/>
      <dgm:spPr/>
      <dgm:t>
        <a:bodyPr/>
        <a:lstStyle/>
        <a:p>
          <a:endParaRPr/>
        </a:p>
      </dgm:t>
    </dgm:pt>
    <dgm:pt modelId="{7660CD43-E4F9-44AD-9DC9-51562A4259A4}" type="sibTrans" cxnId="{67DC61BB-53B2-4D9B-9E78-6BC7837D805F}">
      <dgm:prSet/>
      <dgm:spPr/>
      <dgm:t>
        <a:bodyPr/>
        <a:lstStyle/>
        <a:p>
          <a:endParaRPr/>
        </a:p>
      </dgm:t>
    </dgm:pt>
    <dgm:pt modelId="{9CB86E07-3790-49AD-BF79-C39EBF5D9702}">
      <dgm:prSet/>
      <dgm:spPr/>
      <dgm:t>
        <a:bodyPr/>
        <a:lstStyle/>
        <a:p>
          <a:r>
            <a:t>Benefit</a:t>
          </a:r>
        </a:p>
      </dgm:t>
    </dgm:pt>
    <dgm:pt modelId="{21D3D0E9-8AE6-4B99-96B1-5C60895FB44D}" type="parTrans" cxnId="{330BB007-6DAC-4A65-AACD-3F6C49A5F53C}">
      <dgm:prSet/>
      <dgm:spPr/>
      <dgm:t>
        <a:bodyPr/>
        <a:lstStyle/>
        <a:p>
          <a:endParaRPr/>
        </a:p>
      </dgm:t>
    </dgm:pt>
    <dgm:pt modelId="{70B33B3C-1D7A-4FAB-B3DE-D13DDAB2D12D}" type="sibTrans" cxnId="{330BB007-6DAC-4A65-AACD-3F6C49A5F53C}">
      <dgm:prSet/>
      <dgm:spPr/>
      <dgm:t>
        <a:bodyPr/>
        <a:lstStyle/>
        <a:p>
          <a:endParaRPr/>
        </a:p>
      </dgm:t>
    </dgm:pt>
    <dgm:pt modelId="{BD8E421B-FBBA-4EA5-B33F-F0ECE66ED31B}">
      <dgm:prSet/>
      <dgm:spPr/>
      <dgm:t>
        <a:bodyPr/>
        <a:lstStyle/>
        <a:p>
          <a:r>
            <a:t>Trade-off</a:t>
          </a:r>
        </a:p>
      </dgm:t>
    </dgm:pt>
    <dgm:pt modelId="{21E91DD0-49AF-4A2F-A7A4-1BCC6CA074B2}" type="parTrans" cxnId="{82C1E4A2-401D-4B61-9BB0-20E02302EB05}">
      <dgm:prSet/>
      <dgm:spPr/>
      <dgm:t>
        <a:bodyPr/>
        <a:lstStyle/>
        <a:p>
          <a:endParaRPr/>
        </a:p>
      </dgm:t>
    </dgm:pt>
    <dgm:pt modelId="{4D6AB26E-2CBC-4574-ADC4-43F3FF0BBB57}" type="sibTrans" cxnId="{82C1E4A2-401D-4B61-9BB0-20E02302EB05}">
      <dgm:prSet/>
      <dgm:spPr/>
      <dgm:t>
        <a:bodyPr/>
        <a:lstStyle/>
        <a:p>
          <a:endParaRPr/>
        </a:p>
      </dgm:t>
    </dgm:pt>
    <dgm:pt modelId="{F41732E0-894D-D447-BDAF-28B13D81FC51}" type="pres">
      <dgm:prSet presAssocID="{7862624E-665F-435D-8F1B-7E427081C13A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26CA2F01-3E9F-8B4A-AB45-F1DF4EF1B69E}" type="pres">
      <dgm:prSet presAssocID="{7862624E-665F-435D-8F1B-7E427081C13A}" presName="dummyMaxCanvas" presStyleCnt="0"/>
      <dgm:spPr/>
    </dgm:pt>
    <dgm:pt modelId="{965062FC-9097-6A43-990A-0A638F8E804B}" type="pres">
      <dgm:prSet presAssocID="{7862624E-665F-435D-8F1B-7E427081C13A}" presName="parentComposite" presStyleCnt="0"/>
      <dgm:spPr/>
    </dgm:pt>
    <dgm:pt modelId="{BC368630-A7BD-3A4F-B8B5-654B93D9924C}" type="pres">
      <dgm:prSet presAssocID="{7862624E-665F-435D-8F1B-7E427081C13A}" presName="parent1" presStyleLbl="alignAccFollowNode1" presStyleIdx="0" presStyleCnt="4">
        <dgm:presLayoutVars>
          <dgm:chMax val="4"/>
        </dgm:presLayoutVars>
      </dgm:prSet>
      <dgm:spPr/>
    </dgm:pt>
    <dgm:pt modelId="{462F226C-ACC0-9C4D-B32C-879E10B3CE62}" type="pres">
      <dgm:prSet presAssocID="{7862624E-665F-435D-8F1B-7E427081C13A}" presName="parent2" presStyleLbl="alignAccFollowNode1" presStyleIdx="1" presStyleCnt="4">
        <dgm:presLayoutVars>
          <dgm:chMax val="4"/>
        </dgm:presLayoutVars>
      </dgm:prSet>
      <dgm:spPr/>
    </dgm:pt>
    <dgm:pt modelId="{394BA875-FA68-0A4F-A20C-AEE56DDE8CBD}" type="pres">
      <dgm:prSet presAssocID="{7862624E-665F-435D-8F1B-7E427081C13A}" presName="childrenComposite" presStyleCnt="0"/>
      <dgm:spPr/>
    </dgm:pt>
    <dgm:pt modelId="{E162290D-A74D-204C-98A4-89B621A1FDBF}" type="pres">
      <dgm:prSet presAssocID="{7862624E-665F-435D-8F1B-7E427081C13A}" presName="dummyMaxCanvas_ChildArea" presStyleCnt="0"/>
      <dgm:spPr/>
    </dgm:pt>
    <dgm:pt modelId="{A70216CD-4E93-0645-AB4C-214D9D8FA9A6}" type="pres">
      <dgm:prSet presAssocID="{7862624E-665F-435D-8F1B-7E427081C13A}" presName="fulcrum" presStyleLbl="alignAccFollowNode1" presStyleIdx="2" presStyleCnt="4"/>
      <dgm:spPr/>
    </dgm:pt>
    <dgm:pt modelId="{D16D22A7-B21C-A648-9FB2-80F114A7155F}" type="pres">
      <dgm:prSet presAssocID="{7862624E-665F-435D-8F1B-7E427081C13A}" presName="balance_22" presStyleLbl="alignAccFollowNode1" presStyleIdx="3" presStyleCnt="4">
        <dgm:presLayoutVars>
          <dgm:bulletEnabled val="1"/>
        </dgm:presLayoutVars>
      </dgm:prSet>
      <dgm:spPr/>
    </dgm:pt>
    <dgm:pt modelId="{04407993-6F86-2547-BD9F-C3A811EC65CD}" type="pres">
      <dgm:prSet presAssocID="{7862624E-665F-435D-8F1B-7E427081C13A}" presName="right_22_1" presStyleLbl="node1" presStyleIdx="0" presStyleCnt="4">
        <dgm:presLayoutVars>
          <dgm:bulletEnabled val="1"/>
        </dgm:presLayoutVars>
      </dgm:prSet>
      <dgm:spPr/>
    </dgm:pt>
    <dgm:pt modelId="{3C7AA837-08A1-1F4C-814A-F7461F98C250}" type="pres">
      <dgm:prSet presAssocID="{7862624E-665F-435D-8F1B-7E427081C13A}" presName="right_22_2" presStyleLbl="node1" presStyleIdx="1" presStyleCnt="4">
        <dgm:presLayoutVars>
          <dgm:bulletEnabled val="1"/>
        </dgm:presLayoutVars>
      </dgm:prSet>
      <dgm:spPr/>
    </dgm:pt>
    <dgm:pt modelId="{17D1C688-EEB7-1D4C-AF86-91AE744C05F4}" type="pres">
      <dgm:prSet presAssocID="{7862624E-665F-435D-8F1B-7E427081C13A}" presName="left_22_1" presStyleLbl="node1" presStyleIdx="2" presStyleCnt="4">
        <dgm:presLayoutVars>
          <dgm:bulletEnabled val="1"/>
        </dgm:presLayoutVars>
      </dgm:prSet>
      <dgm:spPr/>
    </dgm:pt>
    <dgm:pt modelId="{60BA182B-9912-E14B-8352-413DC68B24C5}" type="pres">
      <dgm:prSet presAssocID="{7862624E-665F-435D-8F1B-7E427081C13A}" presName="left_22_2" presStyleLbl="node1" presStyleIdx="3" presStyleCnt="4">
        <dgm:presLayoutVars>
          <dgm:bulletEnabled val="1"/>
        </dgm:presLayoutVars>
      </dgm:prSet>
      <dgm:spPr/>
    </dgm:pt>
  </dgm:ptLst>
  <dgm:cxnLst>
    <dgm:cxn modelId="{E0724800-4F10-41AA-92F2-8AEF1872EE28}" srcId="{7862624E-665F-435D-8F1B-7E427081C13A}" destId="{01226E22-64BA-44B9-85D1-C37068E2B610}" srcOrd="1" destOrd="0" parTransId="{6F3D4374-2A73-4B4C-9039-38473F9ED3E9}" sibTransId="{D3B9CCF5-1BDF-48F8-8885-DAB5B3944015}"/>
    <dgm:cxn modelId="{3DB15C02-7BBA-400F-910C-4D8F8CCAD7EE}" srcId="{C096D0F8-A742-4AFB-B6F8-500CE8FFEDE8}" destId="{67E7DC1F-BA55-4676-A110-2815A9FF6140}" srcOrd="0" destOrd="0" parTransId="{ACE399FE-B57A-439B-8C43-8443C8D57531}" sibTransId="{8241052B-DCAE-4535-9B22-4F3429BFB75D}"/>
    <dgm:cxn modelId="{29096E03-6649-9147-8A9F-00EC58990C37}" type="presOf" srcId="{C096D0F8-A742-4AFB-B6F8-500CE8FFEDE8}" destId="{BC368630-A7BD-3A4F-B8B5-654B93D9924C}" srcOrd="0" destOrd="0" presId="urn:microsoft.com/office/officeart/2005/8/layout/balance1"/>
    <dgm:cxn modelId="{66997306-76B3-0D46-9F08-0A32344ABB5E}" type="presOf" srcId="{BD8E421B-FBBA-4EA5-B33F-F0ECE66ED31B}" destId="{3C7AA837-08A1-1F4C-814A-F7461F98C250}" srcOrd="0" destOrd="0" presId="urn:microsoft.com/office/officeart/2005/8/layout/balance1"/>
    <dgm:cxn modelId="{330BB007-6DAC-4A65-AACD-3F6C49A5F53C}" srcId="{01226E22-64BA-44B9-85D1-C37068E2B610}" destId="{9CB86E07-3790-49AD-BF79-C39EBF5D9702}" srcOrd="0" destOrd="0" parTransId="{21D3D0E9-8AE6-4B99-96B1-5C60895FB44D}" sibTransId="{70B33B3C-1D7A-4FAB-B3DE-D13DDAB2D12D}"/>
    <dgm:cxn modelId="{E1D3BC24-2616-0146-8829-D64B16646F78}" type="presOf" srcId="{7862624E-665F-435D-8F1B-7E427081C13A}" destId="{F41732E0-894D-D447-BDAF-28B13D81FC51}" srcOrd="0" destOrd="0" presId="urn:microsoft.com/office/officeart/2005/8/layout/balance1"/>
    <dgm:cxn modelId="{3837B52F-C6FE-6143-A201-F38D6014936C}" type="presOf" srcId="{67E7DC1F-BA55-4676-A110-2815A9FF6140}" destId="{17D1C688-EEB7-1D4C-AF86-91AE744C05F4}" srcOrd="0" destOrd="0" presId="urn:microsoft.com/office/officeart/2005/8/layout/balance1"/>
    <dgm:cxn modelId="{5F148770-2F98-7442-99ED-A3C0C75FFE60}" type="presOf" srcId="{01226E22-64BA-44B9-85D1-C37068E2B610}" destId="{462F226C-ACC0-9C4D-B32C-879E10B3CE62}" srcOrd="0" destOrd="0" presId="urn:microsoft.com/office/officeart/2005/8/layout/balance1"/>
    <dgm:cxn modelId="{B1612B8F-57FC-3E4A-AD80-9C31E29182FD}" type="presOf" srcId="{CABA9759-D92A-40B6-AEBA-053E7D36E547}" destId="{60BA182B-9912-E14B-8352-413DC68B24C5}" srcOrd="0" destOrd="0" presId="urn:microsoft.com/office/officeart/2005/8/layout/balance1"/>
    <dgm:cxn modelId="{82C1E4A2-401D-4B61-9BB0-20E02302EB05}" srcId="{01226E22-64BA-44B9-85D1-C37068E2B610}" destId="{BD8E421B-FBBA-4EA5-B33F-F0ECE66ED31B}" srcOrd="1" destOrd="0" parTransId="{21E91DD0-49AF-4A2F-A7A4-1BCC6CA074B2}" sibTransId="{4D6AB26E-2CBC-4574-ADC4-43F3FF0BBB57}"/>
    <dgm:cxn modelId="{1E7C1CAA-D35E-41F6-BBB4-A22ABF65BF45}" srcId="{7862624E-665F-435D-8F1B-7E427081C13A}" destId="{C096D0F8-A742-4AFB-B6F8-500CE8FFEDE8}" srcOrd="0" destOrd="0" parTransId="{3868FBCD-4A0E-4AFD-880C-E779961C85B1}" sibTransId="{C19BBBED-BDDE-4C5B-8D1D-16D881E63755}"/>
    <dgm:cxn modelId="{67DC61BB-53B2-4D9B-9E78-6BC7837D805F}" srcId="{C096D0F8-A742-4AFB-B6F8-500CE8FFEDE8}" destId="{CABA9759-D92A-40B6-AEBA-053E7D36E547}" srcOrd="1" destOrd="0" parTransId="{7155B566-AA63-4FE6-A21B-60E769AC927B}" sibTransId="{7660CD43-E4F9-44AD-9DC9-51562A4259A4}"/>
    <dgm:cxn modelId="{5BF8A6F5-9DE6-E249-974C-ACE880A06851}" type="presOf" srcId="{9CB86E07-3790-49AD-BF79-C39EBF5D9702}" destId="{04407993-6F86-2547-BD9F-C3A811EC65CD}" srcOrd="0" destOrd="0" presId="urn:microsoft.com/office/officeart/2005/8/layout/balance1"/>
    <dgm:cxn modelId="{5104F8BC-B3E9-7348-9A3E-CE7C01083039}" type="presParOf" srcId="{F41732E0-894D-D447-BDAF-28B13D81FC51}" destId="{26CA2F01-3E9F-8B4A-AB45-F1DF4EF1B69E}" srcOrd="0" destOrd="0" presId="urn:microsoft.com/office/officeart/2005/8/layout/balance1"/>
    <dgm:cxn modelId="{30F4C086-1A37-9647-9633-F15ABAC8995B}" type="presParOf" srcId="{F41732E0-894D-D447-BDAF-28B13D81FC51}" destId="{965062FC-9097-6A43-990A-0A638F8E804B}" srcOrd="1" destOrd="0" presId="urn:microsoft.com/office/officeart/2005/8/layout/balance1"/>
    <dgm:cxn modelId="{B4423267-F3B1-E542-85BD-1CDA66EFF143}" type="presParOf" srcId="{965062FC-9097-6A43-990A-0A638F8E804B}" destId="{BC368630-A7BD-3A4F-B8B5-654B93D9924C}" srcOrd="0" destOrd="0" presId="urn:microsoft.com/office/officeart/2005/8/layout/balance1"/>
    <dgm:cxn modelId="{7BC6BD92-4458-D342-BE01-2F6B0EB641BD}" type="presParOf" srcId="{965062FC-9097-6A43-990A-0A638F8E804B}" destId="{462F226C-ACC0-9C4D-B32C-879E10B3CE62}" srcOrd="1" destOrd="0" presId="urn:microsoft.com/office/officeart/2005/8/layout/balance1"/>
    <dgm:cxn modelId="{0CA37EE4-8D72-2B49-9975-0208040C6AC6}" type="presParOf" srcId="{F41732E0-894D-D447-BDAF-28B13D81FC51}" destId="{394BA875-FA68-0A4F-A20C-AEE56DDE8CBD}" srcOrd="2" destOrd="0" presId="urn:microsoft.com/office/officeart/2005/8/layout/balance1"/>
    <dgm:cxn modelId="{7D03AC54-875F-4C48-B7D2-23F751006966}" type="presParOf" srcId="{394BA875-FA68-0A4F-A20C-AEE56DDE8CBD}" destId="{E162290D-A74D-204C-98A4-89B621A1FDBF}" srcOrd="0" destOrd="0" presId="urn:microsoft.com/office/officeart/2005/8/layout/balance1"/>
    <dgm:cxn modelId="{876168E0-578B-1B44-BE20-82964C411CF6}" type="presParOf" srcId="{394BA875-FA68-0A4F-A20C-AEE56DDE8CBD}" destId="{A70216CD-4E93-0645-AB4C-214D9D8FA9A6}" srcOrd="1" destOrd="0" presId="urn:microsoft.com/office/officeart/2005/8/layout/balance1"/>
    <dgm:cxn modelId="{0C1FDE9C-1CAD-114F-A312-4B41849C035B}" type="presParOf" srcId="{394BA875-FA68-0A4F-A20C-AEE56DDE8CBD}" destId="{D16D22A7-B21C-A648-9FB2-80F114A7155F}" srcOrd="2" destOrd="0" presId="urn:microsoft.com/office/officeart/2005/8/layout/balance1"/>
    <dgm:cxn modelId="{661AD003-CFB7-7947-924F-D1197AC269CC}" type="presParOf" srcId="{394BA875-FA68-0A4F-A20C-AEE56DDE8CBD}" destId="{04407993-6F86-2547-BD9F-C3A811EC65CD}" srcOrd="3" destOrd="0" presId="urn:microsoft.com/office/officeart/2005/8/layout/balance1"/>
    <dgm:cxn modelId="{51F3DCC2-204D-9B46-8AE9-C80567C6F8AB}" type="presParOf" srcId="{394BA875-FA68-0A4F-A20C-AEE56DDE8CBD}" destId="{3C7AA837-08A1-1F4C-814A-F7461F98C250}" srcOrd="4" destOrd="0" presId="urn:microsoft.com/office/officeart/2005/8/layout/balance1"/>
    <dgm:cxn modelId="{FB0628DB-A05E-454F-AA91-885F42BD3FB6}" type="presParOf" srcId="{394BA875-FA68-0A4F-A20C-AEE56DDE8CBD}" destId="{17D1C688-EEB7-1D4C-AF86-91AE744C05F4}" srcOrd="5" destOrd="0" presId="urn:microsoft.com/office/officeart/2005/8/layout/balance1"/>
    <dgm:cxn modelId="{B46DF2F9-3D4A-6A4F-8F86-84D58C698671}" type="presParOf" srcId="{394BA875-FA68-0A4F-A20C-AEE56DDE8CBD}" destId="{60BA182B-9912-E14B-8352-413DC68B24C5}" srcOrd="6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0.xml><?xml version="1.0" encoding="utf-8"?>
<dgm:dataModel xmlns:dgm="http://schemas.openxmlformats.org/drawingml/2006/diagram" xmlns:a="http://schemas.openxmlformats.org/drawingml/2006/main">
  <dgm:ptLst>
    <dgm:pt modelId="{3B0FA25C-AB6F-46C0-A85C-5C3B18419206}" type="doc">
      <dgm:prSet loTypeId="urn:microsoft.com/office/officeart/2009/3/layout/CircleRelationship" qsTypeId="urn:microsoft.com/office/officeart/2005/8/quickstyle/simple2" csTypeId="urn:microsoft.com/office/officeart/2005/8/colors/accent1_2"/>
      <dgm:spPr/>
    </dgm:pt>
    <dgm:pt modelId="{5DBA60D0-A130-44AD-B93E-A4CF27EA8293}">
      <dgm:prSet/>
      <dgm:spPr/>
      <dgm:t>
        <a:bodyPr/>
        <a:lstStyle/>
        <a:p>
          <a:r>
            <a:t>Shared goal</a:t>
          </a:r>
        </a:p>
      </dgm:t>
    </dgm:pt>
    <dgm:pt modelId="{18238A30-ECFA-451F-9AA8-A826106CC5C5}" type="parTrans" cxnId="{0CF71C03-2063-4AE2-97F9-899FAA1E98F4}">
      <dgm:prSet/>
      <dgm:spPr/>
      <dgm:t>
        <a:bodyPr/>
        <a:lstStyle/>
        <a:p>
          <a:endParaRPr/>
        </a:p>
      </dgm:t>
    </dgm:pt>
    <dgm:pt modelId="{F652BB90-85D6-4A52-AB37-5FD75D91440A}" type="sibTrans" cxnId="{0CF71C03-2063-4AE2-97F9-899FAA1E98F4}">
      <dgm:prSet/>
      <dgm:spPr/>
      <dgm:t>
        <a:bodyPr/>
        <a:lstStyle/>
        <a:p>
          <a:endParaRPr/>
        </a:p>
      </dgm:t>
    </dgm:pt>
    <dgm:pt modelId="{5B0A5BB4-5D37-4097-A1C3-9172BD214741}">
      <dgm:prSet/>
      <dgm:spPr/>
      <dgm:t>
        <a:bodyPr/>
        <a:lstStyle/>
        <a:p>
          <a:r>
            <a:t>Insight</a:t>
          </a:r>
        </a:p>
      </dgm:t>
    </dgm:pt>
    <dgm:pt modelId="{323788C2-B610-44EC-8BA9-E2510E20225A}" type="parTrans" cxnId="{E11773E6-FA57-4481-A90C-3351986C4393}">
      <dgm:prSet/>
      <dgm:spPr/>
      <dgm:t>
        <a:bodyPr/>
        <a:lstStyle/>
        <a:p>
          <a:endParaRPr/>
        </a:p>
      </dgm:t>
    </dgm:pt>
    <dgm:pt modelId="{6E54BAA5-A37F-4503-9BC2-5B15933372E7}" type="sibTrans" cxnId="{E11773E6-FA57-4481-A90C-3351986C4393}">
      <dgm:prSet/>
      <dgm:spPr/>
      <dgm:t>
        <a:bodyPr/>
        <a:lstStyle/>
        <a:p>
          <a:endParaRPr/>
        </a:p>
      </dgm:t>
    </dgm:pt>
    <dgm:pt modelId="{0B09C317-E55C-4972-8473-2E7ABAE2951E}">
      <dgm:prSet/>
      <dgm:spPr/>
      <dgm:t>
        <a:bodyPr/>
        <a:lstStyle/>
        <a:p>
          <a:r>
            <a:t>Design</a:t>
          </a:r>
        </a:p>
      </dgm:t>
    </dgm:pt>
    <dgm:pt modelId="{659F6537-D242-4900-9534-7F911AF04AC3}" type="parTrans" cxnId="{26D300A9-48DB-49E3-ACB9-5D73DCD73322}">
      <dgm:prSet/>
      <dgm:spPr/>
      <dgm:t>
        <a:bodyPr/>
        <a:lstStyle/>
        <a:p>
          <a:endParaRPr/>
        </a:p>
      </dgm:t>
    </dgm:pt>
    <dgm:pt modelId="{B3866B58-0472-4C0F-B713-7A7FD746F335}" type="sibTrans" cxnId="{26D300A9-48DB-49E3-ACB9-5D73DCD73322}">
      <dgm:prSet/>
      <dgm:spPr/>
      <dgm:t>
        <a:bodyPr/>
        <a:lstStyle/>
        <a:p>
          <a:endParaRPr/>
        </a:p>
      </dgm:t>
    </dgm:pt>
    <dgm:pt modelId="{752B9425-1B78-4795-BE78-CF8EB95DAE08}">
      <dgm:prSet/>
      <dgm:spPr/>
      <dgm:t>
        <a:bodyPr/>
        <a:lstStyle/>
        <a:p>
          <a:r>
            <a:t>Delivery</a:t>
          </a:r>
        </a:p>
      </dgm:t>
    </dgm:pt>
    <dgm:pt modelId="{C72F6219-57F7-44BA-8C22-CC68D9032BC1}" type="parTrans" cxnId="{BE0BAAB7-64F4-4397-882A-C1E1216E8151}">
      <dgm:prSet/>
      <dgm:spPr/>
      <dgm:t>
        <a:bodyPr/>
        <a:lstStyle/>
        <a:p>
          <a:endParaRPr/>
        </a:p>
      </dgm:t>
    </dgm:pt>
    <dgm:pt modelId="{347DF900-EDF9-4E32-A918-C8AF46B75B44}" type="sibTrans" cxnId="{BE0BAAB7-64F4-4397-882A-C1E1216E8151}">
      <dgm:prSet/>
      <dgm:spPr/>
      <dgm:t>
        <a:bodyPr/>
        <a:lstStyle/>
        <a:p>
          <a:endParaRPr/>
        </a:p>
      </dgm:t>
    </dgm:pt>
    <dgm:pt modelId="{616FB9D5-94E3-4544-821A-59F5C2BD26DF}">
      <dgm:prSet/>
      <dgm:spPr/>
      <dgm:t>
        <a:bodyPr/>
        <a:lstStyle/>
        <a:p>
          <a:r>
            <a:t>Learning</a:t>
          </a:r>
        </a:p>
      </dgm:t>
    </dgm:pt>
    <dgm:pt modelId="{1E902FA5-FFFE-4532-957C-D7927EB77C0A}" type="parTrans" cxnId="{13EC399C-386C-494D-84FD-2942C7CCC666}">
      <dgm:prSet/>
      <dgm:spPr/>
      <dgm:t>
        <a:bodyPr/>
        <a:lstStyle/>
        <a:p>
          <a:endParaRPr/>
        </a:p>
      </dgm:t>
    </dgm:pt>
    <dgm:pt modelId="{7C97B8C6-41EB-418F-B60D-6A65321AF174}" type="sibTrans" cxnId="{13EC399C-386C-494D-84FD-2942C7CCC666}">
      <dgm:prSet/>
      <dgm:spPr/>
      <dgm:t>
        <a:bodyPr/>
        <a:lstStyle/>
        <a:p>
          <a:endParaRPr/>
        </a:p>
      </dgm:t>
    </dgm:pt>
    <dgm:pt modelId="{8D7D09AD-79FB-534C-A983-FF441A6C0FF7}" type="pres">
      <dgm:prSet presAssocID="{3B0FA25C-AB6F-46C0-A85C-5C3B18419206}" presName="Name0" presStyleCnt="0">
        <dgm:presLayoutVars>
          <dgm:chMax val="1"/>
          <dgm:chPref val="1"/>
        </dgm:presLayoutVars>
      </dgm:prSet>
      <dgm:spPr/>
    </dgm:pt>
    <dgm:pt modelId="{548646E4-8573-174D-86A7-A6F5BABD1B08}" type="pres">
      <dgm:prSet presAssocID="{5DBA60D0-A130-44AD-B93E-A4CF27EA8293}" presName="Parent" presStyleLbl="node0" presStyleIdx="0" presStyleCnt="1">
        <dgm:presLayoutVars>
          <dgm:chMax val="5"/>
          <dgm:chPref val="5"/>
        </dgm:presLayoutVars>
      </dgm:prSet>
      <dgm:spPr/>
    </dgm:pt>
    <dgm:pt modelId="{4AB19038-02BB-FB40-94FA-38F1719E0BC5}" type="pres">
      <dgm:prSet presAssocID="{5DBA60D0-A130-44AD-B93E-A4CF27EA8293}" presName="Accent1" presStyleLbl="node1" presStyleIdx="0" presStyleCnt="17"/>
      <dgm:spPr/>
    </dgm:pt>
    <dgm:pt modelId="{7DB66B45-F632-1A4C-9B77-E90BFEC0219C}" type="pres">
      <dgm:prSet presAssocID="{5DBA60D0-A130-44AD-B93E-A4CF27EA8293}" presName="Accent2" presStyleLbl="node1" presStyleIdx="1" presStyleCnt="17"/>
      <dgm:spPr/>
    </dgm:pt>
    <dgm:pt modelId="{BE606AEB-C2B7-F842-8B60-8281981DE823}" type="pres">
      <dgm:prSet presAssocID="{5DBA60D0-A130-44AD-B93E-A4CF27EA8293}" presName="Accent3" presStyleLbl="node1" presStyleIdx="2" presStyleCnt="17"/>
      <dgm:spPr/>
    </dgm:pt>
    <dgm:pt modelId="{280310AE-5658-3240-80C5-47D30AB4C38D}" type="pres">
      <dgm:prSet presAssocID="{5DBA60D0-A130-44AD-B93E-A4CF27EA8293}" presName="Accent4" presStyleLbl="node1" presStyleIdx="3" presStyleCnt="17"/>
      <dgm:spPr/>
    </dgm:pt>
    <dgm:pt modelId="{ABC420AC-38B9-2046-83EA-4C42A541EB94}" type="pres">
      <dgm:prSet presAssocID="{5DBA60D0-A130-44AD-B93E-A4CF27EA8293}" presName="Accent5" presStyleLbl="node1" presStyleIdx="4" presStyleCnt="17"/>
      <dgm:spPr/>
    </dgm:pt>
    <dgm:pt modelId="{1B542574-36BB-4A40-B783-C60922229A9B}" type="pres">
      <dgm:prSet presAssocID="{5DBA60D0-A130-44AD-B93E-A4CF27EA8293}" presName="Accent6" presStyleLbl="node1" presStyleIdx="5" presStyleCnt="17"/>
      <dgm:spPr/>
    </dgm:pt>
    <dgm:pt modelId="{72B6D745-A904-4246-9566-98A2B63A2C91}" type="pres">
      <dgm:prSet presAssocID="{5B0A5BB4-5D37-4097-A1C3-9172BD214741}" presName="Child1" presStyleLbl="node1" presStyleIdx="6" presStyleCnt="17">
        <dgm:presLayoutVars>
          <dgm:chMax val="0"/>
          <dgm:chPref val="0"/>
        </dgm:presLayoutVars>
      </dgm:prSet>
      <dgm:spPr/>
    </dgm:pt>
    <dgm:pt modelId="{63748A80-C648-094D-9D54-781B528808DB}" type="pres">
      <dgm:prSet presAssocID="{5B0A5BB4-5D37-4097-A1C3-9172BD214741}" presName="Accent7" presStyleCnt="0"/>
      <dgm:spPr/>
    </dgm:pt>
    <dgm:pt modelId="{C8018C9C-0781-0446-88DA-6D42902A4C48}" type="pres">
      <dgm:prSet presAssocID="{5B0A5BB4-5D37-4097-A1C3-9172BD214741}" presName="AccentHold1" presStyleLbl="node1" presStyleIdx="7" presStyleCnt="17"/>
      <dgm:spPr/>
    </dgm:pt>
    <dgm:pt modelId="{8D01D4A3-5D41-B74C-B573-371400E24749}" type="pres">
      <dgm:prSet presAssocID="{5B0A5BB4-5D37-4097-A1C3-9172BD214741}" presName="Accent8" presStyleCnt="0"/>
      <dgm:spPr/>
    </dgm:pt>
    <dgm:pt modelId="{B11B44CD-C635-8C4A-A3B2-003A1A6E1918}" type="pres">
      <dgm:prSet presAssocID="{5B0A5BB4-5D37-4097-A1C3-9172BD214741}" presName="AccentHold2" presStyleLbl="node1" presStyleIdx="8" presStyleCnt="17"/>
      <dgm:spPr/>
    </dgm:pt>
    <dgm:pt modelId="{AD97F67B-BC5D-D445-B805-EF887AE3D851}" type="pres">
      <dgm:prSet presAssocID="{0B09C317-E55C-4972-8473-2E7ABAE2951E}" presName="Child2" presStyleLbl="node1" presStyleIdx="9" presStyleCnt="17">
        <dgm:presLayoutVars>
          <dgm:chMax val="0"/>
          <dgm:chPref val="0"/>
        </dgm:presLayoutVars>
      </dgm:prSet>
      <dgm:spPr/>
    </dgm:pt>
    <dgm:pt modelId="{DB725393-9AF9-9D40-A6B2-6F9B1D33D2E1}" type="pres">
      <dgm:prSet presAssocID="{0B09C317-E55C-4972-8473-2E7ABAE2951E}" presName="Accent9" presStyleCnt="0"/>
      <dgm:spPr/>
    </dgm:pt>
    <dgm:pt modelId="{8A632F1E-B21A-8548-979B-C6E0D7CDFE70}" type="pres">
      <dgm:prSet presAssocID="{0B09C317-E55C-4972-8473-2E7ABAE2951E}" presName="AccentHold1" presStyleLbl="node1" presStyleIdx="10" presStyleCnt="17"/>
      <dgm:spPr/>
    </dgm:pt>
    <dgm:pt modelId="{5B7E665F-A6A2-334F-B790-0531BCD27F60}" type="pres">
      <dgm:prSet presAssocID="{0B09C317-E55C-4972-8473-2E7ABAE2951E}" presName="Accent10" presStyleCnt="0"/>
      <dgm:spPr/>
    </dgm:pt>
    <dgm:pt modelId="{D9C052A6-432D-764F-8215-CF53E9D64DD0}" type="pres">
      <dgm:prSet presAssocID="{0B09C317-E55C-4972-8473-2E7ABAE2951E}" presName="AccentHold2" presStyleLbl="node1" presStyleIdx="11" presStyleCnt="17"/>
      <dgm:spPr/>
    </dgm:pt>
    <dgm:pt modelId="{9C86BF13-42FF-9E4C-BE7A-DA450A7F5953}" type="pres">
      <dgm:prSet presAssocID="{0B09C317-E55C-4972-8473-2E7ABAE2951E}" presName="Accent11" presStyleCnt="0"/>
      <dgm:spPr/>
    </dgm:pt>
    <dgm:pt modelId="{763860DD-1735-DC4C-BB17-D73AEB119C8C}" type="pres">
      <dgm:prSet presAssocID="{0B09C317-E55C-4972-8473-2E7ABAE2951E}" presName="AccentHold3" presStyleLbl="node1" presStyleIdx="12" presStyleCnt="17"/>
      <dgm:spPr/>
    </dgm:pt>
    <dgm:pt modelId="{CBA927D9-A944-3042-B778-F0DE5BC684D8}" type="pres">
      <dgm:prSet presAssocID="{752B9425-1B78-4795-BE78-CF8EB95DAE08}" presName="Child3" presStyleLbl="node1" presStyleIdx="13" presStyleCnt="17">
        <dgm:presLayoutVars>
          <dgm:chMax val="0"/>
          <dgm:chPref val="0"/>
        </dgm:presLayoutVars>
      </dgm:prSet>
      <dgm:spPr/>
    </dgm:pt>
    <dgm:pt modelId="{E8A0B8EF-230A-CB47-B401-36739E07F4D4}" type="pres">
      <dgm:prSet presAssocID="{752B9425-1B78-4795-BE78-CF8EB95DAE08}" presName="Accent12" presStyleCnt="0"/>
      <dgm:spPr/>
    </dgm:pt>
    <dgm:pt modelId="{7008612E-567A-FA49-B2F1-88986F8A51ED}" type="pres">
      <dgm:prSet presAssocID="{752B9425-1B78-4795-BE78-CF8EB95DAE08}" presName="AccentHold1" presStyleLbl="node1" presStyleIdx="14" presStyleCnt="17"/>
      <dgm:spPr/>
    </dgm:pt>
    <dgm:pt modelId="{E7F3031F-D01B-F147-9643-ED2E23C48815}" type="pres">
      <dgm:prSet presAssocID="{616FB9D5-94E3-4544-821A-59F5C2BD26DF}" presName="Child4" presStyleLbl="node1" presStyleIdx="15" presStyleCnt="17">
        <dgm:presLayoutVars>
          <dgm:chMax val="0"/>
          <dgm:chPref val="0"/>
        </dgm:presLayoutVars>
      </dgm:prSet>
      <dgm:spPr/>
    </dgm:pt>
    <dgm:pt modelId="{DD8D3EDF-9A5B-9E49-9AAD-3F99ECA22D32}" type="pres">
      <dgm:prSet presAssocID="{616FB9D5-94E3-4544-821A-59F5C2BD26DF}" presName="Accent13" presStyleCnt="0"/>
      <dgm:spPr/>
    </dgm:pt>
    <dgm:pt modelId="{DDB3B90E-6B52-4F4A-80E6-9452F9722480}" type="pres">
      <dgm:prSet presAssocID="{616FB9D5-94E3-4544-821A-59F5C2BD26DF}" presName="AccentHold1" presStyleLbl="node1" presStyleIdx="16" presStyleCnt="17"/>
      <dgm:spPr/>
    </dgm:pt>
  </dgm:ptLst>
  <dgm:cxnLst>
    <dgm:cxn modelId="{0CF71C03-2063-4AE2-97F9-899FAA1E98F4}" srcId="{3B0FA25C-AB6F-46C0-A85C-5C3B18419206}" destId="{5DBA60D0-A130-44AD-B93E-A4CF27EA8293}" srcOrd="0" destOrd="0" parTransId="{18238A30-ECFA-451F-9AA8-A826106CC5C5}" sibTransId="{F652BB90-85D6-4A52-AB37-5FD75D91440A}"/>
    <dgm:cxn modelId="{021F3C31-840D-DC4B-A980-A14A4BBDFF25}" type="presOf" srcId="{5DBA60D0-A130-44AD-B93E-A4CF27EA8293}" destId="{548646E4-8573-174D-86A7-A6F5BABD1B08}" srcOrd="0" destOrd="0" presId="urn:microsoft.com/office/officeart/2009/3/layout/CircleRelationship"/>
    <dgm:cxn modelId="{7C926635-FD39-4D41-BB35-5F933B66FEC0}" type="presOf" srcId="{5B0A5BB4-5D37-4097-A1C3-9172BD214741}" destId="{72B6D745-A904-4246-9566-98A2B63A2C91}" srcOrd="0" destOrd="0" presId="urn:microsoft.com/office/officeart/2009/3/layout/CircleRelationship"/>
    <dgm:cxn modelId="{9C341A8F-9F82-E242-B37E-70C5EA019675}" type="presOf" srcId="{3B0FA25C-AB6F-46C0-A85C-5C3B18419206}" destId="{8D7D09AD-79FB-534C-A983-FF441A6C0FF7}" srcOrd="0" destOrd="0" presId="urn:microsoft.com/office/officeart/2009/3/layout/CircleRelationship"/>
    <dgm:cxn modelId="{13EC399C-386C-494D-84FD-2942C7CCC666}" srcId="{5DBA60D0-A130-44AD-B93E-A4CF27EA8293}" destId="{616FB9D5-94E3-4544-821A-59F5C2BD26DF}" srcOrd="3" destOrd="0" parTransId="{1E902FA5-FFFE-4532-957C-D7927EB77C0A}" sibTransId="{7C97B8C6-41EB-418F-B60D-6A65321AF174}"/>
    <dgm:cxn modelId="{26D300A9-48DB-49E3-ACB9-5D73DCD73322}" srcId="{5DBA60D0-A130-44AD-B93E-A4CF27EA8293}" destId="{0B09C317-E55C-4972-8473-2E7ABAE2951E}" srcOrd="1" destOrd="0" parTransId="{659F6537-D242-4900-9534-7F911AF04AC3}" sibTransId="{B3866B58-0472-4C0F-B713-7A7FD746F335}"/>
    <dgm:cxn modelId="{4A4A80B4-4775-B24E-90E4-CD6E00E337C3}" type="presOf" srcId="{0B09C317-E55C-4972-8473-2E7ABAE2951E}" destId="{AD97F67B-BC5D-D445-B805-EF887AE3D851}" srcOrd="0" destOrd="0" presId="urn:microsoft.com/office/officeart/2009/3/layout/CircleRelationship"/>
    <dgm:cxn modelId="{BE0BAAB7-64F4-4397-882A-C1E1216E8151}" srcId="{5DBA60D0-A130-44AD-B93E-A4CF27EA8293}" destId="{752B9425-1B78-4795-BE78-CF8EB95DAE08}" srcOrd="2" destOrd="0" parTransId="{C72F6219-57F7-44BA-8C22-CC68D9032BC1}" sibTransId="{347DF900-EDF9-4E32-A918-C8AF46B75B44}"/>
    <dgm:cxn modelId="{70D458BC-B7F2-DC47-A0A2-FCF7F6B389DD}" type="presOf" srcId="{616FB9D5-94E3-4544-821A-59F5C2BD26DF}" destId="{E7F3031F-D01B-F147-9643-ED2E23C48815}" srcOrd="0" destOrd="0" presId="urn:microsoft.com/office/officeart/2009/3/layout/CircleRelationship"/>
    <dgm:cxn modelId="{A52365DA-EFB4-2B4F-963D-C02E70FC6BD1}" type="presOf" srcId="{752B9425-1B78-4795-BE78-CF8EB95DAE08}" destId="{CBA927D9-A944-3042-B778-F0DE5BC684D8}" srcOrd="0" destOrd="0" presId="urn:microsoft.com/office/officeart/2009/3/layout/CircleRelationship"/>
    <dgm:cxn modelId="{E11773E6-FA57-4481-A90C-3351986C4393}" srcId="{5DBA60D0-A130-44AD-B93E-A4CF27EA8293}" destId="{5B0A5BB4-5D37-4097-A1C3-9172BD214741}" srcOrd="0" destOrd="0" parTransId="{323788C2-B610-44EC-8BA9-E2510E20225A}" sibTransId="{6E54BAA5-A37F-4503-9BC2-5B15933372E7}"/>
    <dgm:cxn modelId="{6A983B81-1310-424D-8A77-B4552665D9DC}" type="presParOf" srcId="{8D7D09AD-79FB-534C-A983-FF441A6C0FF7}" destId="{548646E4-8573-174D-86A7-A6F5BABD1B08}" srcOrd="0" destOrd="0" presId="urn:microsoft.com/office/officeart/2009/3/layout/CircleRelationship"/>
    <dgm:cxn modelId="{101A3309-A770-9841-83FA-7984F550671A}" type="presParOf" srcId="{8D7D09AD-79FB-534C-A983-FF441A6C0FF7}" destId="{4AB19038-02BB-FB40-94FA-38F1719E0BC5}" srcOrd="1" destOrd="0" presId="urn:microsoft.com/office/officeart/2009/3/layout/CircleRelationship"/>
    <dgm:cxn modelId="{B1062F4F-B56C-8244-995B-857217929D66}" type="presParOf" srcId="{8D7D09AD-79FB-534C-A983-FF441A6C0FF7}" destId="{7DB66B45-F632-1A4C-9B77-E90BFEC0219C}" srcOrd="2" destOrd="0" presId="urn:microsoft.com/office/officeart/2009/3/layout/CircleRelationship"/>
    <dgm:cxn modelId="{D594E45E-650A-A94D-9623-C5651C0E4300}" type="presParOf" srcId="{8D7D09AD-79FB-534C-A983-FF441A6C0FF7}" destId="{BE606AEB-C2B7-F842-8B60-8281981DE823}" srcOrd="3" destOrd="0" presId="urn:microsoft.com/office/officeart/2009/3/layout/CircleRelationship"/>
    <dgm:cxn modelId="{AC04A111-A31F-0846-A144-93B5F2DB3038}" type="presParOf" srcId="{8D7D09AD-79FB-534C-A983-FF441A6C0FF7}" destId="{280310AE-5658-3240-80C5-47D30AB4C38D}" srcOrd="4" destOrd="0" presId="urn:microsoft.com/office/officeart/2009/3/layout/CircleRelationship"/>
    <dgm:cxn modelId="{DE980D3D-4EB2-8C4C-93B0-1961034A6FCB}" type="presParOf" srcId="{8D7D09AD-79FB-534C-A983-FF441A6C0FF7}" destId="{ABC420AC-38B9-2046-83EA-4C42A541EB94}" srcOrd="5" destOrd="0" presId="urn:microsoft.com/office/officeart/2009/3/layout/CircleRelationship"/>
    <dgm:cxn modelId="{61C79B62-0791-B64F-9ED4-4CA19F5DC990}" type="presParOf" srcId="{8D7D09AD-79FB-534C-A983-FF441A6C0FF7}" destId="{1B542574-36BB-4A40-B783-C60922229A9B}" srcOrd="6" destOrd="0" presId="urn:microsoft.com/office/officeart/2009/3/layout/CircleRelationship"/>
    <dgm:cxn modelId="{14C8D3E2-3699-E942-981A-2D97C4B64270}" type="presParOf" srcId="{8D7D09AD-79FB-534C-A983-FF441A6C0FF7}" destId="{72B6D745-A904-4246-9566-98A2B63A2C91}" srcOrd="7" destOrd="0" presId="urn:microsoft.com/office/officeart/2009/3/layout/CircleRelationship"/>
    <dgm:cxn modelId="{4013A5F8-788E-954A-8353-10C053D713AF}" type="presParOf" srcId="{8D7D09AD-79FB-534C-A983-FF441A6C0FF7}" destId="{63748A80-C648-094D-9D54-781B528808DB}" srcOrd="8" destOrd="0" presId="urn:microsoft.com/office/officeart/2009/3/layout/CircleRelationship"/>
    <dgm:cxn modelId="{7E5307D4-6350-6440-936D-6F901C5FC096}" type="presParOf" srcId="{63748A80-C648-094D-9D54-781B528808DB}" destId="{C8018C9C-0781-0446-88DA-6D42902A4C48}" srcOrd="0" destOrd="0" presId="urn:microsoft.com/office/officeart/2009/3/layout/CircleRelationship"/>
    <dgm:cxn modelId="{2102FE63-628E-4047-A7D8-78F82C112D47}" type="presParOf" srcId="{8D7D09AD-79FB-534C-A983-FF441A6C0FF7}" destId="{8D01D4A3-5D41-B74C-B573-371400E24749}" srcOrd="9" destOrd="0" presId="urn:microsoft.com/office/officeart/2009/3/layout/CircleRelationship"/>
    <dgm:cxn modelId="{AADFCBDE-CF3D-0B4A-BDAB-78B70D05ED88}" type="presParOf" srcId="{8D01D4A3-5D41-B74C-B573-371400E24749}" destId="{B11B44CD-C635-8C4A-A3B2-003A1A6E1918}" srcOrd="0" destOrd="0" presId="urn:microsoft.com/office/officeart/2009/3/layout/CircleRelationship"/>
    <dgm:cxn modelId="{21A07B15-BBDE-8E4D-A601-86B5CA1B526C}" type="presParOf" srcId="{8D7D09AD-79FB-534C-A983-FF441A6C0FF7}" destId="{AD97F67B-BC5D-D445-B805-EF887AE3D851}" srcOrd="10" destOrd="0" presId="urn:microsoft.com/office/officeart/2009/3/layout/CircleRelationship"/>
    <dgm:cxn modelId="{9714198F-1A85-9244-9D7C-201ECCF58A82}" type="presParOf" srcId="{8D7D09AD-79FB-534C-A983-FF441A6C0FF7}" destId="{DB725393-9AF9-9D40-A6B2-6F9B1D33D2E1}" srcOrd="11" destOrd="0" presId="urn:microsoft.com/office/officeart/2009/3/layout/CircleRelationship"/>
    <dgm:cxn modelId="{D50B79D1-EA66-6748-B785-2B75BA9CC731}" type="presParOf" srcId="{DB725393-9AF9-9D40-A6B2-6F9B1D33D2E1}" destId="{8A632F1E-B21A-8548-979B-C6E0D7CDFE70}" srcOrd="0" destOrd="0" presId="urn:microsoft.com/office/officeart/2009/3/layout/CircleRelationship"/>
    <dgm:cxn modelId="{2D6E2660-C3D9-7446-B8D1-7A3F12F72AC1}" type="presParOf" srcId="{8D7D09AD-79FB-534C-A983-FF441A6C0FF7}" destId="{5B7E665F-A6A2-334F-B790-0531BCD27F60}" srcOrd="12" destOrd="0" presId="urn:microsoft.com/office/officeart/2009/3/layout/CircleRelationship"/>
    <dgm:cxn modelId="{89A018D6-F096-134F-A798-212D5A324BD8}" type="presParOf" srcId="{5B7E665F-A6A2-334F-B790-0531BCD27F60}" destId="{D9C052A6-432D-764F-8215-CF53E9D64DD0}" srcOrd="0" destOrd="0" presId="urn:microsoft.com/office/officeart/2009/3/layout/CircleRelationship"/>
    <dgm:cxn modelId="{C648E9F7-AD8E-D240-B554-B10C9B043F23}" type="presParOf" srcId="{8D7D09AD-79FB-534C-A983-FF441A6C0FF7}" destId="{9C86BF13-42FF-9E4C-BE7A-DA450A7F5953}" srcOrd="13" destOrd="0" presId="urn:microsoft.com/office/officeart/2009/3/layout/CircleRelationship"/>
    <dgm:cxn modelId="{180C9FAA-E55C-B846-827B-8888D9622218}" type="presParOf" srcId="{9C86BF13-42FF-9E4C-BE7A-DA450A7F5953}" destId="{763860DD-1735-DC4C-BB17-D73AEB119C8C}" srcOrd="0" destOrd="0" presId="urn:microsoft.com/office/officeart/2009/3/layout/CircleRelationship"/>
    <dgm:cxn modelId="{5C279D8A-9DEC-0F45-A16D-AFCD244E8E5E}" type="presParOf" srcId="{8D7D09AD-79FB-534C-A983-FF441A6C0FF7}" destId="{CBA927D9-A944-3042-B778-F0DE5BC684D8}" srcOrd="14" destOrd="0" presId="urn:microsoft.com/office/officeart/2009/3/layout/CircleRelationship"/>
    <dgm:cxn modelId="{31DC9B07-BF40-5D4B-90E3-5409DA836BD9}" type="presParOf" srcId="{8D7D09AD-79FB-534C-A983-FF441A6C0FF7}" destId="{E8A0B8EF-230A-CB47-B401-36739E07F4D4}" srcOrd="15" destOrd="0" presId="urn:microsoft.com/office/officeart/2009/3/layout/CircleRelationship"/>
    <dgm:cxn modelId="{B859D7FF-1CEF-2F47-8D3F-91BB1C968047}" type="presParOf" srcId="{E8A0B8EF-230A-CB47-B401-36739E07F4D4}" destId="{7008612E-567A-FA49-B2F1-88986F8A51ED}" srcOrd="0" destOrd="0" presId="urn:microsoft.com/office/officeart/2009/3/layout/CircleRelationship"/>
    <dgm:cxn modelId="{E8DF1F9A-7503-5448-ABFA-29BE24589984}" type="presParOf" srcId="{8D7D09AD-79FB-534C-A983-FF441A6C0FF7}" destId="{E7F3031F-D01B-F147-9643-ED2E23C48815}" srcOrd="16" destOrd="0" presId="urn:microsoft.com/office/officeart/2009/3/layout/CircleRelationship"/>
    <dgm:cxn modelId="{CA36F80D-F20C-E44A-9B04-188503F35FF9}" type="presParOf" srcId="{8D7D09AD-79FB-534C-A983-FF441A6C0FF7}" destId="{DD8D3EDF-9A5B-9E49-9AAD-3F99ECA22D32}" srcOrd="17" destOrd="0" presId="urn:microsoft.com/office/officeart/2009/3/layout/CircleRelationship"/>
    <dgm:cxn modelId="{E12114B2-C16D-AC42-AB65-BF25959F6834}" type="presParOf" srcId="{DD8D3EDF-9A5B-9E49-9AAD-3F99ECA22D32}" destId="{DDB3B90E-6B52-4F4A-80E6-9452F9722480}" srcOrd="0" destOrd="0" presId="urn:microsoft.com/office/officeart/2009/3/layout/CircleRelationship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1.xml><?xml version="1.0" encoding="utf-8"?>
<dgm:dataModel xmlns:dgm="http://schemas.openxmlformats.org/drawingml/2006/diagram" xmlns:a="http://schemas.openxmlformats.org/drawingml/2006/main">
  <dgm:ptLst>
    <dgm:pt modelId="{090A2EBE-8833-41F4-886D-193515CF0067}" type="doc">
      <dgm:prSet loTypeId="urn:microsoft.com/office/officeart/2008/layout/HexagonCluster" qsTypeId="urn:microsoft.com/office/officeart/2005/8/quickstyle/simple2" csTypeId="urn:microsoft.com/office/officeart/2005/8/colors/accent1_2"/>
      <dgm:spPr/>
    </dgm:pt>
    <dgm:pt modelId="{8F803367-90FF-4722-A0B6-BC538485A9C3}">
      <dgm:prSet/>
      <dgm:spPr/>
      <dgm:t>
        <a:bodyPr/>
        <a:lstStyle/>
        <a:p>
          <a:r>
            <a:t>People</a:t>
          </a:r>
        </a:p>
      </dgm:t>
    </dgm:pt>
    <dgm:pt modelId="{C6B73ED3-BFCB-4961-9709-DC72B738DDAA}" type="parTrans" cxnId="{668B527B-AAD4-49D4-BD44-3BF0DBB1C2B0}">
      <dgm:prSet/>
      <dgm:spPr/>
      <dgm:t>
        <a:bodyPr/>
        <a:lstStyle/>
        <a:p>
          <a:endParaRPr/>
        </a:p>
      </dgm:t>
    </dgm:pt>
    <dgm:pt modelId="{3C18A16F-98BA-4FAC-AEE8-0500FB7CEFD0}" type="sibTrans" cxnId="{668B527B-AAD4-49D4-BD44-3BF0DBB1C2B0}">
      <dgm:prSet/>
      <dgm:spPr/>
      <dgm:t>
        <a:bodyPr/>
        <a:lstStyle/>
        <a:p>
          <a:endParaRPr/>
        </a:p>
      </dgm:t>
    </dgm:pt>
    <dgm:pt modelId="{DBDAB541-C940-4C8D-913F-170BCD74EEC4}">
      <dgm:prSet/>
      <dgm:spPr/>
      <dgm:t>
        <a:bodyPr/>
        <a:lstStyle/>
        <a:p>
          <a:r>
            <a:t>Process</a:t>
          </a:r>
        </a:p>
      </dgm:t>
    </dgm:pt>
    <dgm:pt modelId="{33CBDC38-5327-471D-98D4-FAA890F49DA0}" type="parTrans" cxnId="{BA4836B8-1CFE-4F79-B043-3B062CE761B1}">
      <dgm:prSet/>
      <dgm:spPr/>
      <dgm:t>
        <a:bodyPr/>
        <a:lstStyle/>
        <a:p>
          <a:endParaRPr/>
        </a:p>
      </dgm:t>
    </dgm:pt>
    <dgm:pt modelId="{4665A498-97CE-43D8-BBBF-1E31BDEE11BB}" type="sibTrans" cxnId="{BA4836B8-1CFE-4F79-B043-3B062CE761B1}">
      <dgm:prSet/>
      <dgm:spPr/>
      <dgm:t>
        <a:bodyPr/>
        <a:lstStyle/>
        <a:p>
          <a:endParaRPr/>
        </a:p>
      </dgm:t>
    </dgm:pt>
    <dgm:pt modelId="{A17E9388-BC56-45DB-A2F5-DDCA273017B0}">
      <dgm:prSet/>
      <dgm:spPr/>
      <dgm:t>
        <a:bodyPr/>
        <a:lstStyle/>
        <a:p>
          <a:r>
            <a:t>Technology</a:t>
          </a:r>
        </a:p>
      </dgm:t>
    </dgm:pt>
    <dgm:pt modelId="{E60699E4-F86A-435F-A4B2-2BD77C966C81}" type="parTrans" cxnId="{94A43B88-0E9A-4E2A-AF54-666992E69279}">
      <dgm:prSet/>
      <dgm:spPr/>
      <dgm:t>
        <a:bodyPr/>
        <a:lstStyle/>
        <a:p>
          <a:endParaRPr/>
        </a:p>
      </dgm:t>
    </dgm:pt>
    <dgm:pt modelId="{44096C0D-D9E1-4533-9EA0-1E891004664A}" type="sibTrans" cxnId="{94A43B88-0E9A-4E2A-AF54-666992E69279}">
      <dgm:prSet/>
      <dgm:spPr/>
      <dgm:t>
        <a:bodyPr/>
        <a:lstStyle/>
        <a:p>
          <a:endParaRPr/>
        </a:p>
      </dgm:t>
    </dgm:pt>
    <dgm:pt modelId="{C2A15EE3-4751-4D9E-87E0-450F0719B9D4}">
      <dgm:prSet/>
      <dgm:spPr/>
      <dgm:t>
        <a:bodyPr/>
        <a:lstStyle/>
        <a:p>
          <a:r>
            <a:t>Data</a:t>
          </a:r>
        </a:p>
      </dgm:t>
    </dgm:pt>
    <dgm:pt modelId="{B09D181A-B380-4E67-8806-909A6758E3A9}" type="parTrans" cxnId="{18B60081-6DA7-4B19-9DE6-BE03C91FC12C}">
      <dgm:prSet/>
      <dgm:spPr/>
      <dgm:t>
        <a:bodyPr/>
        <a:lstStyle/>
        <a:p>
          <a:endParaRPr/>
        </a:p>
      </dgm:t>
    </dgm:pt>
    <dgm:pt modelId="{0D89D68A-B48E-4A3F-8640-11F60C40506B}" type="sibTrans" cxnId="{18B60081-6DA7-4B19-9DE6-BE03C91FC12C}">
      <dgm:prSet/>
      <dgm:spPr/>
      <dgm:t>
        <a:bodyPr/>
        <a:lstStyle/>
        <a:p>
          <a:endParaRPr/>
        </a:p>
      </dgm:t>
    </dgm:pt>
    <dgm:pt modelId="{1A393B89-50F6-E645-867A-0E555C8959DC}" type="pres">
      <dgm:prSet presAssocID="{090A2EBE-8833-41F4-886D-193515CF0067}" presName="Name0" presStyleCnt="0">
        <dgm:presLayoutVars>
          <dgm:chMax val="21"/>
          <dgm:chPref val="21"/>
        </dgm:presLayoutVars>
      </dgm:prSet>
      <dgm:spPr/>
    </dgm:pt>
    <dgm:pt modelId="{15580E8E-BF9C-544B-8C32-C6B302AC2DCF}" type="pres">
      <dgm:prSet presAssocID="{8F803367-90FF-4722-A0B6-BC538485A9C3}" presName="text1" presStyleCnt="0"/>
      <dgm:spPr/>
    </dgm:pt>
    <dgm:pt modelId="{5A9E8A7E-B740-C540-924A-A9161DCED337}" type="pres">
      <dgm:prSet presAssocID="{8F803367-90FF-4722-A0B6-BC538485A9C3}" presName="textRepeatNode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340E49B6-1ADD-9541-B784-546174DEE5D6}" type="pres">
      <dgm:prSet presAssocID="{8F803367-90FF-4722-A0B6-BC538485A9C3}" presName="textaccent1" presStyleCnt="0"/>
      <dgm:spPr/>
    </dgm:pt>
    <dgm:pt modelId="{0AC49CFD-ED4B-FB4F-93E4-64B10F16DEA8}" type="pres">
      <dgm:prSet presAssocID="{8F803367-90FF-4722-A0B6-BC538485A9C3}" presName="accentRepeatNode" presStyleLbl="solidAlignAcc1" presStyleIdx="0" presStyleCnt="8"/>
      <dgm:spPr/>
    </dgm:pt>
    <dgm:pt modelId="{AF392EDE-0E1D-F949-A96D-063A9666416B}" type="pres">
      <dgm:prSet presAssocID="{3C18A16F-98BA-4FAC-AEE8-0500FB7CEFD0}" presName="image1" presStyleCnt="0"/>
      <dgm:spPr/>
    </dgm:pt>
    <dgm:pt modelId="{3FF2DB7D-2D99-0A4A-8555-BC3AA6217112}" type="pres">
      <dgm:prSet presAssocID="{3C18A16F-98BA-4FAC-AEE8-0500FB7CEFD0}" presName="imageRepeatNode" presStyleLbl="alignAcc1" presStyleIdx="0" presStyleCnt="4"/>
      <dgm:spPr/>
    </dgm:pt>
    <dgm:pt modelId="{499F97EE-36DA-F54E-820D-D05E7B310C39}" type="pres">
      <dgm:prSet presAssocID="{3C18A16F-98BA-4FAC-AEE8-0500FB7CEFD0}" presName="imageaccent1" presStyleCnt="0"/>
      <dgm:spPr/>
    </dgm:pt>
    <dgm:pt modelId="{F9A23AF0-9ABD-2E44-BA4A-B5D48E5FA2A4}" type="pres">
      <dgm:prSet presAssocID="{3C18A16F-98BA-4FAC-AEE8-0500FB7CEFD0}" presName="accentRepeatNode" presStyleLbl="solidAlignAcc1" presStyleIdx="1" presStyleCnt="8"/>
      <dgm:spPr/>
    </dgm:pt>
    <dgm:pt modelId="{85609A59-C386-B24F-9323-550047AD97CD}" type="pres">
      <dgm:prSet presAssocID="{DBDAB541-C940-4C8D-913F-170BCD74EEC4}" presName="text2" presStyleCnt="0"/>
      <dgm:spPr/>
    </dgm:pt>
    <dgm:pt modelId="{0E85D075-4FAA-8E41-A955-EEA124B1DC81}" type="pres">
      <dgm:prSet presAssocID="{DBDAB541-C940-4C8D-913F-170BCD74EEC4}" presName="textRepeatNode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987EA5F7-34B5-E74E-8373-E69D66A6602D}" type="pres">
      <dgm:prSet presAssocID="{DBDAB541-C940-4C8D-913F-170BCD74EEC4}" presName="textaccent2" presStyleCnt="0"/>
      <dgm:spPr/>
    </dgm:pt>
    <dgm:pt modelId="{D7709AB3-234C-1748-9E16-02BB094C52F9}" type="pres">
      <dgm:prSet presAssocID="{DBDAB541-C940-4C8D-913F-170BCD74EEC4}" presName="accentRepeatNode" presStyleLbl="solidAlignAcc1" presStyleIdx="2" presStyleCnt="8"/>
      <dgm:spPr/>
    </dgm:pt>
    <dgm:pt modelId="{67616AC4-FCB5-7849-BE49-A57C7528E1FB}" type="pres">
      <dgm:prSet presAssocID="{4665A498-97CE-43D8-BBBF-1E31BDEE11BB}" presName="image2" presStyleCnt="0"/>
      <dgm:spPr/>
    </dgm:pt>
    <dgm:pt modelId="{9EDE85B9-5F8C-1A45-A35C-F05B6C078B7B}" type="pres">
      <dgm:prSet presAssocID="{4665A498-97CE-43D8-BBBF-1E31BDEE11BB}" presName="imageRepeatNode" presStyleLbl="alignAcc1" presStyleIdx="1" presStyleCnt="4"/>
      <dgm:spPr/>
    </dgm:pt>
    <dgm:pt modelId="{ACCE7A7D-30D4-194F-9735-9DC40AA8A014}" type="pres">
      <dgm:prSet presAssocID="{4665A498-97CE-43D8-BBBF-1E31BDEE11BB}" presName="imageaccent2" presStyleCnt="0"/>
      <dgm:spPr/>
    </dgm:pt>
    <dgm:pt modelId="{249610CE-5AAE-6148-9DC6-23F4B082C8AB}" type="pres">
      <dgm:prSet presAssocID="{4665A498-97CE-43D8-BBBF-1E31BDEE11BB}" presName="accentRepeatNode" presStyleLbl="solidAlignAcc1" presStyleIdx="3" presStyleCnt="8"/>
      <dgm:spPr/>
    </dgm:pt>
    <dgm:pt modelId="{175B2B74-7FB7-EB49-8D57-7615E2DA8FE1}" type="pres">
      <dgm:prSet presAssocID="{A17E9388-BC56-45DB-A2F5-DDCA273017B0}" presName="text3" presStyleCnt="0"/>
      <dgm:spPr/>
    </dgm:pt>
    <dgm:pt modelId="{4D9C9F07-7F78-D143-887F-74AE6FAD5F62}" type="pres">
      <dgm:prSet presAssocID="{A17E9388-BC56-45DB-A2F5-DDCA273017B0}" presName="textRepeatNode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5FCFB610-6284-B34A-8C40-CDF4E47FF2F8}" type="pres">
      <dgm:prSet presAssocID="{A17E9388-BC56-45DB-A2F5-DDCA273017B0}" presName="textaccent3" presStyleCnt="0"/>
      <dgm:spPr/>
    </dgm:pt>
    <dgm:pt modelId="{E5281BE3-CC81-7345-B7DA-21B10C567EB1}" type="pres">
      <dgm:prSet presAssocID="{A17E9388-BC56-45DB-A2F5-DDCA273017B0}" presName="accentRepeatNode" presStyleLbl="solidAlignAcc1" presStyleIdx="4" presStyleCnt="8"/>
      <dgm:spPr/>
    </dgm:pt>
    <dgm:pt modelId="{85041153-54D9-6D46-98C0-F99DD044409E}" type="pres">
      <dgm:prSet presAssocID="{44096C0D-D9E1-4533-9EA0-1E891004664A}" presName="image3" presStyleCnt="0"/>
      <dgm:spPr/>
    </dgm:pt>
    <dgm:pt modelId="{5B437074-23D4-B94B-9CFE-178448E311B5}" type="pres">
      <dgm:prSet presAssocID="{44096C0D-D9E1-4533-9EA0-1E891004664A}" presName="imageRepeatNode" presStyleLbl="alignAcc1" presStyleIdx="2" presStyleCnt="4"/>
      <dgm:spPr/>
    </dgm:pt>
    <dgm:pt modelId="{764D1EE6-0AEE-A247-ABBA-653A60BBC18D}" type="pres">
      <dgm:prSet presAssocID="{44096C0D-D9E1-4533-9EA0-1E891004664A}" presName="imageaccent3" presStyleCnt="0"/>
      <dgm:spPr/>
    </dgm:pt>
    <dgm:pt modelId="{C3B20AC4-012E-C540-BC14-1BAA66A8A9A8}" type="pres">
      <dgm:prSet presAssocID="{44096C0D-D9E1-4533-9EA0-1E891004664A}" presName="accentRepeatNode" presStyleLbl="solidAlignAcc1" presStyleIdx="5" presStyleCnt="8"/>
      <dgm:spPr/>
    </dgm:pt>
    <dgm:pt modelId="{58AAB0AD-C4A1-1242-A257-DCCE2C4FD416}" type="pres">
      <dgm:prSet presAssocID="{C2A15EE3-4751-4D9E-87E0-450F0719B9D4}" presName="text4" presStyleCnt="0"/>
      <dgm:spPr/>
    </dgm:pt>
    <dgm:pt modelId="{D22EC1B7-ED4C-5043-B8A0-3943067D67B0}" type="pres">
      <dgm:prSet presAssocID="{C2A15EE3-4751-4D9E-87E0-450F0719B9D4}" presName="textRepeatNode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35A5E0C0-AF82-6344-BC43-189AC4CB9304}" type="pres">
      <dgm:prSet presAssocID="{C2A15EE3-4751-4D9E-87E0-450F0719B9D4}" presName="textaccent4" presStyleCnt="0"/>
      <dgm:spPr/>
    </dgm:pt>
    <dgm:pt modelId="{4E4350DC-30CA-0448-BA70-1439D33C870C}" type="pres">
      <dgm:prSet presAssocID="{C2A15EE3-4751-4D9E-87E0-450F0719B9D4}" presName="accentRepeatNode" presStyleLbl="solidAlignAcc1" presStyleIdx="6" presStyleCnt="8"/>
      <dgm:spPr/>
    </dgm:pt>
    <dgm:pt modelId="{B35BEABD-5198-894C-BE19-B6FEF9E4F89E}" type="pres">
      <dgm:prSet presAssocID="{0D89D68A-B48E-4A3F-8640-11F60C40506B}" presName="image4" presStyleCnt="0"/>
      <dgm:spPr/>
    </dgm:pt>
    <dgm:pt modelId="{48E271DB-2328-994F-9E8B-3BE928624DE6}" type="pres">
      <dgm:prSet presAssocID="{0D89D68A-B48E-4A3F-8640-11F60C40506B}" presName="imageRepeatNode" presStyleLbl="alignAcc1" presStyleIdx="3" presStyleCnt="4"/>
      <dgm:spPr/>
    </dgm:pt>
    <dgm:pt modelId="{A1F19BB2-3271-C442-B1CA-8C435AE48531}" type="pres">
      <dgm:prSet presAssocID="{0D89D68A-B48E-4A3F-8640-11F60C40506B}" presName="imageaccent4" presStyleCnt="0"/>
      <dgm:spPr/>
    </dgm:pt>
    <dgm:pt modelId="{D1E40983-5DDD-A64F-A11E-0665337F65F5}" type="pres">
      <dgm:prSet presAssocID="{0D89D68A-B48E-4A3F-8640-11F60C40506B}" presName="accentRepeatNode" presStyleLbl="solidAlignAcc1" presStyleIdx="7" presStyleCnt="8"/>
      <dgm:spPr/>
    </dgm:pt>
  </dgm:ptLst>
  <dgm:cxnLst>
    <dgm:cxn modelId="{5F5D3812-35FC-2944-A4B8-3EA7A3634A68}" type="presOf" srcId="{090A2EBE-8833-41F4-886D-193515CF0067}" destId="{1A393B89-50F6-E645-867A-0E555C8959DC}" srcOrd="0" destOrd="0" presId="urn:microsoft.com/office/officeart/2008/layout/HexagonCluster"/>
    <dgm:cxn modelId="{5D838F33-5F88-FC4F-AE4F-7982E6DFEDC2}" type="presOf" srcId="{4665A498-97CE-43D8-BBBF-1E31BDEE11BB}" destId="{9EDE85B9-5F8C-1A45-A35C-F05B6C078B7B}" srcOrd="0" destOrd="0" presId="urn:microsoft.com/office/officeart/2008/layout/HexagonCluster"/>
    <dgm:cxn modelId="{65C2DC33-425C-B44F-8A7C-67C5408030CF}" type="presOf" srcId="{DBDAB541-C940-4C8D-913F-170BCD74EEC4}" destId="{0E85D075-4FAA-8E41-A955-EEA124B1DC81}" srcOrd="0" destOrd="0" presId="urn:microsoft.com/office/officeart/2008/layout/HexagonCluster"/>
    <dgm:cxn modelId="{CB036154-B0AA-C944-A852-4C5351BB7F9C}" type="presOf" srcId="{8F803367-90FF-4722-A0B6-BC538485A9C3}" destId="{5A9E8A7E-B740-C540-924A-A9161DCED337}" srcOrd="0" destOrd="0" presId="urn:microsoft.com/office/officeart/2008/layout/HexagonCluster"/>
    <dgm:cxn modelId="{F684C474-F19B-DC49-AA44-0E246A02E8E0}" type="presOf" srcId="{C2A15EE3-4751-4D9E-87E0-450F0719B9D4}" destId="{D22EC1B7-ED4C-5043-B8A0-3943067D67B0}" srcOrd="0" destOrd="0" presId="urn:microsoft.com/office/officeart/2008/layout/HexagonCluster"/>
    <dgm:cxn modelId="{668B527B-AAD4-49D4-BD44-3BF0DBB1C2B0}" srcId="{090A2EBE-8833-41F4-886D-193515CF0067}" destId="{8F803367-90FF-4722-A0B6-BC538485A9C3}" srcOrd="0" destOrd="0" parTransId="{C6B73ED3-BFCB-4961-9709-DC72B738DDAA}" sibTransId="{3C18A16F-98BA-4FAC-AEE8-0500FB7CEFD0}"/>
    <dgm:cxn modelId="{18B60081-6DA7-4B19-9DE6-BE03C91FC12C}" srcId="{090A2EBE-8833-41F4-886D-193515CF0067}" destId="{C2A15EE3-4751-4D9E-87E0-450F0719B9D4}" srcOrd="3" destOrd="0" parTransId="{B09D181A-B380-4E67-8806-909A6758E3A9}" sibTransId="{0D89D68A-B48E-4A3F-8640-11F60C40506B}"/>
    <dgm:cxn modelId="{94A43B88-0E9A-4E2A-AF54-666992E69279}" srcId="{090A2EBE-8833-41F4-886D-193515CF0067}" destId="{A17E9388-BC56-45DB-A2F5-DDCA273017B0}" srcOrd="2" destOrd="0" parTransId="{E60699E4-F86A-435F-A4B2-2BD77C966C81}" sibTransId="{44096C0D-D9E1-4533-9EA0-1E891004664A}"/>
    <dgm:cxn modelId="{6C3064B4-1955-6C49-8B24-AD0D02C80E5C}" type="presOf" srcId="{44096C0D-D9E1-4533-9EA0-1E891004664A}" destId="{5B437074-23D4-B94B-9CFE-178448E311B5}" srcOrd="0" destOrd="0" presId="urn:microsoft.com/office/officeart/2008/layout/HexagonCluster"/>
    <dgm:cxn modelId="{BA4836B8-1CFE-4F79-B043-3B062CE761B1}" srcId="{090A2EBE-8833-41F4-886D-193515CF0067}" destId="{DBDAB541-C940-4C8D-913F-170BCD74EEC4}" srcOrd="1" destOrd="0" parTransId="{33CBDC38-5327-471D-98D4-FAA890F49DA0}" sibTransId="{4665A498-97CE-43D8-BBBF-1E31BDEE11BB}"/>
    <dgm:cxn modelId="{BEA622C6-D9B2-0149-840F-26DBF2E8D0D4}" type="presOf" srcId="{A17E9388-BC56-45DB-A2F5-DDCA273017B0}" destId="{4D9C9F07-7F78-D143-887F-74AE6FAD5F62}" srcOrd="0" destOrd="0" presId="urn:microsoft.com/office/officeart/2008/layout/HexagonCluster"/>
    <dgm:cxn modelId="{98B6B6EB-F634-8F43-90A8-682D3BF55DFF}" type="presOf" srcId="{0D89D68A-B48E-4A3F-8640-11F60C40506B}" destId="{48E271DB-2328-994F-9E8B-3BE928624DE6}" srcOrd="0" destOrd="0" presId="urn:microsoft.com/office/officeart/2008/layout/HexagonCluster"/>
    <dgm:cxn modelId="{A4A49DFD-2AD9-3148-A404-E84D6347F122}" type="presOf" srcId="{3C18A16F-98BA-4FAC-AEE8-0500FB7CEFD0}" destId="{3FF2DB7D-2D99-0A4A-8555-BC3AA6217112}" srcOrd="0" destOrd="0" presId="urn:microsoft.com/office/officeart/2008/layout/HexagonCluster"/>
    <dgm:cxn modelId="{B4DB6A6C-8831-E84C-92CA-FB2AFF9B90C1}" type="presParOf" srcId="{1A393B89-50F6-E645-867A-0E555C8959DC}" destId="{15580E8E-BF9C-544B-8C32-C6B302AC2DCF}" srcOrd="0" destOrd="0" presId="urn:microsoft.com/office/officeart/2008/layout/HexagonCluster"/>
    <dgm:cxn modelId="{38EF1511-CB87-C94F-B23A-7ABDF5541C4A}" type="presParOf" srcId="{15580E8E-BF9C-544B-8C32-C6B302AC2DCF}" destId="{5A9E8A7E-B740-C540-924A-A9161DCED337}" srcOrd="0" destOrd="0" presId="urn:microsoft.com/office/officeart/2008/layout/HexagonCluster"/>
    <dgm:cxn modelId="{06E10327-93A6-EA44-BFF7-4F1516583B1E}" type="presParOf" srcId="{1A393B89-50F6-E645-867A-0E555C8959DC}" destId="{340E49B6-1ADD-9541-B784-546174DEE5D6}" srcOrd="1" destOrd="0" presId="urn:microsoft.com/office/officeart/2008/layout/HexagonCluster"/>
    <dgm:cxn modelId="{6F05BF72-DF26-294D-A065-7B4EED8FABD7}" type="presParOf" srcId="{340E49B6-1ADD-9541-B784-546174DEE5D6}" destId="{0AC49CFD-ED4B-FB4F-93E4-64B10F16DEA8}" srcOrd="0" destOrd="0" presId="urn:microsoft.com/office/officeart/2008/layout/HexagonCluster"/>
    <dgm:cxn modelId="{8DA06AA9-5003-7B4B-9DFE-CF3D737EE5AB}" type="presParOf" srcId="{1A393B89-50F6-E645-867A-0E555C8959DC}" destId="{AF392EDE-0E1D-F949-A96D-063A9666416B}" srcOrd="2" destOrd="0" presId="urn:microsoft.com/office/officeart/2008/layout/HexagonCluster"/>
    <dgm:cxn modelId="{BFF5B42E-5022-8E49-8ABA-807ECBAD4E9E}" type="presParOf" srcId="{AF392EDE-0E1D-F949-A96D-063A9666416B}" destId="{3FF2DB7D-2D99-0A4A-8555-BC3AA6217112}" srcOrd="0" destOrd="0" presId="urn:microsoft.com/office/officeart/2008/layout/HexagonCluster"/>
    <dgm:cxn modelId="{4FC4C77E-559C-EB4A-B172-C1B2A0793F3A}" type="presParOf" srcId="{1A393B89-50F6-E645-867A-0E555C8959DC}" destId="{499F97EE-36DA-F54E-820D-D05E7B310C39}" srcOrd="3" destOrd="0" presId="urn:microsoft.com/office/officeart/2008/layout/HexagonCluster"/>
    <dgm:cxn modelId="{F01FC81D-F345-C64F-816B-D1105DD82E68}" type="presParOf" srcId="{499F97EE-36DA-F54E-820D-D05E7B310C39}" destId="{F9A23AF0-9ABD-2E44-BA4A-B5D48E5FA2A4}" srcOrd="0" destOrd="0" presId="urn:microsoft.com/office/officeart/2008/layout/HexagonCluster"/>
    <dgm:cxn modelId="{79BBBAAA-82AC-3A4F-9E4E-3A773CA12851}" type="presParOf" srcId="{1A393B89-50F6-E645-867A-0E555C8959DC}" destId="{85609A59-C386-B24F-9323-550047AD97CD}" srcOrd="4" destOrd="0" presId="urn:microsoft.com/office/officeart/2008/layout/HexagonCluster"/>
    <dgm:cxn modelId="{1504E1E2-EEF2-3B42-8EBF-2D15EF07812A}" type="presParOf" srcId="{85609A59-C386-B24F-9323-550047AD97CD}" destId="{0E85D075-4FAA-8E41-A955-EEA124B1DC81}" srcOrd="0" destOrd="0" presId="urn:microsoft.com/office/officeart/2008/layout/HexagonCluster"/>
    <dgm:cxn modelId="{B08910DE-4071-454D-8C25-92B85B2F68D5}" type="presParOf" srcId="{1A393B89-50F6-E645-867A-0E555C8959DC}" destId="{987EA5F7-34B5-E74E-8373-E69D66A6602D}" srcOrd="5" destOrd="0" presId="urn:microsoft.com/office/officeart/2008/layout/HexagonCluster"/>
    <dgm:cxn modelId="{AE2EFE72-2C25-8C4A-8E20-2187A4DECDEA}" type="presParOf" srcId="{987EA5F7-34B5-E74E-8373-E69D66A6602D}" destId="{D7709AB3-234C-1748-9E16-02BB094C52F9}" srcOrd="0" destOrd="0" presId="urn:microsoft.com/office/officeart/2008/layout/HexagonCluster"/>
    <dgm:cxn modelId="{885A5DBB-6EFF-384B-A880-8DA0221892F1}" type="presParOf" srcId="{1A393B89-50F6-E645-867A-0E555C8959DC}" destId="{67616AC4-FCB5-7849-BE49-A57C7528E1FB}" srcOrd="6" destOrd="0" presId="urn:microsoft.com/office/officeart/2008/layout/HexagonCluster"/>
    <dgm:cxn modelId="{A9A46E13-7504-2A4B-8FC6-11FF02450A81}" type="presParOf" srcId="{67616AC4-FCB5-7849-BE49-A57C7528E1FB}" destId="{9EDE85B9-5F8C-1A45-A35C-F05B6C078B7B}" srcOrd="0" destOrd="0" presId="urn:microsoft.com/office/officeart/2008/layout/HexagonCluster"/>
    <dgm:cxn modelId="{21F94909-9914-464A-8C21-A05C30311874}" type="presParOf" srcId="{1A393B89-50F6-E645-867A-0E555C8959DC}" destId="{ACCE7A7D-30D4-194F-9735-9DC40AA8A014}" srcOrd="7" destOrd="0" presId="urn:microsoft.com/office/officeart/2008/layout/HexagonCluster"/>
    <dgm:cxn modelId="{CEEB8EBF-C3CA-404B-AA91-491A9486DF8C}" type="presParOf" srcId="{ACCE7A7D-30D4-194F-9735-9DC40AA8A014}" destId="{249610CE-5AAE-6148-9DC6-23F4B082C8AB}" srcOrd="0" destOrd="0" presId="urn:microsoft.com/office/officeart/2008/layout/HexagonCluster"/>
    <dgm:cxn modelId="{8348AA39-B3F3-E246-8DC2-77E7CD3F09FD}" type="presParOf" srcId="{1A393B89-50F6-E645-867A-0E555C8959DC}" destId="{175B2B74-7FB7-EB49-8D57-7615E2DA8FE1}" srcOrd="8" destOrd="0" presId="urn:microsoft.com/office/officeart/2008/layout/HexagonCluster"/>
    <dgm:cxn modelId="{11F28D86-DB7A-9141-8BE6-55D58EB5EBC6}" type="presParOf" srcId="{175B2B74-7FB7-EB49-8D57-7615E2DA8FE1}" destId="{4D9C9F07-7F78-D143-887F-74AE6FAD5F62}" srcOrd="0" destOrd="0" presId="urn:microsoft.com/office/officeart/2008/layout/HexagonCluster"/>
    <dgm:cxn modelId="{D3C5C5D6-4C69-EF48-A8A3-460C16A28E37}" type="presParOf" srcId="{1A393B89-50F6-E645-867A-0E555C8959DC}" destId="{5FCFB610-6284-B34A-8C40-CDF4E47FF2F8}" srcOrd="9" destOrd="0" presId="urn:microsoft.com/office/officeart/2008/layout/HexagonCluster"/>
    <dgm:cxn modelId="{DCADFDE7-73AE-4441-B2DE-1B40DC47FE72}" type="presParOf" srcId="{5FCFB610-6284-B34A-8C40-CDF4E47FF2F8}" destId="{E5281BE3-CC81-7345-B7DA-21B10C567EB1}" srcOrd="0" destOrd="0" presId="urn:microsoft.com/office/officeart/2008/layout/HexagonCluster"/>
    <dgm:cxn modelId="{2B4B8769-FFF0-D941-A1A6-775CC5B638EC}" type="presParOf" srcId="{1A393B89-50F6-E645-867A-0E555C8959DC}" destId="{85041153-54D9-6D46-98C0-F99DD044409E}" srcOrd="10" destOrd="0" presId="urn:microsoft.com/office/officeart/2008/layout/HexagonCluster"/>
    <dgm:cxn modelId="{0E8D75BB-9EBB-8E40-96EB-5B2F3FE9FD40}" type="presParOf" srcId="{85041153-54D9-6D46-98C0-F99DD044409E}" destId="{5B437074-23D4-B94B-9CFE-178448E311B5}" srcOrd="0" destOrd="0" presId="urn:microsoft.com/office/officeart/2008/layout/HexagonCluster"/>
    <dgm:cxn modelId="{DEF265A0-B456-4847-9C49-8AAF61280561}" type="presParOf" srcId="{1A393B89-50F6-E645-867A-0E555C8959DC}" destId="{764D1EE6-0AEE-A247-ABBA-653A60BBC18D}" srcOrd="11" destOrd="0" presId="urn:microsoft.com/office/officeart/2008/layout/HexagonCluster"/>
    <dgm:cxn modelId="{6F79470E-AE83-F24E-B71C-582C0044BEB9}" type="presParOf" srcId="{764D1EE6-0AEE-A247-ABBA-653A60BBC18D}" destId="{C3B20AC4-012E-C540-BC14-1BAA66A8A9A8}" srcOrd="0" destOrd="0" presId="urn:microsoft.com/office/officeart/2008/layout/HexagonCluster"/>
    <dgm:cxn modelId="{1CC1C554-A342-F246-A7FA-D623E8C7A704}" type="presParOf" srcId="{1A393B89-50F6-E645-867A-0E555C8959DC}" destId="{58AAB0AD-C4A1-1242-A257-DCCE2C4FD416}" srcOrd="12" destOrd="0" presId="urn:microsoft.com/office/officeart/2008/layout/HexagonCluster"/>
    <dgm:cxn modelId="{D210BC35-5160-8149-B470-58FC4CAC2AD1}" type="presParOf" srcId="{58AAB0AD-C4A1-1242-A257-DCCE2C4FD416}" destId="{D22EC1B7-ED4C-5043-B8A0-3943067D67B0}" srcOrd="0" destOrd="0" presId="urn:microsoft.com/office/officeart/2008/layout/HexagonCluster"/>
    <dgm:cxn modelId="{09A880CC-E0BD-5742-8325-3B043C920B5A}" type="presParOf" srcId="{1A393B89-50F6-E645-867A-0E555C8959DC}" destId="{35A5E0C0-AF82-6344-BC43-189AC4CB9304}" srcOrd="13" destOrd="0" presId="urn:microsoft.com/office/officeart/2008/layout/HexagonCluster"/>
    <dgm:cxn modelId="{A4922D0B-32CE-A64F-8E8F-287E1E6095EC}" type="presParOf" srcId="{35A5E0C0-AF82-6344-BC43-189AC4CB9304}" destId="{4E4350DC-30CA-0448-BA70-1439D33C870C}" srcOrd="0" destOrd="0" presId="urn:microsoft.com/office/officeart/2008/layout/HexagonCluster"/>
    <dgm:cxn modelId="{BA94A961-7596-7341-9AB7-6BB56450D4E8}" type="presParOf" srcId="{1A393B89-50F6-E645-867A-0E555C8959DC}" destId="{B35BEABD-5198-894C-BE19-B6FEF9E4F89E}" srcOrd="14" destOrd="0" presId="urn:microsoft.com/office/officeart/2008/layout/HexagonCluster"/>
    <dgm:cxn modelId="{5A1AB22F-A415-D54D-805D-B67535A4794E}" type="presParOf" srcId="{B35BEABD-5198-894C-BE19-B6FEF9E4F89E}" destId="{48E271DB-2328-994F-9E8B-3BE928624DE6}" srcOrd="0" destOrd="0" presId="urn:microsoft.com/office/officeart/2008/layout/HexagonCluster"/>
    <dgm:cxn modelId="{84F4DECA-2BEC-5E46-86E9-13336FAE0B65}" type="presParOf" srcId="{1A393B89-50F6-E645-867A-0E555C8959DC}" destId="{A1F19BB2-3271-C442-B1CA-8C435AE48531}" srcOrd="15" destOrd="0" presId="urn:microsoft.com/office/officeart/2008/layout/HexagonCluster"/>
    <dgm:cxn modelId="{CB7F19A3-6B03-7E45-9062-C4756F880F02}" type="presParOf" srcId="{A1F19BB2-3271-C442-B1CA-8C435AE48531}" destId="{D1E40983-5DDD-A64F-A11E-0665337F65F5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2.xml><?xml version="1.0" encoding="utf-8"?>
<dgm:dataModel xmlns:dgm="http://schemas.openxmlformats.org/drawingml/2006/diagram" xmlns:a="http://schemas.openxmlformats.org/drawingml/2006/main">
  <dgm:ptLst>
    <dgm:pt modelId="{D5CA6A1A-E10C-410B-ACAE-D58563EFBF20}" type="doc">
      <dgm:prSet loTypeId="urn:microsoft.com/office/officeart/2009/3/layout/OpposingIdeas" qsTypeId="urn:microsoft.com/office/officeart/2005/8/quickstyle/simple2" csTypeId="urn:microsoft.com/office/officeart/2005/8/colors/accent1_2"/>
      <dgm:spPr/>
    </dgm:pt>
    <dgm:pt modelId="{19D87E54-EBE5-47DA-81E6-A0681C1612F1}">
      <dgm:prSet/>
      <dgm:spPr/>
      <dgm:t>
        <a:bodyPr/>
        <a:lstStyle/>
        <a:p>
          <a:r>
            <a:t>Option A</a:t>
          </a:r>
        </a:p>
      </dgm:t>
    </dgm:pt>
    <dgm:pt modelId="{80D16517-A545-4CA3-B40E-0FFCFA8E6E0E}" type="parTrans" cxnId="{EA599397-125F-489A-8D75-66131AC6E394}">
      <dgm:prSet/>
      <dgm:spPr/>
      <dgm:t>
        <a:bodyPr/>
        <a:lstStyle/>
        <a:p>
          <a:endParaRPr/>
        </a:p>
      </dgm:t>
    </dgm:pt>
    <dgm:pt modelId="{4117A5AD-DF0F-475C-BCDB-3040456A22AE}" type="sibTrans" cxnId="{EA599397-125F-489A-8D75-66131AC6E394}">
      <dgm:prSet/>
      <dgm:spPr/>
      <dgm:t>
        <a:bodyPr/>
        <a:lstStyle/>
        <a:p>
          <a:endParaRPr/>
        </a:p>
      </dgm:t>
    </dgm:pt>
    <dgm:pt modelId="{7AC01925-D582-4329-9841-E47F6CEB0135}">
      <dgm:prSet/>
      <dgm:spPr/>
      <dgm:t>
        <a:bodyPr/>
        <a:lstStyle/>
        <a:p>
          <a:r>
            <a:t>Option B</a:t>
          </a:r>
        </a:p>
      </dgm:t>
    </dgm:pt>
    <dgm:pt modelId="{99191E27-9239-4441-88D8-8CF533885403}" type="parTrans" cxnId="{300C7B8D-00A6-4BBF-BCE8-3AE4EB21E4AA}">
      <dgm:prSet/>
      <dgm:spPr/>
      <dgm:t>
        <a:bodyPr/>
        <a:lstStyle/>
        <a:p>
          <a:endParaRPr/>
        </a:p>
      </dgm:t>
    </dgm:pt>
    <dgm:pt modelId="{E45C384C-16EB-465B-A86A-9866B15FA8EB}" type="sibTrans" cxnId="{300C7B8D-00A6-4BBF-BCE8-3AE4EB21E4AA}">
      <dgm:prSet/>
      <dgm:spPr/>
      <dgm:t>
        <a:bodyPr/>
        <a:lstStyle/>
        <a:p>
          <a:endParaRPr/>
        </a:p>
      </dgm:t>
    </dgm:pt>
    <dgm:pt modelId="{56323FCE-B4C8-4814-B719-A21968EFEC8B}">
      <dgm:prSet/>
      <dgm:spPr/>
      <dgm:t>
        <a:bodyPr/>
        <a:lstStyle/>
        <a:p>
          <a:r>
            <a:t>Benefit</a:t>
          </a:r>
        </a:p>
      </dgm:t>
    </dgm:pt>
    <dgm:pt modelId="{3E61A25E-ABBD-4757-84A9-4BE2B626A04C}" type="parTrans" cxnId="{8840FBE5-0E5E-4CDB-A864-756E66F89EA5}">
      <dgm:prSet/>
      <dgm:spPr/>
      <dgm:t>
        <a:bodyPr/>
        <a:lstStyle/>
        <a:p>
          <a:endParaRPr/>
        </a:p>
      </dgm:t>
    </dgm:pt>
    <dgm:pt modelId="{D6F02A3D-1C46-459A-A50C-85BBE5116FEC}" type="sibTrans" cxnId="{8840FBE5-0E5E-4CDB-A864-756E66F89EA5}">
      <dgm:prSet/>
      <dgm:spPr/>
      <dgm:t>
        <a:bodyPr/>
        <a:lstStyle/>
        <a:p>
          <a:endParaRPr/>
        </a:p>
      </dgm:t>
    </dgm:pt>
    <dgm:pt modelId="{2CFA7F99-8642-4825-97B9-4BEBF2F5F83C}">
      <dgm:prSet/>
      <dgm:spPr/>
      <dgm:t>
        <a:bodyPr/>
        <a:lstStyle/>
        <a:p>
          <a:r>
            <a:t>Trade-off</a:t>
          </a:r>
        </a:p>
      </dgm:t>
    </dgm:pt>
    <dgm:pt modelId="{EBCC2DA1-306B-46A0-9EC1-BD758FFAF98E}" type="parTrans" cxnId="{D04C0F60-911F-485F-AD08-C039A1041D47}">
      <dgm:prSet/>
      <dgm:spPr/>
      <dgm:t>
        <a:bodyPr/>
        <a:lstStyle/>
        <a:p>
          <a:endParaRPr/>
        </a:p>
      </dgm:t>
    </dgm:pt>
    <dgm:pt modelId="{75B287D9-A638-466B-9C8C-06B6DE3D27BD}" type="sibTrans" cxnId="{D04C0F60-911F-485F-AD08-C039A1041D47}">
      <dgm:prSet/>
      <dgm:spPr/>
      <dgm:t>
        <a:bodyPr/>
        <a:lstStyle/>
        <a:p>
          <a:endParaRPr/>
        </a:p>
      </dgm:t>
    </dgm:pt>
    <dgm:pt modelId="{33ABD221-7B8F-4707-955A-EEE23039747C}">
      <dgm:prSet/>
      <dgm:spPr/>
      <dgm:t>
        <a:bodyPr/>
        <a:lstStyle/>
        <a:p>
          <a:r>
            <a:t>Benefit</a:t>
          </a:r>
        </a:p>
      </dgm:t>
    </dgm:pt>
    <dgm:pt modelId="{6BC00506-740E-4D28-ABD1-C25A87D76881}" type="parTrans" cxnId="{9729717D-7775-40CE-864C-ADCBCD319761}">
      <dgm:prSet/>
      <dgm:spPr/>
      <dgm:t>
        <a:bodyPr/>
        <a:lstStyle/>
        <a:p>
          <a:endParaRPr/>
        </a:p>
      </dgm:t>
    </dgm:pt>
    <dgm:pt modelId="{9A9B01A3-50B5-478F-A93E-B423B6796D87}" type="sibTrans" cxnId="{9729717D-7775-40CE-864C-ADCBCD319761}">
      <dgm:prSet/>
      <dgm:spPr/>
      <dgm:t>
        <a:bodyPr/>
        <a:lstStyle/>
        <a:p>
          <a:endParaRPr/>
        </a:p>
      </dgm:t>
    </dgm:pt>
    <dgm:pt modelId="{E097E4C5-8437-44C2-9BBD-E381A60020C1}">
      <dgm:prSet/>
      <dgm:spPr/>
      <dgm:t>
        <a:bodyPr/>
        <a:lstStyle/>
        <a:p>
          <a:r>
            <a:t>Trade-off</a:t>
          </a:r>
        </a:p>
      </dgm:t>
    </dgm:pt>
    <dgm:pt modelId="{B7570705-22C0-4D5E-A961-3185E982DFDE}" type="parTrans" cxnId="{10738FDA-857B-451B-A94A-C16A92656C56}">
      <dgm:prSet/>
      <dgm:spPr/>
      <dgm:t>
        <a:bodyPr/>
        <a:lstStyle/>
        <a:p>
          <a:endParaRPr/>
        </a:p>
      </dgm:t>
    </dgm:pt>
    <dgm:pt modelId="{869CF2FF-BBE1-4B05-AE22-A15EA0FAA10D}" type="sibTrans" cxnId="{10738FDA-857B-451B-A94A-C16A92656C56}">
      <dgm:prSet/>
      <dgm:spPr/>
      <dgm:t>
        <a:bodyPr/>
        <a:lstStyle/>
        <a:p>
          <a:endParaRPr/>
        </a:p>
      </dgm:t>
    </dgm:pt>
    <dgm:pt modelId="{897A5346-201A-5044-A31D-7C642CF332F9}" type="pres">
      <dgm:prSet presAssocID="{D5CA6A1A-E10C-410B-ACAE-D58563EFBF20}" presName="Name0" presStyleCnt="0">
        <dgm:presLayoutVars>
          <dgm:chMax val="2"/>
          <dgm:dir/>
          <dgm:animOne val="branch"/>
          <dgm:animLvl val="lvl"/>
          <dgm:resizeHandles val="exact"/>
        </dgm:presLayoutVars>
      </dgm:prSet>
      <dgm:spPr/>
    </dgm:pt>
    <dgm:pt modelId="{08F5E23E-62E9-FE45-A8DD-2D1772D3BA49}" type="pres">
      <dgm:prSet presAssocID="{D5CA6A1A-E10C-410B-ACAE-D58563EFBF20}" presName="Background" presStyleLbl="node1" presStyleIdx="0" presStyleCnt="1"/>
      <dgm:spPr/>
    </dgm:pt>
    <dgm:pt modelId="{AEBCBAFE-9B9D-F940-90EE-3BB02A6D239B}" type="pres">
      <dgm:prSet presAssocID="{D5CA6A1A-E10C-410B-ACAE-D58563EFBF20}" presName="Divider" presStyleLbl="callout" presStyleIdx="0" presStyleCnt="1"/>
      <dgm:spPr/>
    </dgm:pt>
    <dgm:pt modelId="{1E2B36C4-ACF4-1141-8AF4-8B97F0CBAEBF}" type="pres">
      <dgm:prSet presAssocID="{D5CA6A1A-E10C-410B-ACAE-D58563EFBF20}" presName="ChildText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B26D006-CF67-2049-BB78-72FFE0FCEC87}" type="pres">
      <dgm:prSet presAssocID="{D5CA6A1A-E10C-410B-ACAE-D58563EFBF20}" presName="ChildText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B74318E-7801-C945-A3DE-EE35720B9142}" type="pres">
      <dgm:prSet presAssocID="{D5CA6A1A-E10C-410B-ACAE-D58563EFBF20}" presName="ParentText1" presStyleLbl="revTx" presStyleIdx="0" presStyleCnt="0">
        <dgm:presLayoutVars>
          <dgm:chMax val="1"/>
          <dgm:chPref val="1"/>
        </dgm:presLayoutVars>
      </dgm:prSet>
      <dgm:spPr/>
    </dgm:pt>
    <dgm:pt modelId="{DF91A3D5-CBFC-3646-844B-ACA322B5B153}" type="pres">
      <dgm:prSet presAssocID="{D5CA6A1A-E10C-410B-ACAE-D58563EFBF20}" presName="ParentShape1" presStyleLbl="alignImgPlace1" presStyleIdx="0" presStyleCnt="2">
        <dgm:presLayoutVars/>
      </dgm:prSet>
      <dgm:spPr/>
    </dgm:pt>
    <dgm:pt modelId="{5617CD12-CCA6-3A48-B0EC-9EA73FE53F59}" type="pres">
      <dgm:prSet presAssocID="{D5CA6A1A-E10C-410B-ACAE-D58563EFBF20}" presName="ParentText2" presStyleLbl="revTx" presStyleIdx="0" presStyleCnt="0">
        <dgm:presLayoutVars>
          <dgm:chMax val="1"/>
          <dgm:chPref val="1"/>
        </dgm:presLayoutVars>
      </dgm:prSet>
      <dgm:spPr/>
    </dgm:pt>
    <dgm:pt modelId="{266E01A5-ADF1-B947-9884-5771E65D6146}" type="pres">
      <dgm:prSet presAssocID="{D5CA6A1A-E10C-410B-ACAE-D58563EFBF20}" presName="ParentShape2" presStyleLbl="alignImgPlace1" presStyleIdx="1" presStyleCnt="2">
        <dgm:presLayoutVars/>
      </dgm:prSet>
      <dgm:spPr/>
    </dgm:pt>
  </dgm:ptLst>
  <dgm:cxnLst>
    <dgm:cxn modelId="{502E340F-99B7-E34C-8C9F-6A23294A1202}" type="presOf" srcId="{19D87E54-EBE5-47DA-81E6-A0681C1612F1}" destId="{DF91A3D5-CBFC-3646-844B-ACA322B5B153}" srcOrd="1" destOrd="0" presId="urn:microsoft.com/office/officeart/2009/3/layout/OpposingIdeas"/>
    <dgm:cxn modelId="{1240B51A-0F64-FD41-9F83-5047CECC128D}" type="presOf" srcId="{E097E4C5-8437-44C2-9BBD-E381A60020C1}" destId="{1B26D006-CF67-2049-BB78-72FFE0FCEC87}" srcOrd="0" destOrd="1" presId="urn:microsoft.com/office/officeart/2009/3/layout/OpposingIdeas"/>
    <dgm:cxn modelId="{910CC031-93B3-9C4B-879F-BFECFCA672E4}" type="presOf" srcId="{56323FCE-B4C8-4814-B719-A21968EFEC8B}" destId="{1E2B36C4-ACF4-1141-8AF4-8B97F0CBAEBF}" srcOrd="0" destOrd="0" presId="urn:microsoft.com/office/officeart/2009/3/layout/OpposingIdeas"/>
    <dgm:cxn modelId="{3EED4733-2A3E-DC47-9932-5F43ED694B73}" type="presOf" srcId="{33ABD221-7B8F-4707-955A-EEE23039747C}" destId="{1B26D006-CF67-2049-BB78-72FFE0FCEC87}" srcOrd="0" destOrd="0" presId="urn:microsoft.com/office/officeart/2009/3/layout/OpposingIdeas"/>
    <dgm:cxn modelId="{D04C0F60-911F-485F-AD08-C039A1041D47}" srcId="{19D87E54-EBE5-47DA-81E6-A0681C1612F1}" destId="{2CFA7F99-8642-4825-97B9-4BEBF2F5F83C}" srcOrd="1" destOrd="0" parTransId="{EBCC2DA1-306B-46A0-9EC1-BD758FFAF98E}" sibTransId="{75B287D9-A638-466B-9C8C-06B6DE3D27BD}"/>
    <dgm:cxn modelId="{754BD465-A287-A240-B745-B74312BFBF12}" type="presOf" srcId="{2CFA7F99-8642-4825-97B9-4BEBF2F5F83C}" destId="{1E2B36C4-ACF4-1141-8AF4-8B97F0CBAEBF}" srcOrd="0" destOrd="1" presId="urn:microsoft.com/office/officeart/2009/3/layout/OpposingIdeas"/>
    <dgm:cxn modelId="{45E1207B-8CF1-8E4D-A0B7-247E5B797CE7}" type="presOf" srcId="{7AC01925-D582-4329-9841-E47F6CEB0135}" destId="{266E01A5-ADF1-B947-9884-5771E65D6146}" srcOrd="1" destOrd="0" presId="urn:microsoft.com/office/officeart/2009/3/layout/OpposingIdeas"/>
    <dgm:cxn modelId="{9729717D-7775-40CE-864C-ADCBCD319761}" srcId="{7AC01925-D582-4329-9841-E47F6CEB0135}" destId="{33ABD221-7B8F-4707-955A-EEE23039747C}" srcOrd="0" destOrd="0" parTransId="{6BC00506-740E-4D28-ABD1-C25A87D76881}" sibTransId="{9A9B01A3-50B5-478F-A93E-B423B6796D87}"/>
    <dgm:cxn modelId="{300C7B8D-00A6-4BBF-BCE8-3AE4EB21E4AA}" srcId="{D5CA6A1A-E10C-410B-ACAE-D58563EFBF20}" destId="{7AC01925-D582-4329-9841-E47F6CEB0135}" srcOrd="1" destOrd="0" parTransId="{99191E27-9239-4441-88D8-8CF533885403}" sibTransId="{E45C384C-16EB-465B-A86A-9866B15FA8EB}"/>
    <dgm:cxn modelId="{88DF1894-81AB-114E-A575-A365A959485E}" type="presOf" srcId="{D5CA6A1A-E10C-410B-ACAE-D58563EFBF20}" destId="{897A5346-201A-5044-A31D-7C642CF332F9}" srcOrd="0" destOrd="0" presId="urn:microsoft.com/office/officeart/2009/3/layout/OpposingIdeas"/>
    <dgm:cxn modelId="{EA599397-125F-489A-8D75-66131AC6E394}" srcId="{D5CA6A1A-E10C-410B-ACAE-D58563EFBF20}" destId="{19D87E54-EBE5-47DA-81E6-A0681C1612F1}" srcOrd="0" destOrd="0" parTransId="{80D16517-A545-4CA3-B40E-0FFCFA8E6E0E}" sibTransId="{4117A5AD-DF0F-475C-BCDB-3040456A22AE}"/>
    <dgm:cxn modelId="{26D522C2-6489-AB4D-9503-A7A898D36E8B}" type="presOf" srcId="{19D87E54-EBE5-47DA-81E6-A0681C1612F1}" destId="{9B74318E-7801-C945-A3DE-EE35720B9142}" srcOrd="0" destOrd="0" presId="urn:microsoft.com/office/officeart/2009/3/layout/OpposingIdeas"/>
    <dgm:cxn modelId="{10738FDA-857B-451B-A94A-C16A92656C56}" srcId="{7AC01925-D582-4329-9841-E47F6CEB0135}" destId="{E097E4C5-8437-44C2-9BBD-E381A60020C1}" srcOrd="1" destOrd="0" parTransId="{B7570705-22C0-4D5E-A961-3185E982DFDE}" sibTransId="{869CF2FF-BBE1-4B05-AE22-A15EA0FAA10D}"/>
    <dgm:cxn modelId="{8840FBE5-0E5E-4CDB-A864-756E66F89EA5}" srcId="{19D87E54-EBE5-47DA-81E6-A0681C1612F1}" destId="{56323FCE-B4C8-4814-B719-A21968EFEC8B}" srcOrd="0" destOrd="0" parTransId="{3E61A25E-ABBD-4757-84A9-4BE2B626A04C}" sibTransId="{D6F02A3D-1C46-459A-A50C-85BBE5116FEC}"/>
    <dgm:cxn modelId="{0AC86FF4-A085-1B49-A143-6900220619E2}" type="presOf" srcId="{7AC01925-D582-4329-9841-E47F6CEB0135}" destId="{5617CD12-CCA6-3A48-B0EC-9EA73FE53F59}" srcOrd="0" destOrd="0" presId="urn:microsoft.com/office/officeart/2009/3/layout/OpposingIdeas"/>
    <dgm:cxn modelId="{929586B9-E374-214C-9A57-1971585D6CA7}" type="presParOf" srcId="{897A5346-201A-5044-A31D-7C642CF332F9}" destId="{08F5E23E-62E9-FE45-A8DD-2D1772D3BA49}" srcOrd="0" destOrd="0" presId="urn:microsoft.com/office/officeart/2009/3/layout/OpposingIdeas"/>
    <dgm:cxn modelId="{67EBC202-376E-144E-A09D-9BFEB758AB2D}" type="presParOf" srcId="{897A5346-201A-5044-A31D-7C642CF332F9}" destId="{AEBCBAFE-9B9D-F940-90EE-3BB02A6D239B}" srcOrd="1" destOrd="0" presId="urn:microsoft.com/office/officeart/2009/3/layout/OpposingIdeas"/>
    <dgm:cxn modelId="{58AE14DD-CD8F-D442-BA6E-98EB170853EE}" type="presParOf" srcId="{897A5346-201A-5044-A31D-7C642CF332F9}" destId="{1E2B36C4-ACF4-1141-8AF4-8B97F0CBAEBF}" srcOrd="2" destOrd="0" presId="urn:microsoft.com/office/officeart/2009/3/layout/OpposingIdeas"/>
    <dgm:cxn modelId="{2C6FF3DC-AC22-EE40-9CFA-2A15A0444232}" type="presParOf" srcId="{897A5346-201A-5044-A31D-7C642CF332F9}" destId="{1B26D006-CF67-2049-BB78-72FFE0FCEC87}" srcOrd="3" destOrd="0" presId="urn:microsoft.com/office/officeart/2009/3/layout/OpposingIdeas"/>
    <dgm:cxn modelId="{E91EB8F4-761B-AD48-8831-D5C288E16B14}" type="presParOf" srcId="{897A5346-201A-5044-A31D-7C642CF332F9}" destId="{9B74318E-7801-C945-A3DE-EE35720B9142}" srcOrd="4" destOrd="0" presId="urn:microsoft.com/office/officeart/2009/3/layout/OpposingIdeas"/>
    <dgm:cxn modelId="{D35E7FC8-E716-D143-81CE-4FA44711E2E8}" type="presParOf" srcId="{897A5346-201A-5044-A31D-7C642CF332F9}" destId="{DF91A3D5-CBFC-3646-844B-ACA322B5B153}" srcOrd="5" destOrd="0" presId="urn:microsoft.com/office/officeart/2009/3/layout/OpposingIdeas"/>
    <dgm:cxn modelId="{8663361E-2B26-7642-BBCF-B17E44FBC56E}" type="presParOf" srcId="{897A5346-201A-5044-A31D-7C642CF332F9}" destId="{5617CD12-CCA6-3A48-B0EC-9EA73FE53F59}" srcOrd="6" destOrd="0" presId="urn:microsoft.com/office/officeart/2009/3/layout/OpposingIdeas"/>
    <dgm:cxn modelId="{6942E82A-3E5D-FB4A-B20F-18194C2EF845}" type="presParOf" srcId="{897A5346-201A-5044-A31D-7C642CF332F9}" destId="{266E01A5-ADF1-B947-9884-5771E65D6146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3.xml><?xml version="1.0" encoding="utf-8"?>
<dgm:dataModel xmlns:dgm="http://schemas.openxmlformats.org/drawingml/2006/diagram" xmlns:a="http://schemas.openxmlformats.org/drawingml/2006/main">
  <dgm:ptLst>
    <dgm:pt modelId="{EEC27B29-50CA-442C-BBAA-AC4C7ED7E3C0}" type="doc">
      <dgm:prSet loTypeId="urn:microsoft.com/office/officeart/2009/3/layout/PlusandMinus" qsTypeId="urn:microsoft.com/office/officeart/2005/8/quickstyle/simple2" csTypeId="urn:microsoft.com/office/officeart/2005/8/colors/accent1_2"/>
      <dgm:spPr/>
    </dgm:pt>
    <dgm:pt modelId="{4DB1AF9A-1034-4B17-A350-02A2BF5E4E73}">
      <dgm:prSet/>
      <dgm:spPr/>
      <dgm:t>
        <a:bodyPr/>
        <a:lstStyle/>
        <a:p>
          <a:r>
            <a:t>Option A</a:t>
          </a:r>
        </a:p>
      </dgm:t>
    </dgm:pt>
    <dgm:pt modelId="{6E7776E2-E2B2-4A83-B6C0-7A4564C076F8}" type="parTrans" cxnId="{81589585-A56D-4F3A-ACD1-8F2C9891C790}">
      <dgm:prSet/>
      <dgm:spPr/>
      <dgm:t>
        <a:bodyPr/>
        <a:lstStyle/>
        <a:p>
          <a:endParaRPr/>
        </a:p>
      </dgm:t>
    </dgm:pt>
    <dgm:pt modelId="{972DD0E6-BB35-4EC4-8D00-90BE76FED828}" type="sibTrans" cxnId="{81589585-A56D-4F3A-ACD1-8F2C9891C790}">
      <dgm:prSet/>
      <dgm:spPr/>
      <dgm:t>
        <a:bodyPr/>
        <a:lstStyle/>
        <a:p>
          <a:endParaRPr/>
        </a:p>
      </dgm:t>
    </dgm:pt>
    <dgm:pt modelId="{9588E07F-2B30-4074-A203-E459D272996B}">
      <dgm:prSet/>
      <dgm:spPr/>
      <dgm:t>
        <a:bodyPr/>
        <a:lstStyle/>
        <a:p>
          <a:r>
            <a:t>Option B</a:t>
          </a:r>
        </a:p>
      </dgm:t>
    </dgm:pt>
    <dgm:pt modelId="{6A1C0661-F549-4AF2-8E1F-1ADC50B947B2}" type="parTrans" cxnId="{CF8F7F39-BF6E-406A-94B9-5793073330DD}">
      <dgm:prSet/>
      <dgm:spPr/>
      <dgm:t>
        <a:bodyPr/>
        <a:lstStyle/>
        <a:p>
          <a:endParaRPr/>
        </a:p>
      </dgm:t>
    </dgm:pt>
    <dgm:pt modelId="{5A3BE49E-7C8F-457B-AE05-651C93E53E5E}" type="sibTrans" cxnId="{CF8F7F39-BF6E-406A-94B9-5793073330DD}">
      <dgm:prSet/>
      <dgm:spPr/>
      <dgm:t>
        <a:bodyPr/>
        <a:lstStyle/>
        <a:p>
          <a:endParaRPr/>
        </a:p>
      </dgm:t>
    </dgm:pt>
    <dgm:pt modelId="{896CC8FB-9D3F-4455-A479-AB17DB23C89C}">
      <dgm:prSet/>
      <dgm:spPr/>
      <dgm:t>
        <a:bodyPr/>
        <a:lstStyle/>
        <a:p>
          <a:r>
            <a:t>Benefit</a:t>
          </a:r>
        </a:p>
      </dgm:t>
    </dgm:pt>
    <dgm:pt modelId="{CDB3B301-42FC-48A4-B7A5-913945C59BFF}" type="parTrans" cxnId="{10D423A8-89F0-4905-9D02-0D974F6B6E27}">
      <dgm:prSet/>
      <dgm:spPr/>
      <dgm:t>
        <a:bodyPr/>
        <a:lstStyle/>
        <a:p>
          <a:endParaRPr/>
        </a:p>
      </dgm:t>
    </dgm:pt>
    <dgm:pt modelId="{6DFEA342-88E0-47D1-AE77-9D46C333EB43}" type="sibTrans" cxnId="{10D423A8-89F0-4905-9D02-0D974F6B6E27}">
      <dgm:prSet/>
      <dgm:spPr/>
      <dgm:t>
        <a:bodyPr/>
        <a:lstStyle/>
        <a:p>
          <a:endParaRPr/>
        </a:p>
      </dgm:t>
    </dgm:pt>
    <dgm:pt modelId="{CA3910EC-D08E-4C85-821D-6B6AB7B83AD5}">
      <dgm:prSet/>
      <dgm:spPr/>
      <dgm:t>
        <a:bodyPr/>
        <a:lstStyle/>
        <a:p>
          <a:r>
            <a:t>Trade-off</a:t>
          </a:r>
        </a:p>
      </dgm:t>
    </dgm:pt>
    <dgm:pt modelId="{93642C1D-022E-4BD5-8D3E-AEC21ED9A250}" type="parTrans" cxnId="{57BF145C-795B-4D1C-893E-7FEBD75E7A1D}">
      <dgm:prSet/>
      <dgm:spPr/>
      <dgm:t>
        <a:bodyPr/>
        <a:lstStyle/>
        <a:p>
          <a:endParaRPr/>
        </a:p>
      </dgm:t>
    </dgm:pt>
    <dgm:pt modelId="{CAB097AD-A5BF-49CD-B211-8EEA0DE41524}" type="sibTrans" cxnId="{57BF145C-795B-4D1C-893E-7FEBD75E7A1D}">
      <dgm:prSet/>
      <dgm:spPr/>
      <dgm:t>
        <a:bodyPr/>
        <a:lstStyle/>
        <a:p>
          <a:endParaRPr/>
        </a:p>
      </dgm:t>
    </dgm:pt>
    <dgm:pt modelId="{73B28A56-EB24-44F5-A952-6ED1EC218B24}">
      <dgm:prSet/>
      <dgm:spPr/>
      <dgm:t>
        <a:bodyPr/>
        <a:lstStyle/>
        <a:p>
          <a:r>
            <a:t>Benefit</a:t>
          </a:r>
        </a:p>
      </dgm:t>
    </dgm:pt>
    <dgm:pt modelId="{4DE7E60E-1151-494C-9823-8FA6E3939844}" type="parTrans" cxnId="{BEA5F421-AAA0-4A09-9E46-5E76CB8EA85D}">
      <dgm:prSet/>
      <dgm:spPr/>
      <dgm:t>
        <a:bodyPr/>
        <a:lstStyle/>
        <a:p>
          <a:endParaRPr/>
        </a:p>
      </dgm:t>
    </dgm:pt>
    <dgm:pt modelId="{912D0450-24FA-4E69-A08F-7A644A6DF319}" type="sibTrans" cxnId="{BEA5F421-AAA0-4A09-9E46-5E76CB8EA85D}">
      <dgm:prSet/>
      <dgm:spPr/>
      <dgm:t>
        <a:bodyPr/>
        <a:lstStyle/>
        <a:p>
          <a:endParaRPr/>
        </a:p>
      </dgm:t>
    </dgm:pt>
    <dgm:pt modelId="{DB4125F6-0F56-4A28-9E39-6864F1672627}">
      <dgm:prSet/>
      <dgm:spPr/>
      <dgm:t>
        <a:bodyPr/>
        <a:lstStyle/>
        <a:p>
          <a:r>
            <a:t>Trade-off</a:t>
          </a:r>
        </a:p>
      </dgm:t>
    </dgm:pt>
    <dgm:pt modelId="{C4675B7E-EC05-496B-A540-CCA38B6690D9}" type="parTrans" cxnId="{7118E2FB-6D50-4FAA-84B5-CFFE6020B64A}">
      <dgm:prSet/>
      <dgm:spPr/>
      <dgm:t>
        <a:bodyPr/>
        <a:lstStyle/>
        <a:p>
          <a:endParaRPr/>
        </a:p>
      </dgm:t>
    </dgm:pt>
    <dgm:pt modelId="{7C78A1A5-20F7-4748-A05C-19F5FB5E1246}" type="sibTrans" cxnId="{7118E2FB-6D50-4FAA-84B5-CFFE6020B64A}">
      <dgm:prSet/>
      <dgm:spPr/>
      <dgm:t>
        <a:bodyPr/>
        <a:lstStyle/>
        <a:p>
          <a:endParaRPr/>
        </a:p>
      </dgm:t>
    </dgm:pt>
    <dgm:pt modelId="{9F284241-A6B8-9D40-BB60-C8D2CD3E17A5}" type="pres">
      <dgm:prSet presAssocID="{EEC27B29-50CA-442C-BBAA-AC4C7ED7E3C0}" presName="Name0" presStyleCnt="0">
        <dgm:presLayoutVars>
          <dgm:chMax val="2"/>
          <dgm:chPref val="2"/>
          <dgm:dir/>
          <dgm:animOne/>
          <dgm:resizeHandles val="exact"/>
        </dgm:presLayoutVars>
      </dgm:prSet>
      <dgm:spPr/>
    </dgm:pt>
    <dgm:pt modelId="{7EF7D8ED-B13F-8242-96E8-F011191D1594}" type="pres">
      <dgm:prSet presAssocID="{EEC27B29-50CA-442C-BBAA-AC4C7ED7E3C0}" presName="Background" presStyleLbl="bgImgPlace1" presStyleIdx="0" presStyleCnt="1"/>
      <dgm:spPr/>
    </dgm:pt>
    <dgm:pt modelId="{4183F815-BB72-B14D-903A-86259DE9280B}" type="pres">
      <dgm:prSet presAssocID="{EEC27B29-50CA-442C-BBAA-AC4C7ED7E3C0}" presName="Parent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32A058D-504A-0842-A6A0-5360B4099FAA}" type="pres">
      <dgm:prSet presAssocID="{EEC27B29-50CA-442C-BBAA-AC4C7ED7E3C0}" presName="ParentText2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0C4E9278-0DA1-1E46-A427-C036551D5402}" type="pres">
      <dgm:prSet presAssocID="{EEC27B29-50CA-442C-BBAA-AC4C7ED7E3C0}" presName="Plus" presStyleLbl="alignNode1" presStyleIdx="0" presStyleCnt="2"/>
      <dgm:spPr/>
    </dgm:pt>
    <dgm:pt modelId="{27455302-3E62-204E-B260-3069CFE86E5B}" type="pres">
      <dgm:prSet presAssocID="{EEC27B29-50CA-442C-BBAA-AC4C7ED7E3C0}" presName="Minus" presStyleLbl="alignNode1" presStyleIdx="1" presStyleCnt="2"/>
      <dgm:spPr/>
    </dgm:pt>
    <dgm:pt modelId="{BDBD1982-BCAB-9A44-AB51-FEE027621F55}" type="pres">
      <dgm:prSet presAssocID="{EEC27B29-50CA-442C-BBAA-AC4C7ED7E3C0}" presName="Divider" presStyleLbl="parChTrans1D1" presStyleIdx="0" presStyleCnt="1"/>
      <dgm:spPr/>
    </dgm:pt>
  </dgm:ptLst>
  <dgm:cxnLst>
    <dgm:cxn modelId="{BEA5F421-AAA0-4A09-9E46-5E76CB8EA85D}" srcId="{9588E07F-2B30-4074-A203-E459D272996B}" destId="{73B28A56-EB24-44F5-A952-6ED1EC218B24}" srcOrd="0" destOrd="0" parTransId="{4DE7E60E-1151-494C-9823-8FA6E3939844}" sibTransId="{912D0450-24FA-4E69-A08F-7A644A6DF319}"/>
    <dgm:cxn modelId="{28660626-6409-8C47-8857-53C08855CC9B}" type="presOf" srcId="{73B28A56-EB24-44F5-A952-6ED1EC218B24}" destId="{932A058D-504A-0842-A6A0-5360B4099FAA}" srcOrd="0" destOrd="1" presId="urn:microsoft.com/office/officeart/2009/3/layout/PlusandMinus"/>
    <dgm:cxn modelId="{CF8F7F39-BF6E-406A-94B9-5793073330DD}" srcId="{EEC27B29-50CA-442C-BBAA-AC4C7ED7E3C0}" destId="{9588E07F-2B30-4074-A203-E459D272996B}" srcOrd="1" destOrd="0" parTransId="{6A1C0661-F549-4AF2-8E1F-1ADC50B947B2}" sibTransId="{5A3BE49E-7C8F-457B-AE05-651C93E53E5E}"/>
    <dgm:cxn modelId="{F080F83C-BB32-A14C-A58E-87377731EE54}" type="presOf" srcId="{DB4125F6-0F56-4A28-9E39-6864F1672627}" destId="{932A058D-504A-0842-A6A0-5360B4099FAA}" srcOrd="0" destOrd="2" presId="urn:microsoft.com/office/officeart/2009/3/layout/PlusandMinus"/>
    <dgm:cxn modelId="{D9B70250-AC82-6346-AAA5-28CD817CCB5D}" type="presOf" srcId="{9588E07F-2B30-4074-A203-E459D272996B}" destId="{932A058D-504A-0842-A6A0-5360B4099FAA}" srcOrd="0" destOrd="0" presId="urn:microsoft.com/office/officeart/2009/3/layout/PlusandMinus"/>
    <dgm:cxn modelId="{57BF145C-795B-4D1C-893E-7FEBD75E7A1D}" srcId="{4DB1AF9A-1034-4B17-A350-02A2BF5E4E73}" destId="{CA3910EC-D08E-4C85-821D-6B6AB7B83AD5}" srcOrd="1" destOrd="0" parTransId="{93642C1D-022E-4BD5-8D3E-AEC21ED9A250}" sibTransId="{CAB097AD-A5BF-49CD-B211-8EEA0DE41524}"/>
    <dgm:cxn modelId="{81589585-A56D-4F3A-ACD1-8F2C9891C790}" srcId="{EEC27B29-50CA-442C-BBAA-AC4C7ED7E3C0}" destId="{4DB1AF9A-1034-4B17-A350-02A2BF5E4E73}" srcOrd="0" destOrd="0" parTransId="{6E7776E2-E2B2-4A83-B6C0-7A4564C076F8}" sibTransId="{972DD0E6-BB35-4EC4-8D00-90BE76FED828}"/>
    <dgm:cxn modelId="{0426358E-2915-9C4B-A386-4949D1023437}" type="presOf" srcId="{CA3910EC-D08E-4C85-821D-6B6AB7B83AD5}" destId="{4183F815-BB72-B14D-903A-86259DE9280B}" srcOrd="0" destOrd="2" presId="urn:microsoft.com/office/officeart/2009/3/layout/PlusandMinus"/>
    <dgm:cxn modelId="{616AF391-A661-804D-B515-89C337BA78D0}" type="presOf" srcId="{EEC27B29-50CA-442C-BBAA-AC4C7ED7E3C0}" destId="{9F284241-A6B8-9D40-BB60-C8D2CD3E17A5}" srcOrd="0" destOrd="0" presId="urn:microsoft.com/office/officeart/2009/3/layout/PlusandMinus"/>
    <dgm:cxn modelId="{35C2D49B-88C6-E143-B3B0-2681A861A21B}" type="presOf" srcId="{896CC8FB-9D3F-4455-A479-AB17DB23C89C}" destId="{4183F815-BB72-B14D-903A-86259DE9280B}" srcOrd="0" destOrd="1" presId="urn:microsoft.com/office/officeart/2009/3/layout/PlusandMinus"/>
    <dgm:cxn modelId="{10D423A8-89F0-4905-9D02-0D974F6B6E27}" srcId="{4DB1AF9A-1034-4B17-A350-02A2BF5E4E73}" destId="{896CC8FB-9D3F-4455-A479-AB17DB23C89C}" srcOrd="0" destOrd="0" parTransId="{CDB3B301-42FC-48A4-B7A5-913945C59BFF}" sibTransId="{6DFEA342-88E0-47D1-AE77-9D46C333EB43}"/>
    <dgm:cxn modelId="{6A0F5EB1-606D-4D46-ABBC-45B53256821D}" type="presOf" srcId="{4DB1AF9A-1034-4B17-A350-02A2BF5E4E73}" destId="{4183F815-BB72-B14D-903A-86259DE9280B}" srcOrd="0" destOrd="0" presId="urn:microsoft.com/office/officeart/2009/3/layout/PlusandMinus"/>
    <dgm:cxn modelId="{7118E2FB-6D50-4FAA-84B5-CFFE6020B64A}" srcId="{9588E07F-2B30-4074-A203-E459D272996B}" destId="{DB4125F6-0F56-4A28-9E39-6864F1672627}" srcOrd="1" destOrd="0" parTransId="{C4675B7E-EC05-496B-A540-CCA38B6690D9}" sibTransId="{7C78A1A5-20F7-4748-A05C-19F5FB5E1246}"/>
    <dgm:cxn modelId="{7EED9CA1-A97C-5D4B-9F77-5A0E510D4BEB}" type="presParOf" srcId="{9F284241-A6B8-9D40-BB60-C8D2CD3E17A5}" destId="{7EF7D8ED-B13F-8242-96E8-F011191D1594}" srcOrd="0" destOrd="0" presId="urn:microsoft.com/office/officeart/2009/3/layout/PlusandMinus"/>
    <dgm:cxn modelId="{63BA797D-0B04-6F49-9537-432A2B37A115}" type="presParOf" srcId="{9F284241-A6B8-9D40-BB60-C8D2CD3E17A5}" destId="{4183F815-BB72-B14D-903A-86259DE9280B}" srcOrd="1" destOrd="0" presId="urn:microsoft.com/office/officeart/2009/3/layout/PlusandMinus"/>
    <dgm:cxn modelId="{11F74B08-57BC-A142-A235-0809C1D14EF9}" type="presParOf" srcId="{9F284241-A6B8-9D40-BB60-C8D2CD3E17A5}" destId="{932A058D-504A-0842-A6A0-5360B4099FAA}" srcOrd="2" destOrd="0" presId="urn:microsoft.com/office/officeart/2009/3/layout/PlusandMinus"/>
    <dgm:cxn modelId="{A7A861C1-09CF-0346-8871-F050E2803B18}" type="presParOf" srcId="{9F284241-A6B8-9D40-BB60-C8D2CD3E17A5}" destId="{0C4E9278-0DA1-1E46-A427-C036551D5402}" srcOrd="3" destOrd="0" presId="urn:microsoft.com/office/officeart/2009/3/layout/PlusandMinus"/>
    <dgm:cxn modelId="{805D3C38-FE5C-FD4D-9526-D545B213BF36}" type="presParOf" srcId="{9F284241-A6B8-9D40-BB60-C8D2CD3E17A5}" destId="{27455302-3E62-204E-B260-3069CFE86E5B}" srcOrd="4" destOrd="0" presId="urn:microsoft.com/office/officeart/2009/3/layout/PlusandMinus"/>
    <dgm:cxn modelId="{ACD88090-5D77-3A4D-9D23-D3FDDFD443DB}" type="presParOf" srcId="{9F284241-A6B8-9D40-BB60-C8D2CD3E17A5}" destId="{BDBD1982-BCAB-9A44-AB51-FEE027621F55}" srcOrd="5" destOrd="0" presId="urn:microsoft.com/office/officeart/2009/3/layout/PlusandMinu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4.xml><?xml version="1.0" encoding="utf-8"?>
<dgm:dataModel xmlns:dgm="http://schemas.openxmlformats.org/drawingml/2006/diagram" xmlns:a="http://schemas.openxmlformats.org/drawingml/2006/main">
  <dgm:ptLst>
    <dgm:pt modelId="{C3CF2C17-D112-40B5-837A-FA6EDE2AD7B5}" type="doc">
      <dgm:prSet loTypeId="urn:microsoft.com/office/officeart/2009/layout/ReverseList" qsTypeId="urn:microsoft.com/office/officeart/2005/8/quickstyle/simple2" csTypeId="urn:microsoft.com/office/officeart/2005/8/colors/accent1_2"/>
      <dgm:spPr/>
    </dgm:pt>
    <dgm:pt modelId="{5698920C-2785-49F0-BF12-A1D7868AC1C5}">
      <dgm:prSet/>
      <dgm:spPr/>
      <dgm:t>
        <a:bodyPr/>
        <a:lstStyle/>
        <a:p>
          <a:r>
            <a:t>Option A</a:t>
          </a:r>
        </a:p>
      </dgm:t>
    </dgm:pt>
    <dgm:pt modelId="{7F57D099-3AE7-4700-8116-B4EF72D69D66}" type="parTrans" cxnId="{3D1E9974-6523-49A4-ADDA-C49B97295219}">
      <dgm:prSet/>
      <dgm:spPr/>
      <dgm:t>
        <a:bodyPr/>
        <a:lstStyle/>
        <a:p>
          <a:endParaRPr/>
        </a:p>
      </dgm:t>
    </dgm:pt>
    <dgm:pt modelId="{CA4123F9-AE73-4B14-A710-C8F8F2EBBFDA}" type="sibTrans" cxnId="{3D1E9974-6523-49A4-ADDA-C49B97295219}">
      <dgm:prSet/>
      <dgm:spPr/>
      <dgm:t>
        <a:bodyPr/>
        <a:lstStyle/>
        <a:p>
          <a:endParaRPr/>
        </a:p>
      </dgm:t>
    </dgm:pt>
    <dgm:pt modelId="{E5791315-B051-4894-8C3B-4DA88A4F632A}">
      <dgm:prSet/>
      <dgm:spPr/>
      <dgm:t>
        <a:bodyPr/>
        <a:lstStyle/>
        <a:p>
          <a:r>
            <a:t>Option B</a:t>
          </a:r>
        </a:p>
      </dgm:t>
    </dgm:pt>
    <dgm:pt modelId="{DC404364-AAC5-40CE-9C16-2F2293B23BAB}" type="parTrans" cxnId="{B9443A67-B1B5-45A1-B18C-0BFD8BCBFA10}">
      <dgm:prSet/>
      <dgm:spPr/>
      <dgm:t>
        <a:bodyPr/>
        <a:lstStyle/>
        <a:p>
          <a:endParaRPr/>
        </a:p>
      </dgm:t>
    </dgm:pt>
    <dgm:pt modelId="{4CB64FC9-A0EF-4CF3-8754-C33DDAD093BE}" type="sibTrans" cxnId="{B9443A67-B1B5-45A1-B18C-0BFD8BCBFA10}">
      <dgm:prSet/>
      <dgm:spPr/>
      <dgm:t>
        <a:bodyPr/>
        <a:lstStyle/>
        <a:p>
          <a:endParaRPr/>
        </a:p>
      </dgm:t>
    </dgm:pt>
    <dgm:pt modelId="{BFEF3DCD-9137-584E-B8DE-EEA8DF1FDDB0}" type="pres">
      <dgm:prSet presAssocID="{C3CF2C17-D112-40B5-837A-FA6EDE2AD7B5}" presName="Name0" presStyleCnt="0">
        <dgm:presLayoutVars>
          <dgm:chMax val="2"/>
          <dgm:chPref val="2"/>
          <dgm:animLvl val="lvl"/>
        </dgm:presLayoutVars>
      </dgm:prSet>
      <dgm:spPr/>
    </dgm:pt>
    <dgm:pt modelId="{A532C2B2-6FB1-8B4C-9EB5-0E23A7E79246}" type="pres">
      <dgm:prSet presAssocID="{C3CF2C17-D112-40B5-837A-FA6EDE2AD7B5}" presName="LeftText" presStyleLbl="revTx" presStyleIdx="0" presStyleCnt="0">
        <dgm:presLayoutVars>
          <dgm:bulletEnabled val="1"/>
        </dgm:presLayoutVars>
      </dgm:prSet>
      <dgm:spPr/>
    </dgm:pt>
    <dgm:pt modelId="{749244FA-88EF-9746-AE1B-3CAF3C66F9B4}" type="pres">
      <dgm:prSet presAssocID="{C3CF2C17-D112-40B5-837A-FA6EDE2AD7B5}" presName="LeftNode" presStyleLbl="bgImgPlace1" presStyleIdx="0" presStyleCnt="2">
        <dgm:presLayoutVars>
          <dgm:chMax val="2"/>
          <dgm:chPref val="2"/>
        </dgm:presLayoutVars>
      </dgm:prSet>
      <dgm:spPr/>
    </dgm:pt>
    <dgm:pt modelId="{3AA266CB-F819-4C44-80D0-F6386CFD43FE}" type="pres">
      <dgm:prSet presAssocID="{C3CF2C17-D112-40B5-837A-FA6EDE2AD7B5}" presName="RightText" presStyleLbl="revTx" presStyleIdx="0" presStyleCnt="0">
        <dgm:presLayoutVars>
          <dgm:bulletEnabled val="1"/>
        </dgm:presLayoutVars>
      </dgm:prSet>
      <dgm:spPr/>
    </dgm:pt>
    <dgm:pt modelId="{F8D8F705-1776-D445-91C0-4E167535AD22}" type="pres">
      <dgm:prSet presAssocID="{C3CF2C17-D112-40B5-837A-FA6EDE2AD7B5}" presName="RightNode" presStyleLbl="bgImgPlace1" presStyleIdx="1" presStyleCnt="2">
        <dgm:presLayoutVars>
          <dgm:chMax val="0"/>
          <dgm:chPref val="0"/>
        </dgm:presLayoutVars>
      </dgm:prSet>
      <dgm:spPr/>
    </dgm:pt>
    <dgm:pt modelId="{5144A3DA-B2CE-0645-BB4C-7B3A6712D842}" type="pres">
      <dgm:prSet presAssocID="{C3CF2C17-D112-40B5-837A-FA6EDE2AD7B5}" presName="TopArrow" presStyleLbl="node1" presStyleIdx="0" presStyleCnt="2"/>
      <dgm:spPr/>
    </dgm:pt>
    <dgm:pt modelId="{298F5915-5C71-B840-B7AC-96FBEDF93ABB}" type="pres">
      <dgm:prSet presAssocID="{C3CF2C17-D112-40B5-837A-FA6EDE2AD7B5}" presName="BottomArrow" presStyleLbl="node1" presStyleIdx="1" presStyleCnt="2"/>
      <dgm:spPr/>
    </dgm:pt>
  </dgm:ptLst>
  <dgm:cxnLst>
    <dgm:cxn modelId="{972E980D-2546-5F40-A39D-C0B566C57857}" type="presOf" srcId="{5698920C-2785-49F0-BF12-A1D7868AC1C5}" destId="{A532C2B2-6FB1-8B4C-9EB5-0E23A7E79246}" srcOrd="0" destOrd="0" presId="urn:microsoft.com/office/officeart/2009/layout/ReverseList"/>
    <dgm:cxn modelId="{54EB742A-E478-DB47-81E8-C1233557DC27}" type="presOf" srcId="{E5791315-B051-4894-8C3B-4DA88A4F632A}" destId="{3AA266CB-F819-4C44-80D0-F6386CFD43FE}" srcOrd="0" destOrd="0" presId="urn:microsoft.com/office/officeart/2009/layout/ReverseList"/>
    <dgm:cxn modelId="{82469244-E854-8B46-87BA-D855F825682E}" type="presOf" srcId="{E5791315-B051-4894-8C3B-4DA88A4F632A}" destId="{F8D8F705-1776-D445-91C0-4E167535AD22}" srcOrd="1" destOrd="0" presId="urn:microsoft.com/office/officeart/2009/layout/ReverseList"/>
    <dgm:cxn modelId="{A64A7A48-B3C4-FF43-B4AD-7CE37EE010F8}" type="presOf" srcId="{5698920C-2785-49F0-BF12-A1D7868AC1C5}" destId="{749244FA-88EF-9746-AE1B-3CAF3C66F9B4}" srcOrd="1" destOrd="0" presId="urn:microsoft.com/office/officeart/2009/layout/ReverseList"/>
    <dgm:cxn modelId="{B9443A67-B1B5-45A1-B18C-0BFD8BCBFA10}" srcId="{C3CF2C17-D112-40B5-837A-FA6EDE2AD7B5}" destId="{E5791315-B051-4894-8C3B-4DA88A4F632A}" srcOrd="1" destOrd="0" parTransId="{DC404364-AAC5-40CE-9C16-2F2293B23BAB}" sibTransId="{4CB64FC9-A0EF-4CF3-8754-C33DDAD093BE}"/>
    <dgm:cxn modelId="{AE76C771-32C8-0A4B-A10A-C93EB02546E1}" type="presOf" srcId="{C3CF2C17-D112-40B5-837A-FA6EDE2AD7B5}" destId="{BFEF3DCD-9137-584E-B8DE-EEA8DF1FDDB0}" srcOrd="0" destOrd="0" presId="urn:microsoft.com/office/officeart/2009/layout/ReverseList"/>
    <dgm:cxn modelId="{3D1E9974-6523-49A4-ADDA-C49B97295219}" srcId="{C3CF2C17-D112-40B5-837A-FA6EDE2AD7B5}" destId="{5698920C-2785-49F0-BF12-A1D7868AC1C5}" srcOrd="0" destOrd="0" parTransId="{7F57D099-3AE7-4700-8116-B4EF72D69D66}" sibTransId="{CA4123F9-AE73-4B14-A710-C8F8F2EBBFDA}"/>
    <dgm:cxn modelId="{5559BDF1-203C-1040-BA32-25ECD748250B}" type="presParOf" srcId="{BFEF3DCD-9137-584E-B8DE-EEA8DF1FDDB0}" destId="{A532C2B2-6FB1-8B4C-9EB5-0E23A7E79246}" srcOrd="0" destOrd="0" presId="urn:microsoft.com/office/officeart/2009/layout/ReverseList"/>
    <dgm:cxn modelId="{1E3DA210-435F-9246-B680-2B4A0AB0A6FF}" type="presParOf" srcId="{BFEF3DCD-9137-584E-B8DE-EEA8DF1FDDB0}" destId="{749244FA-88EF-9746-AE1B-3CAF3C66F9B4}" srcOrd="1" destOrd="0" presId="urn:microsoft.com/office/officeart/2009/layout/ReverseList"/>
    <dgm:cxn modelId="{21888C92-44AC-524F-B9F3-A7C8266FB72D}" type="presParOf" srcId="{BFEF3DCD-9137-584E-B8DE-EEA8DF1FDDB0}" destId="{3AA266CB-F819-4C44-80D0-F6386CFD43FE}" srcOrd="2" destOrd="0" presId="urn:microsoft.com/office/officeart/2009/layout/ReverseList"/>
    <dgm:cxn modelId="{22E903EC-E99F-5D45-B92E-1C2F6DD4617C}" type="presParOf" srcId="{BFEF3DCD-9137-584E-B8DE-EEA8DF1FDDB0}" destId="{F8D8F705-1776-D445-91C0-4E167535AD22}" srcOrd="3" destOrd="0" presId="urn:microsoft.com/office/officeart/2009/layout/ReverseList"/>
    <dgm:cxn modelId="{28C22A07-BD59-D34E-8E30-0058DE3A5C54}" type="presParOf" srcId="{BFEF3DCD-9137-584E-B8DE-EEA8DF1FDDB0}" destId="{5144A3DA-B2CE-0645-BB4C-7B3A6712D842}" srcOrd="4" destOrd="0" presId="urn:microsoft.com/office/officeart/2009/layout/ReverseList"/>
    <dgm:cxn modelId="{4980A1D0-8CA8-D246-8F69-E36C09C73A7B}" type="presParOf" srcId="{BFEF3DCD-9137-584E-B8DE-EEA8DF1FDDB0}" destId="{298F5915-5C71-B840-B7AC-96FBEDF93ABB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5.xml><?xml version="1.0" encoding="utf-8"?>
<dgm:dataModel xmlns:dgm="http://schemas.openxmlformats.org/drawingml/2006/diagram" xmlns:a="http://schemas.openxmlformats.org/drawingml/2006/main">
  <dgm:ptLst>
    <dgm:pt modelId="{B69B3E48-B5A0-45E0-8D59-6E5E46CF76F8}" type="doc">
      <dgm:prSet loTypeId="urn:microsoft.com/office/officeart/2005/8/layout/arrow3" qsTypeId="urn:microsoft.com/office/officeart/2005/8/quickstyle/simple2" csTypeId="urn:microsoft.com/office/officeart/2005/8/colors/accent1_2"/>
      <dgm:spPr/>
    </dgm:pt>
    <dgm:pt modelId="{A4088EE2-FE89-4E97-A10E-E3ABE1EA82CF}">
      <dgm:prSet/>
      <dgm:spPr/>
      <dgm:t>
        <a:bodyPr/>
        <a:lstStyle/>
        <a:p>
          <a:r>
            <a:t>Option A</a:t>
          </a:r>
        </a:p>
      </dgm:t>
    </dgm:pt>
    <dgm:pt modelId="{2788FCE0-35C3-4E7F-978C-4820E9732FE2}" type="parTrans" cxnId="{E375EEFC-0D30-48D3-A14E-F1A7EEF18CA2}">
      <dgm:prSet/>
      <dgm:spPr/>
      <dgm:t>
        <a:bodyPr/>
        <a:lstStyle/>
        <a:p>
          <a:endParaRPr/>
        </a:p>
      </dgm:t>
    </dgm:pt>
    <dgm:pt modelId="{47E2C89C-784F-4B98-9451-047F0D0E902D}" type="sibTrans" cxnId="{E375EEFC-0D30-48D3-A14E-F1A7EEF18CA2}">
      <dgm:prSet/>
      <dgm:spPr/>
      <dgm:t>
        <a:bodyPr/>
        <a:lstStyle/>
        <a:p>
          <a:endParaRPr/>
        </a:p>
      </dgm:t>
    </dgm:pt>
    <dgm:pt modelId="{C1926F1B-229E-4735-8F9F-C21875EE3A5F}">
      <dgm:prSet/>
      <dgm:spPr/>
      <dgm:t>
        <a:bodyPr/>
        <a:lstStyle/>
        <a:p>
          <a:r>
            <a:t>Option B</a:t>
          </a:r>
        </a:p>
      </dgm:t>
    </dgm:pt>
    <dgm:pt modelId="{67E9D802-A832-4B97-88B2-444792613D8B}" type="parTrans" cxnId="{7BD7C833-9149-4D00-B7F0-FA9EEC29533B}">
      <dgm:prSet/>
      <dgm:spPr/>
      <dgm:t>
        <a:bodyPr/>
        <a:lstStyle/>
        <a:p>
          <a:endParaRPr/>
        </a:p>
      </dgm:t>
    </dgm:pt>
    <dgm:pt modelId="{51AF4540-E20B-4DCC-B02A-3EC8CFE30D2C}" type="sibTrans" cxnId="{7BD7C833-9149-4D00-B7F0-FA9EEC29533B}">
      <dgm:prSet/>
      <dgm:spPr/>
      <dgm:t>
        <a:bodyPr/>
        <a:lstStyle/>
        <a:p>
          <a:endParaRPr/>
        </a:p>
      </dgm:t>
    </dgm:pt>
    <dgm:pt modelId="{48BB39A8-130C-41A2-8B37-DC38587FABD6}">
      <dgm:prSet/>
      <dgm:spPr/>
      <dgm:t>
        <a:bodyPr/>
        <a:lstStyle/>
        <a:p>
          <a:r>
            <a:t>Benefit</a:t>
          </a:r>
        </a:p>
      </dgm:t>
    </dgm:pt>
    <dgm:pt modelId="{5B4F4E9D-64EE-42C1-884D-9A80051F6434}" type="parTrans" cxnId="{935B640A-EA35-4688-8222-B1B407228B9D}">
      <dgm:prSet/>
      <dgm:spPr/>
      <dgm:t>
        <a:bodyPr/>
        <a:lstStyle/>
        <a:p>
          <a:endParaRPr/>
        </a:p>
      </dgm:t>
    </dgm:pt>
    <dgm:pt modelId="{A515E236-611F-4F59-B435-77D3D7BBD207}" type="sibTrans" cxnId="{935B640A-EA35-4688-8222-B1B407228B9D}">
      <dgm:prSet/>
      <dgm:spPr/>
      <dgm:t>
        <a:bodyPr/>
        <a:lstStyle/>
        <a:p>
          <a:endParaRPr/>
        </a:p>
      </dgm:t>
    </dgm:pt>
    <dgm:pt modelId="{19669050-D802-4637-831E-521B9DA7F92F}">
      <dgm:prSet/>
      <dgm:spPr/>
      <dgm:t>
        <a:bodyPr/>
        <a:lstStyle/>
        <a:p>
          <a:r>
            <a:t>Trade-off</a:t>
          </a:r>
        </a:p>
      </dgm:t>
    </dgm:pt>
    <dgm:pt modelId="{A5E9BB0A-DEBA-4CB0-9E8B-E3F81EEC83BF}" type="parTrans" cxnId="{233A4349-881E-4C21-8319-C4FEB2C4559A}">
      <dgm:prSet/>
      <dgm:spPr/>
      <dgm:t>
        <a:bodyPr/>
        <a:lstStyle/>
        <a:p>
          <a:endParaRPr/>
        </a:p>
      </dgm:t>
    </dgm:pt>
    <dgm:pt modelId="{DB5E5CCA-0B1A-4212-ADF9-628FB1DB0DC0}" type="sibTrans" cxnId="{233A4349-881E-4C21-8319-C4FEB2C4559A}">
      <dgm:prSet/>
      <dgm:spPr/>
      <dgm:t>
        <a:bodyPr/>
        <a:lstStyle/>
        <a:p>
          <a:endParaRPr/>
        </a:p>
      </dgm:t>
    </dgm:pt>
    <dgm:pt modelId="{9B3A633B-D7A3-4531-9C93-4B76389C9590}">
      <dgm:prSet/>
      <dgm:spPr/>
      <dgm:t>
        <a:bodyPr/>
        <a:lstStyle/>
        <a:p>
          <a:r>
            <a:t>Benefit</a:t>
          </a:r>
        </a:p>
      </dgm:t>
    </dgm:pt>
    <dgm:pt modelId="{D30FDF04-8A12-417E-92A8-D86DB93E5585}" type="parTrans" cxnId="{532656EC-3321-4B45-BE7B-6510F55EDF46}">
      <dgm:prSet/>
      <dgm:spPr/>
      <dgm:t>
        <a:bodyPr/>
        <a:lstStyle/>
        <a:p>
          <a:endParaRPr/>
        </a:p>
      </dgm:t>
    </dgm:pt>
    <dgm:pt modelId="{1259DEF4-E6F0-4473-BFFF-ED7817C72FDA}" type="sibTrans" cxnId="{532656EC-3321-4B45-BE7B-6510F55EDF46}">
      <dgm:prSet/>
      <dgm:spPr/>
      <dgm:t>
        <a:bodyPr/>
        <a:lstStyle/>
        <a:p>
          <a:endParaRPr/>
        </a:p>
      </dgm:t>
    </dgm:pt>
    <dgm:pt modelId="{62114A33-F6C0-4DB9-B422-3D7021B7938F}">
      <dgm:prSet/>
      <dgm:spPr/>
      <dgm:t>
        <a:bodyPr/>
        <a:lstStyle/>
        <a:p>
          <a:r>
            <a:t>Trade-off</a:t>
          </a:r>
        </a:p>
      </dgm:t>
    </dgm:pt>
    <dgm:pt modelId="{93D93332-F3E0-41F4-A5A2-628D6185930D}" type="parTrans" cxnId="{BAE1F9DA-037C-4923-95B2-2E8D3189112D}">
      <dgm:prSet/>
      <dgm:spPr/>
      <dgm:t>
        <a:bodyPr/>
        <a:lstStyle/>
        <a:p>
          <a:endParaRPr/>
        </a:p>
      </dgm:t>
    </dgm:pt>
    <dgm:pt modelId="{4063AD1B-D22B-4423-B2D8-67137CF20C43}" type="sibTrans" cxnId="{BAE1F9DA-037C-4923-95B2-2E8D3189112D}">
      <dgm:prSet/>
      <dgm:spPr/>
      <dgm:t>
        <a:bodyPr/>
        <a:lstStyle/>
        <a:p>
          <a:endParaRPr/>
        </a:p>
      </dgm:t>
    </dgm:pt>
    <dgm:pt modelId="{396C6351-0F90-5B40-B602-211E50254CCD}" type="pres">
      <dgm:prSet presAssocID="{B69B3E48-B5A0-45E0-8D59-6E5E46CF76F8}" presName="compositeShape" presStyleCnt="0">
        <dgm:presLayoutVars>
          <dgm:chMax val="2"/>
          <dgm:dir/>
          <dgm:resizeHandles val="exact"/>
        </dgm:presLayoutVars>
      </dgm:prSet>
      <dgm:spPr/>
    </dgm:pt>
    <dgm:pt modelId="{CE646EC8-973B-F54C-BC63-BBBC5D124A8D}" type="pres">
      <dgm:prSet presAssocID="{B69B3E48-B5A0-45E0-8D59-6E5E46CF76F8}" presName="divider" presStyleLbl="fgShp" presStyleIdx="0" presStyleCnt="1"/>
      <dgm:spPr/>
    </dgm:pt>
    <dgm:pt modelId="{45364ECE-364A-2745-9325-DAB8EEDB6C1F}" type="pres">
      <dgm:prSet presAssocID="{A4088EE2-FE89-4E97-A10E-E3ABE1EA82CF}" presName="downArrow" presStyleLbl="node1" presStyleIdx="0" presStyleCnt="2"/>
      <dgm:spPr/>
    </dgm:pt>
    <dgm:pt modelId="{8747B2C9-0D23-2643-BB1E-DE7CB6CB0707}" type="pres">
      <dgm:prSet presAssocID="{A4088EE2-FE89-4E97-A10E-E3ABE1EA82CF}" presName="downArrowText" presStyleLbl="revTx" presStyleIdx="0" presStyleCnt="2">
        <dgm:presLayoutVars>
          <dgm:bulletEnabled val="1"/>
        </dgm:presLayoutVars>
      </dgm:prSet>
      <dgm:spPr/>
    </dgm:pt>
    <dgm:pt modelId="{D3448FB5-A4EE-FA49-B5A2-3FC9D344A219}" type="pres">
      <dgm:prSet presAssocID="{C1926F1B-229E-4735-8F9F-C21875EE3A5F}" presName="upArrow" presStyleLbl="node1" presStyleIdx="1" presStyleCnt="2"/>
      <dgm:spPr/>
    </dgm:pt>
    <dgm:pt modelId="{64BC87F0-1D27-A948-93E6-B9FE53FD5569}" type="pres">
      <dgm:prSet presAssocID="{C1926F1B-229E-4735-8F9F-C21875EE3A5F}" presName="upArrowText" presStyleLbl="revTx" presStyleIdx="1" presStyleCnt="2">
        <dgm:presLayoutVars>
          <dgm:bulletEnabled val="1"/>
        </dgm:presLayoutVars>
      </dgm:prSet>
      <dgm:spPr/>
    </dgm:pt>
  </dgm:ptLst>
  <dgm:cxnLst>
    <dgm:cxn modelId="{935B640A-EA35-4688-8222-B1B407228B9D}" srcId="{A4088EE2-FE89-4E97-A10E-E3ABE1EA82CF}" destId="{48BB39A8-130C-41A2-8B37-DC38587FABD6}" srcOrd="0" destOrd="0" parTransId="{5B4F4E9D-64EE-42C1-884D-9A80051F6434}" sibTransId="{A515E236-611F-4F59-B435-77D3D7BBD207}"/>
    <dgm:cxn modelId="{EDF84C1A-F622-CF44-B7AA-900BFF41A067}" type="presOf" srcId="{62114A33-F6C0-4DB9-B422-3D7021B7938F}" destId="{64BC87F0-1D27-A948-93E6-B9FE53FD5569}" srcOrd="0" destOrd="2" presId="urn:microsoft.com/office/officeart/2005/8/layout/arrow3"/>
    <dgm:cxn modelId="{7BD7C833-9149-4D00-B7F0-FA9EEC29533B}" srcId="{B69B3E48-B5A0-45E0-8D59-6E5E46CF76F8}" destId="{C1926F1B-229E-4735-8F9F-C21875EE3A5F}" srcOrd="1" destOrd="0" parTransId="{67E9D802-A832-4B97-88B2-444792613D8B}" sibTransId="{51AF4540-E20B-4DCC-B02A-3EC8CFE30D2C}"/>
    <dgm:cxn modelId="{9F123F35-40EE-424D-BFC2-19C45AA8803D}" type="presOf" srcId="{48BB39A8-130C-41A2-8B37-DC38587FABD6}" destId="{8747B2C9-0D23-2643-BB1E-DE7CB6CB0707}" srcOrd="0" destOrd="1" presId="urn:microsoft.com/office/officeart/2005/8/layout/arrow3"/>
    <dgm:cxn modelId="{E9446F44-4193-DC48-A574-4FAC9B33F421}" type="presOf" srcId="{A4088EE2-FE89-4E97-A10E-E3ABE1EA82CF}" destId="{8747B2C9-0D23-2643-BB1E-DE7CB6CB0707}" srcOrd="0" destOrd="0" presId="urn:microsoft.com/office/officeart/2005/8/layout/arrow3"/>
    <dgm:cxn modelId="{233A4349-881E-4C21-8319-C4FEB2C4559A}" srcId="{A4088EE2-FE89-4E97-A10E-E3ABE1EA82CF}" destId="{19669050-D802-4637-831E-521B9DA7F92F}" srcOrd="1" destOrd="0" parTransId="{A5E9BB0A-DEBA-4CB0-9E8B-E3F81EEC83BF}" sibTransId="{DB5E5CCA-0B1A-4212-ADF9-628FB1DB0DC0}"/>
    <dgm:cxn modelId="{0F188676-276A-5840-8FB2-7606B78F5652}" type="presOf" srcId="{C1926F1B-229E-4735-8F9F-C21875EE3A5F}" destId="{64BC87F0-1D27-A948-93E6-B9FE53FD5569}" srcOrd="0" destOrd="0" presId="urn:microsoft.com/office/officeart/2005/8/layout/arrow3"/>
    <dgm:cxn modelId="{867A9E9A-DE54-4141-A186-4241965DAE06}" type="presOf" srcId="{19669050-D802-4637-831E-521B9DA7F92F}" destId="{8747B2C9-0D23-2643-BB1E-DE7CB6CB0707}" srcOrd="0" destOrd="2" presId="urn:microsoft.com/office/officeart/2005/8/layout/arrow3"/>
    <dgm:cxn modelId="{03E094AD-7BF4-A04B-8E16-DEF7B8B793B4}" type="presOf" srcId="{B69B3E48-B5A0-45E0-8D59-6E5E46CF76F8}" destId="{396C6351-0F90-5B40-B602-211E50254CCD}" srcOrd="0" destOrd="0" presId="urn:microsoft.com/office/officeart/2005/8/layout/arrow3"/>
    <dgm:cxn modelId="{80DD67BB-553F-A44A-AAAF-10E762A01CF0}" type="presOf" srcId="{9B3A633B-D7A3-4531-9C93-4B76389C9590}" destId="{64BC87F0-1D27-A948-93E6-B9FE53FD5569}" srcOrd="0" destOrd="1" presId="urn:microsoft.com/office/officeart/2005/8/layout/arrow3"/>
    <dgm:cxn modelId="{BAE1F9DA-037C-4923-95B2-2E8D3189112D}" srcId="{C1926F1B-229E-4735-8F9F-C21875EE3A5F}" destId="{62114A33-F6C0-4DB9-B422-3D7021B7938F}" srcOrd="1" destOrd="0" parTransId="{93D93332-F3E0-41F4-A5A2-628D6185930D}" sibTransId="{4063AD1B-D22B-4423-B2D8-67137CF20C43}"/>
    <dgm:cxn modelId="{532656EC-3321-4B45-BE7B-6510F55EDF46}" srcId="{C1926F1B-229E-4735-8F9F-C21875EE3A5F}" destId="{9B3A633B-D7A3-4531-9C93-4B76389C9590}" srcOrd="0" destOrd="0" parTransId="{D30FDF04-8A12-417E-92A8-D86DB93E5585}" sibTransId="{1259DEF4-E6F0-4473-BFFF-ED7817C72FDA}"/>
    <dgm:cxn modelId="{E375EEFC-0D30-48D3-A14E-F1A7EEF18CA2}" srcId="{B69B3E48-B5A0-45E0-8D59-6E5E46CF76F8}" destId="{A4088EE2-FE89-4E97-A10E-E3ABE1EA82CF}" srcOrd="0" destOrd="0" parTransId="{2788FCE0-35C3-4E7F-978C-4820E9732FE2}" sibTransId="{47E2C89C-784F-4B98-9451-047F0D0E902D}"/>
    <dgm:cxn modelId="{1C87CA93-7427-2744-A412-FC63EDA23377}" type="presParOf" srcId="{396C6351-0F90-5B40-B602-211E50254CCD}" destId="{CE646EC8-973B-F54C-BC63-BBBC5D124A8D}" srcOrd="0" destOrd="0" presId="urn:microsoft.com/office/officeart/2005/8/layout/arrow3"/>
    <dgm:cxn modelId="{D5F18A9C-A784-0B4D-AAB8-54696AA18DD2}" type="presParOf" srcId="{396C6351-0F90-5B40-B602-211E50254CCD}" destId="{45364ECE-364A-2745-9325-DAB8EEDB6C1F}" srcOrd="1" destOrd="0" presId="urn:microsoft.com/office/officeart/2005/8/layout/arrow3"/>
    <dgm:cxn modelId="{CF96C9F2-C053-7E45-9FA4-B2B284F53057}" type="presParOf" srcId="{396C6351-0F90-5B40-B602-211E50254CCD}" destId="{8747B2C9-0D23-2643-BB1E-DE7CB6CB0707}" srcOrd="2" destOrd="0" presId="urn:microsoft.com/office/officeart/2005/8/layout/arrow3"/>
    <dgm:cxn modelId="{2F8EFE06-DF08-324A-A1A2-03D378262777}" type="presParOf" srcId="{396C6351-0F90-5B40-B602-211E50254CCD}" destId="{D3448FB5-A4EE-FA49-B5A2-3FC9D344A219}" srcOrd="3" destOrd="0" presId="urn:microsoft.com/office/officeart/2005/8/layout/arrow3"/>
    <dgm:cxn modelId="{BC51A435-2E0C-4E41-A7AE-5CD6C10FBF2C}" type="presParOf" srcId="{396C6351-0F90-5B40-B602-211E50254CCD}" destId="{64BC87F0-1D27-A948-93E6-B9FE53FD5569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6.xml><?xml version="1.0" encoding="utf-8"?>
<dgm:dataModel xmlns:dgm="http://schemas.openxmlformats.org/drawingml/2006/diagram" xmlns:a="http://schemas.openxmlformats.org/drawingml/2006/main">
  <dgm:ptLst>
    <dgm:pt modelId="{D5AF910B-6594-45D9-B39B-4601804C75AF}" type="doc">
      <dgm:prSet loTypeId="urn:microsoft.com/office/officeart/2005/8/layout/pyramid4" qsTypeId="urn:microsoft.com/office/officeart/2005/8/quickstyle/simple2" csTypeId="urn:microsoft.com/office/officeart/2005/8/colors/accent1_2"/>
      <dgm:spPr/>
    </dgm:pt>
    <dgm:pt modelId="{2EE21410-E64D-4A8E-96BE-B3DB742C54FA}">
      <dgm:prSet/>
      <dgm:spPr/>
      <dgm:t>
        <a:bodyPr/>
        <a:lstStyle/>
        <a:p>
          <a:r>
            <a:t>People</a:t>
          </a:r>
        </a:p>
      </dgm:t>
    </dgm:pt>
    <dgm:pt modelId="{A0CB5D8D-F8B5-4546-8C43-19E7BAB38969}" type="parTrans" cxnId="{1F15BB1E-ABB3-418D-BC37-41CB86FAAEE4}">
      <dgm:prSet/>
      <dgm:spPr/>
      <dgm:t>
        <a:bodyPr/>
        <a:lstStyle/>
        <a:p>
          <a:endParaRPr/>
        </a:p>
      </dgm:t>
    </dgm:pt>
    <dgm:pt modelId="{FB0703BD-2B57-43A4-95B7-63DF93C149BB}" type="sibTrans" cxnId="{1F15BB1E-ABB3-418D-BC37-41CB86FAAEE4}">
      <dgm:prSet/>
      <dgm:spPr/>
      <dgm:t>
        <a:bodyPr/>
        <a:lstStyle/>
        <a:p>
          <a:endParaRPr/>
        </a:p>
      </dgm:t>
    </dgm:pt>
    <dgm:pt modelId="{F73BBD6D-9772-423F-893A-6CA98BFFACC4}">
      <dgm:prSet/>
      <dgm:spPr/>
      <dgm:t>
        <a:bodyPr/>
        <a:lstStyle/>
        <a:p>
          <a:r>
            <a:t>Process</a:t>
          </a:r>
        </a:p>
      </dgm:t>
    </dgm:pt>
    <dgm:pt modelId="{18E1809A-F9E5-4838-BF50-4DD812D18874}" type="parTrans" cxnId="{E7CFBECF-233B-475D-846F-2520FC9720B3}">
      <dgm:prSet/>
      <dgm:spPr/>
      <dgm:t>
        <a:bodyPr/>
        <a:lstStyle/>
        <a:p>
          <a:endParaRPr/>
        </a:p>
      </dgm:t>
    </dgm:pt>
    <dgm:pt modelId="{847FD138-56D1-414E-9B6B-6CAE90263B8E}" type="sibTrans" cxnId="{E7CFBECF-233B-475D-846F-2520FC9720B3}">
      <dgm:prSet/>
      <dgm:spPr/>
      <dgm:t>
        <a:bodyPr/>
        <a:lstStyle/>
        <a:p>
          <a:endParaRPr/>
        </a:p>
      </dgm:t>
    </dgm:pt>
    <dgm:pt modelId="{FF2E3FC8-92E0-4472-83CC-8ABE6C771F37}">
      <dgm:prSet/>
      <dgm:spPr/>
      <dgm:t>
        <a:bodyPr/>
        <a:lstStyle/>
        <a:p>
          <a:r>
            <a:t>Technology</a:t>
          </a:r>
        </a:p>
      </dgm:t>
    </dgm:pt>
    <dgm:pt modelId="{1D5E1FBC-A298-4076-AD0F-DAFF8935CE00}" type="parTrans" cxnId="{26F68C6A-3442-4403-8999-B91220E940A3}">
      <dgm:prSet/>
      <dgm:spPr/>
      <dgm:t>
        <a:bodyPr/>
        <a:lstStyle/>
        <a:p>
          <a:endParaRPr/>
        </a:p>
      </dgm:t>
    </dgm:pt>
    <dgm:pt modelId="{125E1649-56F6-4E85-B134-3F1F946EF31E}" type="sibTrans" cxnId="{26F68C6A-3442-4403-8999-B91220E940A3}">
      <dgm:prSet/>
      <dgm:spPr/>
      <dgm:t>
        <a:bodyPr/>
        <a:lstStyle/>
        <a:p>
          <a:endParaRPr/>
        </a:p>
      </dgm:t>
    </dgm:pt>
    <dgm:pt modelId="{1DBFA20C-1518-464A-B408-A134C767E635}">
      <dgm:prSet/>
      <dgm:spPr/>
      <dgm:t>
        <a:bodyPr/>
        <a:lstStyle/>
        <a:p>
          <a:r>
            <a:t>Data</a:t>
          </a:r>
        </a:p>
      </dgm:t>
    </dgm:pt>
    <dgm:pt modelId="{FB03B45B-72EA-40EB-8E02-19D7FC942C87}" type="parTrans" cxnId="{780E8C29-D6C2-48DC-8538-F97F33F603BB}">
      <dgm:prSet/>
      <dgm:spPr/>
      <dgm:t>
        <a:bodyPr/>
        <a:lstStyle/>
        <a:p>
          <a:endParaRPr/>
        </a:p>
      </dgm:t>
    </dgm:pt>
    <dgm:pt modelId="{F82BDB3B-FC5D-4FEE-8B9D-E858CAB5577A}" type="sibTrans" cxnId="{780E8C29-D6C2-48DC-8538-F97F33F603BB}">
      <dgm:prSet/>
      <dgm:spPr/>
      <dgm:t>
        <a:bodyPr/>
        <a:lstStyle/>
        <a:p>
          <a:endParaRPr/>
        </a:p>
      </dgm:t>
    </dgm:pt>
    <dgm:pt modelId="{72A69518-A65E-C641-8C13-9AFAECACF26C}" type="pres">
      <dgm:prSet presAssocID="{D5AF910B-6594-45D9-B39B-4601804C75AF}" presName="compositeShape" presStyleCnt="0">
        <dgm:presLayoutVars>
          <dgm:chMax val="9"/>
          <dgm:dir/>
          <dgm:resizeHandles val="exact"/>
        </dgm:presLayoutVars>
      </dgm:prSet>
      <dgm:spPr/>
    </dgm:pt>
    <dgm:pt modelId="{DB4BD8DA-0B44-F045-B8E2-83A723E13580}" type="pres">
      <dgm:prSet presAssocID="{D5AF910B-6594-45D9-B39B-4601804C75AF}" presName="triangle1" presStyleLbl="node1" presStyleIdx="0" presStyleCnt="4">
        <dgm:presLayoutVars>
          <dgm:bulletEnabled val="1"/>
        </dgm:presLayoutVars>
      </dgm:prSet>
      <dgm:spPr/>
    </dgm:pt>
    <dgm:pt modelId="{E24D04E3-EC71-2341-807F-AD9F0F7A4A81}" type="pres">
      <dgm:prSet presAssocID="{D5AF910B-6594-45D9-B39B-4601804C75AF}" presName="triangle2" presStyleLbl="node1" presStyleIdx="1" presStyleCnt="4">
        <dgm:presLayoutVars>
          <dgm:bulletEnabled val="1"/>
        </dgm:presLayoutVars>
      </dgm:prSet>
      <dgm:spPr/>
    </dgm:pt>
    <dgm:pt modelId="{6E1AAFB6-65ED-AF45-B80C-8B982F23A25A}" type="pres">
      <dgm:prSet presAssocID="{D5AF910B-6594-45D9-B39B-4601804C75AF}" presName="triangle3" presStyleLbl="node1" presStyleIdx="2" presStyleCnt="4">
        <dgm:presLayoutVars>
          <dgm:bulletEnabled val="1"/>
        </dgm:presLayoutVars>
      </dgm:prSet>
      <dgm:spPr/>
    </dgm:pt>
    <dgm:pt modelId="{9154443F-2F4B-5344-8AB8-3BAE4ACB7DBC}" type="pres">
      <dgm:prSet presAssocID="{D5AF910B-6594-45D9-B39B-4601804C75AF}" presName="triangle4" presStyleLbl="node1" presStyleIdx="3" presStyleCnt="4">
        <dgm:presLayoutVars>
          <dgm:bulletEnabled val="1"/>
        </dgm:presLayoutVars>
      </dgm:prSet>
      <dgm:spPr/>
    </dgm:pt>
  </dgm:ptLst>
  <dgm:cxnLst>
    <dgm:cxn modelId="{1F15BB1E-ABB3-418D-BC37-41CB86FAAEE4}" srcId="{D5AF910B-6594-45D9-B39B-4601804C75AF}" destId="{2EE21410-E64D-4A8E-96BE-B3DB742C54FA}" srcOrd="0" destOrd="0" parTransId="{A0CB5D8D-F8B5-4546-8C43-19E7BAB38969}" sibTransId="{FB0703BD-2B57-43A4-95B7-63DF93C149BB}"/>
    <dgm:cxn modelId="{780E8C29-D6C2-48DC-8538-F97F33F603BB}" srcId="{D5AF910B-6594-45D9-B39B-4601804C75AF}" destId="{1DBFA20C-1518-464A-B408-A134C767E635}" srcOrd="3" destOrd="0" parTransId="{FB03B45B-72EA-40EB-8E02-19D7FC942C87}" sibTransId="{F82BDB3B-FC5D-4FEE-8B9D-E858CAB5577A}"/>
    <dgm:cxn modelId="{F708EC59-71BC-5844-B9DD-0B27DE4B3AE3}" type="presOf" srcId="{F73BBD6D-9772-423F-893A-6CA98BFFACC4}" destId="{E24D04E3-EC71-2341-807F-AD9F0F7A4A81}" srcOrd="0" destOrd="0" presId="urn:microsoft.com/office/officeart/2005/8/layout/pyramid4"/>
    <dgm:cxn modelId="{26F68C6A-3442-4403-8999-B91220E940A3}" srcId="{D5AF910B-6594-45D9-B39B-4601804C75AF}" destId="{FF2E3FC8-92E0-4472-83CC-8ABE6C771F37}" srcOrd="2" destOrd="0" parTransId="{1D5E1FBC-A298-4076-AD0F-DAFF8935CE00}" sibTransId="{125E1649-56F6-4E85-B134-3F1F946EF31E}"/>
    <dgm:cxn modelId="{9859EA99-A00B-FA40-ADF8-4EA237E41480}" type="presOf" srcId="{2EE21410-E64D-4A8E-96BE-B3DB742C54FA}" destId="{DB4BD8DA-0B44-F045-B8E2-83A723E13580}" srcOrd="0" destOrd="0" presId="urn:microsoft.com/office/officeart/2005/8/layout/pyramid4"/>
    <dgm:cxn modelId="{F45A9DA8-C72A-1E41-9808-0F7F6D90B4AB}" type="presOf" srcId="{1DBFA20C-1518-464A-B408-A134C767E635}" destId="{9154443F-2F4B-5344-8AB8-3BAE4ACB7DBC}" srcOrd="0" destOrd="0" presId="urn:microsoft.com/office/officeart/2005/8/layout/pyramid4"/>
    <dgm:cxn modelId="{E06DCEAC-EAC8-6F41-9CF9-B6BFACBBFB2C}" type="presOf" srcId="{FF2E3FC8-92E0-4472-83CC-8ABE6C771F37}" destId="{6E1AAFB6-65ED-AF45-B80C-8B982F23A25A}" srcOrd="0" destOrd="0" presId="urn:microsoft.com/office/officeart/2005/8/layout/pyramid4"/>
    <dgm:cxn modelId="{D16A4BCA-0A9B-9345-9BE1-93EA1ABED7FB}" type="presOf" srcId="{D5AF910B-6594-45D9-B39B-4601804C75AF}" destId="{72A69518-A65E-C641-8C13-9AFAECACF26C}" srcOrd="0" destOrd="0" presId="urn:microsoft.com/office/officeart/2005/8/layout/pyramid4"/>
    <dgm:cxn modelId="{E7CFBECF-233B-475D-846F-2520FC9720B3}" srcId="{D5AF910B-6594-45D9-B39B-4601804C75AF}" destId="{F73BBD6D-9772-423F-893A-6CA98BFFACC4}" srcOrd="1" destOrd="0" parTransId="{18E1809A-F9E5-4838-BF50-4DD812D18874}" sibTransId="{847FD138-56D1-414E-9B6B-6CAE90263B8E}"/>
    <dgm:cxn modelId="{F0B72637-4086-C340-8F72-B64933BD36F8}" type="presParOf" srcId="{72A69518-A65E-C641-8C13-9AFAECACF26C}" destId="{DB4BD8DA-0B44-F045-B8E2-83A723E13580}" srcOrd="0" destOrd="0" presId="urn:microsoft.com/office/officeart/2005/8/layout/pyramid4"/>
    <dgm:cxn modelId="{7B140697-D7F6-8B48-99F6-B6F7490B8E96}" type="presParOf" srcId="{72A69518-A65E-C641-8C13-9AFAECACF26C}" destId="{E24D04E3-EC71-2341-807F-AD9F0F7A4A81}" srcOrd="1" destOrd="0" presId="urn:microsoft.com/office/officeart/2005/8/layout/pyramid4"/>
    <dgm:cxn modelId="{868C1860-7598-1E45-A088-8B88EA260C92}" type="presParOf" srcId="{72A69518-A65E-C641-8C13-9AFAECACF26C}" destId="{6E1AAFB6-65ED-AF45-B80C-8B982F23A25A}" srcOrd="2" destOrd="0" presId="urn:microsoft.com/office/officeart/2005/8/layout/pyramid4"/>
    <dgm:cxn modelId="{696B1E5D-BAA1-024C-8870-C45BC1042B06}" type="presParOf" srcId="{72A69518-A65E-C641-8C13-9AFAECACF26C}" destId="{9154443F-2F4B-5344-8AB8-3BAE4ACB7DBC}" srcOrd="3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7.xml><?xml version="1.0" encoding="utf-8"?>
<dgm:dataModel xmlns:dgm="http://schemas.openxmlformats.org/drawingml/2006/diagram" xmlns:a="http://schemas.openxmlformats.org/drawingml/2006/main">
  <dgm:ptLst>
    <dgm:pt modelId="{DF67E4FD-F86E-469F-8570-707C7ECDC83C}" type="doc">
      <dgm:prSet loTypeId="urn:microsoft.com/office/officeart/2005/8/layout/target2" qsTypeId="urn:microsoft.com/office/officeart/2005/8/quickstyle/simple2" csTypeId="urn:microsoft.com/office/officeart/2005/8/colors/accent1_2"/>
      <dgm:spPr/>
    </dgm:pt>
    <dgm:pt modelId="{A0CC40B7-C1BE-445E-983C-052CE11C5F5B}">
      <dgm:prSet/>
      <dgm:spPr/>
      <dgm:t>
        <a:bodyPr/>
        <a:lstStyle/>
        <a:p>
          <a:r>
            <a:t>People</a:t>
          </a:r>
        </a:p>
      </dgm:t>
    </dgm:pt>
    <dgm:pt modelId="{0FCB5B43-E82D-44B2-80F8-F7EB7953F85C}" type="parTrans" cxnId="{0E08A4A9-78D0-4675-A2DB-AE815958AB61}">
      <dgm:prSet/>
      <dgm:spPr/>
      <dgm:t>
        <a:bodyPr/>
        <a:lstStyle/>
        <a:p>
          <a:endParaRPr/>
        </a:p>
      </dgm:t>
    </dgm:pt>
    <dgm:pt modelId="{7558F66B-0CC8-43E0-BCD8-04DB24F007A6}" type="sibTrans" cxnId="{0E08A4A9-78D0-4675-A2DB-AE815958AB61}">
      <dgm:prSet/>
      <dgm:spPr/>
      <dgm:t>
        <a:bodyPr/>
        <a:lstStyle/>
        <a:p>
          <a:endParaRPr/>
        </a:p>
      </dgm:t>
    </dgm:pt>
    <dgm:pt modelId="{E3C754C2-BDCF-43E3-B892-E05AFF59CEE1}">
      <dgm:prSet/>
      <dgm:spPr/>
      <dgm:t>
        <a:bodyPr/>
        <a:lstStyle/>
        <a:p>
          <a:r>
            <a:t>Process</a:t>
          </a:r>
        </a:p>
      </dgm:t>
    </dgm:pt>
    <dgm:pt modelId="{E909C581-4020-45C6-9551-A0E292F4FB49}" type="parTrans" cxnId="{BE85A559-BBCE-4BE5-8230-6D16D71AEFDF}">
      <dgm:prSet/>
      <dgm:spPr/>
      <dgm:t>
        <a:bodyPr/>
        <a:lstStyle/>
        <a:p>
          <a:endParaRPr/>
        </a:p>
      </dgm:t>
    </dgm:pt>
    <dgm:pt modelId="{9FF50B0E-1547-454D-9459-6781ACF872C9}" type="sibTrans" cxnId="{BE85A559-BBCE-4BE5-8230-6D16D71AEFDF}">
      <dgm:prSet/>
      <dgm:spPr/>
      <dgm:t>
        <a:bodyPr/>
        <a:lstStyle/>
        <a:p>
          <a:endParaRPr/>
        </a:p>
      </dgm:t>
    </dgm:pt>
    <dgm:pt modelId="{01CD858E-45F3-46E1-B6FD-7F2055F31549}">
      <dgm:prSet/>
      <dgm:spPr/>
      <dgm:t>
        <a:bodyPr/>
        <a:lstStyle/>
        <a:p>
          <a:r>
            <a:t>Technology</a:t>
          </a:r>
        </a:p>
      </dgm:t>
    </dgm:pt>
    <dgm:pt modelId="{A992ED14-989A-4358-8860-ADD521D4F690}" type="parTrans" cxnId="{3A457B8C-E964-4472-9B3C-910A0B1A50C1}">
      <dgm:prSet/>
      <dgm:spPr/>
      <dgm:t>
        <a:bodyPr/>
        <a:lstStyle/>
        <a:p>
          <a:endParaRPr/>
        </a:p>
      </dgm:t>
    </dgm:pt>
    <dgm:pt modelId="{081EFF72-0938-4CA3-B6BC-8ABDE2360442}" type="sibTrans" cxnId="{3A457B8C-E964-4472-9B3C-910A0B1A50C1}">
      <dgm:prSet/>
      <dgm:spPr/>
      <dgm:t>
        <a:bodyPr/>
        <a:lstStyle/>
        <a:p>
          <a:endParaRPr/>
        </a:p>
      </dgm:t>
    </dgm:pt>
    <dgm:pt modelId="{6189D2C1-EB88-45D2-B03F-B191E23970F5}">
      <dgm:prSet/>
      <dgm:spPr/>
    </dgm:pt>
    <dgm:pt modelId="{896D52AA-9F4D-42C1-9D4C-CEB93A816652}" type="parTrans" cxnId="{EAF44B10-D39B-4EE3-AB15-B833350D2559}">
      <dgm:prSet/>
      <dgm:spPr/>
      <dgm:t>
        <a:bodyPr/>
        <a:lstStyle/>
        <a:p>
          <a:endParaRPr/>
        </a:p>
      </dgm:t>
    </dgm:pt>
    <dgm:pt modelId="{A450F060-A24B-442B-B2C8-65FB6C856E81}" type="sibTrans" cxnId="{EAF44B10-D39B-4EE3-AB15-B833350D2559}">
      <dgm:prSet/>
      <dgm:spPr/>
      <dgm:t>
        <a:bodyPr/>
        <a:lstStyle/>
        <a:p>
          <a:endParaRPr/>
        </a:p>
      </dgm:t>
    </dgm:pt>
    <dgm:pt modelId="{B6981B50-D016-C044-9D5A-0AC7E045ABAF}" type="pres">
      <dgm:prSet presAssocID="{DF67E4FD-F86E-469F-8570-707C7ECDC83C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93129B46-A1D3-704D-9163-DF34901744F9}" type="pres">
      <dgm:prSet presAssocID="{DF67E4FD-F86E-469F-8570-707C7ECDC83C}" presName="outerBox" presStyleCnt="0"/>
      <dgm:spPr/>
    </dgm:pt>
    <dgm:pt modelId="{2A8611E0-DCAE-E84B-921C-082CBBE42C3B}" type="pres">
      <dgm:prSet presAssocID="{DF67E4FD-F86E-469F-8570-707C7ECDC83C}" presName="outerBoxParent" presStyleLbl="node1" presStyleIdx="0" presStyleCnt="3"/>
      <dgm:spPr/>
    </dgm:pt>
    <dgm:pt modelId="{96006294-E0C0-7442-9ADE-5D4482E493FE}" type="pres">
      <dgm:prSet presAssocID="{DF67E4FD-F86E-469F-8570-707C7ECDC83C}" presName="outerBoxChildren" presStyleCnt="0"/>
      <dgm:spPr/>
    </dgm:pt>
    <dgm:pt modelId="{8399B209-A8CA-EE44-B4C5-FC00F6138836}" type="pres">
      <dgm:prSet presAssocID="{DF67E4FD-F86E-469F-8570-707C7ECDC83C}" presName="middleBox" presStyleCnt="0"/>
      <dgm:spPr/>
    </dgm:pt>
    <dgm:pt modelId="{32F946B7-59B5-9240-BFB9-39126E46B1AF}" type="pres">
      <dgm:prSet presAssocID="{DF67E4FD-F86E-469F-8570-707C7ECDC83C}" presName="middleBoxParent" presStyleLbl="node1" presStyleIdx="1" presStyleCnt="3"/>
      <dgm:spPr/>
    </dgm:pt>
    <dgm:pt modelId="{67058078-7740-0D45-9A04-7DE77C1CD002}" type="pres">
      <dgm:prSet presAssocID="{DF67E4FD-F86E-469F-8570-707C7ECDC83C}" presName="middleBoxChildren" presStyleCnt="0"/>
      <dgm:spPr/>
    </dgm:pt>
    <dgm:pt modelId="{B2B17BA8-6ECA-E44E-BDDB-7A15013F2EA7}" type="pres">
      <dgm:prSet presAssocID="{DF67E4FD-F86E-469F-8570-707C7ECDC83C}" presName="centerBox" presStyleCnt="0"/>
      <dgm:spPr/>
    </dgm:pt>
    <dgm:pt modelId="{EEF640D2-0A4E-B941-9F2B-AF67EEF4E901}" type="pres">
      <dgm:prSet presAssocID="{DF67E4FD-F86E-469F-8570-707C7ECDC83C}" presName="centerBoxParent" presStyleLbl="node1" presStyleIdx="2" presStyleCnt="3"/>
      <dgm:spPr/>
    </dgm:pt>
  </dgm:ptLst>
  <dgm:cxnLst>
    <dgm:cxn modelId="{EAF44B10-D39B-4EE3-AB15-B833350D2559}" srcId="{DF67E4FD-F86E-469F-8570-707C7ECDC83C}" destId="{6189D2C1-EB88-45D2-B03F-B191E23970F5}" srcOrd="3" destOrd="0" parTransId="{896D52AA-9F4D-42C1-9D4C-CEB93A816652}" sibTransId="{A450F060-A24B-442B-B2C8-65FB6C856E81}"/>
    <dgm:cxn modelId="{1336AF56-C7BB-E545-B87F-2B644FB76B23}" type="presOf" srcId="{A0CC40B7-C1BE-445E-983C-052CE11C5F5B}" destId="{2A8611E0-DCAE-E84B-921C-082CBBE42C3B}" srcOrd="0" destOrd="0" presId="urn:microsoft.com/office/officeart/2005/8/layout/target2"/>
    <dgm:cxn modelId="{BE85A559-BBCE-4BE5-8230-6D16D71AEFDF}" srcId="{DF67E4FD-F86E-469F-8570-707C7ECDC83C}" destId="{E3C754C2-BDCF-43E3-B892-E05AFF59CEE1}" srcOrd="1" destOrd="0" parTransId="{E909C581-4020-45C6-9551-A0E292F4FB49}" sibTransId="{9FF50B0E-1547-454D-9459-6781ACF872C9}"/>
    <dgm:cxn modelId="{425AA16F-BFD0-7741-9141-C162BC8D28EA}" type="presOf" srcId="{DF67E4FD-F86E-469F-8570-707C7ECDC83C}" destId="{B6981B50-D016-C044-9D5A-0AC7E045ABAF}" srcOrd="0" destOrd="0" presId="urn:microsoft.com/office/officeart/2005/8/layout/target2"/>
    <dgm:cxn modelId="{3A457B8C-E964-4472-9B3C-910A0B1A50C1}" srcId="{DF67E4FD-F86E-469F-8570-707C7ECDC83C}" destId="{01CD858E-45F3-46E1-B6FD-7F2055F31549}" srcOrd="2" destOrd="0" parTransId="{A992ED14-989A-4358-8860-ADD521D4F690}" sibTransId="{081EFF72-0938-4CA3-B6BC-8ABDE2360442}"/>
    <dgm:cxn modelId="{0E08A4A9-78D0-4675-A2DB-AE815958AB61}" srcId="{DF67E4FD-F86E-469F-8570-707C7ECDC83C}" destId="{A0CC40B7-C1BE-445E-983C-052CE11C5F5B}" srcOrd="0" destOrd="0" parTransId="{0FCB5B43-E82D-44B2-80F8-F7EB7953F85C}" sibTransId="{7558F66B-0CC8-43E0-BCD8-04DB24F007A6}"/>
    <dgm:cxn modelId="{C9895DB7-E743-114E-986A-F8BF6082818F}" type="presOf" srcId="{01CD858E-45F3-46E1-B6FD-7F2055F31549}" destId="{EEF640D2-0A4E-B941-9F2B-AF67EEF4E901}" srcOrd="0" destOrd="0" presId="urn:microsoft.com/office/officeart/2005/8/layout/target2"/>
    <dgm:cxn modelId="{32D244D1-1620-944E-9D1D-A9C388C97C96}" type="presOf" srcId="{E3C754C2-BDCF-43E3-B892-E05AFF59CEE1}" destId="{32F946B7-59B5-9240-BFB9-39126E46B1AF}" srcOrd="0" destOrd="0" presId="urn:microsoft.com/office/officeart/2005/8/layout/target2"/>
    <dgm:cxn modelId="{ECE4D58C-95BA-A34E-9F89-452766BA31B6}" type="presParOf" srcId="{B6981B50-D016-C044-9D5A-0AC7E045ABAF}" destId="{93129B46-A1D3-704D-9163-DF34901744F9}" srcOrd="0" destOrd="0" presId="urn:microsoft.com/office/officeart/2005/8/layout/target2"/>
    <dgm:cxn modelId="{B8BC5DB7-3BAE-7C44-BC17-B79193994CBE}" type="presParOf" srcId="{93129B46-A1D3-704D-9163-DF34901744F9}" destId="{2A8611E0-DCAE-E84B-921C-082CBBE42C3B}" srcOrd="0" destOrd="0" presId="urn:microsoft.com/office/officeart/2005/8/layout/target2"/>
    <dgm:cxn modelId="{DC877A77-2D9F-3C4D-97EE-B34766B34F74}" type="presParOf" srcId="{93129B46-A1D3-704D-9163-DF34901744F9}" destId="{96006294-E0C0-7442-9ADE-5D4482E493FE}" srcOrd="1" destOrd="0" presId="urn:microsoft.com/office/officeart/2005/8/layout/target2"/>
    <dgm:cxn modelId="{20D33073-7DAB-8148-9D53-4358EB98B4CF}" type="presParOf" srcId="{B6981B50-D016-C044-9D5A-0AC7E045ABAF}" destId="{8399B209-A8CA-EE44-B4C5-FC00F6138836}" srcOrd="1" destOrd="0" presId="urn:microsoft.com/office/officeart/2005/8/layout/target2"/>
    <dgm:cxn modelId="{CD397101-758F-464B-9A9E-9058C40D0110}" type="presParOf" srcId="{8399B209-A8CA-EE44-B4C5-FC00F6138836}" destId="{32F946B7-59B5-9240-BFB9-39126E46B1AF}" srcOrd="0" destOrd="0" presId="urn:microsoft.com/office/officeart/2005/8/layout/target2"/>
    <dgm:cxn modelId="{6A1BCA14-676F-7641-BEEE-01D544768FC7}" type="presParOf" srcId="{8399B209-A8CA-EE44-B4C5-FC00F6138836}" destId="{67058078-7740-0D45-9A04-7DE77C1CD002}" srcOrd="1" destOrd="0" presId="urn:microsoft.com/office/officeart/2005/8/layout/target2"/>
    <dgm:cxn modelId="{044CF8ED-263B-8D40-B26C-2C69E8A39148}" type="presParOf" srcId="{B6981B50-D016-C044-9D5A-0AC7E045ABAF}" destId="{B2B17BA8-6ECA-E44E-BDDB-7A15013F2EA7}" srcOrd="2" destOrd="0" presId="urn:microsoft.com/office/officeart/2005/8/layout/target2"/>
    <dgm:cxn modelId="{D6BC7E6B-24BE-DA49-B7C1-AA337F69BB07}" type="presParOf" srcId="{B2B17BA8-6ECA-E44E-BDDB-7A15013F2EA7}" destId="{EEF640D2-0A4E-B941-9F2B-AF67EEF4E901}" srcOrd="0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8.xml><?xml version="1.0" encoding="utf-8"?>
<dgm:dataModel xmlns:dgm="http://schemas.openxmlformats.org/drawingml/2006/diagram" xmlns:a="http://schemas.openxmlformats.org/drawingml/2006/main">
  <dgm:ptLst>
    <dgm:pt modelId="{03EB12AD-C492-4054-B64C-5F6663149AFD}" type="doc">
      <dgm:prSet loTypeId="urn:microsoft.com/office/officeart/2005/8/layout/radial4" qsTypeId="urn:microsoft.com/office/officeart/2005/8/quickstyle/simple2" csTypeId="urn:microsoft.com/office/officeart/2005/8/colors/accent1_2"/>
      <dgm:spPr/>
    </dgm:pt>
    <dgm:pt modelId="{059E048C-012A-4FDA-9C6B-56A6E47F6FB6}">
      <dgm:prSet/>
      <dgm:spPr/>
      <dgm:t>
        <a:bodyPr/>
        <a:lstStyle/>
        <a:p>
          <a:r>
            <a:t>Shared goal</a:t>
          </a:r>
        </a:p>
      </dgm:t>
    </dgm:pt>
    <dgm:pt modelId="{832D35F2-D18C-43CF-8B95-71B221E0EB1D}" type="parTrans" cxnId="{54D1F720-8531-44BB-860C-522ECF300418}">
      <dgm:prSet/>
      <dgm:spPr/>
      <dgm:t>
        <a:bodyPr/>
        <a:lstStyle/>
        <a:p>
          <a:endParaRPr/>
        </a:p>
      </dgm:t>
    </dgm:pt>
    <dgm:pt modelId="{2337E9BF-9FEA-41C4-938D-92FC63211FAC}" type="sibTrans" cxnId="{54D1F720-8531-44BB-860C-522ECF300418}">
      <dgm:prSet/>
      <dgm:spPr/>
      <dgm:t>
        <a:bodyPr/>
        <a:lstStyle/>
        <a:p>
          <a:endParaRPr/>
        </a:p>
      </dgm:t>
    </dgm:pt>
    <dgm:pt modelId="{A109788B-7B64-4D50-A020-4954BC28BB22}">
      <dgm:prSet/>
      <dgm:spPr/>
      <dgm:t>
        <a:bodyPr/>
        <a:lstStyle/>
        <a:p>
          <a:r>
            <a:t>Insight</a:t>
          </a:r>
        </a:p>
      </dgm:t>
    </dgm:pt>
    <dgm:pt modelId="{F2EB94FF-EC4F-4FBE-AE3E-0EBF30F265DF}" type="parTrans" cxnId="{6AFD06FC-9E20-49B2-9B7E-83C37D75D15C}">
      <dgm:prSet/>
      <dgm:spPr/>
      <dgm:t>
        <a:bodyPr/>
        <a:lstStyle/>
        <a:p>
          <a:endParaRPr/>
        </a:p>
      </dgm:t>
    </dgm:pt>
    <dgm:pt modelId="{59292A39-841A-4A10-ABBA-751144237CAD}" type="sibTrans" cxnId="{6AFD06FC-9E20-49B2-9B7E-83C37D75D15C}">
      <dgm:prSet/>
      <dgm:spPr/>
      <dgm:t>
        <a:bodyPr/>
        <a:lstStyle/>
        <a:p>
          <a:endParaRPr/>
        </a:p>
      </dgm:t>
    </dgm:pt>
    <dgm:pt modelId="{A27A0DC2-3690-4D72-8A1A-3F2A3F4DA594}">
      <dgm:prSet/>
      <dgm:spPr/>
      <dgm:t>
        <a:bodyPr/>
        <a:lstStyle/>
        <a:p>
          <a:r>
            <a:t>Design</a:t>
          </a:r>
        </a:p>
      </dgm:t>
    </dgm:pt>
    <dgm:pt modelId="{05D4977B-FD54-424B-B996-0EA2672553EF}" type="parTrans" cxnId="{2880A54E-00B2-4BBB-A8ED-F6A9295FE1C4}">
      <dgm:prSet/>
      <dgm:spPr/>
      <dgm:t>
        <a:bodyPr/>
        <a:lstStyle/>
        <a:p>
          <a:endParaRPr/>
        </a:p>
      </dgm:t>
    </dgm:pt>
    <dgm:pt modelId="{4F2B4597-6096-4446-B3AE-D0254286F78A}" type="sibTrans" cxnId="{2880A54E-00B2-4BBB-A8ED-F6A9295FE1C4}">
      <dgm:prSet/>
      <dgm:spPr/>
      <dgm:t>
        <a:bodyPr/>
        <a:lstStyle/>
        <a:p>
          <a:endParaRPr/>
        </a:p>
      </dgm:t>
    </dgm:pt>
    <dgm:pt modelId="{EDD0ECDC-C7E9-475D-B544-C967F3428F26}">
      <dgm:prSet/>
      <dgm:spPr/>
      <dgm:t>
        <a:bodyPr/>
        <a:lstStyle/>
        <a:p>
          <a:r>
            <a:t>Delivery</a:t>
          </a:r>
        </a:p>
      </dgm:t>
    </dgm:pt>
    <dgm:pt modelId="{72D16A88-B809-47D2-85C1-F63CE95D6F92}" type="parTrans" cxnId="{B68E1D04-1C72-4863-B045-5BBBAF4DA276}">
      <dgm:prSet/>
      <dgm:spPr/>
      <dgm:t>
        <a:bodyPr/>
        <a:lstStyle/>
        <a:p>
          <a:endParaRPr/>
        </a:p>
      </dgm:t>
    </dgm:pt>
    <dgm:pt modelId="{CCDBDA65-7F61-4DE3-A855-451206BB484E}" type="sibTrans" cxnId="{B68E1D04-1C72-4863-B045-5BBBAF4DA276}">
      <dgm:prSet/>
      <dgm:spPr/>
      <dgm:t>
        <a:bodyPr/>
        <a:lstStyle/>
        <a:p>
          <a:endParaRPr/>
        </a:p>
      </dgm:t>
    </dgm:pt>
    <dgm:pt modelId="{2EDAEADB-681B-4E30-98C2-248698371ECE}">
      <dgm:prSet/>
      <dgm:spPr/>
      <dgm:t>
        <a:bodyPr/>
        <a:lstStyle/>
        <a:p>
          <a:r>
            <a:t>Learning</a:t>
          </a:r>
        </a:p>
      </dgm:t>
    </dgm:pt>
    <dgm:pt modelId="{0CBF2740-285E-4CB8-92F2-01EF7C0F9DD2}" type="parTrans" cxnId="{4799EF39-6C16-40E2-AE5C-8466E2451DD5}">
      <dgm:prSet/>
      <dgm:spPr/>
      <dgm:t>
        <a:bodyPr/>
        <a:lstStyle/>
        <a:p>
          <a:endParaRPr/>
        </a:p>
      </dgm:t>
    </dgm:pt>
    <dgm:pt modelId="{27D4CC7B-A285-4CEB-A216-3501E416B4ED}" type="sibTrans" cxnId="{4799EF39-6C16-40E2-AE5C-8466E2451DD5}">
      <dgm:prSet/>
      <dgm:spPr/>
      <dgm:t>
        <a:bodyPr/>
        <a:lstStyle/>
        <a:p>
          <a:endParaRPr/>
        </a:p>
      </dgm:t>
    </dgm:pt>
    <dgm:pt modelId="{7F47FB43-FD69-594A-B749-DFFE777933E2}" type="pres">
      <dgm:prSet presAssocID="{03EB12AD-C492-4054-B64C-5F6663149AFD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D83BEC2-D2E2-9B45-B515-9464E26D5BBE}" type="pres">
      <dgm:prSet presAssocID="{059E048C-012A-4FDA-9C6B-56A6E47F6FB6}" presName="centerShape" presStyleLbl="node0" presStyleIdx="0" presStyleCnt="1"/>
      <dgm:spPr/>
    </dgm:pt>
    <dgm:pt modelId="{15CAEEE9-11C6-8441-BABA-411FC66B6F95}" type="pres">
      <dgm:prSet presAssocID="{F2EB94FF-EC4F-4FBE-AE3E-0EBF30F265DF}" presName="parTrans" presStyleLbl="bgSibTrans2D1" presStyleIdx="0" presStyleCnt="4"/>
      <dgm:spPr/>
    </dgm:pt>
    <dgm:pt modelId="{75FD10B0-F1CD-4143-AC61-C488EE2F5ABB}" type="pres">
      <dgm:prSet presAssocID="{A109788B-7B64-4D50-A020-4954BC28BB22}" presName="node" presStyleLbl="node1" presStyleIdx="0" presStyleCnt="4">
        <dgm:presLayoutVars>
          <dgm:bulletEnabled val="1"/>
        </dgm:presLayoutVars>
      </dgm:prSet>
      <dgm:spPr/>
    </dgm:pt>
    <dgm:pt modelId="{711A9595-FF4D-5146-A7A1-CD8286493488}" type="pres">
      <dgm:prSet presAssocID="{05D4977B-FD54-424B-B996-0EA2672553EF}" presName="parTrans" presStyleLbl="bgSibTrans2D1" presStyleIdx="1" presStyleCnt="4"/>
      <dgm:spPr/>
    </dgm:pt>
    <dgm:pt modelId="{2876143E-1AF2-C345-B81E-96A5B8844519}" type="pres">
      <dgm:prSet presAssocID="{A27A0DC2-3690-4D72-8A1A-3F2A3F4DA594}" presName="node" presStyleLbl="node1" presStyleIdx="1" presStyleCnt="4">
        <dgm:presLayoutVars>
          <dgm:bulletEnabled val="1"/>
        </dgm:presLayoutVars>
      </dgm:prSet>
      <dgm:spPr/>
    </dgm:pt>
    <dgm:pt modelId="{B9F5FF9A-362F-594C-82E4-F948E8F0648D}" type="pres">
      <dgm:prSet presAssocID="{72D16A88-B809-47D2-85C1-F63CE95D6F92}" presName="parTrans" presStyleLbl="bgSibTrans2D1" presStyleIdx="2" presStyleCnt="4"/>
      <dgm:spPr/>
    </dgm:pt>
    <dgm:pt modelId="{DCC97A22-E684-2642-BDA1-506CF70575C4}" type="pres">
      <dgm:prSet presAssocID="{EDD0ECDC-C7E9-475D-B544-C967F3428F26}" presName="node" presStyleLbl="node1" presStyleIdx="2" presStyleCnt="4">
        <dgm:presLayoutVars>
          <dgm:bulletEnabled val="1"/>
        </dgm:presLayoutVars>
      </dgm:prSet>
      <dgm:spPr/>
    </dgm:pt>
    <dgm:pt modelId="{47BC9190-FFC8-3948-BCBC-4DF70F0CDDDA}" type="pres">
      <dgm:prSet presAssocID="{0CBF2740-285E-4CB8-92F2-01EF7C0F9DD2}" presName="parTrans" presStyleLbl="bgSibTrans2D1" presStyleIdx="3" presStyleCnt="4"/>
      <dgm:spPr/>
    </dgm:pt>
    <dgm:pt modelId="{1A498970-99D3-574C-804F-1222E1BEFB97}" type="pres">
      <dgm:prSet presAssocID="{2EDAEADB-681B-4E30-98C2-248698371ECE}" presName="node" presStyleLbl="node1" presStyleIdx="3" presStyleCnt="4">
        <dgm:presLayoutVars>
          <dgm:bulletEnabled val="1"/>
        </dgm:presLayoutVars>
      </dgm:prSet>
      <dgm:spPr/>
    </dgm:pt>
  </dgm:ptLst>
  <dgm:cxnLst>
    <dgm:cxn modelId="{B68E1D04-1C72-4863-B045-5BBBAF4DA276}" srcId="{059E048C-012A-4FDA-9C6B-56A6E47F6FB6}" destId="{EDD0ECDC-C7E9-475D-B544-C967F3428F26}" srcOrd="2" destOrd="0" parTransId="{72D16A88-B809-47D2-85C1-F63CE95D6F92}" sibTransId="{CCDBDA65-7F61-4DE3-A855-451206BB484E}"/>
    <dgm:cxn modelId="{65925D04-648E-A247-8293-D8287ED5D934}" type="presOf" srcId="{F2EB94FF-EC4F-4FBE-AE3E-0EBF30F265DF}" destId="{15CAEEE9-11C6-8441-BABA-411FC66B6F95}" srcOrd="0" destOrd="0" presId="urn:microsoft.com/office/officeart/2005/8/layout/radial4"/>
    <dgm:cxn modelId="{FF60FA05-2244-F842-8A09-E43194BF2211}" type="presOf" srcId="{A109788B-7B64-4D50-A020-4954BC28BB22}" destId="{75FD10B0-F1CD-4143-AC61-C488EE2F5ABB}" srcOrd="0" destOrd="0" presId="urn:microsoft.com/office/officeart/2005/8/layout/radial4"/>
    <dgm:cxn modelId="{0CB18510-2098-5A41-96B1-2B52A57BF2C5}" type="presOf" srcId="{A27A0DC2-3690-4D72-8A1A-3F2A3F4DA594}" destId="{2876143E-1AF2-C345-B81E-96A5B8844519}" srcOrd="0" destOrd="0" presId="urn:microsoft.com/office/officeart/2005/8/layout/radial4"/>
    <dgm:cxn modelId="{9339CA10-61B1-D84E-BE9D-313FF813FE68}" type="presOf" srcId="{EDD0ECDC-C7E9-475D-B544-C967F3428F26}" destId="{DCC97A22-E684-2642-BDA1-506CF70575C4}" srcOrd="0" destOrd="0" presId="urn:microsoft.com/office/officeart/2005/8/layout/radial4"/>
    <dgm:cxn modelId="{54D1F720-8531-44BB-860C-522ECF300418}" srcId="{03EB12AD-C492-4054-B64C-5F6663149AFD}" destId="{059E048C-012A-4FDA-9C6B-56A6E47F6FB6}" srcOrd="0" destOrd="0" parTransId="{832D35F2-D18C-43CF-8B95-71B221E0EB1D}" sibTransId="{2337E9BF-9FEA-41C4-938D-92FC63211FAC}"/>
    <dgm:cxn modelId="{4799EF39-6C16-40E2-AE5C-8466E2451DD5}" srcId="{059E048C-012A-4FDA-9C6B-56A6E47F6FB6}" destId="{2EDAEADB-681B-4E30-98C2-248698371ECE}" srcOrd="3" destOrd="0" parTransId="{0CBF2740-285E-4CB8-92F2-01EF7C0F9DD2}" sibTransId="{27D4CC7B-A285-4CEB-A216-3501E416B4ED}"/>
    <dgm:cxn modelId="{2880A54E-00B2-4BBB-A8ED-F6A9295FE1C4}" srcId="{059E048C-012A-4FDA-9C6B-56A6E47F6FB6}" destId="{A27A0DC2-3690-4D72-8A1A-3F2A3F4DA594}" srcOrd="1" destOrd="0" parTransId="{05D4977B-FD54-424B-B996-0EA2672553EF}" sibTransId="{4F2B4597-6096-4446-B3AE-D0254286F78A}"/>
    <dgm:cxn modelId="{5C2BC376-8B9D-A54B-B71B-6B5B45E3E610}" type="presOf" srcId="{03EB12AD-C492-4054-B64C-5F6663149AFD}" destId="{7F47FB43-FD69-594A-B749-DFFE777933E2}" srcOrd="0" destOrd="0" presId="urn:microsoft.com/office/officeart/2005/8/layout/radial4"/>
    <dgm:cxn modelId="{9B88E083-198A-6B4E-A2B3-DBCBA4152A09}" type="presOf" srcId="{059E048C-012A-4FDA-9C6B-56A6E47F6FB6}" destId="{3D83BEC2-D2E2-9B45-B515-9464E26D5BBE}" srcOrd="0" destOrd="0" presId="urn:microsoft.com/office/officeart/2005/8/layout/radial4"/>
    <dgm:cxn modelId="{6C76A7A5-CFCA-6E46-BBF2-64BCCF1251AF}" type="presOf" srcId="{05D4977B-FD54-424B-B996-0EA2672553EF}" destId="{711A9595-FF4D-5146-A7A1-CD8286493488}" srcOrd="0" destOrd="0" presId="urn:microsoft.com/office/officeart/2005/8/layout/radial4"/>
    <dgm:cxn modelId="{A53C09A8-9537-8B41-A755-310302F5518B}" type="presOf" srcId="{72D16A88-B809-47D2-85C1-F63CE95D6F92}" destId="{B9F5FF9A-362F-594C-82E4-F948E8F0648D}" srcOrd="0" destOrd="0" presId="urn:microsoft.com/office/officeart/2005/8/layout/radial4"/>
    <dgm:cxn modelId="{FBBA39B1-AC48-554D-A8D3-8EEC35894315}" type="presOf" srcId="{2EDAEADB-681B-4E30-98C2-248698371ECE}" destId="{1A498970-99D3-574C-804F-1222E1BEFB97}" srcOrd="0" destOrd="0" presId="urn:microsoft.com/office/officeart/2005/8/layout/radial4"/>
    <dgm:cxn modelId="{7499DFDC-F549-9844-84EB-B59DEEBD2019}" type="presOf" srcId="{0CBF2740-285E-4CB8-92F2-01EF7C0F9DD2}" destId="{47BC9190-FFC8-3948-BCBC-4DF70F0CDDDA}" srcOrd="0" destOrd="0" presId="urn:microsoft.com/office/officeart/2005/8/layout/radial4"/>
    <dgm:cxn modelId="{6AFD06FC-9E20-49B2-9B7E-83C37D75D15C}" srcId="{059E048C-012A-4FDA-9C6B-56A6E47F6FB6}" destId="{A109788B-7B64-4D50-A020-4954BC28BB22}" srcOrd="0" destOrd="0" parTransId="{F2EB94FF-EC4F-4FBE-AE3E-0EBF30F265DF}" sibTransId="{59292A39-841A-4A10-ABBA-751144237CAD}"/>
    <dgm:cxn modelId="{DC29DA5B-012D-9245-86F5-D59F27C01F35}" type="presParOf" srcId="{7F47FB43-FD69-594A-B749-DFFE777933E2}" destId="{3D83BEC2-D2E2-9B45-B515-9464E26D5BBE}" srcOrd="0" destOrd="0" presId="urn:microsoft.com/office/officeart/2005/8/layout/radial4"/>
    <dgm:cxn modelId="{F77B627A-5226-E447-AD52-3405E6A7777E}" type="presParOf" srcId="{7F47FB43-FD69-594A-B749-DFFE777933E2}" destId="{15CAEEE9-11C6-8441-BABA-411FC66B6F95}" srcOrd="1" destOrd="0" presId="urn:microsoft.com/office/officeart/2005/8/layout/radial4"/>
    <dgm:cxn modelId="{8B12DCBD-6401-7F4E-9B46-A5B3FC0854DE}" type="presParOf" srcId="{7F47FB43-FD69-594A-B749-DFFE777933E2}" destId="{75FD10B0-F1CD-4143-AC61-C488EE2F5ABB}" srcOrd="2" destOrd="0" presId="urn:microsoft.com/office/officeart/2005/8/layout/radial4"/>
    <dgm:cxn modelId="{FAD02840-2E10-E445-A07D-342D58ABD739}" type="presParOf" srcId="{7F47FB43-FD69-594A-B749-DFFE777933E2}" destId="{711A9595-FF4D-5146-A7A1-CD8286493488}" srcOrd="3" destOrd="0" presId="urn:microsoft.com/office/officeart/2005/8/layout/radial4"/>
    <dgm:cxn modelId="{76BDE666-FEB1-C74B-A04E-74E576EFD0D1}" type="presParOf" srcId="{7F47FB43-FD69-594A-B749-DFFE777933E2}" destId="{2876143E-1AF2-C345-B81E-96A5B8844519}" srcOrd="4" destOrd="0" presId="urn:microsoft.com/office/officeart/2005/8/layout/radial4"/>
    <dgm:cxn modelId="{488F624F-2F9C-FB4B-9AE1-CBD25F9A9FDC}" type="presParOf" srcId="{7F47FB43-FD69-594A-B749-DFFE777933E2}" destId="{B9F5FF9A-362F-594C-82E4-F948E8F0648D}" srcOrd="5" destOrd="0" presId="urn:microsoft.com/office/officeart/2005/8/layout/radial4"/>
    <dgm:cxn modelId="{9D3F4A43-EFF0-F240-90B4-845EFCFD45CF}" type="presParOf" srcId="{7F47FB43-FD69-594A-B749-DFFE777933E2}" destId="{DCC97A22-E684-2642-BDA1-506CF70575C4}" srcOrd="6" destOrd="0" presId="urn:microsoft.com/office/officeart/2005/8/layout/radial4"/>
    <dgm:cxn modelId="{753A7CCC-E099-7C4F-9E0F-4AEF9E1CB959}" type="presParOf" srcId="{7F47FB43-FD69-594A-B749-DFFE777933E2}" destId="{47BC9190-FFC8-3948-BCBC-4DF70F0CDDDA}" srcOrd="7" destOrd="0" presId="urn:microsoft.com/office/officeart/2005/8/layout/radial4"/>
    <dgm:cxn modelId="{EAF32097-A212-DC41-8E5F-9D41157AC622}" type="presParOf" srcId="{7F47FB43-FD69-594A-B749-DFFE777933E2}" destId="{1A498970-99D3-574C-804F-1222E1BEFB97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9.xml><?xml version="1.0" encoding="utf-8"?>
<dgm:dataModel xmlns:dgm="http://schemas.openxmlformats.org/drawingml/2006/diagram" xmlns:a="http://schemas.openxmlformats.org/drawingml/2006/main">
  <dgm:ptLst>
    <dgm:pt modelId="{759B2D8B-1682-42C0-B9CD-8C038E56DBFF}" type="doc">
      <dgm:prSet loTypeId="urn:microsoft.com/office/officeart/2005/8/layout/radial2" qsTypeId="urn:microsoft.com/office/officeart/2005/8/quickstyle/simple2" csTypeId="urn:microsoft.com/office/officeart/2005/8/colors/accent1_2"/>
      <dgm:spPr/>
    </dgm:pt>
    <dgm:pt modelId="{139A4DC3-EA0A-4E27-909C-A783E841F573}">
      <dgm:prSet/>
      <dgm:spPr/>
      <dgm:t>
        <a:bodyPr/>
        <a:lstStyle/>
        <a:p>
          <a:r>
            <a:t>Shared goal</a:t>
          </a:r>
        </a:p>
      </dgm:t>
    </dgm:pt>
    <dgm:pt modelId="{BEEF90F4-6B88-4C23-AD74-7E91C7FE6698}" type="parTrans" cxnId="{8AF2DE08-4ED6-402D-B8F9-6A81168103E5}">
      <dgm:prSet/>
      <dgm:spPr/>
      <dgm:t>
        <a:bodyPr/>
        <a:lstStyle/>
        <a:p>
          <a:endParaRPr/>
        </a:p>
      </dgm:t>
    </dgm:pt>
    <dgm:pt modelId="{5555D540-E8DF-433D-9171-F68C496006CE}" type="sibTrans" cxnId="{8AF2DE08-4ED6-402D-B8F9-6A81168103E5}">
      <dgm:prSet/>
      <dgm:spPr/>
      <dgm:t>
        <a:bodyPr/>
        <a:lstStyle/>
        <a:p>
          <a:endParaRPr/>
        </a:p>
      </dgm:t>
    </dgm:pt>
    <dgm:pt modelId="{6DDD97A2-74C7-476D-9E13-7BC967BCD995}">
      <dgm:prSet/>
      <dgm:spPr/>
      <dgm:t>
        <a:bodyPr/>
        <a:lstStyle/>
        <a:p>
          <a:r>
            <a:t>Insight</a:t>
          </a:r>
        </a:p>
      </dgm:t>
    </dgm:pt>
    <dgm:pt modelId="{68342099-1173-4336-83A3-F483613B282E}" type="parTrans" cxnId="{28F28B59-AB7B-49D3-A2EA-FF14C39AEF37}">
      <dgm:prSet/>
      <dgm:spPr/>
      <dgm:t>
        <a:bodyPr/>
        <a:lstStyle/>
        <a:p>
          <a:endParaRPr/>
        </a:p>
      </dgm:t>
    </dgm:pt>
    <dgm:pt modelId="{8242EFA1-730B-4880-9F61-C1C092DE07C4}" type="sibTrans" cxnId="{28F28B59-AB7B-49D3-A2EA-FF14C39AEF37}">
      <dgm:prSet/>
      <dgm:spPr/>
      <dgm:t>
        <a:bodyPr/>
        <a:lstStyle/>
        <a:p>
          <a:endParaRPr/>
        </a:p>
      </dgm:t>
    </dgm:pt>
    <dgm:pt modelId="{45242AE6-55DA-4C9D-ACAE-CCE17D729E79}">
      <dgm:prSet/>
      <dgm:spPr/>
      <dgm:t>
        <a:bodyPr/>
        <a:lstStyle/>
        <a:p>
          <a:r>
            <a:t>Design</a:t>
          </a:r>
        </a:p>
      </dgm:t>
    </dgm:pt>
    <dgm:pt modelId="{90B30A47-11F6-456D-9EC4-415A55C7C35A}" type="parTrans" cxnId="{D5A59995-F401-42B7-B964-34A100303A0D}">
      <dgm:prSet/>
      <dgm:spPr/>
      <dgm:t>
        <a:bodyPr/>
        <a:lstStyle/>
        <a:p>
          <a:endParaRPr/>
        </a:p>
      </dgm:t>
    </dgm:pt>
    <dgm:pt modelId="{0247788F-92E6-42A1-BB2F-BCD11A19B20F}" type="sibTrans" cxnId="{D5A59995-F401-42B7-B964-34A100303A0D}">
      <dgm:prSet/>
      <dgm:spPr/>
      <dgm:t>
        <a:bodyPr/>
        <a:lstStyle/>
        <a:p>
          <a:endParaRPr/>
        </a:p>
      </dgm:t>
    </dgm:pt>
    <dgm:pt modelId="{EDFCF07E-3E68-415D-AAB5-2165A7E79062}">
      <dgm:prSet/>
      <dgm:spPr/>
      <dgm:t>
        <a:bodyPr/>
        <a:lstStyle/>
        <a:p>
          <a:r>
            <a:t>Delivery</a:t>
          </a:r>
        </a:p>
      </dgm:t>
    </dgm:pt>
    <dgm:pt modelId="{E5E3497C-A30C-4FEB-A8AE-A5E925EDF1BA}" type="parTrans" cxnId="{76A14599-94AD-47F6-8DF3-1C4F138745E4}">
      <dgm:prSet/>
      <dgm:spPr/>
      <dgm:t>
        <a:bodyPr/>
        <a:lstStyle/>
        <a:p>
          <a:endParaRPr/>
        </a:p>
      </dgm:t>
    </dgm:pt>
    <dgm:pt modelId="{2825DB51-7D0F-4415-95A0-B98A0A84D625}" type="sibTrans" cxnId="{76A14599-94AD-47F6-8DF3-1C4F138745E4}">
      <dgm:prSet/>
      <dgm:spPr/>
      <dgm:t>
        <a:bodyPr/>
        <a:lstStyle/>
        <a:p>
          <a:endParaRPr/>
        </a:p>
      </dgm:t>
    </dgm:pt>
    <dgm:pt modelId="{9EB0704F-B5B2-414A-BA77-92E43D644422}">
      <dgm:prSet/>
      <dgm:spPr/>
      <dgm:t>
        <a:bodyPr/>
        <a:lstStyle/>
        <a:p>
          <a:r>
            <a:t>Learning</a:t>
          </a:r>
        </a:p>
      </dgm:t>
    </dgm:pt>
    <dgm:pt modelId="{6CF2000D-3295-42F4-AC2C-8A131919D61F}" type="parTrans" cxnId="{3F33E19C-18E0-4E83-BF0E-F0CB961509E1}">
      <dgm:prSet/>
      <dgm:spPr/>
      <dgm:t>
        <a:bodyPr/>
        <a:lstStyle/>
        <a:p>
          <a:endParaRPr/>
        </a:p>
      </dgm:t>
    </dgm:pt>
    <dgm:pt modelId="{71C4EF74-1F39-4F0F-A7FA-13397683C0C8}" type="sibTrans" cxnId="{3F33E19C-18E0-4E83-BF0E-F0CB961509E1}">
      <dgm:prSet/>
      <dgm:spPr/>
      <dgm:t>
        <a:bodyPr/>
        <a:lstStyle/>
        <a:p>
          <a:endParaRPr/>
        </a:p>
      </dgm:t>
    </dgm:pt>
    <dgm:pt modelId="{D82FDCA5-3F16-494E-9854-05523137D1FF}" type="pres">
      <dgm:prSet presAssocID="{759B2D8B-1682-42C0-B9CD-8C038E56DBFF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C3D06ACD-2D2C-AC43-9F45-7A69DE7C5546}" type="pres">
      <dgm:prSet presAssocID="{759B2D8B-1682-42C0-B9CD-8C038E56DBFF}" presName="cycle" presStyleCnt="0"/>
      <dgm:spPr/>
    </dgm:pt>
    <dgm:pt modelId="{0CB8A602-6F21-2940-A482-AE7C5BFCA4EB}" type="pres">
      <dgm:prSet presAssocID="{759B2D8B-1682-42C0-B9CD-8C038E56DBFF}" presName="centerShape" presStyleCnt="0"/>
      <dgm:spPr/>
    </dgm:pt>
    <dgm:pt modelId="{EC9FDE8D-02A1-D347-809A-496F95BDB3D6}" type="pres">
      <dgm:prSet presAssocID="{759B2D8B-1682-42C0-B9CD-8C038E56DBFF}" presName="connSite" presStyleLbl="node1" presStyleIdx="0" presStyleCnt="2"/>
      <dgm:spPr/>
    </dgm:pt>
    <dgm:pt modelId="{BB1C6691-4C55-014C-B9C3-A7449322D3E5}" type="pres">
      <dgm:prSet presAssocID="{759B2D8B-1682-42C0-B9CD-8C038E56DBFF}" presName="visible" presStyleLbl="node1" presStyleIdx="0" presStyleCnt="2"/>
      <dgm:spPr/>
    </dgm:pt>
    <dgm:pt modelId="{99365CD7-5F9A-BF4D-959C-2100300F5D0D}" type="pres">
      <dgm:prSet presAssocID="{BEEF90F4-6B88-4C23-AD74-7E91C7FE6698}" presName="Name25" presStyleLbl="parChTrans1D1" presStyleIdx="0" presStyleCnt="1"/>
      <dgm:spPr/>
    </dgm:pt>
    <dgm:pt modelId="{5F29308B-2CCC-8A43-B6B6-75D4AA1C2339}" type="pres">
      <dgm:prSet presAssocID="{139A4DC3-EA0A-4E27-909C-A783E841F573}" presName="node" presStyleCnt="0"/>
      <dgm:spPr/>
    </dgm:pt>
    <dgm:pt modelId="{036DDEBF-F9C6-3241-9437-EA27B0D7039F}" type="pres">
      <dgm:prSet presAssocID="{139A4DC3-EA0A-4E27-909C-A783E841F573}" presName="parentNode" presStyleLbl="node1" presStyleIdx="1" presStyleCnt="2">
        <dgm:presLayoutVars>
          <dgm:chMax val="1"/>
          <dgm:bulletEnabled val="1"/>
        </dgm:presLayoutVars>
      </dgm:prSet>
      <dgm:spPr/>
    </dgm:pt>
    <dgm:pt modelId="{7722805A-6F26-824C-9BBF-656CC54BB43A}" type="pres">
      <dgm:prSet presAssocID="{139A4DC3-EA0A-4E27-909C-A783E841F573}" presName="childNode" presStyleLbl="revTx" presStyleIdx="0" presStyleCnt="1">
        <dgm:presLayoutVars>
          <dgm:bulletEnabled val="1"/>
        </dgm:presLayoutVars>
      </dgm:prSet>
      <dgm:spPr/>
    </dgm:pt>
  </dgm:ptLst>
  <dgm:cxnLst>
    <dgm:cxn modelId="{8AF2DE08-4ED6-402D-B8F9-6A81168103E5}" srcId="{759B2D8B-1682-42C0-B9CD-8C038E56DBFF}" destId="{139A4DC3-EA0A-4E27-909C-A783E841F573}" srcOrd="0" destOrd="0" parTransId="{BEEF90F4-6B88-4C23-AD74-7E91C7FE6698}" sibTransId="{5555D540-E8DF-433D-9171-F68C496006CE}"/>
    <dgm:cxn modelId="{28F28B59-AB7B-49D3-A2EA-FF14C39AEF37}" srcId="{139A4DC3-EA0A-4E27-909C-A783E841F573}" destId="{6DDD97A2-74C7-476D-9E13-7BC967BCD995}" srcOrd="0" destOrd="0" parTransId="{68342099-1173-4336-83A3-F483613B282E}" sibTransId="{8242EFA1-730B-4880-9F61-C1C092DE07C4}"/>
    <dgm:cxn modelId="{7F62C778-BBBE-4E44-9FB4-6068E60B7B7A}" type="presOf" srcId="{EDFCF07E-3E68-415D-AAB5-2165A7E79062}" destId="{7722805A-6F26-824C-9BBF-656CC54BB43A}" srcOrd="0" destOrd="2" presId="urn:microsoft.com/office/officeart/2005/8/layout/radial2"/>
    <dgm:cxn modelId="{D654A279-8BC3-224F-B365-0D6F66FBD7C5}" type="presOf" srcId="{9EB0704F-B5B2-414A-BA77-92E43D644422}" destId="{7722805A-6F26-824C-9BBF-656CC54BB43A}" srcOrd="0" destOrd="3" presId="urn:microsoft.com/office/officeart/2005/8/layout/radial2"/>
    <dgm:cxn modelId="{4DEE2192-21FB-3F45-8A39-D482318A60E3}" type="presOf" srcId="{6DDD97A2-74C7-476D-9E13-7BC967BCD995}" destId="{7722805A-6F26-824C-9BBF-656CC54BB43A}" srcOrd="0" destOrd="0" presId="urn:microsoft.com/office/officeart/2005/8/layout/radial2"/>
    <dgm:cxn modelId="{D5A59995-F401-42B7-B964-34A100303A0D}" srcId="{139A4DC3-EA0A-4E27-909C-A783E841F573}" destId="{45242AE6-55DA-4C9D-ACAE-CCE17D729E79}" srcOrd="1" destOrd="0" parTransId="{90B30A47-11F6-456D-9EC4-415A55C7C35A}" sibTransId="{0247788F-92E6-42A1-BB2F-BCD11A19B20F}"/>
    <dgm:cxn modelId="{76A14599-94AD-47F6-8DF3-1C4F138745E4}" srcId="{139A4DC3-EA0A-4E27-909C-A783E841F573}" destId="{EDFCF07E-3E68-415D-AAB5-2165A7E79062}" srcOrd="2" destOrd="0" parTransId="{E5E3497C-A30C-4FEB-A8AE-A5E925EDF1BA}" sibTransId="{2825DB51-7D0F-4415-95A0-B98A0A84D625}"/>
    <dgm:cxn modelId="{3F33E19C-18E0-4E83-BF0E-F0CB961509E1}" srcId="{139A4DC3-EA0A-4E27-909C-A783E841F573}" destId="{9EB0704F-B5B2-414A-BA77-92E43D644422}" srcOrd="3" destOrd="0" parTransId="{6CF2000D-3295-42F4-AC2C-8A131919D61F}" sibTransId="{71C4EF74-1F39-4F0F-A7FA-13397683C0C8}"/>
    <dgm:cxn modelId="{BB083FC0-A41E-AF43-910F-5E687D554746}" type="presOf" srcId="{45242AE6-55DA-4C9D-ACAE-CCE17D729E79}" destId="{7722805A-6F26-824C-9BBF-656CC54BB43A}" srcOrd="0" destOrd="1" presId="urn:microsoft.com/office/officeart/2005/8/layout/radial2"/>
    <dgm:cxn modelId="{2F71A6CC-7D73-2E4B-9979-BE849156C2D6}" type="presOf" srcId="{BEEF90F4-6B88-4C23-AD74-7E91C7FE6698}" destId="{99365CD7-5F9A-BF4D-959C-2100300F5D0D}" srcOrd="0" destOrd="0" presId="urn:microsoft.com/office/officeart/2005/8/layout/radial2"/>
    <dgm:cxn modelId="{E44EC9CF-B055-A342-BB84-3FE8DB042E81}" type="presOf" srcId="{139A4DC3-EA0A-4E27-909C-A783E841F573}" destId="{036DDEBF-F9C6-3241-9437-EA27B0D7039F}" srcOrd="0" destOrd="0" presId="urn:microsoft.com/office/officeart/2005/8/layout/radial2"/>
    <dgm:cxn modelId="{9E44FBE2-6D2A-0343-BBB6-25ABBE829FF9}" type="presOf" srcId="{759B2D8B-1682-42C0-B9CD-8C038E56DBFF}" destId="{D82FDCA5-3F16-494E-9854-05523137D1FF}" srcOrd="0" destOrd="0" presId="urn:microsoft.com/office/officeart/2005/8/layout/radial2"/>
    <dgm:cxn modelId="{7F7728D5-0B70-1D42-9FA8-0E5258BF4A05}" type="presParOf" srcId="{D82FDCA5-3F16-494E-9854-05523137D1FF}" destId="{C3D06ACD-2D2C-AC43-9F45-7A69DE7C5546}" srcOrd="0" destOrd="0" presId="urn:microsoft.com/office/officeart/2005/8/layout/radial2"/>
    <dgm:cxn modelId="{D2B91010-A4E2-0C41-BE74-41CCF8052C4F}" type="presParOf" srcId="{C3D06ACD-2D2C-AC43-9F45-7A69DE7C5546}" destId="{0CB8A602-6F21-2940-A482-AE7C5BFCA4EB}" srcOrd="0" destOrd="0" presId="urn:microsoft.com/office/officeart/2005/8/layout/radial2"/>
    <dgm:cxn modelId="{71245DB1-B6E6-D443-A97A-1B679917C750}" type="presParOf" srcId="{0CB8A602-6F21-2940-A482-AE7C5BFCA4EB}" destId="{EC9FDE8D-02A1-D347-809A-496F95BDB3D6}" srcOrd="0" destOrd="0" presId="urn:microsoft.com/office/officeart/2005/8/layout/radial2"/>
    <dgm:cxn modelId="{E38270CA-5518-754B-A4A2-1E2C3841C511}" type="presParOf" srcId="{0CB8A602-6F21-2940-A482-AE7C5BFCA4EB}" destId="{BB1C6691-4C55-014C-B9C3-A7449322D3E5}" srcOrd="1" destOrd="0" presId="urn:microsoft.com/office/officeart/2005/8/layout/radial2"/>
    <dgm:cxn modelId="{46F56FEF-9748-4B46-A96F-CBDCF404FFC9}" type="presParOf" srcId="{C3D06ACD-2D2C-AC43-9F45-7A69DE7C5546}" destId="{99365CD7-5F9A-BF4D-959C-2100300F5D0D}" srcOrd="1" destOrd="0" presId="urn:microsoft.com/office/officeart/2005/8/layout/radial2"/>
    <dgm:cxn modelId="{346024F3-427A-3844-8784-21340897CEE6}" type="presParOf" srcId="{C3D06ACD-2D2C-AC43-9F45-7A69DE7C5546}" destId="{5F29308B-2CCC-8A43-B6B6-75D4AA1C2339}" srcOrd="2" destOrd="0" presId="urn:microsoft.com/office/officeart/2005/8/layout/radial2"/>
    <dgm:cxn modelId="{CAB7E74D-6283-2541-829E-85FE9C1B834B}" type="presParOf" srcId="{5F29308B-2CCC-8A43-B6B6-75D4AA1C2339}" destId="{036DDEBF-F9C6-3241-9437-EA27B0D7039F}" srcOrd="0" destOrd="0" presId="urn:microsoft.com/office/officeart/2005/8/layout/radial2"/>
    <dgm:cxn modelId="{C3430C40-7A4C-EC41-BBD3-7E04F2F502CA}" type="presParOf" srcId="{5F29308B-2CCC-8A43-B6B6-75D4AA1C2339}" destId="{7722805A-6F26-824C-9BBF-656CC54BB43A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0.xml><?xml version="1.0" encoding="utf-8"?>
<dgm:dataModel xmlns:dgm="http://schemas.openxmlformats.org/drawingml/2006/diagram" xmlns:a="http://schemas.openxmlformats.org/drawingml/2006/main">
  <dgm:ptLst>
    <dgm:pt modelId="{5BEE2395-B3C3-4235-B092-E7E9E96F6D73}" type="doc">
      <dgm:prSet loTypeId="urn:diagrams.loki3.com/TabbedArc+Icon" qsTypeId="urn:microsoft.com/office/officeart/2005/8/quickstyle/simple2" csTypeId="urn:microsoft.com/office/officeart/2005/8/colors/accent1_2"/>
      <dgm:spPr/>
    </dgm:pt>
    <dgm:pt modelId="{EC46BE2F-C74C-4CB0-BB46-87CDA2F29487}">
      <dgm:prSet/>
      <dgm:spPr/>
      <dgm:t>
        <a:bodyPr/>
        <a:lstStyle/>
        <a:p>
          <a:r>
            <a:t>People</a:t>
          </a:r>
        </a:p>
      </dgm:t>
    </dgm:pt>
    <dgm:pt modelId="{EC074539-C380-4884-A1A8-79F7F35E1A88}" type="parTrans" cxnId="{5A2B5AFD-983C-4DB6-A02F-C38BD362E5ED}">
      <dgm:prSet/>
      <dgm:spPr/>
      <dgm:t>
        <a:bodyPr/>
        <a:lstStyle/>
        <a:p>
          <a:endParaRPr/>
        </a:p>
      </dgm:t>
    </dgm:pt>
    <dgm:pt modelId="{71947B2A-00D6-4882-AEB5-B04558217D8E}" type="sibTrans" cxnId="{5A2B5AFD-983C-4DB6-A02F-C38BD362E5ED}">
      <dgm:prSet/>
      <dgm:spPr/>
      <dgm:t>
        <a:bodyPr/>
        <a:lstStyle/>
        <a:p>
          <a:endParaRPr/>
        </a:p>
      </dgm:t>
    </dgm:pt>
    <dgm:pt modelId="{D915CFCA-1934-43FC-AE7D-1C4495914A80}">
      <dgm:prSet/>
      <dgm:spPr/>
      <dgm:t>
        <a:bodyPr/>
        <a:lstStyle/>
        <a:p>
          <a:r>
            <a:t>Process</a:t>
          </a:r>
        </a:p>
      </dgm:t>
    </dgm:pt>
    <dgm:pt modelId="{A5292778-F937-4C66-8A98-7A55FA72D82B}" type="parTrans" cxnId="{7AAEB041-6F06-4BC9-BBC1-A4E19953D32E}">
      <dgm:prSet/>
      <dgm:spPr/>
      <dgm:t>
        <a:bodyPr/>
        <a:lstStyle/>
        <a:p>
          <a:endParaRPr/>
        </a:p>
      </dgm:t>
    </dgm:pt>
    <dgm:pt modelId="{9ED6C106-CAA6-4766-8AC4-6A94ED561293}" type="sibTrans" cxnId="{7AAEB041-6F06-4BC9-BBC1-A4E19953D32E}">
      <dgm:prSet/>
      <dgm:spPr/>
      <dgm:t>
        <a:bodyPr/>
        <a:lstStyle/>
        <a:p>
          <a:endParaRPr/>
        </a:p>
      </dgm:t>
    </dgm:pt>
    <dgm:pt modelId="{14FBFCA1-AC09-43D7-963B-6D5815A2AD48}">
      <dgm:prSet/>
      <dgm:spPr/>
      <dgm:t>
        <a:bodyPr/>
        <a:lstStyle/>
        <a:p>
          <a:r>
            <a:t>Technology</a:t>
          </a:r>
        </a:p>
      </dgm:t>
    </dgm:pt>
    <dgm:pt modelId="{3DF9C66A-AF9C-46B4-AE3B-E0B7841FDEF2}" type="parTrans" cxnId="{684F1495-83C7-4E43-B6B1-09ADA2F38B01}">
      <dgm:prSet/>
      <dgm:spPr/>
      <dgm:t>
        <a:bodyPr/>
        <a:lstStyle/>
        <a:p>
          <a:endParaRPr/>
        </a:p>
      </dgm:t>
    </dgm:pt>
    <dgm:pt modelId="{0AA1848A-12FA-4590-B270-5CE48654BFD7}" type="sibTrans" cxnId="{684F1495-83C7-4E43-B6B1-09ADA2F38B01}">
      <dgm:prSet/>
      <dgm:spPr/>
      <dgm:t>
        <a:bodyPr/>
        <a:lstStyle/>
        <a:p>
          <a:endParaRPr/>
        </a:p>
      </dgm:t>
    </dgm:pt>
    <dgm:pt modelId="{A27E8C7E-CA9F-49D8-98BB-620249A7043C}">
      <dgm:prSet/>
      <dgm:spPr/>
      <dgm:t>
        <a:bodyPr/>
        <a:lstStyle/>
        <a:p>
          <a:r>
            <a:t>Data</a:t>
          </a:r>
        </a:p>
      </dgm:t>
    </dgm:pt>
    <dgm:pt modelId="{6FC64248-D6C6-449E-929C-504EA00E5841}" type="parTrans" cxnId="{7396677A-8039-46E3-9206-AB3BD792A130}">
      <dgm:prSet/>
      <dgm:spPr/>
      <dgm:t>
        <a:bodyPr/>
        <a:lstStyle/>
        <a:p>
          <a:endParaRPr/>
        </a:p>
      </dgm:t>
    </dgm:pt>
    <dgm:pt modelId="{8E71818E-8B5D-46DA-BF7B-94DE72A32B20}" type="sibTrans" cxnId="{7396677A-8039-46E3-9206-AB3BD792A130}">
      <dgm:prSet/>
      <dgm:spPr/>
      <dgm:t>
        <a:bodyPr/>
        <a:lstStyle/>
        <a:p>
          <a:endParaRPr/>
        </a:p>
      </dgm:t>
    </dgm:pt>
    <dgm:pt modelId="{3DD1F063-D732-A845-8CEE-983728857FF1}" type="pres">
      <dgm:prSet presAssocID="{5BEE2395-B3C3-4235-B092-E7E9E96F6D73}" presName="Name0" presStyleCnt="0">
        <dgm:presLayoutVars>
          <dgm:dir/>
          <dgm:resizeHandles val="exact"/>
        </dgm:presLayoutVars>
      </dgm:prSet>
      <dgm:spPr/>
    </dgm:pt>
    <dgm:pt modelId="{1B9B15CE-CAA9-DD4E-A3FE-88D0926099F7}" type="pres">
      <dgm:prSet presAssocID="{EC46BE2F-C74C-4CB0-BB46-87CDA2F29487}" presName="twoplus" presStyleLbl="node1" presStyleIdx="0" presStyleCnt="4">
        <dgm:presLayoutVars>
          <dgm:bulletEnabled val="1"/>
        </dgm:presLayoutVars>
      </dgm:prSet>
      <dgm:spPr/>
    </dgm:pt>
    <dgm:pt modelId="{FAFE793D-B8CB-6346-A6E9-E9FB8C364D44}" type="pres">
      <dgm:prSet presAssocID="{D915CFCA-1934-43FC-AE7D-1C4495914A80}" presName="twoplus" presStyleLbl="node1" presStyleIdx="1" presStyleCnt="4">
        <dgm:presLayoutVars>
          <dgm:bulletEnabled val="1"/>
        </dgm:presLayoutVars>
      </dgm:prSet>
      <dgm:spPr/>
    </dgm:pt>
    <dgm:pt modelId="{98F1F1A1-7AA5-FD4B-8F7D-8361B0AD6FBE}" type="pres">
      <dgm:prSet presAssocID="{14FBFCA1-AC09-43D7-963B-6D5815A2AD48}" presName="twoplus" presStyleLbl="node1" presStyleIdx="2" presStyleCnt="4">
        <dgm:presLayoutVars>
          <dgm:bulletEnabled val="1"/>
        </dgm:presLayoutVars>
      </dgm:prSet>
      <dgm:spPr/>
    </dgm:pt>
    <dgm:pt modelId="{D5EC6CCE-D860-474E-9077-400722811765}" type="pres">
      <dgm:prSet presAssocID="{A27E8C7E-CA9F-49D8-98BB-620249A7043C}" presName="twoplus" presStyleLbl="node1" presStyleIdx="3" presStyleCnt="4">
        <dgm:presLayoutVars>
          <dgm:bulletEnabled val="1"/>
        </dgm:presLayoutVars>
      </dgm:prSet>
      <dgm:spPr/>
    </dgm:pt>
  </dgm:ptLst>
  <dgm:cxnLst>
    <dgm:cxn modelId="{0798D420-B408-4A41-8A26-2E1AEA25EEFA}" type="presOf" srcId="{D915CFCA-1934-43FC-AE7D-1C4495914A80}" destId="{FAFE793D-B8CB-6346-A6E9-E9FB8C364D44}" srcOrd="0" destOrd="0" presId="urn:diagrams.loki3.com/TabbedArc+Icon"/>
    <dgm:cxn modelId="{A0A3AE2B-72FA-3D44-89A8-D1CC7CA0015D}" type="presOf" srcId="{A27E8C7E-CA9F-49D8-98BB-620249A7043C}" destId="{D5EC6CCE-D860-474E-9077-400722811765}" srcOrd="0" destOrd="0" presId="urn:diagrams.loki3.com/TabbedArc+Icon"/>
    <dgm:cxn modelId="{7AAEB041-6F06-4BC9-BBC1-A4E19953D32E}" srcId="{5BEE2395-B3C3-4235-B092-E7E9E96F6D73}" destId="{D915CFCA-1934-43FC-AE7D-1C4495914A80}" srcOrd="1" destOrd="0" parTransId="{A5292778-F937-4C66-8A98-7A55FA72D82B}" sibTransId="{9ED6C106-CAA6-4766-8AC4-6A94ED561293}"/>
    <dgm:cxn modelId="{8D40E557-A7C4-5C45-813A-1665B7166344}" type="presOf" srcId="{5BEE2395-B3C3-4235-B092-E7E9E96F6D73}" destId="{3DD1F063-D732-A845-8CEE-983728857FF1}" srcOrd="0" destOrd="0" presId="urn:diagrams.loki3.com/TabbedArc+Icon"/>
    <dgm:cxn modelId="{B4120B68-4631-574C-B47A-86D8A628EF8A}" type="presOf" srcId="{EC46BE2F-C74C-4CB0-BB46-87CDA2F29487}" destId="{1B9B15CE-CAA9-DD4E-A3FE-88D0926099F7}" srcOrd="0" destOrd="0" presId="urn:diagrams.loki3.com/TabbedArc+Icon"/>
    <dgm:cxn modelId="{7396677A-8039-46E3-9206-AB3BD792A130}" srcId="{5BEE2395-B3C3-4235-B092-E7E9E96F6D73}" destId="{A27E8C7E-CA9F-49D8-98BB-620249A7043C}" srcOrd="3" destOrd="0" parTransId="{6FC64248-D6C6-449E-929C-504EA00E5841}" sibTransId="{8E71818E-8B5D-46DA-BF7B-94DE72A32B20}"/>
    <dgm:cxn modelId="{684F1495-83C7-4E43-B6B1-09ADA2F38B01}" srcId="{5BEE2395-B3C3-4235-B092-E7E9E96F6D73}" destId="{14FBFCA1-AC09-43D7-963B-6D5815A2AD48}" srcOrd="2" destOrd="0" parTransId="{3DF9C66A-AF9C-46B4-AE3B-E0B7841FDEF2}" sibTransId="{0AA1848A-12FA-4590-B270-5CE48654BFD7}"/>
    <dgm:cxn modelId="{160A3EA3-390D-3E43-B7CC-6F2A54ACD1A9}" type="presOf" srcId="{14FBFCA1-AC09-43D7-963B-6D5815A2AD48}" destId="{98F1F1A1-7AA5-FD4B-8F7D-8361B0AD6FBE}" srcOrd="0" destOrd="0" presId="urn:diagrams.loki3.com/TabbedArc+Icon"/>
    <dgm:cxn modelId="{5A2B5AFD-983C-4DB6-A02F-C38BD362E5ED}" srcId="{5BEE2395-B3C3-4235-B092-E7E9E96F6D73}" destId="{EC46BE2F-C74C-4CB0-BB46-87CDA2F29487}" srcOrd="0" destOrd="0" parTransId="{EC074539-C380-4884-A1A8-79F7F35E1A88}" sibTransId="{71947B2A-00D6-4882-AEB5-B04558217D8E}"/>
    <dgm:cxn modelId="{2F1395A2-4ED7-E549-8274-5F494E532ABC}" type="presParOf" srcId="{3DD1F063-D732-A845-8CEE-983728857FF1}" destId="{1B9B15CE-CAA9-DD4E-A3FE-88D0926099F7}" srcOrd="0" destOrd="0" presId="urn:diagrams.loki3.com/TabbedArc+Icon"/>
    <dgm:cxn modelId="{39B9FAD0-3F6F-684B-BBC2-C68204AC8CAE}" type="presParOf" srcId="{3DD1F063-D732-A845-8CEE-983728857FF1}" destId="{FAFE793D-B8CB-6346-A6E9-E9FB8C364D44}" srcOrd="1" destOrd="0" presId="urn:diagrams.loki3.com/TabbedArc+Icon"/>
    <dgm:cxn modelId="{41D94BC5-3104-0540-A59C-A581BF159A41}" type="presParOf" srcId="{3DD1F063-D732-A845-8CEE-983728857FF1}" destId="{98F1F1A1-7AA5-FD4B-8F7D-8361B0AD6FBE}" srcOrd="2" destOrd="0" presId="urn:diagrams.loki3.com/TabbedArc+Icon"/>
    <dgm:cxn modelId="{3B0EF8EC-7454-5B47-ADAE-249022D5901A}" type="presParOf" srcId="{3DD1F063-D732-A845-8CEE-983728857FF1}" destId="{D5EC6CCE-D860-474E-9077-400722811765}" srcOrd="3" destOrd="0" presId="urn:diagrams.loki3.com/TabbedArc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1.xml><?xml version="1.0" encoding="utf-8"?>
<dgm:dataModel xmlns:dgm="http://schemas.openxmlformats.org/drawingml/2006/diagram" xmlns:a="http://schemas.openxmlformats.org/drawingml/2006/main">
  <dgm:ptLst>
    <dgm:pt modelId="{B611E7A6-71E1-4A58-A3B3-C6FDED6BD5B3}" type="doc">
      <dgm:prSet loTypeId="urn:microsoft.com/office/officeart/2005/8/layout/target1" qsTypeId="urn:microsoft.com/office/officeart/2005/8/quickstyle/simple2" csTypeId="urn:microsoft.com/office/officeart/2005/8/colors/accent1_2"/>
      <dgm:spPr/>
    </dgm:pt>
    <dgm:pt modelId="{B8BE1265-3A84-4C62-8E84-FADF17087A7A}">
      <dgm:prSet/>
      <dgm:spPr/>
      <dgm:t>
        <a:bodyPr/>
        <a:lstStyle/>
        <a:p>
          <a:r>
            <a:t>People</a:t>
          </a:r>
        </a:p>
      </dgm:t>
    </dgm:pt>
    <dgm:pt modelId="{701F3AAC-4AD0-4D37-9B86-EFB62E1BD0B2}" type="parTrans" cxnId="{A97C4FAB-BA54-4EF4-8127-963BE24CE455}">
      <dgm:prSet/>
      <dgm:spPr/>
      <dgm:t>
        <a:bodyPr/>
        <a:lstStyle/>
        <a:p>
          <a:endParaRPr/>
        </a:p>
      </dgm:t>
    </dgm:pt>
    <dgm:pt modelId="{1314FA1C-1E6F-413E-A0E9-F22C5636DB22}" type="sibTrans" cxnId="{A97C4FAB-BA54-4EF4-8127-963BE24CE455}">
      <dgm:prSet/>
      <dgm:spPr/>
      <dgm:t>
        <a:bodyPr/>
        <a:lstStyle/>
        <a:p>
          <a:endParaRPr/>
        </a:p>
      </dgm:t>
    </dgm:pt>
    <dgm:pt modelId="{DCE4DCD6-6C60-4DE8-B9D6-8DC27966350E}">
      <dgm:prSet/>
      <dgm:spPr/>
      <dgm:t>
        <a:bodyPr/>
        <a:lstStyle/>
        <a:p>
          <a:r>
            <a:t>Process</a:t>
          </a:r>
        </a:p>
      </dgm:t>
    </dgm:pt>
    <dgm:pt modelId="{1CB8DD50-A01C-46A6-959E-48D4D99382E7}" type="parTrans" cxnId="{AEF134E7-4064-4719-BF91-E060C740B5F9}">
      <dgm:prSet/>
      <dgm:spPr/>
      <dgm:t>
        <a:bodyPr/>
        <a:lstStyle/>
        <a:p>
          <a:endParaRPr/>
        </a:p>
      </dgm:t>
    </dgm:pt>
    <dgm:pt modelId="{718D56F5-F074-438D-8707-BDA1B0E98F93}" type="sibTrans" cxnId="{AEF134E7-4064-4719-BF91-E060C740B5F9}">
      <dgm:prSet/>
      <dgm:spPr/>
      <dgm:t>
        <a:bodyPr/>
        <a:lstStyle/>
        <a:p>
          <a:endParaRPr/>
        </a:p>
      </dgm:t>
    </dgm:pt>
    <dgm:pt modelId="{825E54E7-C258-42C0-95A3-EE97BF0463B9}">
      <dgm:prSet/>
      <dgm:spPr/>
      <dgm:t>
        <a:bodyPr/>
        <a:lstStyle/>
        <a:p>
          <a:r>
            <a:t>Technology</a:t>
          </a:r>
        </a:p>
      </dgm:t>
    </dgm:pt>
    <dgm:pt modelId="{A8D7528F-F6B8-49D7-9037-578BE51645A3}" type="parTrans" cxnId="{1D137916-92D7-4EEA-844D-FD46A26238A3}">
      <dgm:prSet/>
      <dgm:spPr/>
      <dgm:t>
        <a:bodyPr/>
        <a:lstStyle/>
        <a:p>
          <a:endParaRPr/>
        </a:p>
      </dgm:t>
    </dgm:pt>
    <dgm:pt modelId="{EEB1D854-D9B1-44F6-92A6-95107B17BF3F}" type="sibTrans" cxnId="{1D137916-92D7-4EEA-844D-FD46A26238A3}">
      <dgm:prSet/>
      <dgm:spPr/>
      <dgm:t>
        <a:bodyPr/>
        <a:lstStyle/>
        <a:p>
          <a:endParaRPr/>
        </a:p>
      </dgm:t>
    </dgm:pt>
    <dgm:pt modelId="{44BB3104-6745-4C94-8722-17715D26CEE4}">
      <dgm:prSet/>
      <dgm:spPr/>
      <dgm:t>
        <a:bodyPr/>
        <a:lstStyle/>
        <a:p>
          <a:r>
            <a:t>Data</a:t>
          </a:r>
        </a:p>
      </dgm:t>
    </dgm:pt>
    <dgm:pt modelId="{8E44390D-F320-4A36-A106-CB1D81FEFD7E}" type="parTrans" cxnId="{CAE6D4C1-D4FF-4774-BF70-F2D3E25E3D85}">
      <dgm:prSet/>
      <dgm:spPr/>
      <dgm:t>
        <a:bodyPr/>
        <a:lstStyle/>
        <a:p>
          <a:endParaRPr/>
        </a:p>
      </dgm:t>
    </dgm:pt>
    <dgm:pt modelId="{55ACA74A-9620-4D60-B254-F34DB3C5E170}" type="sibTrans" cxnId="{CAE6D4C1-D4FF-4774-BF70-F2D3E25E3D85}">
      <dgm:prSet/>
      <dgm:spPr/>
      <dgm:t>
        <a:bodyPr/>
        <a:lstStyle/>
        <a:p>
          <a:endParaRPr/>
        </a:p>
      </dgm:t>
    </dgm:pt>
    <dgm:pt modelId="{CEBDC6A7-9B9C-434B-9B12-FDCEF7FCE732}" type="pres">
      <dgm:prSet presAssocID="{B611E7A6-71E1-4A58-A3B3-C6FDED6BD5B3}" presName="composite" presStyleCnt="0">
        <dgm:presLayoutVars>
          <dgm:chMax val="5"/>
          <dgm:dir/>
          <dgm:resizeHandles val="exact"/>
        </dgm:presLayoutVars>
      </dgm:prSet>
      <dgm:spPr/>
    </dgm:pt>
    <dgm:pt modelId="{88D2BE07-B5B2-2547-8B96-FF512425FA67}" type="pres">
      <dgm:prSet presAssocID="{B8BE1265-3A84-4C62-8E84-FADF17087A7A}" presName="circle1" presStyleLbl="lnNode1" presStyleIdx="0" presStyleCnt="4"/>
      <dgm:spPr/>
    </dgm:pt>
    <dgm:pt modelId="{13BD1295-4B21-DF45-B447-AC3AEE5EC78A}" type="pres">
      <dgm:prSet presAssocID="{B8BE1265-3A84-4C62-8E84-FADF17087A7A}" presName="text1" presStyleLbl="revTx" presStyleIdx="0" presStyleCnt="4">
        <dgm:presLayoutVars>
          <dgm:bulletEnabled val="1"/>
        </dgm:presLayoutVars>
      </dgm:prSet>
      <dgm:spPr/>
    </dgm:pt>
    <dgm:pt modelId="{C2D73449-7BBB-5A48-9D74-24EFED7CB11C}" type="pres">
      <dgm:prSet presAssocID="{B8BE1265-3A84-4C62-8E84-FADF17087A7A}" presName="line1" presStyleLbl="callout" presStyleIdx="0" presStyleCnt="8"/>
      <dgm:spPr/>
    </dgm:pt>
    <dgm:pt modelId="{E0A1DD10-EDB7-C042-9389-7932812E2351}" type="pres">
      <dgm:prSet presAssocID="{B8BE1265-3A84-4C62-8E84-FADF17087A7A}" presName="d1" presStyleLbl="callout" presStyleIdx="1" presStyleCnt="8"/>
      <dgm:spPr/>
    </dgm:pt>
    <dgm:pt modelId="{FE04924B-C5D9-7A46-A506-F4608BD1A520}" type="pres">
      <dgm:prSet presAssocID="{DCE4DCD6-6C60-4DE8-B9D6-8DC27966350E}" presName="circle2" presStyleLbl="lnNode1" presStyleIdx="1" presStyleCnt="4"/>
      <dgm:spPr/>
    </dgm:pt>
    <dgm:pt modelId="{D8800925-5B5F-8B41-8631-05851CF8AE10}" type="pres">
      <dgm:prSet presAssocID="{DCE4DCD6-6C60-4DE8-B9D6-8DC27966350E}" presName="text2" presStyleLbl="revTx" presStyleIdx="1" presStyleCnt="4">
        <dgm:presLayoutVars>
          <dgm:bulletEnabled val="1"/>
        </dgm:presLayoutVars>
      </dgm:prSet>
      <dgm:spPr/>
    </dgm:pt>
    <dgm:pt modelId="{590807DC-8B47-D54B-91DB-D8AFC2344EEF}" type="pres">
      <dgm:prSet presAssocID="{DCE4DCD6-6C60-4DE8-B9D6-8DC27966350E}" presName="line2" presStyleLbl="callout" presStyleIdx="2" presStyleCnt="8"/>
      <dgm:spPr/>
    </dgm:pt>
    <dgm:pt modelId="{F1593A27-514E-7B45-8388-7AC0776FE63A}" type="pres">
      <dgm:prSet presAssocID="{DCE4DCD6-6C60-4DE8-B9D6-8DC27966350E}" presName="d2" presStyleLbl="callout" presStyleIdx="3" presStyleCnt="8"/>
      <dgm:spPr/>
    </dgm:pt>
    <dgm:pt modelId="{FE095261-0ED7-254B-B192-8947CFB728F6}" type="pres">
      <dgm:prSet presAssocID="{825E54E7-C258-42C0-95A3-EE97BF0463B9}" presName="circle3" presStyleLbl="lnNode1" presStyleIdx="2" presStyleCnt="4"/>
      <dgm:spPr/>
    </dgm:pt>
    <dgm:pt modelId="{F0DC01E4-4B77-7247-A5CF-BCF5C9DB9D6F}" type="pres">
      <dgm:prSet presAssocID="{825E54E7-C258-42C0-95A3-EE97BF0463B9}" presName="text3" presStyleLbl="revTx" presStyleIdx="2" presStyleCnt="4">
        <dgm:presLayoutVars>
          <dgm:bulletEnabled val="1"/>
        </dgm:presLayoutVars>
      </dgm:prSet>
      <dgm:spPr/>
    </dgm:pt>
    <dgm:pt modelId="{BCF39119-DACF-8C43-936B-8D25E3DB4C8B}" type="pres">
      <dgm:prSet presAssocID="{825E54E7-C258-42C0-95A3-EE97BF0463B9}" presName="line3" presStyleLbl="callout" presStyleIdx="4" presStyleCnt="8"/>
      <dgm:spPr/>
    </dgm:pt>
    <dgm:pt modelId="{67268D37-F7F6-DD49-86FA-B691F3AAB6A2}" type="pres">
      <dgm:prSet presAssocID="{825E54E7-C258-42C0-95A3-EE97BF0463B9}" presName="d3" presStyleLbl="callout" presStyleIdx="5" presStyleCnt="8"/>
      <dgm:spPr/>
    </dgm:pt>
    <dgm:pt modelId="{C962E57B-678C-B546-84EF-E1EE4224FEEC}" type="pres">
      <dgm:prSet presAssocID="{44BB3104-6745-4C94-8722-17715D26CEE4}" presName="circle4" presStyleLbl="lnNode1" presStyleIdx="3" presStyleCnt="4"/>
      <dgm:spPr/>
    </dgm:pt>
    <dgm:pt modelId="{1562199E-514F-0541-9E4A-DF17D5370415}" type="pres">
      <dgm:prSet presAssocID="{44BB3104-6745-4C94-8722-17715D26CEE4}" presName="text4" presStyleLbl="revTx" presStyleIdx="3" presStyleCnt="4">
        <dgm:presLayoutVars>
          <dgm:bulletEnabled val="1"/>
        </dgm:presLayoutVars>
      </dgm:prSet>
      <dgm:spPr/>
    </dgm:pt>
    <dgm:pt modelId="{282E2B4E-92FC-044C-910F-09B44B022382}" type="pres">
      <dgm:prSet presAssocID="{44BB3104-6745-4C94-8722-17715D26CEE4}" presName="line4" presStyleLbl="callout" presStyleIdx="6" presStyleCnt="8"/>
      <dgm:spPr/>
    </dgm:pt>
    <dgm:pt modelId="{7C711D45-7519-2E4F-BC47-5748938DC364}" type="pres">
      <dgm:prSet presAssocID="{44BB3104-6745-4C94-8722-17715D26CEE4}" presName="d4" presStyleLbl="callout" presStyleIdx="7" presStyleCnt="8"/>
      <dgm:spPr/>
    </dgm:pt>
  </dgm:ptLst>
  <dgm:cxnLst>
    <dgm:cxn modelId="{1D137916-92D7-4EEA-844D-FD46A26238A3}" srcId="{B611E7A6-71E1-4A58-A3B3-C6FDED6BD5B3}" destId="{825E54E7-C258-42C0-95A3-EE97BF0463B9}" srcOrd="2" destOrd="0" parTransId="{A8D7528F-F6B8-49D7-9037-578BE51645A3}" sibTransId="{EEB1D854-D9B1-44F6-92A6-95107B17BF3F}"/>
    <dgm:cxn modelId="{BC7C022E-1751-8442-BFC4-665AF22B8DFA}" type="presOf" srcId="{44BB3104-6745-4C94-8722-17715D26CEE4}" destId="{1562199E-514F-0541-9E4A-DF17D5370415}" srcOrd="0" destOrd="0" presId="urn:microsoft.com/office/officeart/2005/8/layout/target1"/>
    <dgm:cxn modelId="{705D9033-0D15-F747-80AA-981118F17B85}" type="presOf" srcId="{825E54E7-C258-42C0-95A3-EE97BF0463B9}" destId="{F0DC01E4-4B77-7247-A5CF-BCF5C9DB9D6F}" srcOrd="0" destOrd="0" presId="urn:microsoft.com/office/officeart/2005/8/layout/target1"/>
    <dgm:cxn modelId="{1FEC8876-1846-3B47-A5B8-82F59FCD139C}" type="presOf" srcId="{B8BE1265-3A84-4C62-8E84-FADF17087A7A}" destId="{13BD1295-4B21-DF45-B447-AC3AEE5EC78A}" srcOrd="0" destOrd="0" presId="urn:microsoft.com/office/officeart/2005/8/layout/target1"/>
    <dgm:cxn modelId="{A97C4FAB-BA54-4EF4-8127-963BE24CE455}" srcId="{B611E7A6-71E1-4A58-A3B3-C6FDED6BD5B3}" destId="{B8BE1265-3A84-4C62-8E84-FADF17087A7A}" srcOrd="0" destOrd="0" parTransId="{701F3AAC-4AD0-4D37-9B86-EFB62E1BD0B2}" sibTransId="{1314FA1C-1E6F-413E-A0E9-F22C5636DB22}"/>
    <dgm:cxn modelId="{CAE6D4C1-D4FF-4774-BF70-F2D3E25E3D85}" srcId="{B611E7A6-71E1-4A58-A3B3-C6FDED6BD5B3}" destId="{44BB3104-6745-4C94-8722-17715D26CEE4}" srcOrd="3" destOrd="0" parTransId="{8E44390D-F320-4A36-A106-CB1D81FEFD7E}" sibTransId="{55ACA74A-9620-4D60-B254-F34DB3C5E170}"/>
    <dgm:cxn modelId="{A8193FC7-9BB2-3D4C-A69C-43169EB80916}" type="presOf" srcId="{DCE4DCD6-6C60-4DE8-B9D6-8DC27966350E}" destId="{D8800925-5B5F-8B41-8631-05851CF8AE10}" srcOrd="0" destOrd="0" presId="urn:microsoft.com/office/officeart/2005/8/layout/target1"/>
    <dgm:cxn modelId="{0224C5D2-C1CA-834E-B7BC-E1670009F6E3}" type="presOf" srcId="{B611E7A6-71E1-4A58-A3B3-C6FDED6BD5B3}" destId="{CEBDC6A7-9B9C-434B-9B12-FDCEF7FCE732}" srcOrd="0" destOrd="0" presId="urn:microsoft.com/office/officeart/2005/8/layout/target1"/>
    <dgm:cxn modelId="{AEF134E7-4064-4719-BF91-E060C740B5F9}" srcId="{B611E7A6-71E1-4A58-A3B3-C6FDED6BD5B3}" destId="{DCE4DCD6-6C60-4DE8-B9D6-8DC27966350E}" srcOrd="1" destOrd="0" parTransId="{1CB8DD50-A01C-46A6-959E-48D4D99382E7}" sibTransId="{718D56F5-F074-438D-8707-BDA1B0E98F93}"/>
    <dgm:cxn modelId="{F50B8081-63EE-F240-B7DE-8EA6B34B19B7}" type="presParOf" srcId="{CEBDC6A7-9B9C-434B-9B12-FDCEF7FCE732}" destId="{88D2BE07-B5B2-2547-8B96-FF512425FA67}" srcOrd="0" destOrd="0" presId="urn:microsoft.com/office/officeart/2005/8/layout/target1"/>
    <dgm:cxn modelId="{97DA5BEA-E71A-8347-B4D1-24E68E7469AF}" type="presParOf" srcId="{CEBDC6A7-9B9C-434B-9B12-FDCEF7FCE732}" destId="{13BD1295-4B21-DF45-B447-AC3AEE5EC78A}" srcOrd="1" destOrd="0" presId="urn:microsoft.com/office/officeart/2005/8/layout/target1"/>
    <dgm:cxn modelId="{38D506A7-5F01-0843-A9CC-3B15882C1D80}" type="presParOf" srcId="{CEBDC6A7-9B9C-434B-9B12-FDCEF7FCE732}" destId="{C2D73449-7BBB-5A48-9D74-24EFED7CB11C}" srcOrd="2" destOrd="0" presId="urn:microsoft.com/office/officeart/2005/8/layout/target1"/>
    <dgm:cxn modelId="{046A0130-F691-1245-B74E-6BABE9B1E6D9}" type="presParOf" srcId="{CEBDC6A7-9B9C-434B-9B12-FDCEF7FCE732}" destId="{E0A1DD10-EDB7-C042-9389-7932812E2351}" srcOrd="3" destOrd="0" presId="urn:microsoft.com/office/officeart/2005/8/layout/target1"/>
    <dgm:cxn modelId="{897909E0-08FD-2E41-A73C-B48A39403780}" type="presParOf" srcId="{CEBDC6A7-9B9C-434B-9B12-FDCEF7FCE732}" destId="{FE04924B-C5D9-7A46-A506-F4608BD1A520}" srcOrd="4" destOrd="0" presId="urn:microsoft.com/office/officeart/2005/8/layout/target1"/>
    <dgm:cxn modelId="{0798ECF7-0459-9C42-9B9F-595481B4CDCA}" type="presParOf" srcId="{CEBDC6A7-9B9C-434B-9B12-FDCEF7FCE732}" destId="{D8800925-5B5F-8B41-8631-05851CF8AE10}" srcOrd="5" destOrd="0" presId="urn:microsoft.com/office/officeart/2005/8/layout/target1"/>
    <dgm:cxn modelId="{EFD6E9FD-4663-5B4D-8717-A66BBBA45055}" type="presParOf" srcId="{CEBDC6A7-9B9C-434B-9B12-FDCEF7FCE732}" destId="{590807DC-8B47-D54B-91DB-D8AFC2344EEF}" srcOrd="6" destOrd="0" presId="urn:microsoft.com/office/officeart/2005/8/layout/target1"/>
    <dgm:cxn modelId="{56910AED-B53A-E649-8044-67BEA5207F35}" type="presParOf" srcId="{CEBDC6A7-9B9C-434B-9B12-FDCEF7FCE732}" destId="{F1593A27-514E-7B45-8388-7AC0776FE63A}" srcOrd="7" destOrd="0" presId="urn:microsoft.com/office/officeart/2005/8/layout/target1"/>
    <dgm:cxn modelId="{35D02051-166A-6940-8BBF-5D673F970346}" type="presParOf" srcId="{CEBDC6A7-9B9C-434B-9B12-FDCEF7FCE732}" destId="{FE095261-0ED7-254B-B192-8947CFB728F6}" srcOrd="8" destOrd="0" presId="urn:microsoft.com/office/officeart/2005/8/layout/target1"/>
    <dgm:cxn modelId="{84D2B2C0-5853-1E42-A4B4-C6D7DDBCD25C}" type="presParOf" srcId="{CEBDC6A7-9B9C-434B-9B12-FDCEF7FCE732}" destId="{F0DC01E4-4B77-7247-A5CF-BCF5C9DB9D6F}" srcOrd="9" destOrd="0" presId="urn:microsoft.com/office/officeart/2005/8/layout/target1"/>
    <dgm:cxn modelId="{35011B76-E037-F54E-AD30-872037A9A35B}" type="presParOf" srcId="{CEBDC6A7-9B9C-434B-9B12-FDCEF7FCE732}" destId="{BCF39119-DACF-8C43-936B-8D25E3DB4C8B}" srcOrd="10" destOrd="0" presId="urn:microsoft.com/office/officeart/2005/8/layout/target1"/>
    <dgm:cxn modelId="{C3005178-2403-8B4A-8A8C-F886DAB2273D}" type="presParOf" srcId="{CEBDC6A7-9B9C-434B-9B12-FDCEF7FCE732}" destId="{67268D37-F7F6-DD49-86FA-B691F3AAB6A2}" srcOrd="11" destOrd="0" presId="urn:microsoft.com/office/officeart/2005/8/layout/target1"/>
    <dgm:cxn modelId="{4743CB78-3DF9-8D4A-B253-61035AEF5880}" type="presParOf" srcId="{CEBDC6A7-9B9C-434B-9B12-FDCEF7FCE732}" destId="{C962E57B-678C-B546-84EF-E1EE4224FEEC}" srcOrd="12" destOrd="0" presId="urn:microsoft.com/office/officeart/2005/8/layout/target1"/>
    <dgm:cxn modelId="{55F20181-9228-C048-B8DA-05B72681ACE2}" type="presParOf" srcId="{CEBDC6A7-9B9C-434B-9B12-FDCEF7FCE732}" destId="{1562199E-514F-0541-9E4A-DF17D5370415}" srcOrd="13" destOrd="0" presId="urn:microsoft.com/office/officeart/2005/8/layout/target1"/>
    <dgm:cxn modelId="{DE62934B-8655-1048-9342-C3C4FD26308F}" type="presParOf" srcId="{CEBDC6A7-9B9C-434B-9B12-FDCEF7FCE732}" destId="{282E2B4E-92FC-044C-910F-09B44B022382}" srcOrd="14" destOrd="0" presId="urn:microsoft.com/office/officeart/2005/8/layout/target1"/>
    <dgm:cxn modelId="{A7C79E72-C3B9-5940-BEDB-F707178609C4}" type="presParOf" srcId="{CEBDC6A7-9B9C-434B-9B12-FDCEF7FCE732}" destId="{7C711D45-7519-2E4F-BC47-5748938DC364}" srcOrd="15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2.xml><?xml version="1.0" encoding="utf-8"?>
<dgm:dataModel xmlns:dgm="http://schemas.openxmlformats.org/drawingml/2006/diagram" xmlns:a="http://schemas.openxmlformats.org/drawingml/2006/main">
  <dgm:ptLst>
    <dgm:pt modelId="{C22CE09D-B305-403C-A065-E45084C0B045}" type="doc">
      <dgm:prSet loTypeId="urn:microsoft.com/office/officeart/2005/8/layout/venn1" qsTypeId="urn:microsoft.com/office/officeart/2005/8/quickstyle/simple2" csTypeId="urn:microsoft.com/office/officeart/2005/8/colors/accent1_2"/>
      <dgm:spPr/>
    </dgm:pt>
    <dgm:pt modelId="{1A3D5F91-AC62-40F0-9498-708039A86FEE}">
      <dgm:prSet/>
      <dgm:spPr/>
      <dgm:t>
        <a:bodyPr/>
        <a:lstStyle/>
        <a:p>
          <a:r>
            <a:t>People</a:t>
          </a:r>
        </a:p>
      </dgm:t>
    </dgm:pt>
    <dgm:pt modelId="{FC67AC82-07FD-473B-AE4F-FDEDAC4175EF}" type="parTrans" cxnId="{1CF9B846-96A3-4EA3-AC2E-F4680A45A4B4}">
      <dgm:prSet/>
      <dgm:spPr/>
      <dgm:t>
        <a:bodyPr/>
        <a:lstStyle/>
        <a:p>
          <a:endParaRPr/>
        </a:p>
      </dgm:t>
    </dgm:pt>
    <dgm:pt modelId="{024416F5-77DB-46A0-8736-F1C8B1F72CBB}" type="sibTrans" cxnId="{1CF9B846-96A3-4EA3-AC2E-F4680A45A4B4}">
      <dgm:prSet/>
      <dgm:spPr/>
      <dgm:t>
        <a:bodyPr/>
        <a:lstStyle/>
        <a:p>
          <a:endParaRPr/>
        </a:p>
      </dgm:t>
    </dgm:pt>
    <dgm:pt modelId="{C3FC563D-99D1-4658-9076-3ABFB0E2C5A7}">
      <dgm:prSet/>
      <dgm:spPr/>
      <dgm:t>
        <a:bodyPr/>
        <a:lstStyle/>
        <a:p>
          <a:r>
            <a:t>Process</a:t>
          </a:r>
        </a:p>
      </dgm:t>
    </dgm:pt>
    <dgm:pt modelId="{E719018F-1F8D-49B8-AC77-BB60F8C578D3}" type="parTrans" cxnId="{4B7124BE-9022-43E7-B86A-1D8CFD45DF6E}">
      <dgm:prSet/>
      <dgm:spPr/>
      <dgm:t>
        <a:bodyPr/>
        <a:lstStyle/>
        <a:p>
          <a:endParaRPr/>
        </a:p>
      </dgm:t>
    </dgm:pt>
    <dgm:pt modelId="{72C77A2E-EDD0-448D-92E6-B9F0FB41D8E4}" type="sibTrans" cxnId="{4B7124BE-9022-43E7-B86A-1D8CFD45DF6E}">
      <dgm:prSet/>
      <dgm:spPr/>
      <dgm:t>
        <a:bodyPr/>
        <a:lstStyle/>
        <a:p>
          <a:endParaRPr/>
        </a:p>
      </dgm:t>
    </dgm:pt>
    <dgm:pt modelId="{A9DB0E3A-BFE6-4931-98EB-6490C3C62F07}">
      <dgm:prSet/>
      <dgm:spPr/>
      <dgm:t>
        <a:bodyPr/>
        <a:lstStyle/>
        <a:p>
          <a:r>
            <a:t>Technology</a:t>
          </a:r>
        </a:p>
      </dgm:t>
    </dgm:pt>
    <dgm:pt modelId="{323C54A8-45A3-4BE8-8BE2-D968AA0A5270}" type="parTrans" cxnId="{8200FB84-0AFE-4913-A797-1040A9CD5123}">
      <dgm:prSet/>
      <dgm:spPr/>
      <dgm:t>
        <a:bodyPr/>
        <a:lstStyle/>
        <a:p>
          <a:endParaRPr/>
        </a:p>
      </dgm:t>
    </dgm:pt>
    <dgm:pt modelId="{F06585CC-19FD-42FA-B1B9-CF0C0F6C50C2}" type="sibTrans" cxnId="{8200FB84-0AFE-4913-A797-1040A9CD5123}">
      <dgm:prSet/>
      <dgm:spPr/>
      <dgm:t>
        <a:bodyPr/>
        <a:lstStyle/>
        <a:p>
          <a:endParaRPr/>
        </a:p>
      </dgm:t>
    </dgm:pt>
    <dgm:pt modelId="{53E1AF54-1562-4394-89A5-D77E99DC9B8F}">
      <dgm:prSet/>
      <dgm:spPr/>
      <dgm:t>
        <a:bodyPr/>
        <a:lstStyle/>
        <a:p>
          <a:r>
            <a:t>Data</a:t>
          </a:r>
        </a:p>
      </dgm:t>
    </dgm:pt>
    <dgm:pt modelId="{59043754-96D5-42F1-A115-C6E548984744}" type="parTrans" cxnId="{D47170F3-EB64-4FBB-932A-55B7D23430CE}">
      <dgm:prSet/>
      <dgm:spPr/>
      <dgm:t>
        <a:bodyPr/>
        <a:lstStyle/>
        <a:p>
          <a:endParaRPr/>
        </a:p>
      </dgm:t>
    </dgm:pt>
    <dgm:pt modelId="{49E5BE14-69AB-40BA-BBD0-ED582ED7E39C}" type="sibTrans" cxnId="{D47170F3-EB64-4FBB-932A-55B7D23430CE}">
      <dgm:prSet/>
      <dgm:spPr/>
      <dgm:t>
        <a:bodyPr/>
        <a:lstStyle/>
        <a:p>
          <a:endParaRPr/>
        </a:p>
      </dgm:t>
    </dgm:pt>
    <dgm:pt modelId="{6AC50ABB-24AD-4043-BEF0-1A5759C151DD}" type="pres">
      <dgm:prSet presAssocID="{C22CE09D-B305-403C-A065-E45084C0B045}" presName="compositeShape" presStyleCnt="0">
        <dgm:presLayoutVars>
          <dgm:chMax val="7"/>
          <dgm:dir/>
          <dgm:resizeHandles val="exact"/>
        </dgm:presLayoutVars>
      </dgm:prSet>
      <dgm:spPr/>
    </dgm:pt>
    <dgm:pt modelId="{AEF1B0F8-F025-C641-98C6-6D9A768EFC72}" type="pres">
      <dgm:prSet presAssocID="{1A3D5F91-AC62-40F0-9498-708039A86FEE}" presName="circ1" presStyleLbl="vennNode1" presStyleIdx="0" presStyleCnt="4"/>
      <dgm:spPr/>
    </dgm:pt>
    <dgm:pt modelId="{81CCFF37-518F-054B-91BE-1F0C3E265C75}" type="pres">
      <dgm:prSet presAssocID="{1A3D5F91-AC62-40F0-9498-708039A86FEE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8643157-74F2-F54C-9CD8-BF4AE024CC84}" type="pres">
      <dgm:prSet presAssocID="{C3FC563D-99D1-4658-9076-3ABFB0E2C5A7}" presName="circ2" presStyleLbl="vennNode1" presStyleIdx="1" presStyleCnt="4"/>
      <dgm:spPr/>
    </dgm:pt>
    <dgm:pt modelId="{60046D57-D903-0041-BA17-55EE39090530}" type="pres">
      <dgm:prSet presAssocID="{C3FC563D-99D1-4658-9076-3ABFB0E2C5A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E98374-6DD7-A847-9CE4-E18057802C9E}" type="pres">
      <dgm:prSet presAssocID="{A9DB0E3A-BFE6-4931-98EB-6490C3C62F07}" presName="circ3" presStyleLbl="vennNode1" presStyleIdx="2" presStyleCnt="4"/>
      <dgm:spPr/>
    </dgm:pt>
    <dgm:pt modelId="{367A4B3E-97CA-E642-8D9F-2EC576D96D6D}" type="pres">
      <dgm:prSet presAssocID="{A9DB0E3A-BFE6-4931-98EB-6490C3C62F0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A33487F-2BCB-3841-8A35-959DB7090149}" type="pres">
      <dgm:prSet presAssocID="{53E1AF54-1562-4394-89A5-D77E99DC9B8F}" presName="circ4" presStyleLbl="vennNode1" presStyleIdx="3" presStyleCnt="4"/>
      <dgm:spPr/>
    </dgm:pt>
    <dgm:pt modelId="{B0E6CDB8-E2F3-604A-8F45-9E2F3A280F7A}" type="pres">
      <dgm:prSet presAssocID="{53E1AF54-1562-4394-89A5-D77E99DC9B8F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3416128-459D-1E47-AE01-9766902FA4DD}" type="presOf" srcId="{A9DB0E3A-BFE6-4931-98EB-6490C3C62F07}" destId="{42E98374-6DD7-A847-9CE4-E18057802C9E}" srcOrd="0" destOrd="0" presId="urn:microsoft.com/office/officeart/2005/8/layout/venn1"/>
    <dgm:cxn modelId="{42252034-2483-A74C-A822-3A9FB7075F61}" type="presOf" srcId="{1A3D5F91-AC62-40F0-9498-708039A86FEE}" destId="{81CCFF37-518F-054B-91BE-1F0C3E265C75}" srcOrd="1" destOrd="0" presId="urn:microsoft.com/office/officeart/2005/8/layout/venn1"/>
    <dgm:cxn modelId="{B9C70345-6445-8341-8D63-7C667A7735B3}" type="presOf" srcId="{C22CE09D-B305-403C-A065-E45084C0B045}" destId="{6AC50ABB-24AD-4043-BEF0-1A5759C151DD}" srcOrd="0" destOrd="0" presId="urn:microsoft.com/office/officeart/2005/8/layout/venn1"/>
    <dgm:cxn modelId="{9615F945-8284-5948-BA7F-CE2E1D471EE2}" type="presOf" srcId="{A9DB0E3A-BFE6-4931-98EB-6490C3C62F07}" destId="{367A4B3E-97CA-E642-8D9F-2EC576D96D6D}" srcOrd="1" destOrd="0" presId="urn:microsoft.com/office/officeart/2005/8/layout/venn1"/>
    <dgm:cxn modelId="{1CF9B846-96A3-4EA3-AC2E-F4680A45A4B4}" srcId="{C22CE09D-B305-403C-A065-E45084C0B045}" destId="{1A3D5F91-AC62-40F0-9498-708039A86FEE}" srcOrd="0" destOrd="0" parTransId="{FC67AC82-07FD-473B-AE4F-FDEDAC4175EF}" sibTransId="{024416F5-77DB-46A0-8736-F1C8B1F72CBB}"/>
    <dgm:cxn modelId="{7D64F155-84BC-1C46-8AD3-6351122F9EA9}" type="presOf" srcId="{53E1AF54-1562-4394-89A5-D77E99DC9B8F}" destId="{EA33487F-2BCB-3841-8A35-959DB7090149}" srcOrd="0" destOrd="0" presId="urn:microsoft.com/office/officeart/2005/8/layout/venn1"/>
    <dgm:cxn modelId="{AC68BD76-0B3D-9C4E-9C82-EFDF3B3B5193}" type="presOf" srcId="{53E1AF54-1562-4394-89A5-D77E99DC9B8F}" destId="{B0E6CDB8-E2F3-604A-8F45-9E2F3A280F7A}" srcOrd="1" destOrd="0" presId="urn:microsoft.com/office/officeart/2005/8/layout/venn1"/>
    <dgm:cxn modelId="{36B71B79-56B6-EE4B-AEDF-880599C0FF46}" type="presOf" srcId="{C3FC563D-99D1-4658-9076-3ABFB0E2C5A7}" destId="{98643157-74F2-F54C-9CD8-BF4AE024CC84}" srcOrd="0" destOrd="0" presId="urn:microsoft.com/office/officeart/2005/8/layout/venn1"/>
    <dgm:cxn modelId="{8200FB84-0AFE-4913-A797-1040A9CD5123}" srcId="{C22CE09D-B305-403C-A065-E45084C0B045}" destId="{A9DB0E3A-BFE6-4931-98EB-6490C3C62F07}" srcOrd="2" destOrd="0" parTransId="{323C54A8-45A3-4BE8-8BE2-D968AA0A5270}" sibTransId="{F06585CC-19FD-42FA-B1B9-CF0C0F6C50C2}"/>
    <dgm:cxn modelId="{4B7124BE-9022-43E7-B86A-1D8CFD45DF6E}" srcId="{C22CE09D-B305-403C-A065-E45084C0B045}" destId="{C3FC563D-99D1-4658-9076-3ABFB0E2C5A7}" srcOrd="1" destOrd="0" parTransId="{E719018F-1F8D-49B8-AC77-BB60F8C578D3}" sibTransId="{72C77A2E-EDD0-448D-92E6-B9F0FB41D8E4}"/>
    <dgm:cxn modelId="{3D48EFEA-E14C-7147-B820-5FB3E1D8FE7E}" type="presOf" srcId="{C3FC563D-99D1-4658-9076-3ABFB0E2C5A7}" destId="{60046D57-D903-0041-BA17-55EE39090530}" srcOrd="1" destOrd="0" presId="urn:microsoft.com/office/officeart/2005/8/layout/venn1"/>
    <dgm:cxn modelId="{D47170F3-EB64-4FBB-932A-55B7D23430CE}" srcId="{C22CE09D-B305-403C-A065-E45084C0B045}" destId="{53E1AF54-1562-4394-89A5-D77E99DC9B8F}" srcOrd="3" destOrd="0" parTransId="{59043754-96D5-42F1-A115-C6E548984744}" sibTransId="{49E5BE14-69AB-40BA-BBD0-ED582ED7E39C}"/>
    <dgm:cxn modelId="{FD4E9FF7-A444-9342-9461-AE7D9E74B753}" type="presOf" srcId="{1A3D5F91-AC62-40F0-9498-708039A86FEE}" destId="{AEF1B0F8-F025-C641-98C6-6D9A768EFC72}" srcOrd="0" destOrd="0" presId="urn:microsoft.com/office/officeart/2005/8/layout/venn1"/>
    <dgm:cxn modelId="{EE496DC4-EB0E-8F4F-BE58-8AC55269D7F1}" type="presParOf" srcId="{6AC50ABB-24AD-4043-BEF0-1A5759C151DD}" destId="{AEF1B0F8-F025-C641-98C6-6D9A768EFC72}" srcOrd="0" destOrd="0" presId="urn:microsoft.com/office/officeart/2005/8/layout/venn1"/>
    <dgm:cxn modelId="{6B0378CA-1F65-A146-BA9F-07B811CE575B}" type="presParOf" srcId="{6AC50ABB-24AD-4043-BEF0-1A5759C151DD}" destId="{81CCFF37-518F-054B-91BE-1F0C3E265C75}" srcOrd="1" destOrd="0" presId="urn:microsoft.com/office/officeart/2005/8/layout/venn1"/>
    <dgm:cxn modelId="{6DCC5AF7-B6D8-EB4E-AC98-A1E8A7CD4090}" type="presParOf" srcId="{6AC50ABB-24AD-4043-BEF0-1A5759C151DD}" destId="{98643157-74F2-F54C-9CD8-BF4AE024CC84}" srcOrd="2" destOrd="0" presId="urn:microsoft.com/office/officeart/2005/8/layout/venn1"/>
    <dgm:cxn modelId="{95412FE5-4DFD-3E4D-8FC1-611C1D717FFA}" type="presParOf" srcId="{6AC50ABB-24AD-4043-BEF0-1A5759C151DD}" destId="{60046D57-D903-0041-BA17-55EE39090530}" srcOrd="3" destOrd="0" presId="urn:microsoft.com/office/officeart/2005/8/layout/venn1"/>
    <dgm:cxn modelId="{C526F8A2-C4CD-4642-AA54-DA026FADDBE2}" type="presParOf" srcId="{6AC50ABB-24AD-4043-BEF0-1A5759C151DD}" destId="{42E98374-6DD7-A847-9CE4-E18057802C9E}" srcOrd="4" destOrd="0" presId="urn:microsoft.com/office/officeart/2005/8/layout/venn1"/>
    <dgm:cxn modelId="{E1D63E77-CDF3-054B-A9F4-D4257EEA39D8}" type="presParOf" srcId="{6AC50ABB-24AD-4043-BEF0-1A5759C151DD}" destId="{367A4B3E-97CA-E642-8D9F-2EC576D96D6D}" srcOrd="5" destOrd="0" presId="urn:microsoft.com/office/officeart/2005/8/layout/venn1"/>
    <dgm:cxn modelId="{DDB15BFB-605F-6C4C-A40C-5C7213268E70}" type="presParOf" srcId="{6AC50ABB-24AD-4043-BEF0-1A5759C151DD}" destId="{EA33487F-2BCB-3841-8A35-959DB7090149}" srcOrd="6" destOrd="0" presId="urn:microsoft.com/office/officeart/2005/8/layout/venn1"/>
    <dgm:cxn modelId="{9FD4692F-B3AB-D648-A538-54935AE2F0FE}" type="presParOf" srcId="{6AC50ABB-24AD-4043-BEF0-1A5759C151DD}" destId="{B0E6CDB8-E2F3-604A-8F45-9E2F3A280F7A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3.xml><?xml version="1.0" encoding="utf-8"?>
<dgm:dataModel xmlns:dgm="http://schemas.openxmlformats.org/drawingml/2006/diagram" xmlns:a="http://schemas.openxmlformats.org/drawingml/2006/main">
  <dgm:ptLst>
    <dgm:pt modelId="{A744A1AD-7121-4C33-91B8-D4188C7163D5}" type="doc">
      <dgm:prSet loTypeId="urn:microsoft.com/office/officeart/2005/8/layout/venn3" qsTypeId="urn:microsoft.com/office/officeart/2005/8/quickstyle/simple2" csTypeId="urn:microsoft.com/office/officeart/2005/8/colors/accent1_2"/>
      <dgm:spPr/>
    </dgm:pt>
    <dgm:pt modelId="{5723BF8C-99A0-48FF-BBFE-941EEDCE83B0}">
      <dgm:prSet/>
      <dgm:spPr/>
      <dgm:t>
        <a:bodyPr/>
        <a:lstStyle/>
        <a:p>
          <a:r>
            <a:t>People</a:t>
          </a:r>
        </a:p>
      </dgm:t>
    </dgm:pt>
    <dgm:pt modelId="{DEAD0ED1-F8ED-49E3-8950-E79E4BEFDF9A}" type="parTrans" cxnId="{DACFE92D-C947-49B2-AA4E-3B2E0410CF9C}">
      <dgm:prSet/>
      <dgm:spPr/>
      <dgm:t>
        <a:bodyPr/>
        <a:lstStyle/>
        <a:p>
          <a:endParaRPr/>
        </a:p>
      </dgm:t>
    </dgm:pt>
    <dgm:pt modelId="{D7C37D34-98A7-47D6-B83D-B0113E67123A}" type="sibTrans" cxnId="{DACFE92D-C947-49B2-AA4E-3B2E0410CF9C}">
      <dgm:prSet/>
      <dgm:spPr/>
      <dgm:t>
        <a:bodyPr/>
        <a:lstStyle/>
        <a:p>
          <a:endParaRPr/>
        </a:p>
      </dgm:t>
    </dgm:pt>
    <dgm:pt modelId="{85CD764D-16BE-490A-BB98-8E934186D60F}">
      <dgm:prSet/>
      <dgm:spPr/>
      <dgm:t>
        <a:bodyPr/>
        <a:lstStyle/>
        <a:p>
          <a:r>
            <a:t>Process</a:t>
          </a:r>
        </a:p>
      </dgm:t>
    </dgm:pt>
    <dgm:pt modelId="{5AA7112C-016F-4E9F-B3EC-D77BDA73F5CB}" type="parTrans" cxnId="{E71C3A6E-A69E-469D-BB2B-FFE5FEECEC7D}">
      <dgm:prSet/>
      <dgm:spPr/>
      <dgm:t>
        <a:bodyPr/>
        <a:lstStyle/>
        <a:p>
          <a:endParaRPr/>
        </a:p>
      </dgm:t>
    </dgm:pt>
    <dgm:pt modelId="{46F6C0CA-679E-41EF-AEA8-925006A97852}" type="sibTrans" cxnId="{E71C3A6E-A69E-469D-BB2B-FFE5FEECEC7D}">
      <dgm:prSet/>
      <dgm:spPr/>
      <dgm:t>
        <a:bodyPr/>
        <a:lstStyle/>
        <a:p>
          <a:endParaRPr/>
        </a:p>
      </dgm:t>
    </dgm:pt>
    <dgm:pt modelId="{EDDDD443-63DE-4FDD-A2F1-934D240061AA}">
      <dgm:prSet/>
      <dgm:spPr/>
      <dgm:t>
        <a:bodyPr/>
        <a:lstStyle/>
        <a:p>
          <a:r>
            <a:t>Technology</a:t>
          </a:r>
        </a:p>
      </dgm:t>
    </dgm:pt>
    <dgm:pt modelId="{C0D7317A-C4B9-4E26-9211-964CB6D699CD}" type="parTrans" cxnId="{B3FE3BDC-E17A-44DE-9AC6-A8B571A7C58B}">
      <dgm:prSet/>
      <dgm:spPr/>
      <dgm:t>
        <a:bodyPr/>
        <a:lstStyle/>
        <a:p>
          <a:endParaRPr/>
        </a:p>
      </dgm:t>
    </dgm:pt>
    <dgm:pt modelId="{15C4CC9B-E0AC-4158-B24C-0D75FC01DA7D}" type="sibTrans" cxnId="{B3FE3BDC-E17A-44DE-9AC6-A8B571A7C58B}">
      <dgm:prSet/>
      <dgm:spPr/>
      <dgm:t>
        <a:bodyPr/>
        <a:lstStyle/>
        <a:p>
          <a:endParaRPr/>
        </a:p>
      </dgm:t>
    </dgm:pt>
    <dgm:pt modelId="{18C5CF64-5C00-4BC6-BA86-574B0E3BF8A0}">
      <dgm:prSet/>
      <dgm:spPr/>
      <dgm:t>
        <a:bodyPr/>
        <a:lstStyle/>
        <a:p>
          <a:r>
            <a:t>Data</a:t>
          </a:r>
        </a:p>
      </dgm:t>
    </dgm:pt>
    <dgm:pt modelId="{17FD36F2-7F9D-4DA9-85ED-5F9411A8C80E}" type="parTrans" cxnId="{121F61C5-943D-449B-9AFA-3215E72DE23D}">
      <dgm:prSet/>
      <dgm:spPr/>
      <dgm:t>
        <a:bodyPr/>
        <a:lstStyle/>
        <a:p>
          <a:endParaRPr/>
        </a:p>
      </dgm:t>
    </dgm:pt>
    <dgm:pt modelId="{295A13E1-6CD3-4845-B087-BA865FCE9433}" type="sibTrans" cxnId="{121F61C5-943D-449B-9AFA-3215E72DE23D}">
      <dgm:prSet/>
      <dgm:spPr/>
      <dgm:t>
        <a:bodyPr/>
        <a:lstStyle/>
        <a:p>
          <a:endParaRPr/>
        </a:p>
      </dgm:t>
    </dgm:pt>
    <dgm:pt modelId="{97EB4B28-4D0C-6146-BEA1-91EC6228197D}" type="pres">
      <dgm:prSet presAssocID="{A744A1AD-7121-4C33-91B8-D4188C7163D5}" presName="Name0" presStyleCnt="0">
        <dgm:presLayoutVars>
          <dgm:dir/>
          <dgm:resizeHandles val="exact"/>
        </dgm:presLayoutVars>
      </dgm:prSet>
      <dgm:spPr/>
    </dgm:pt>
    <dgm:pt modelId="{E16D3012-0337-3246-97C4-1942B7483941}" type="pres">
      <dgm:prSet presAssocID="{5723BF8C-99A0-48FF-BBFE-941EEDCE83B0}" presName="Name5" presStyleLbl="vennNode1" presStyleIdx="0" presStyleCnt="4">
        <dgm:presLayoutVars>
          <dgm:bulletEnabled val="1"/>
        </dgm:presLayoutVars>
      </dgm:prSet>
      <dgm:spPr/>
    </dgm:pt>
    <dgm:pt modelId="{E63064EC-6382-9144-8AFB-5615328149F5}" type="pres">
      <dgm:prSet presAssocID="{D7C37D34-98A7-47D6-B83D-B0113E67123A}" presName="space" presStyleCnt="0"/>
      <dgm:spPr/>
    </dgm:pt>
    <dgm:pt modelId="{426583C2-B436-0F4E-9E61-8AA0CD0E2609}" type="pres">
      <dgm:prSet presAssocID="{85CD764D-16BE-490A-BB98-8E934186D60F}" presName="Name5" presStyleLbl="vennNode1" presStyleIdx="1" presStyleCnt="4">
        <dgm:presLayoutVars>
          <dgm:bulletEnabled val="1"/>
        </dgm:presLayoutVars>
      </dgm:prSet>
      <dgm:spPr/>
    </dgm:pt>
    <dgm:pt modelId="{4A6810AB-6927-B84D-AFF1-9EF1E57B78C2}" type="pres">
      <dgm:prSet presAssocID="{46F6C0CA-679E-41EF-AEA8-925006A97852}" presName="space" presStyleCnt="0"/>
      <dgm:spPr/>
    </dgm:pt>
    <dgm:pt modelId="{0038467B-4B43-2448-B6DF-169D9E91798B}" type="pres">
      <dgm:prSet presAssocID="{EDDDD443-63DE-4FDD-A2F1-934D240061AA}" presName="Name5" presStyleLbl="vennNode1" presStyleIdx="2" presStyleCnt="4">
        <dgm:presLayoutVars>
          <dgm:bulletEnabled val="1"/>
        </dgm:presLayoutVars>
      </dgm:prSet>
      <dgm:spPr/>
    </dgm:pt>
    <dgm:pt modelId="{749243A0-E2EF-584A-8762-BF1B835B0EEC}" type="pres">
      <dgm:prSet presAssocID="{15C4CC9B-E0AC-4158-B24C-0D75FC01DA7D}" presName="space" presStyleCnt="0"/>
      <dgm:spPr/>
    </dgm:pt>
    <dgm:pt modelId="{284C4720-08B8-FD4E-BF00-06CD3F41158F}" type="pres">
      <dgm:prSet presAssocID="{18C5CF64-5C00-4BC6-BA86-574B0E3BF8A0}" presName="Name5" presStyleLbl="vennNode1" presStyleIdx="3" presStyleCnt="4">
        <dgm:presLayoutVars>
          <dgm:bulletEnabled val="1"/>
        </dgm:presLayoutVars>
      </dgm:prSet>
      <dgm:spPr/>
    </dgm:pt>
  </dgm:ptLst>
  <dgm:cxnLst>
    <dgm:cxn modelId="{DACFE92D-C947-49B2-AA4E-3B2E0410CF9C}" srcId="{A744A1AD-7121-4C33-91B8-D4188C7163D5}" destId="{5723BF8C-99A0-48FF-BBFE-941EEDCE83B0}" srcOrd="0" destOrd="0" parTransId="{DEAD0ED1-F8ED-49E3-8950-E79E4BEFDF9A}" sibTransId="{D7C37D34-98A7-47D6-B83D-B0113E67123A}"/>
    <dgm:cxn modelId="{ED4D765D-8790-D846-9089-A8ACDEBD2224}" type="presOf" srcId="{EDDDD443-63DE-4FDD-A2F1-934D240061AA}" destId="{0038467B-4B43-2448-B6DF-169D9E91798B}" srcOrd="0" destOrd="0" presId="urn:microsoft.com/office/officeart/2005/8/layout/venn3"/>
    <dgm:cxn modelId="{366F3167-244B-964B-AFE4-74AEF873FA96}" type="presOf" srcId="{5723BF8C-99A0-48FF-BBFE-941EEDCE83B0}" destId="{E16D3012-0337-3246-97C4-1942B7483941}" srcOrd="0" destOrd="0" presId="urn:microsoft.com/office/officeart/2005/8/layout/venn3"/>
    <dgm:cxn modelId="{BFBE626B-B5D3-3042-9AC8-2FE4323AB10A}" type="presOf" srcId="{A744A1AD-7121-4C33-91B8-D4188C7163D5}" destId="{97EB4B28-4D0C-6146-BEA1-91EC6228197D}" srcOrd="0" destOrd="0" presId="urn:microsoft.com/office/officeart/2005/8/layout/venn3"/>
    <dgm:cxn modelId="{E71C3A6E-A69E-469D-BB2B-FFE5FEECEC7D}" srcId="{A744A1AD-7121-4C33-91B8-D4188C7163D5}" destId="{85CD764D-16BE-490A-BB98-8E934186D60F}" srcOrd="1" destOrd="0" parTransId="{5AA7112C-016F-4E9F-B3EC-D77BDA73F5CB}" sibTransId="{46F6C0CA-679E-41EF-AEA8-925006A97852}"/>
    <dgm:cxn modelId="{71C9D5BF-A3CA-9844-B15C-2DFD6A72616A}" type="presOf" srcId="{18C5CF64-5C00-4BC6-BA86-574B0E3BF8A0}" destId="{284C4720-08B8-FD4E-BF00-06CD3F41158F}" srcOrd="0" destOrd="0" presId="urn:microsoft.com/office/officeart/2005/8/layout/venn3"/>
    <dgm:cxn modelId="{121F61C5-943D-449B-9AFA-3215E72DE23D}" srcId="{A744A1AD-7121-4C33-91B8-D4188C7163D5}" destId="{18C5CF64-5C00-4BC6-BA86-574B0E3BF8A0}" srcOrd="3" destOrd="0" parTransId="{17FD36F2-7F9D-4DA9-85ED-5F9411A8C80E}" sibTransId="{295A13E1-6CD3-4845-B087-BA865FCE9433}"/>
    <dgm:cxn modelId="{B3FE3BDC-E17A-44DE-9AC6-A8B571A7C58B}" srcId="{A744A1AD-7121-4C33-91B8-D4188C7163D5}" destId="{EDDDD443-63DE-4FDD-A2F1-934D240061AA}" srcOrd="2" destOrd="0" parTransId="{C0D7317A-C4B9-4E26-9211-964CB6D699CD}" sibTransId="{15C4CC9B-E0AC-4158-B24C-0D75FC01DA7D}"/>
    <dgm:cxn modelId="{ED634BF7-14F8-1242-A358-75DF8C8C21DA}" type="presOf" srcId="{85CD764D-16BE-490A-BB98-8E934186D60F}" destId="{426583C2-B436-0F4E-9E61-8AA0CD0E2609}" srcOrd="0" destOrd="0" presId="urn:microsoft.com/office/officeart/2005/8/layout/venn3"/>
    <dgm:cxn modelId="{BF4E75A5-F345-DD47-89EF-26338CD310AE}" type="presParOf" srcId="{97EB4B28-4D0C-6146-BEA1-91EC6228197D}" destId="{E16D3012-0337-3246-97C4-1942B7483941}" srcOrd="0" destOrd="0" presId="urn:microsoft.com/office/officeart/2005/8/layout/venn3"/>
    <dgm:cxn modelId="{A6D86BD4-1085-A742-9B10-E9CAB488604D}" type="presParOf" srcId="{97EB4B28-4D0C-6146-BEA1-91EC6228197D}" destId="{E63064EC-6382-9144-8AFB-5615328149F5}" srcOrd="1" destOrd="0" presId="urn:microsoft.com/office/officeart/2005/8/layout/venn3"/>
    <dgm:cxn modelId="{95FFD62B-93B4-6B4B-B530-06FC0B1F040A}" type="presParOf" srcId="{97EB4B28-4D0C-6146-BEA1-91EC6228197D}" destId="{426583C2-B436-0F4E-9E61-8AA0CD0E2609}" srcOrd="2" destOrd="0" presId="urn:microsoft.com/office/officeart/2005/8/layout/venn3"/>
    <dgm:cxn modelId="{E6E1C9C9-1700-1C47-B916-BE3ABCA40B6A}" type="presParOf" srcId="{97EB4B28-4D0C-6146-BEA1-91EC6228197D}" destId="{4A6810AB-6927-B84D-AFF1-9EF1E57B78C2}" srcOrd="3" destOrd="0" presId="urn:microsoft.com/office/officeart/2005/8/layout/venn3"/>
    <dgm:cxn modelId="{3026DFE2-A279-3342-9145-AA934BB3703B}" type="presParOf" srcId="{97EB4B28-4D0C-6146-BEA1-91EC6228197D}" destId="{0038467B-4B43-2448-B6DF-169D9E91798B}" srcOrd="4" destOrd="0" presId="urn:microsoft.com/office/officeart/2005/8/layout/venn3"/>
    <dgm:cxn modelId="{27A414ED-73CC-D441-8ADA-102F168B98B4}" type="presParOf" srcId="{97EB4B28-4D0C-6146-BEA1-91EC6228197D}" destId="{749243A0-E2EF-584A-8762-BF1B835B0EEC}" srcOrd="5" destOrd="0" presId="urn:microsoft.com/office/officeart/2005/8/layout/venn3"/>
    <dgm:cxn modelId="{F21C2440-3C79-B04A-95FF-C0106D3086D0}" type="presParOf" srcId="{97EB4B28-4D0C-6146-BEA1-91EC6228197D}" destId="{284C4720-08B8-FD4E-BF00-06CD3F41158F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4.xml><?xml version="1.0" encoding="utf-8"?>
<dgm:dataModel xmlns:dgm="http://schemas.openxmlformats.org/drawingml/2006/diagram" xmlns:a="http://schemas.openxmlformats.org/drawingml/2006/main">
  <dgm:ptLst>
    <dgm:pt modelId="{88666A66-2788-4C64-BF91-02568CBDA37E}" type="doc">
      <dgm:prSet loTypeId="urn:microsoft.com/office/officeart/2005/8/layout/venn2" qsTypeId="urn:microsoft.com/office/officeart/2005/8/quickstyle/simple2" csTypeId="urn:microsoft.com/office/officeart/2005/8/colors/accent1_2"/>
      <dgm:spPr/>
    </dgm:pt>
    <dgm:pt modelId="{C4AF59E4-307B-47A9-A84B-AE009CFF845A}">
      <dgm:prSet/>
      <dgm:spPr/>
      <dgm:t>
        <a:bodyPr/>
        <a:lstStyle/>
        <a:p>
          <a:r>
            <a:t>People</a:t>
          </a:r>
        </a:p>
      </dgm:t>
    </dgm:pt>
    <dgm:pt modelId="{67D8DEDD-9B4D-42C9-9C32-A50D0D3FC048}" type="parTrans" cxnId="{1DE6E71B-01F6-4207-81CB-4A23CBA15644}">
      <dgm:prSet/>
      <dgm:spPr/>
      <dgm:t>
        <a:bodyPr/>
        <a:lstStyle/>
        <a:p>
          <a:endParaRPr/>
        </a:p>
      </dgm:t>
    </dgm:pt>
    <dgm:pt modelId="{8436907B-A9BB-4A92-8231-4A490C311492}" type="sibTrans" cxnId="{1DE6E71B-01F6-4207-81CB-4A23CBA15644}">
      <dgm:prSet/>
      <dgm:spPr/>
      <dgm:t>
        <a:bodyPr/>
        <a:lstStyle/>
        <a:p>
          <a:endParaRPr/>
        </a:p>
      </dgm:t>
    </dgm:pt>
    <dgm:pt modelId="{BC819BD7-55A3-4025-A411-7A00BCA04AE4}">
      <dgm:prSet/>
      <dgm:spPr/>
      <dgm:t>
        <a:bodyPr/>
        <a:lstStyle/>
        <a:p>
          <a:r>
            <a:t>Process</a:t>
          </a:r>
        </a:p>
      </dgm:t>
    </dgm:pt>
    <dgm:pt modelId="{728F5535-C87A-4BD7-ADB7-709D64DA5144}" type="parTrans" cxnId="{8DA41781-4B33-4DAF-A0F6-C1F0448733BD}">
      <dgm:prSet/>
      <dgm:spPr/>
      <dgm:t>
        <a:bodyPr/>
        <a:lstStyle/>
        <a:p>
          <a:endParaRPr/>
        </a:p>
      </dgm:t>
    </dgm:pt>
    <dgm:pt modelId="{B94A6603-325D-4BB0-8A22-3D0E3210E644}" type="sibTrans" cxnId="{8DA41781-4B33-4DAF-A0F6-C1F0448733BD}">
      <dgm:prSet/>
      <dgm:spPr/>
      <dgm:t>
        <a:bodyPr/>
        <a:lstStyle/>
        <a:p>
          <a:endParaRPr/>
        </a:p>
      </dgm:t>
    </dgm:pt>
    <dgm:pt modelId="{BD87D196-0B3C-4F15-AE24-B0D4A2A68CD8}">
      <dgm:prSet/>
      <dgm:spPr/>
      <dgm:t>
        <a:bodyPr/>
        <a:lstStyle/>
        <a:p>
          <a:r>
            <a:t>Technology</a:t>
          </a:r>
        </a:p>
      </dgm:t>
    </dgm:pt>
    <dgm:pt modelId="{3D6E4F05-3C66-47C7-9E30-473DE0A044AE}" type="parTrans" cxnId="{7E2F89B0-9BDC-4700-B8F5-B86FD0F7DD19}">
      <dgm:prSet/>
      <dgm:spPr/>
      <dgm:t>
        <a:bodyPr/>
        <a:lstStyle/>
        <a:p>
          <a:endParaRPr/>
        </a:p>
      </dgm:t>
    </dgm:pt>
    <dgm:pt modelId="{EE8EF913-3ECE-4BA4-8283-2908C66E0B12}" type="sibTrans" cxnId="{7E2F89B0-9BDC-4700-B8F5-B86FD0F7DD19}">
      <dgm:prSet/>
      <dgm:spPr/>
      <dgm:t>
        <a:bodyPr/>
        <a:lstStyle/>
        <a:p>
          <a:endParaRPr/>
        </a:p>
      </dgm:t>
    </dgm:pt>
    <dgm:pt modelId="{351979BB-F545-4B2D-9246-C8B34697EACB}">
      <dgm:prSet/>
      <dgm:spPr/>
      <dgm:t>
        <a:bodyPr/>
        <a:lstStyle/>
        <a:p>
          <a:r>
            <a:t>Data</a:t>
          </a:r>
        </a:p>
      </dgm:t>
    </dgm:pt>
    <dgm:pt modelId="{BA7DC69A-11F9-4620-977F-B6B020100061}" type="parTrans" cxnId="{4D5B9A3C-2CA1-43BE-836B-4052880343A2}">
      <dgm:prSet/>
      <dgm:spPr/>
      <dgm:t>
        <a:bodyPr/>
        <a:lstStyle/>
        <a:p>
          <a:endParaRPr/>
        </a:p>
      </dgm:t>
    </dgm:pt>
    <dgm:pt modelId="{BE08DD39-4B3D-4C21-ABA9-B85D7E50E8A0}" type="sibTrans" cxnId="{4D5B9A3C-2CA1-43BE-836B-4052880343A2}">
      <dgm:prSet/>
      <dgm:spPr/>
      <dgm:t>
        <a:bodyPr/>
        <a:lstStyle/>
        <a:p>
          <a:endParaRPr/>
        </a:p>
      </dgm:t>
    </dgm:pt>
    <dgm:pt modelId="{AE70BF95-F6DE-704A-B3E9-3479373C1C1B}" type="pres">
      <dgm:prSet presAssocID="{88666A66-2788-4C64-BF91-02568CBDA37E}" presName="Name0" presStyleCnt="0">
        <dgm:presLayoutVars>
          <dgm:chMax val="7"/>
          <dgm:resizeHandles val="exact"/>
        </dgm:presLayoutVars>
      </dgm:prSet>
      <dgm:spPr/>
    </dgm:pt>
    <dgm:pt modelId="{371BF1CF-6EAF-DC49-9FD5-D3635F4A339E}" type="pres">
      <dgm:prSet presAssocID="{88666A66-2788-4C64-BF91-02568CBDA37E}" presName="comp1" presStyleCnt="0"/>
      <dgm:spPr/>
    </dgm:pt>
    <dgm:pt modelId="{D5D30D9A-538A-D040-B79A-EC95C9F9FAF6}" type="pres">
      <dgm:prSet presAssocID="{88666A66-2788-4C64-BF91-02568CBDA37E}" presName="circle1" presStyleLbl="node1" presStyleIdx="0" presStyleCnt="4"/>
      <dgm:spPr/>
    </dgm:pt>
    <dgm:pt modelId="{591B50C5-BC01-254E-87B9-DE5D75A5B991}" type="pres">
      <dgm:prSet presAssocID="{88666A66-2788-4C64-BF91-02568CBDA37E}" presName="c1text" presStyleLbl="node1" presStyleIdx="0" presStyleCnt="4">
        <dgm:presLayoutVars>
          <dgm:bulletEnabled val="1"/>
        </dgm:presLayoutVars>
      </dgm:prSet>
      <dgm:spPr/>
    </dgm:pt>
    <dgm:pt modelId="{3EC0FED7-FC93-AC48-9F13-B080E590BF4A}" type="pres">
      <dgm:prSet presAssocID="{88666A66-2788-4C64-BF91-02568CBDA37E}" presName="comp2" presStyleCnt="0"/>
      <dgm:spPr/>
    </dgm:pt>
    <dgm:pt modelId="{994BAE2E-62F5-2347-A93F-6DD0B5B70DFB}" type="pres">
      <dgm:prSet presAssocID="{88666A66-2788-4C64-BF91-02568CBDA37E}" presName="circle2" presStyleLbl="node1" presStyleIdx="1" presStyleCnt="4"/>
      <dgm:spPr/>
    </dgm:pt>
    <dgm:pt modelId="{057C0DE1-08E3-154B-830D-6DB8A1B71C74}" type="pres">
      <dgm:prSet presAssocID="{88666A66-2788-4C64-BF91-02568CBDA37E}" presName="c2text" presStyleLbl="node1" presStyleIdx="1" presStyleCnt="4">
        <dgm:presLayoutVars>
          <dgm:bulletEnabled val="1"/>
        </dgm:presLayoutVars>
      </dgm:prSet>
      <dgm:spPr/>
    </dgm:pt>
    <dgm:pt modelId="{45CDD1F6-9A98-6A4C-8147-AAD3C09DA715}" type="pres">
      <dgm:prSet presAssocID="{88666A66-2788-4C64-BF91-02568CBDA37E}" presName="comp3" presStyleCnt="0"/>
      <dgm:spPr/>
    </dgm:pt>
    <dgm:pt modelId="{E6AD93A7-CFC2-1848-BC32-E6AF825DBF3F}" type="pres">
      <dgm:prSet presAssocID="{88666A66-2788-4C64-BF91-02568CBDA37E}" presName="circle3" presStyleLbl="node1" presStyleIdx="2" presStyleCnt="4"/>
      <dgm:spPr/>
    </dgm:pt>
    <dgm:pt modelId="{50075F6F-88BB-5549-AEC4-A700BC0862BC}" type="pres">
      <dgm:prSet presAssocID="{88666A66-2788-4C64-BF91-02568CBDA37E}" presName="c3text" presStyleLbl="node1" presStyleIdx="2" presStyleCnt="4">
        <dgm:presLayoutVars>
          <dgm:bulletEnabled val="1"/>
        </dgm:presLayoutVars>
      </dgm:prSet>
      <dgm:spPr/>
    </dgm:pt>
    <dgm:pt modelId="{7E291205-56B7-2448-BFEE-6F8BBB13231D}" type="pres">
      <dgm:prSet presAssocID="{88666A66-2788-4C64-BF91-02568CBDA37E}" presName="comp4" presStyleCnt="0"/>
      <dgm:spPr/>
    </dgm:pt>
    <dgm:pt modelId="{E4748215-BED7-5344-AA7D-C32027985696}" type="pres">
      <dgm:prSet presAssocID="{88666A66-2788-4C64-BF91-02568CBDA37E}" presName="circle4" presStyleLbl="node1" presStyleIdx="3" presStyleCnt="4"/>
      <dgm:spPr/>
    </dgm:pt>
    <dgm:pt modelId="{A65B0E9F-D6D4-BE41-ABEA-AA2C9837449A}" type="pres">
      <dgm:prSet presAssocID="{88666A66-2788-4C64-BF91-02568CBDA37E}" presName="c4text" presStyleLbl="node1" presStyleIdx="3" presStyleCnt="4">
        <dgm:presLayoutVars>
          <dgm:bulletEnabled val="1"/>
        </dgm:presLayoutVars>
      </dgm:prSet>
      <dgm:spPr/>
    </dgm:pt>
  </dgm:ptLst>
  <dgm:cxnLst>
    <dgm:cxn modelId="{A658741B-BB56-2843-BCEC-C472536E357C}" type="presOf" srcId="{BC819BD7-55A3-4025-A411-7A00BCA04AE4}" destId="{994BAE2E-62F5-2347-A93F-6DD0B5B70DFB}" srcOrd="0" destOrd="0" presId="urn:microsoft.com/office/officeart/2005/8/layout/venn2"/>
    <dgm:cxn modelId="{1DE6E71B-01F6-4207-81CB-4A23CBA15644}" srcId="{88666A66-2788-4C64-BF91-02568CBDA37E}" destId="{C4AF59E4-307B-47A9-A84B-AE009CFF845A}" srcOrd="0" destOrd="0" parTransId="{67D8DEDD-9B4D-42C9-9C32-A50D0D3FC048}" sibTransId="{8436907B-A9BB-4A92-8231-4A490C311492}"/>
    <dgm:cxn modelId="{FC145028-B4E6-7541-AF76-91D8DE144300}" type="presOf" srcId="{C4AF59E4-307B-47A9-A84B-AE009CFF845A}" destId="{D5D30D9A-538A-D040-B79A-EC95C9F9FAF6}" srcOrd="0" destOrd="0" presId="urn:microsoft.com/office/officeart/2005/8/layout/venn2"/>
    <dgm:cxn modelId="{EE16D42D-F726-5044-9B82-E1087A629FB8}" type="presOf" srcId="{88666A66-2788-4C64-BF91-02568CBDA37E}" destId="{AE70BF95-F6DE-704A-B3E9-3479373C1C1B}" srcOrd="0" destOrd="0" presId="urn:microsoft.com/office/officeart/2005/8/layout/venn2"/>
    <dgm:cxn modelId="{4D5B9A3C-2CA1-43BE-836B-4052880343A2}" srcId="{88666A66-2788-4C64-BF91-02568CBDA37E}" destId="{351979BB-F545-4B2D-9246-C8B34697EACB}" srcOrd="3" destOrd="0" parTransId="{BA7DC69A-11F9-4620-977F-B6B020100061}" sibTransId="{BE08DD39-4B3D-4C21-ABA9-B85D7E50E8A0}"/>
    <dgm:cxn modelId="{2793E651-CD66-EF4A-AAFD-8050E9686FF8}" type="presOf" srcId="{C4AF59E4-307B-47A9-A84B-AE009CFF845A}" destId="{591B50C5-BC01-254E-87B9-DE5D75A5B991}" srcOrd="1" destOrd="0" presId="urn:microsoft.com/office/officeart/2005/8/layout/venn2"/>
    <dgm:cxn modelId="{92E1E075-19C3-3B47-930A-81A1ED693044}" type="presOf" srcId="{BD87D196-0B3C-4F15-AE24-B0D4A2A68CD8}" destId="{E6AD93A7-CFC2-1848-BC32-E6AF825DBF3F}" srcOrd="0" destOrd="0" presId="urn:microsoft.com/office/officeart/2005/8/layout/venn2"/>
    <dgm:cxn modelId="{8DA41781-4B33-4DAF-A0F6-C1F0448733BD}" srcId="{88666A66-2788-4C64-BF91-02568CBDA37E}" destId="{BC819BD7-55A3-4025-A411-7A00BCA04AE4}" srcOrd="1" destOrd="0" parTransId="{728F5535-C87A-4BD7-ADB7-709D64DA5144}" sibTransId="{B94A6603-325D-4BB0-8A22-3D0E3210E644}"/>
    <dgm:cxn modelId="{F9A92F9E-4E02-234C-9230-52BA78CF4F14}" type="presOf" srcId="{BC819BD7-55A3-4025-A411-7A00BCA04AE4}" destId="{057C0DE1-08E3-154B-830D-6DB8A1B71C74}" srcOrd="1" destOrd="0" presId="urn:microsoft.com/office/officeart/2005/8/layout/venn2"/>
    <dgm:cxn modelId="{E7932FAA-9EB5-804E-B916-07D1C906E0BA}" type="presOf" srcId="{BD87D196-0B3C-4F15-AE24-B0D4A2A68CD8}" destId="{50075F6F-88BB-5549-AEC4-A700BC0862BC}" srcOrd="1" destOrd="0" presId="urn:microsoft.com/office/officeart/2005/8/layout/venn2"/>
    <dgm:cxn modelId="{7E2F89B0-9BDC-4700-B8F5-B86FD0F7DD19}" srcId="{88666A66-2788-4C64-BF91-02568CBDA37E}" destId="{BD87D196-0B3C-4F15-AE24-B0D4A2A68CD8}" srcOrd="2" destOrd="0" parTransId="{3D6E4F05-3C66-47C7-9E30-473DE0A044AE}" sibTransId="{EE8EF913-3ECE-4BA4-8283-2908C66E0B12}"/>
    <dgm:cxn modelId="{1C828DF9-FD29-074B-A235-2B75931E00BF}" type="presOf" srcId="{351979BB-F545-4B2D-9246-C8B34697EACB}" destId="{E4748215-BED7-5344-AA7D-C32027985696}" srcOrd="0" destOrd="0" presId="urn:microsoft.com/office/officeart/2005/8/layout/venn2"/>
    <dgm:cxn modelId="{912578FD-2C3F-9943-810E-89CD81AA007C}" type="presOf" srcId="{351979BB-F545-4B2D-9246-C8B34697EACB}" destId="{A65B0E9F-D6D4-BE41-ABEA-AA2C9837449A}" srcOrd="1" destOrd="0" presId="urn:microsoft.com/office/officeart/2005/8/layout/venn2"/>
    <dgm:cxn modelId="{E9A25966-D54F-8F46-A20C-FD483E2C3C5F}" type="presParOf" srcId="{AE70BF95-F6DE-704A-B3E9-3479373C1C1B}" destId="{371BF1CF-6EAF-DC49-9FD5-D3635F4A339E}" srcOrd="0" destOrd="0" presId="urn:microsoft.com/office/officeart/2005/8/layout/venn2"/>
    <dgm:cxn modelId="{9F221E80-BE31-2441-992D-DF0582BD8E37}" type="presParOf" srcId="{371BF1CF-6EAF-DC49-9FD5-D3635F4A339E}" destId="{D5D30D9A-538A-D040-B79A-EC95C9F9FAF6}" srcOrd="0" destOrd="0" presId="urn:microsoft.com/office/officeart/2005/8/layout/venn2"/>
    <dgm:cxn modelId="{EBA7276F-C5EF-014B-A014-BB072920B14D}" type="presParOf" srcId="{371BF1CF-6EAF-DC49-9FD5-D3635F4A339E}" destId="{591B50C5-BC01-254E-87B9-DE5D75A5B991}" srcOrd="1" destOrd="0" presId="urn:microsoft.com/office/officeart/2005/8/layout/venn2"/>
    <dgm:cxn modelId="{ED5E92E5-9CEB-864C-9EB5-3C08CF8DED14}" type="presParOf" srcId="{AE70BF95-F6DE-704A-B3E9-3479373C1C1B}" destId="{3EC0FED7-FC93-AC48-9F13-B080E590BF4A}" srcOrd="1" destOrd="0" presId="urn:microsoft.com/office/officeart/2005/8/layout/venn2"/>
    <dgm:cxn modelId="{3A7A4C50-A511-8547-9C38-9E890A6081C8}" type="presParOf" srcId="{3EC0FED7-FC93-AC48-9F13-B080E590BF4A}" destId="{994BAE2E-62F5-2347-A93F-6DD0B5B70DFB}" srcOrd="0" destOrd="0" presId="urn:microsoft.com/office/officeart/2005/8/layout/venn2"/>
    <dgm:cxn modelId="{68412BFE-BC81-C44D-B59F-E7471EDB2653}" type="presParOf" srcId="{3EC0FED7-FC93-AC48-9F13-B080E590BF4A}" destId="{057C0DE1-08E3-154B-830D-6DB8A1B71C74}" srcOrd="1" destOrd="0" presId="urn:microsoft.com/office/officeart/2005/8/layout/venn2"/>
    <dgm:cxn modelId="{17918C60-5B8F-1842-817A-E687701D93DE}" type="presParOf" srcId="{AE70BF95-F6DE-704A-B3E9-3479373C1C1B}" destId="{45CDD1F6-9A98-6A4C-8147-AAD3C09DA715}" srcOrd="2" destOrd="0" presId="urn:microsoft.com/office/officeart/2005/8/layout/venn2"/>
    <dgm:cxn modelId="{9D76E892-E522-3843-9F5C-AD8BB0C62A75}" type="presParOf" srcId="{45CDD1F6-9A98-6A4C-8147-AAD3C09DA715}" destId="{E6AD93A7-CFC2-1848-BC32-E6AF825DBF3F}" srcOrd="0" destOrd="0" presId="urn:microsoft.com/office/officeart/2005/8/layout/venn2"/>
    <dgm:cxn modelId="{CDF91095-A8F4-1744-9604-BB603C57E57D}" type="presParOf" srcId="{45CDD1F6-9A98-6A4C-8147-AAD3C09DA715}" destId="{50075F6F-88BB-5549-AEC4-A700BC0862BC}" srcOrd="1" destOrd="0" presId="urn:microsoft.com/office/officeart/2005/8/layout/venn2"/>
    <dgm:cxn modelId="{18E04FAD-E9DC-024F-BA28-4F11374A2615}" type="presParOf" srcId="{AE70BF95-F6DE-704A-B3E9-3479373C1C1B}" destId="{7E291205-56B7-2448-BFEE-6F8BBB13231D}" srcOrd="3" destOrd="0" presId="urn:microsoft.com/office/officeart/2005/8/layout/venn2"/>
    <dgm:cxn modelId="{358CCB00-BB9B-5A47-8292-A31C1E6B7F71}" type="presParOf" srcId="{7E291205-56B7-2448-BFEE-6F8BBB13231D}" destId="{E4748215-BED7-5344-AA7D-C32027985696}" srcOrd="0" destOrd="0" presId="urn:microsoft.com/office/officeart/2005/8/layout/venn2"/>
    <dgm:cxn modelId="{A88D5E80-9503-D648-8A06-CAAF820F8326}" type="presParOf" srcId="{7E291205-56B7-2448-BFEE-6F8BBB13231D}" destId="{A65B0E9F-D6D4-BE41-ABEA-AA2C9837449A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5.xml><?xml version="1.0" encoding="utf-8"?>
<dgm:dataModel xmlns:dgm="http://schemas.openxmlformats.org/drawingml/2006/diagram" xmlns:a="http://schemas.openxmlformats.org/drawingml/2006/main">
  <dgm:ptLst>
    <dgm:pt modelId="{4EEFFFA6-0F47-4DB7-A536-3D200A253303}" type="doc">
      <dgm:prSet loTypeId="urn:microsoft.com/office/officeart/2005/8/layout/rings+Icon" qsTypeId="urn:microsoft.com/office/officeart/2005/8/quickstyle/simple2" csTypeId="urn:microsoft.com/office/officeart/2005/8/colors/accent1_2"/>
      <dgm:spPr/>
    </dgm:pt>
    <dgm:pt modelId="{17D90C1C-76CD-4EF6-BA51-3EA35E458A39}">
      <dgm:prSet/>
      <dgm:spPr/>
      <dgm:t>
        <a:bodyPr/>
        <a:lstStyle/>
        <a:p>
          <a:r>
            <a:t>People</a:t>
          </a:r>
        </a:p>
      </dgm:t>
    </dgm:pt>
    <dgm:pt modelId="{6085392D-B4E5-4C15-B5C8-2EA33251C76A}" type="parTrans" cxnId="{EF52A9FF-6E75-4E65-9E0E-241DB05E15F6}">
      <dgm:prSet/>
      <dgm:spPr/>
      <dgm:t>
        <a:bodyPr/>
        <a:lstStyle/>
        <a:p>
          <a:endParaRPr/>
        </a:p>
      </dgm:t>
    </dgm:pt>
    <dgm:pt modelId="{95A39F1B-89B2-4F1E-BADC-198BC0191C14}" type="sibTrans" cxnId="{EF52A9FF-6E75-4E65-9E0E-241DB05E15F6}">
      <dgm:prSet/>
      <dgm:spPr/>
      <dgm:t>
        <a:bodyPr/>
        <a:lstStyle/>
        <a:p>
          <a:endParaRPr/>
        </a:p>
      </dgm:t>
    </dgm:pt>
    <dgm:pt modelId="{85B6ABF2-1FB8-477B-90C6-867CE2930A2A}">
      <dgm:prSet/>
      <dgm:spPr/>
      <dgm:t>
        <a:bodyPr/>
        <a:lstStyle/>
        <a:p>
          <a:r>
            <a:t>Process</a:t>
          </a:r>
        </a:p>
      </dgm:t>
    </dgm:pt>
    <dgm:pt modelId="{6542913B-5095-4BF5-9795-1605D9912423}" type="parTrans" cxnId="{C175064A-A47C-41CB-9E4D-B1485FD7B6FF}">
      <dgm:prSet/>
      <dgm:spPr/>
      <dgm:t>
        <a:bodyPr/>
        <a:lstStyle/>
        <a:p>
          <a:endParaRPr/>
        </a:p>
      </dgm:t>
    </dgm:pt>
    <dgm:pt modelId="{29AC08F7-8100-441E-B601-CB1F678AEBBD}" type="sibTrans" cxnId="{C175064A-A47C-41CB-9E4D-B1485FD7B6FF}">
      <dgm:prSet/>
      <dgm:spPr/>
      <dgm:t>
        <a:bodyPr/>
        <a:lstStyle/>
        <a:p>
          <a:endParaRPr/>
        </a:p>
      </dgm:t>
    </dgm:pt>
    <dgm:pt modelId="{C82ECEC7-8759-45E9-9D4E-F27D5D8546E7}">
      <dgm:prSet/>
      <dgm:spPr/>
      <dgm:t>
        <a:bodyPr/>
        <a:lstStyle/>
        <a:p>
          <a:r>
            <a:t>Technology</a:t>
          </a:r>
        </a:p>
      </dgm:t>
    </dgm:pt>
    <dgm:pt modelId="{6D7A97D0-FAFB-46C5-9AF2-0DF3616AF43D}" type="parTrans" cxnId="{65ED5B30-05FD-4437-B9BB-85C3E9500C04}">
      <dgm:prSet/>
      <dgm:spPr/>
      <dgm:t>
        <a:bodyPr/>
        <a:lstStyle/>
        <a:p>
          <a:endParaRPr/>
        </a:p>
      </dgm:t>
    </dgm:pt>
    <dgm:pt modelId="{E127A57D-FF88-4234-AFBE-14E927B118ED}" type="sibTrans" cxnId="{65ED5B30-05FD-4437-B9BB-85C3E9500C04}">
      <dgm:prSet/>
      <dgm:spPr/>
      <dgm:t>
        <a:bodyPr/>
        <a:lstStyle/>
        <a:p>
          <a:endParaRPr/>
        </a:p>
      </dgm:t>
    </dgm:pt>
    <dgm:pt modelId="{25033DA1-7C2B-444E-AF5D-F1AFC0CB1AC5}">
      <dgm:prSet/>
      <dgm:spPr/>
      <dgm:t>
        <a:bodyPr/>
        <a:lstStyle/>
        <a:p>
          <a:r>
            <a:t>Data</a:t>
          </a:r>
        </a:p>
      </dgm:t>
    </dgm:pt>
    <dgm:pt modelId="{D6AFEB06-58AA-4B91-9AFB-D093EC8FFDD7}" type="parTrans" cxnId="{5314A6F4-E2DF-4083-9B7C-BC923E1FAF7D}">
      <dgm:prSet/>
      <dgm:spPr/>
      <dgm:t>
        <a:bodyPr/>
        <a:lstStyle/>
        <a:p>
          <a:endParaRPr/>
        </a:p>
      </dgm:t>
    </dgm:pt>
    <dgm:pt modelId="{C35C4308-83BE-4E1A-9AA5-3EAB78BA4E94}" type="sibTrans" cxnId="{5314A6F4-E2DF-4083-9B7C-BC923E1FAF7D}">
      <dgm:prSet/>
      <dgm:spPr/>
      <dgm:t>
        <a:bodyPr/>
        <a:lstStyle/>
        <a:p>
          <a:endParaRPr/>
        </a:p>
      </dgm:t>
    </dgm:pt>
    <dgm:pt modelId="{5092B589-530B-204A-8B61-FDE0432D2EA7}" type="pres">
      <dgm:prSet presAssocID="{4EEFFFA6-0F47-4DB7-A536-3D200A253303}" presName="Name0" presStyleCnt="0">
        <dgm:presLayoutVars>
          <dgm:chMax val="7"/>
          <dgm:dir/>
          <dgm:resizeHandles val="exact"/>
        </dgm:presLayoutVars>
      </dgm:prSet>
      <dgm:spPr/>
    </dgm:pt>
    <dgm:pt modelId="{C2C508AB-130E-4E4C-A600-6CB309FA4257}" type="pres">
      <dgm:prSet presAssocID="{4EEFFFA6-0F47-4DB7-A536-3D200A253303}" presName="ellipse1" presStyleLbl="vennNode1" presStyleIdx="0" presStyleCnt="4">
        <dgm:presLayoutVars>
          <dgm:bulletEnabled val="1"/>
        </dgm:presLayoutVars>
      </dgm:prSet>
      <dgm:spPr/>
    </dgm:pt>
    <dgm:pt modelId="{70AB3405-CB16-EC4E-9074-F764375A04F4}" type="pres">
      <dgm:prSet presAssocID="{4EEFFFA6-0F47-4DB7-A536-3D200A253303}" presName="ellipse2" presStyleLbl="vennNode1" presStyleIdx="1" presStyleCnt="4">
        <dgm:presLayoutVars>
          <dgm:bulletEnabled val="1"/>
        </dgm:presLayoutVars>
      </dgm:prSet>
      <dgm:spPr/>
    </dgm:pt>
    <dgm:pt modelId="{4E50B248-2524-5248-B656-CBBC567C0CE8}" type="pres">
      <dgm:prSet presAssocID="{4EEFFFA6-0F47-4DB7-A536-3D200A253303}" presName="ellipse3" presStyleLbl="vennNode1" presStyleIdx="2" presStyleCnt="4">
        <dgm:presLayoutVars>
          <dgm:bulletEnabled val="1"/>
        </dgm:presLayoutVars>
      </dgm:prSet>
      <dgm:spPr/>
    </dgm:pt>
    <dgm:pt modelId="{FA1FDB77-F576-5345-86E8-8B6501C8F80E}" type="pres">
      <dgm:prSet presAssocID="{4EEFFFA6-0F47-4DB7-A536-3D200A253303}" presName="ellipse4" presStyleLbl="vennNode1" presStyleIdx="3" presStyleCnt="4">
        <dgm:presLayoutVars>
          <dgm:bulletEnabled val="1"/>
        </dgm:presLayoutVars>
      </dgm:prSet>
      <dgm:spPr/>
    </dgm:pt>
  </dgm:ptLst>
  <dgm:cxnLst>
    <dgm:cxn modelId="{F255E22F-F900-374D-9B9F-04974ACC37C1}" type="presOf" srcId="{C82ECEC7-8759-45E9-9D4E-F27D5D8546E7}" destId="{4E50B248-2524-5248-B656-CBBC567C0CE8}" srcOrd="0" destOrd="0" presId="urn:microsoft.com/office/officeart/2005/8/layout/rings+Icon"/>
    <dgm:cxn modelId="{65ED5B30-05FD-4437-B9BB-85C3E9500C04}" srcId="{4EEFFFA6-0F47-4DB7-A536-3D200A253303}" destId="{C82ECEC7-8759-45E9-9D4E-F27D5D8546E7}" srcOrd="2" destOrd="0" parTransId="{6D7A97D0-FAFB-46C5-9AF2-0DF3616AF43D}" sibTransId="{E127A57D-FF88-4234-AFBE-14E927B118ED}"/>
    <dgm:cxn modelId="{C175064A-A47C-41CB-9E4D-B1485FD7B6FF}" srcId="{4EEFFFA6-0F47-4DB7-A536-3D200A253303}" destId="{85B6ABF2-1FB8-477B-90C6-867CE2930A2A}" srcOrd="1" destOrd="0" parTransId="{6542913B-5095-4BF5-9795-1605D9912423}" sibTransId="{29AC08F7-8100-441E-B601-CB1F678AEBBD}"/>
    <dgm:cxn modelId="{0246639D-B76D-804D-A14C-7BF26998C2FE}" type="presOf" srcId="{4EEFFFA6-0F47-4DB7-A536-3D200A253303}" destId="{5092B589-530B-204A-8B61-FDE0432D2EA7}" srcOrd="0" destOrd="0" presId="urn:microsoft.com/office/officeart/2005/8/layout/rings+Icon"/>
    <dgm:cxn modelId="{053082C0-2B8C-BB41-95C4-5952002721A1}" type="presOf" srcId="{25033DA1-7C2B-444E-AF5D-F1AFC0CB1AC5}" destId="{FA1FDB77-F576-5345-86E8-8B6501C8F80E}" srcOrd="0" destOrd="0" presId="urn:microsoft.com/office/officeart/2005/8/layout/rings+Icon"/>
    <dgm:cxn modelId="{5D1DE3D8-DBF5-F346-ADA0-AACDE81690D2}" type="presOf" srcId="{85B6ABF2-1FB8-477B-90C6-867CE2930A2A}" destId="{70AB3405-CB16-EC4E-9074-F764375A04F4}" srcOrd="0" destOrd="0" presId="urn:microsoft.com/office/officeart/2005/8/layout/rings+Icon"/>
    <dgm:cxn modelId="{5314A6F4-E2DF-4083-9B7C-BC923E1FAF7D}" srcId="{4EEFFFA6-0F47-4DB7-A536-3D200A253303}" destId="{25033DA1-7C2B-444E-AF5D-F1AFC0CB1AC5}" srcOrd="3" destOrd="0" parTransId="{D6AFEB06-58AA-4B91-9AFB-D093EC8FFDD7}" sibTransId="{C35C4308-83BE-4E1A-9AA5-3EAB78BA4E94}"/>
    <dgm:cxn modelId="{7D31B3FA-6EE5-8B42-9401-3008AAB0EA9B}" type="presOf" srcId="{17D90C1C-76CD-4EF6-BA51-3EA35E458A39}" destId="{C2C508AB-130E-4E4C-A600-6CB309FA4257}" srcOrd="0" destOrd="0" presId="urn:microsoft.com/office/officeart/2005/8/layout/rings+Icon"/>
    <dgm:cxn modelId="{EF52A9FF-6E75-4E65-9E0E-241DB05E15F6}" srcId="{4EEFFFA6-0F47-4DB7-A536-3D200A253303}" destId="{17D90C1C-76CD-4EF6-BA51-3EA35E458A39}" srcOrd="0" destOrd="0" parTransId="{6085392D-B4E5-4C15-B5C8-2EA33251C76A}" sibTransId="{95A39F1B-89B2-4F1E-BADC-198BC0191C14}"/>
    <dgm:cxn modelId="{B318E477-6F01-2644-83D6-10D339D8FAFF}" type="presParOf" srcId="{5092B589-530B-204A-8B61-FDE0432D2EA7}" destId="{C2C508AB-130E-4E4C-A600-6CB309FA4257}" srcOrd="0" destOrd="0" presId="urn:microsoft.com/office/officeart/2005/8/layout/rings+Icon"/>
    <dgm:cxn modelId="{0BD6E53F-3D78-BE4A-A6B8-BBBE80636DD2}" type="presParOf" srcId="{5092B589-530B-204A-8B61-FDE0432D2EA7}" destId="{70AB3405-CB16-EC4E-9074-F764375A04F4}" srcOrd="1" destOrd="0" presId="urn:microsoft.com/office/officeart/2005/8/layout/rings+Icon"/>
    <dgm:cxn modelId="{964C8CEB-64F5-7C48-BEF2-B80EDCD87E71}" type="presParOf" srcId="{5092B589-530B-204A-8B61-FDE0432D2EA7}" destId="{4E50B248-2524-5248-B656-CBBC567C0CE8}" srcOrd="2" destOrd="0" presId="urn:microsoft.com/office/officeart/2005/8/layout/rings+Icon"/>
    <dgm:cxn modelId="{94E01F39-EA92-7141-B50B-0872D135944E}" type="presParOf" srcId="{5092B589-530B-204A-8B61-FDE0432D2EA7}" destId="{FA1FDB77-F576-5345-86E8-8B6501C8F80E}" srcOrd="3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6.xml><?xml version="1.0" encoding="utf-8"?>
<dgm:dataModel xmlns:dgm="http://schemas.openxmlformats.org/drawingml/2006/diagram" xmlns:a="http://schemas.openxmlformats.org/drawingml/2006/main">
  <dgm:ptLst>
    <dgm:pt modelId="{ECFF523A-F876-4D98-9B84-1DE7974571B3}" type="doc">
      <dgm:prSet loTypeId="urn:microsoft.com/office/officeart/2005/8/layout/matrix3" qsTypeId="urn:microsoft.com/office/officeart/2005/8/quickstyle/simple2" csTypeId="urn:microsoft.com/office/officeart/2005/8/colors/accent1_2"/>
      <dgm:spPr/>
    </dgm:pt>
    <dgm:pt modelId="{35B27AC5-7BD1-4C51-8E1A-A00115E480B0}">
      <dgm:prSet/>
      <dgm:spPr/>
      <dgm:t>
        <a:bodyPr/>
        <a:lstStyle/>
        <a:p>
          <a:r>
            <a:t>Explore</a:t>
          </a:r>
        </a:p>
      </dgm:t>
    </dgm:pt>
    <dgm:pt modelId="{0FFACA1B-D0F1-45D9-BEB9-44F39053A1C1}" type="parTrans" cxnId="{6EF259ED-0680-4CFF-9990-5136488F6760}">
      <dgm:prSet/>
      <dgm:spPr/>
      <dgm:t>
        <a:bodyPr/>
        <a:lstStyle/>
        <a:p>
          <a:endParaRPr/>
        </a:p>
      </dgm:t>
    </dgm:pt>
    <dgm:pt modelId="{B77E7C1C-1A5C-4BEB-A8A7-682357564E40}" type="sibTrans" cxnId="{6EF259ED-0680-4CFF-9990-5136488F6760}">
      <dgm:prSet/>
      <dgm:spPr/>
      <dgm:t>
        <a:bodyPr/>
        <a:lstStyle/>
        <a:p>
          <a:endParaRPr/>
        </a:p>
      </dgm:t>
    </dgm:pt>
    <dgm:pt modelId="{1F3E7527-8535-46B8-BA08-AA4169C05EC0}">
      <dgm:prSet/>
      <dgm:spPr/>
      <dgm:t>
        <a:bodyPr/>
        <a:lstStyle/>
        <a:p>
          <a:r>
            <a:t>Invest</a:t>
          </a:r>
        </a:p>
      </dgm:t>
    </dgm:pt>
    <dgm:pt modelId="{0B7C17B3-6DC4-4F2A-AAC0-F5CE7B59E8C6}" type="parTrans" cxnId="{D4275337-549F-429A-BE58-4D994D81A4FD}">
      <dgm:prSet/>
      <dgm:spPr/>
      <dgm:t>
        <a:bodyPr/>
        <a:lstStyle/>
        <a:p>
          <a:endParaRPr/>
        </a:p>
      </dgm:t>
    </dgm:pt>
    <dgm:pt modelId="{C064D215-128B-401E-B77D-62A33B77B039}" type="sibTrans" cxnId="{D4275337-549F-429A-BE58-4D994D81A4FD}">
      <dgm:prSet/>
      <dgm:spPr/>
      <dgm:t>
        <a:bodyPr/>
        <a:lstStyle/>
        <a:p>
          <a:endParaRPr/>
        </a:p>
      </dgm:t>
    </dgm:pt>
    <dgm:pt modelId="{820454CE-C453-4D80-A50B-8C90041BFD06}">
      <dgm:prSet/>
      <dgm:spPr/>
      <dgm:t>
        <a:bodyPr/>
        <a:lstStyle/>
        <a:p>
          <a:r>
            <a:t>Maintain</a:t>
          </a:r>
        </a:p>
      </dgm:t>
    </dgm:pt>
    <dgm:pt modelId="{BCC19C01-6B77-4061-938A-7521B09C0B4B}" type="parTrans" cxnId="{09863C64-E2FC-47D1-9512-93A84DC50179}">
      <dgm:prSet/>
      <dgm:spPr/>
      <dgm:t>
        <a:bodyPr/>
        <a:lstStyle/>
        <a:p>
          <a:endParaRPr/>
        </a:p>
      </dgm:t>
    </dgm:pt>
    <dgm:pt modelId="{3CDAF640-DAE0-42AF-AAD6-B2623DB684D2}" type="sibTrans" cxnId="{09863C64-E2FC-47D1-9512-93A84DC50179}">
      <dgm:prSet/>
      <dgm:spPr/>
      <dgm:t>
        <a:bodyPr/>
        <a:lstStyle/>
        <a:p>
          <a:endParaRPr/>
        </a:p>
      </dgm:t>
    </dgm:pt>
    <dgm:pt modelId="{082BA2CD-3A32-4B0B-9F65-E0E0EB5052F8}">
      <dgm:prSet/>
      <dgm:spPr/>
      <dgm:t>
        <a:bodyPr/>
        <a:lstStyle/>
        <a:p>
          <a:r>
            <a:t>Retire</a:t>
          </a:r>
        </a:p>
      </dgm:t>
    </dgm:pt>
    <dgm:pt modelId="{EAEDF349-9C98-448C-B6E5-99E60DE57504}" type="parTrans" cxnId="{E8EE65A4-7E6A-4832-86D1-F367A2576ED0}">
      <dgm:prSet/>
      <dgm:spPr/>
      <dgm:t>
        <a:bodyPr/>
        <a:lstStyle/>
        <a:p>
          <a:endParaRPr/>
        </a:p>
      </dgm:t>
    </dgm:pt>
    <dgm:pt modelId="{77D4014E-0060-4C95-A603-FFC9194633FC}" type="sibTrans" cxnId="{E8EE65A4-7E6A-4832-86D1-F367A2576ED0}">
      <dgm:prSet/>
      <dgm:spPr/>
      <dgm:t>
        <a:bodyPr/>
        <a:lstStyle/>
        <a:p>
          <a:endParaRPr/>
        </a:p>
      </dgm:t>
    </dgm:pt>
    <dgm:pt modelId="{B458B2B6-22D1-6D41-9A4D-63D8353EA86B}" type="pres">
      <dgm:prSet presAssocID="{ECFF523A-F876-4D98-9B84-1DE7974571B3}" presName="matrix" presStyleCnt="0">
        <dgm:presLayoutVars>
          <dgm:chMax val="1"/>
          <dgm:dir/>
          <dgm:resizeHandles val="exact"/>
        </dgm:presLayoutVars>
      </dgm:prSet>
      <dgm:spPr/>
    </dgm:pt>
    <dgm:pt modelId="{9E8434DD-F6A4-B845-9FA8-E89F334A3B18}" type="pres">
      <dgm:prSet presAssocID="{ECFF523A-F876-4D98-9B84-1DE7974571B3}" presName="diamond" presStyleLbl="bgShp" presStyleIdx="0" presStyleCnt="1"/>
      <dgm:spPr/>
    </dgm:pt>
    <dgm:pt modelId="{50614604-57D6-B641-9CBA-D73425EBA5A6}" type="pres">
      <dgm:prSet presAssocID="{ECFF523A-F876-4D98-9B84-1DE7974571B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9358B2E-B630-E847-BC38-1E6D058A05F1}" type="pres">
      <dgm:prSet presAssocID="{ECFF523A-F876-4D98-9B84-1DE7974571B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7437C54-2BE3-2F43-8F2B-6EF8860DD90B}" type="pres">
      <dgm:prSet presAssocID="{ECFF523A-F876-4D98-9B84-1DE7974571B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05E8CB2-8C4D-764D-86B3-98279A97CA14}" type="pres">
      <dgm:prSet presAssocID="{ECFF523A-F876-4D98-9B84-1DE7974571B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4275337-549F-429A-BE58-4D994D81A4FD}" srcId="{ECFF523A-F876-4D98-9B84-1DE7974571B3}" destId="{1F3E7527-8535-46B8-BA08-AA4169C05EC0}" srcOrd="1" destOrd="0" parTransId="{0B7C17B3-6DC4-4F2A-AAC0-F5CE7B59E8C6}" sibTransId="{C064D215-128B-401E-B77D-62A33B77B039}"/>
    <dgm:cxn modelId="{09863C64-E2FC-47D1-9512-93A84DC50179}" srcId="{ECFF523A-F876-4D98-9B84-1DE7974571B3}" destId="{820454CE-C453-4D80-A50B-8C90041BFD06}" srcOrd="2" destOrd="0" parTransId="{BCC19C01-6B77-4061-938A-7521B09C0B4B}" sibTransId="{3CDAF640-DAE0-42AF-AAD6-B2623DB684D2}"/>
    <dgm:cxn modelId="{207A1974-DD12-BA4C-99AB-A5D6086A1CCA}" type="presOf" srcId="{1F3E7527-8535-46B8-BA08-AA4169C05EC0}" destId="{79358B2E-B630-E847-BC38-1E6D058A05F1}" srcOrd="0" destOrd="0" presId="urn:microsoft.com/office/officeart/2005/8/layout/matrix3"/>
    <dgm:cxn modelId="{516F9683-7173-6847-B43E-5CF3DA15DD11}" type="presOf" srcId="{35B27AC5-7BD1-4C51-8E1A-A00115E480B0}" destId="{50614604-57D6-B641-9CBA-D73425EBA5A6}" srcOrd="0" destOrd="0" presId="urn:microsoft.com/office/officeart/2005/8/layout/matrix3"/>
    <dgm:cxn modelId="{62825487-7CA2-A842-8E8D-83BE4B1ED8D1}" type="presOf" srcId="{ECFF523A-F876-4D98-9B84-1DE7974571B3}" destId="{B458B2B6-22D1-6D41-9A4D-63D8353EA86B}" srcOrd="0" destOrd="0" presId="urn:microsoft.com/office/officeart/2005/8/layout/matrix3"/>
    <dgm:cxn modelId="{E8EE65A4-7E6A-4832-86D1-F367A2576ED0}" srcId="{ECFF523A-F876-4D98-9B84-1DE7974571B3}" destId="{082BA2CD-3A32-4B0B-9F65-E0E0EB5052F8}" srcOrd="3" destOrd="0" parTransId="{EAEDF349-9C98-448C-B6E5-99E60DE57504}" sibTransId="{77D4014E-0060-4C95-A603-FFC9194633FC}"/>
    <dgm:cxn modelId="{DFCA24AB-9394-C042-9880-842317E652AA}" type="presOf" srcId="{820454CE-C453-4D80-A50B-8C90041BFD06}" destId="{47437C54-2BE3-2F43-8F2B-6EF8860DD90B}" srcOrd="0" destOrd="0" presId="urn:microsoft.com/office/officeart/2005/8/layout/matrix3"/>
    <dgm:cxn modelId="{6EF259ED-0680-4CFF-9990-5136488F6760}" srcId="{ECFF523A-F876-4D98-9B84-1DE7974571B3}" destId="{35B27AC5-7BD1-4C51-8E1A-A00115E480B0}" srcOrd="0" destOrd="0" parTransId="{0FFACA1B-D0F1-45D9-BEB9-44F39053A1C1}" sibTransId="{B77E7C1C-1A5C-4BEB-A8A7-682357564E40}"/>
    <dgm:cxn modelId="{D6CDCBED-EC35-5E49-8182-5CD7097DE43A}" type="presOf" srcId="{082BA2CD-3A32-4B0B-9F65-E0E0EB5052F8}" destId="{C05E8CB2-8C4D-764D-86B3-98279A97CA14}" srcOrd="0" destOrd="0" presId="urn:microsoft.com/office/officeart/2005/8/layout/matrix3"/>
    <dgm:cxn modelId="{ACD763CC-8933-3B49-B442-7C73789C66BE}" type="presParOf" srcId="{B458B2B6-22D1-6D41-9A4D-63D8353EA86B}" destId="{9E8434DD-F6A4-B845-9FA8-E89F334A3B18}" srcOrd="0" destOrd="0" presId="urn:microsoft.com/office/officeart/2005/8/layout/matrix3"/>
    <dgm:cxn modelId="{95C7FEA1-DE9B-D343-86AF-1C3D4F18803B}" type="presParOf" srcId="{B458B2B6-22D1-6D41-9A4D-63D8353EA86B}" destId="{50614604-57D6-B641-9CBA-D73425EBA5A6}" srcOrd="1" destOrd="0" presId="urn:microsoft.com/office/officeart/2005/8/layout/matrix3"/>
    <dgm:cxn modelId="{D248A2D5-824F-8F49-9AF8-FF7AE5C9F4E3}" type="presParOf" srcId="{B458B2B6-22D1-6D41-9A4D-63D8353EA86B}" destId="{79358B2E-B630-E847-BC38-1E6D058A05F1}" srcOrd="2" destOrd="0" presId="urn:microsoft.com/office/officeart/2005/8/layout/matrix3"/>
    <dgm:cxn modelId="{74197617-3582-DB48-8B11-134553492F54}" type="presParOf" srcId="{B458B2B6-22D1-6D41-9A4D-63D8353EA86B}" destId="{47437C54-2BE3-2F43-8F2B-6EF8860DD90B}" srcOrd="3" destOrd="0" presId="urn:microsoft.com/office/officeart/2005/8/layout/matrix3"/>
    <dgm:cxn modelId="{EE9503E3-F83D-E448-9A83-69B40990EFB8}" type="presParOf" srcId="{B458B2B6-22D1-6D41-9A4D-63D8353EA86B}" destId="{C05E8CB2-8C4D-764D-86B3-98279A97CA1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7.xml><?xml version="1.0" encoding="utf-8"?>
<dgm:dataModel xmlns:dgm="http://schemas.openxmlformats.org/drawingml/2006/diagram" xmlns:a="http://schemas.openxmlformats.org/drawingml/2006/main">
  <dgm:ptLst>
    <dgm:pt modelId="{BB75E99D-6A09-4A95-AC06-7302679B4394}" type="doc">
      <dgm:prSet loTypeId="urn:microsoft.com/office/officeart/2005/8/layout/matrix1" qsTypeId="urn:microsoft.com/office/officeart/2005/8/quickstyle/simple2" csTypeId="urn:microsoft.com/office/officeart/2005/8/colors/accent1_2"/>
      <dgm:spPr/>
    </dgm:pt>
    <dgm:pt modelId="{9B47AED4-342E-42C2-B70F-41EE10C04EA2}">
      <dgm:prSet/>
      <dgm:spPr/>
      <dgm:t>
        <a:bodyPr/>
        <a:lstStyle/>
        <a:p>
          <a:r>
            <a:t>Portfolio</a:t>
          </a:r>
        </a:p>
      </dgm:t>
    </dgm:pt>
    <dgm:pt modelId="{ACC39D31-7C06-4C96-AC9B-A3396C32844D}" type="parTrans" cxnId="{E40FA05A-4D98-4F1E-90A4-04EDBA3A15CE}">
      <dgm:prSet/>
      <dgm:spPr/>
      <dgm:t>
        <a:bodyPr/>
        <a:lstStyle/>
        <a:p>
          <a:endParaRPr/>
        </a:p>
      </dgm:t>
    </dgm:pt>
    <dgm:pt modelId="{70BA70DF-BE90-43F3-85AF-F08D9FD33C06}" type="sibTrans" cxnId="{E40FA05A-4D98-4F1E-90A4-04EDBA3A15CE}">
      <dgm:prSet/>
      <dgm:spPr/>
      <dgm:t>
        <a:bodyPr/>
        <a:lstStyle/>
        <a:p>
          <a:endParaRPr/>
        </a:p>
      </dgm:t>
    </dgm:pt>
    <dgm:pt modelId="{444DCD2F-F278-4772-8AA5-3F36780FC99B}">
      <dgm:prSet/>
      <dgm:spPr/>
      <dgm:t>
        <a:bodyPr/>
        <a:lstStyle/>
        <a:p>
          <a:r>
            <a:t>Explore</a:t>
          </a:r>
        </a:p>
      </dgm:t>
    </dgm:pt>
    <dgm:pt modelId="{29277C5E-A9C9-4482-963E-D4A3CB7E309C}" type="parTrans" cxnId="{5AA1DEE2-4270-4F86-9774-1D5EC4DE0FFA}">
      <dgm:prSet/>
      <dgm:spPr/>
      <dgm:t>
        <a:bodyPr/>
        <a:lstStyle/>
        <a:p>
          <a:endParaRPr/>
        </a:p>
      </dgm:t>
    </dgm:pt>
    <dgm:pt modelId="{20A2A44E-C8E2-41AD-9654-828415F94453}" type="sibTrans" cxnId="{5AA1DEE2-4270-4F86-9774-1D5EC4DE0FFA}">
      <dgm:prSet/>
      <dgm:spPr/>
      <dgm:t>
        <a:bodyPr/>
        <a:lstStyle/>
        <a:p>
          <a:endParaRPr/>
        </a:p>
      </dgm:t>
    </dgm:pt>
    <dgm:pt modelId="{E3D3EE14-9233-4D45-8636-D8CB506094C5}">
      <dgm:prSet/>
      <dgm:spPr/>
      <dgm:t>
        <a:bodyPr/>
        <a:lstStyle/>
        <a:p>
          <a:r>
            <a:t>Invest</a:t>
          </a:r>
        </a:p>
      </dgm:t>
    </dgm:pt>
    <dgm:pt modelId="{F34D696A-F0B1-464D-9B90-A5C20520BC1B}" type="parTrans" cxnId="{F588AC62-1F2C-4877-AED7-FE2E6ADD4ADA}">
      <dgm:prSet/>
      <dgm:spPr/>
      <dgm:t>
        <a:bodyPr/>
        <a:lstStyle/>
        <a:p>
          <a:endParaRPr/>
        </a:p>
      </dgm:t>
    </dgm:pt>
    <dgm:pt modelId="{E8098E04-0D58-44D4-ABA4-6A552AB01C42}" type="sibTrans" cxnId="{F588AC62-1F2C-4877-AED7-FE2E6ADD4ADA}">
      <dgm:prSet/>
      <dgm:spPr/>
      <dgm:t>
        <a:bodyPr/>
        <a:lstStyle/>
        <a:p>
          <a:endParaRPr/>
        </a:p>
      </dgm:t>
    </dgm:pt>
    <dgm:pt modelId="{8217E553-9D14-4CC1-8439-E2703FE3D79E}">
      <dgm:prSet/>
      <dgm:spPr/>
      <dgm:t>
        <a:bodyPr/>
        <a:lstStyle/>
        <a:p>
          <a:r>
            <a:t>Maintain</a:t>
          </a:r>
        </a:p>
      </dgm:t>
    </dgm:pt>
    <dgm:pt modelId="{8EEA229F-EEBE-458C-B1A8-A1F7F362CA08}" type="parTrans" cxnId="{179FDAA9-D7FA-45A1-930A-49E8BE05F2F2}">
      <dgm:prSet/>
      <dgm:spPr/>
      <dgm:t>
        <a:bodyPr/>
        <a:lstStyle/>
        <a:p>
          <a:endParaRPr/>
        </a:p>
      </dgm:t>
    </dgm:pt>
    <dgm:pt modelId="{A3328374-85DB-41D9-A489-7BF6AC419B10}" type="sibTrans" cxnId="{179FDAA9-D7FA-45A1-930A-49E8BE05F2F2}">
      <dgm:prSet/>
      <dgm:spPr/>
      <dgm:t>
        <a:bodyPr/>
        <a:lstStyle/>
        <a:p>
          <a:endParaRPr/>
        </a:p>
      </dgm:t>
    </dgm:pt>
    <dgm:pt modelId="{2E1255D0-5444-4D3B-A34B-B0195406B72C}">
      <dgm:prSet/>
      <dgm:spPr/>
      <dgm:t>
        <a:bodyPr/>
        <a:lstStyle/>
        <a:p>
          <a:r>
            <a:t>Retire</a:t>
          </a:r>
        </a:p>
      </dgm:t>
    </dgm:pt>
    <dgm:pt modelId="{89088693-4FE8-4DE4-8485-3B09675B84FB}" type="parTrans" cxnId="{213757BB-8586-4D02-8E6F-C8569E547A67}">
      <dgm:prSet/>
      <dgm:spPr/>
      <dgm:t>
        <a:bodyPr/>
        <a:lstStyle/>
        <a:p>
          <a:endParaRPr/>
        </a:p>
      </dgm:t>
    </dgm:pt>
    <dgm:pt modelId="{A0595520-32EB-4A58-9EF5-EC9319A4E21C}" type="sibTrans" cxnId="{213757BB-8586-4D02-8E6F-C8569E547A67}">
      <dgm:prSet/>
      <dgm:spPr/>
      <dgm:t>
        <a:bodyPr/>
        <a:lstStyle/>
        <a:p>
          <a:endParaRPr/>
        </a:p>
      </dgm:t>
    </dgm:pt>
    <dgm:pt modelId="{D4C3B49C-233E-2445-A309-9EE5C06C9C3B}" type="pres">
      <dgm:prSet presAssocID="{BB75E99D-6A09-4A95-AC06-7302679B4394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06F9511-4531-4C44-8C40-C5F8211C2504}" type="pres">
      <dgm:prSet presAssocID="{BB75E99D-6A09-4A95-AC06-7302679B4394}" presName="matrix" presStyleCnt="0"/>
      <dgm:spPr/>
    </dgm:pt>
    <dgm:pt modelId="{F27F2774-F1D1-A54F-B435-687E9F250AFA}" type="pres">
      <dgm:prSet presAssocID="{BB75E99D-6A09-4A95-AC06-7302679B4394}" presName="tile1" presStyleLbl="node1" presStyleIdx="0" presStyleCnt="4"/>
      <dgm:spPr/>
    </dgm:pt>
    <dgm:pt modelId="{6C3D81E3-B57E-5745-99C5-B8297945548A}" type="pres">
      <dgm:prSet presAssocID="{BB75E99D-6A09-4A95-AC06-7302679B4394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A336B99-BDA0-A34E-A05D-5ACB30D762A3}" type="pres">
      <dgm:prSet presAssocID="{BB75E99D-6A09-4A95-AC06-7302679B4394}" presName="tile2" presStyleLbl="node1" presStyleIdx="1" presStyleCnt="4"/>
      <dgm:spPr/>
    </dgm:pt>
    <dgm:pt modelId="{E7BB3763-F912-A641-8900-13C2D2FA6EB4}" type="pres">
      <dgm:prSet presAssocID="{BB75E99D-6A09-4A95-AC06-7302679B4394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E0241B3-7C0C-BC4F-878C-8E3AA05D4C7D}" type="pres">
      <dgm:prSet presAssocID="{BB75E99D-6A09-4A95-AC06-7302679B4394}" presName="tile3" presStyleLbl="node1" presStyleIdx="2" presStyleCnt="4"/>
      <dgm:spPr/>
    </dgm:pt>
    <dgm:pt modelId="{22A2B534-B4A8-BB48-B6F6-CEA9D4A300AF}" type="pres">
      <dgm:prSet presAssocID="{BB75E99D-6A09-4A95-AC06-7302679B4394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DBBB746-8932-1442-97A5-94E805C23F7D}" type="pres">
      <dgm:prSet presAssocID="{BB75E99D-6A09-4A95-AC06-7302679B4394}" presName="tile4" presStyleLbl="node1" presStyleIdx="3" presStyleCnt="4"/>
      <dgm:spPr/>
    </dgm:pt>
    <dgm:pt modelId="{AEE4BE0B-9BFF-DE46-AD5B-7B5F2892FEA2}" type="pres">
      <dgm:prSet presAssocID="{BB75E99D-6A09-4A95-AC06-7302679B4394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732B4A9E-2945-5E41-9A04-AFCAD8BE7033}" type="pres">
      <dgm:prSet presAssocID="{BB75E99D-6A09-4A95-AC06-7302679B4394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3E06864D-14EC-1344-9930-498D311FC1B1}" type="presOf" srcId="{E3D3EE14-9233-4D45-8636-D8CB506094C5}" destId="{9A336B99-BDA0-A34E-A05D-5ACB30D762A3}" srcOrd="0" destOrd="0" presId="urn:microsoft.com/office/officeart/2005/8/layout/matrix1"/>
    <dgm:cxn modelId="{E40FA05A-4D98-4F1E-90A4-04EDBA3A15CE}" srcId="{BB75E99D-6A09-4A95-AC06-7302679B4394}" destId="{9B47AED4-342E-42C2-B70F-41EE10C04EA2}" srcOrd="0" destOrd="0" parTransId="{ACC39D31-7C06-4C96-AC9B-A3396C32844D}" sibTransId="{70BA70DF-BE90-43F3-85AF-F08D9FD33C06}"/>
    <dgm:cxn modelId="{F588AC62-1F2C-4877-AED7-FE2E6ADD4ADA}" srcId="{9B47AED4-342E-42C2-B70F-41EE10C04EA2}" destId="{E3D3EE14-9233-4D45-8636-D8CB506094C5}" srcOrd="1" destOrd="0" parTransId="{F34D696A-F0B1-464D-9B90-A5C20520BC1B}" sibTransId="{E8098E04-0D58-44D4-ABA4-6A552AB01C42}"/>
    <dgm:cxn modelId="{E3B85D68-16EE-6845-AABD-9BF1E0C3DCB8}" type="presOf" srcId="{8217E553-9D14-4CC1-8439-E2703FE3D79E}" destId="{CE0241B3-7C0C-BC4F-878C-8E3AA05D4C7D}" srcOrd="0" destOrd="0" presId="urn:microsoft.com/office/officeart/2005/8/layout/matrix1"/>
    <dgm:cxn modelId="{82A36B87-5D53-334E-BF66-DD92C6A5CAA0}" type="presOf" srcId="{9B47AED4-342E-42C2-B70F-41EE10C04EA2}" destId="{732B4A9E-2945-5E41-9A04-AFCAD8BE7033}" srcOrd="0" destOrd="0" presId="urn:microsoft.com/office/officeart/2005/8/layout/matrix1"/>
    <dgm:cxn modelId="{39825F8F-3648-4B46-8A0C-6D5033E0A7B0}" type="presOf" srcId="{2E1255D0-5444-4D3B-A34B-B0195406B72C}" destId="{AEE4BE0B-9BFF-DE46-AD5B-7B5F2892FEA2}" srcOrd="1" destOrd="0" presId="urn:microsoft.com/office/officeart/2005/8/layout/matrix1"/>
    <dgm:cxn modelId="{179FDAA9-D7FA-45A1-930A-49E8BE05F2F2}" srcId="{9B47AED4-342E-42C2-B70F-41EE10C04EA2}" destId="{8217E553-9D14-4CC1-8439-E2703FE3D79E}" srcOrd="2" destOrd="0" parTransId="{8EEA229F-EEBE-458C-B1A8-A1F7F362CA08}" sibTransId="{A3328374-85DB-41D9-A489-7BF6AC419B10}"/>
    <dgm:cxn modelId="{925905AC-B668-D341-9A44-279A3BE4DDBD}" type="presOf" srcId="{BB75E99D-6A09-4A95-AC06-7302679B4394}" destId="{D4C3B49C-233E-2445-A309-9EE5C06C9C3B}" srcOrd="0" destOrd="0" presId="urn:microsoft.com/office/officeart/2005/8/layout/matrix1"/>
    <dgm:cxn modelId="{92932CBA-2A32-F946-98F4-630F73A1AC74}" type="presOf" srcId="{444DCD2F-F278-4772-8AA5-3F36780FC99B}" destId="{6C3D81E3-B57E-5745-99C5-B8297945548A}" srcOrd="1" destOrd="0" presId="urn:microsoft.com/office/officeart/2005/8/layout/matrix1"/>
    <dgm:cxn modelId="{213757BB-8586-4D02-8E6F-C8569E547A67}" srcId="{9B47AED4-342E-42C2-B70F-41EE10C04EA2}" destId="{2E1255D0-5444-4D3B-A34B-B0195406B72C}" srcOrd="3" destOrd="0" parTransId="{89088693-4FE8-4DE4-8485-3B09675B84FB}" sibTransId="{A0595520-32EB-4A58-9EF5-EC9319A4E21C}"/>
    <dgm:cxn modelId="{4AB750C9-73B1-FF4D-B37F-4A967080F3EB}" type="presOf" srcId="{2E1255D0-5444-4D3B-A34B-B0195406B72C}" destId="{0DBBB746-8932-1442-97A5-94E805C23F7D}" srcOrd="0" destOrd="0" presId="urn:microsoft.com/office/officeart/2005/8/layout/matrix1"/>
    <dgm:cxn modelId="{C8250AD8-7F4F-2F4E-9113-04D744061294}" type="presOf" srcId="{E3D3EE14-9233-4D45-8636-D8CB506094C5}" destId="{E7BB3763-F912-A641-8900-13C2D2FA6EB4}" srcOrd="1" destOrd="0" presId="urn:microsoft.com/office/officeart/2005/8/layout/matrix1"/>
    <dgm:cxn modelId="{5AA1DEE2-4270-4F86-9774-1D5EC4DE0FFA}" srcId="{9B47AED4-342E-42C2-B70F-41EE10C04EA2}" destId="{444DCD2F-F278-4772-8AA5-3F36780FC99B}" srcOrd="0" destOrd="0" parTransId="{29277C5E-A9C9-4482-963E-D4A3CB7E309C}" sibTransId="{20A2A44E-C8E2-41AD-9654-828415F94453}"/>
    <dgm:cxn modelId="{1571C5E8-7E7C-7447-8946-FCD1BA3BDFCD}" type="presOf" srcId="{8217E553-9D14-4CC1-8439-E2703FE3D79E}" destId="{22A2B534-B4A8-BB48-B6F6-CEA9D4A300AF}" srcOrd="1" destOrd="0" presId="urn:microsoft.com/office/officeart/2005/8/layout/matrix1"/>
    <dgm:cxn modelId="{C3CBE2ED-2F95-D14E-8BD8-A69AA918A133}" type="presOf" srcId="{444DCD2F-F278-4772-8AA5-3F36780FC99B}" destId="{F27F2774-F1D1-A54F-B435-687E9F250AFA}" srcOrd="0" destOrd="0" presId="urn:microsoft.com/office/officeart/2005/8/layout/matrix1"/>
    <dgm:cxn modelId="{E6868BD4-7F07-CC4F-95A4-DD98388010CC}" type="presParOf" srcId="{D4C3B49C-233E-2445-A309-9EE5C06C9C3B}" destId="{006F9511-4531-4C44-8C40-C5F8211C2504}" srcOrd="0" destOrd="0" presId="urn:microsoft.com/office/officeart/2005/8/layout/matrix1"/>
    <dgm:cxn modelId="{28711026-2289-2C41-BE3A-9D77756EB893}" type="presParOf" srcId="{006F9511-4531-4C44-8C40-C5F8211C2504}" destId="{F27F2774-F1D1-A54F-B435-687E9F250AFA}" srcOrd="0" destOrd="0" presId="urn:microsoft.com/office/officeart/2005/8/layout/matrix1"/>
    <dgm:cxn modelId="{CBCE62F0-0D8B-F54D-8958-43523DEED36B}" type="presParOf" srcId="{006F9511-4531-4C44-8C40-C5F8211C2504}" destId="{6C3D81E3-B57E-5745-99C5-B8297945548A}" srcOrd="1" destOrd="0" presId="urn:microsoft.com/office/officeart/2005/8/layout/matrix1"/>
    <dgm:cxn modelId="{F996A376-3DD2-0E4A-BAD5-8CB096A6E23B}" type="presParOf" srcId="{006F9511-4531-4C44-8C40-C5F8211C2504}" destId="{9A336B99-BDA0-A34E-A05D-5ACB30D762A3}" srcOrd="2" destOrd="0" presId="urn:microsoft.com/office/officeart/2005/8/layout/matrix1"/>
    <dgm:cxn modelId="{271765C4-2C18-054E-8E6A-5BA743E25D37}" type="presParOf" srcId="{006F9511-4531-4C44-8C40-C5F8211C2504}" destId="{E7BB3763-F912-A641-8900-13C2D2FA6EB4}" srcOrd="3" destOrd="0" presId="urn:microsoft.com/office/officeart/2005/8/layout/matrix1"/>
    <dgm:cxn modelId="{B0181125-8B4E-CB4B-B6D1-C4F9B55E69BB}" type="presParOf" srcId="{006F9511-4531-4C44-8C40-C5F8211C2504}" destId="{CE0241B3-7C0C-BC4F-878C-8E3AA05D4C7D}" srcOrd="4" destOrd="0" presId="urn:microsoft.com/office/officeart/2005/8/layout/matrix1"/>
    <dgm:cxn modelId="{54EDCAE9-3212-AE44-B1B8-D03062E1ABEC}" type="presParOf" srcId="{006F9511-4531-4C44-8C40-C5F8211C2504}" destId="{22A2B534-B4A8-BB48-B6F6-CEA9D4A300AF}" srcOrd="5" destOrd="0" presId="urn:microsoft.com/office/officeart/2005/8/layout/matrix1"/>
    <dgm:cxn modelId="{584AED24-EFC8-C14E-B835-D664AD670A0E}" type="presParOf" srcId="{006F9511-4531-4C44-8C40-C5F8211C2504}" destId="{0DBBB746-8932-1442-97A5-94E805C23F7D}" srcOrd="6" destOrd="0" presId="urn:microsoft.com/office/officeart/2005/8/layout/matrix1"/>
    <dgm:cxn modelId="{AD60E0D6-99DE-FB4D-A682-C665A5D27C16}" type="presParOf" srcId="{006F9511-4531-4C44-8C40-C5F8211C2504}" destId="{AEE4BE0B-9BFF-DE46-AD5B-7B5F2892FEA2}" srcOrd="7" destOrd="0" presId="urn:microsoft.com/office/officeart/2005/8/layout/matrix1"/>
    <dgm:cxn modelId="{B4C26162-80AC-4843-BEB3-A6FB7E782B60}" type="presParOf" srcId="{D4C3B49C-233E-2445-A309-9EE5C06C9C3B}" destId="{732B4A9E-2945-5E41-9A04-AFCAD8BE7033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8.xml><?xml version="1.0" encoding="utf-8"?>
<dgm:dataModel xmlns:dgm="http://schemas.openxmlformats.org/drawingml/2006/diagram" xmlns:a="http://schemas.openxmlformats.org/drawingml/2006/main">
  <dgm:ptLst>
    <dgm:pt modelId="{2087A2C6-0918-42D2-833D-744ED0B67E76}" type="doc">
      <dgm:prSet loTypeId="urn:microsoft.com/office/officeart/2005/8/layout/matrix2" qsTypeId="urn:microsoft.com/office/officeart/2005/8/quickstyle/simple2" csTypeId="urn:microsoft.com/office/officeart/2005/8/colors/accent1_2"/>
      <dgm:spPr/>
    </dgm:pt>
    <dgm:pt modelId="{ACE0C647-88BC-4448-BA78-0BD6B3E446C1}">
      <dgm:prSet/>
      <dgm:spPr/>
      <dgm:t>
        <a:bodyPr/>
        <a:lstStyle/>
        <a:p>
          <a:r>
            <a:t>Explore</a:t>
          </a:r>
        </a:p>
      </dgm:t>
    </dgm:pt>
    <dgm:pt modelId="{D478845D-C9E6-44CC-ADD9-F70304555686}" type="parTrans" cxnId="{DFA771B3-F0C3-40C4-BBD0-B3CB88572C96}">
      <dgm:prSet/>
      <dgm:spPr/>
      <dgm:t>
        <a:bodyPr/>
        <a:lstStyle/>
        <a:p>
          <a:endParaRPr/>
        </a:p>
      </dgm:t>
    </dgm:pt>
    <dgm:pt modelId="{8AB4136C-E475-473B-81CA-0F73495468C7}" type="sibTrans" cxnId="{DFA771B3-F0C3-40C4-BBD0-B3CB88572C96}">
      <dgm:prSet/>
      <dgm:spPr/>
      <dgm:t>
        <a:bodyPr/>
        <a:lstStyle/>
        <a:p>
          <a:endParaRPr/>
        </a:p>
      </dgm:t>
    </dgm:pt>
    <dgm:pt modelId="{781BBF56-CFAE-4907-A30F-1F543B9998D1}">
      <dgm:prSet/>
      <dgm:spPr/>
      <dgm:t>
        <a:bodyPr/>
        <a:lstStyle/>
        <a:p>
          <a:r>
            <a:t>Invest</a:t>
          </a:r>
        </a:p>
      </dgm:t>
    </dgm:pt>
    <dgm:pt modelId="{A3AB7537-C468-4AE9-A050-86DE569D06B6}" type="parTrans" cxnId="{79D2F670-E6FB-47CC-847D-86E60D161CEC}">
      <dgm:prSet/>
      <dgm:spPr/>
      <dgm:t>
        <a:bodyPr/>
        <a:lstStyle/>
        <a:p>
          <a:endParaRPr/>
        </a:p>
      </dgm:t>
    </dgm:pt>
    <dgm:pt modelId="{D6721324-36E0-4905-9FD1-01A2C252B342}" type="sibTrans" cxnId="{79D2F670-E6FB-47CC-847D-86E60D161CEC}">
      <dgm:prSet/>
      <dgm:spPr/>
      <dgm:t>
        <a:bodyPr/>
        <a:lstStyle/>
        <a:p>
          <a:endParaRPr/>
        </a:p>
      </dgm:t>
    </dgm:pt>
    <dgm:pt modelId="{BFC026F7-A5F8-4211-8D2E-4C3251F22202}">
      <dgm:prSet/>
      <dgm:spPr/>
      <dgm:t>
        <a:bodyPr/>
        <a:lstStyle/>
        <a:p>
          <a:r>
            <a:t>Maintain</a:t>
          </a:r>
        </a:p>
      </dgm:t>
    </dgm:pt>
    <dgm:pt modelId="{3E8A2976-8D58-4C7C-A00F-FDF0CF94D6B6}" type="parTrans" cxnId="{68ECD1F8-24C9-4E2C-A081-B78045F11F4B}">
      <dgm:prSet/>
      <dgm:spPr/>
      <dgm:t>
        <a:bodyPr/>
        <a:lstStyle/>
        <a:p>
          <a:endParaRPr/>
        </a:p>
      </dgm:t>
    </dgm:pt>
    <dgm:pt modelId="{88D4F2C1-3001-4DBA-ABA4-8D51DE741AE7}" type="sibTrans" cxnId="{68ECD1F8-24C9-4E2C-A081-B78045F11F4B}">
      <dgm:prSet/>
      <dgm:spPr/>
      <dgm:t>
        <a:bodyPr/>
        <a:lstStyle/>
        <a:p>
          <a:endParaRPr/>
        </a:p>
      </dgm:t>
    </dgm:pt>
    <dgm:pt modelId="{64E88B04-43D3-447E-BB7F-D3960F0E2D6C}">
      <dgm:prSet/>
      <dgm:spPr/>
      <dgm:t>
        <a:bodyPr/>
        <a:lstStyle/>
        <a:p>
          <a:r>
            <a:t>Retire</a:t>
          </a:r>
        </a:p>
      </dgm:t>
    </dgm:pt>
    <dgm:pt modelId="{3F35B731-0EC4-40FF-B1BF-8E4087D9AD9F}" type="parTrans" cxnId="{1A195BA2-E6D7-4054-AC93-038247BD67F9}">
      <dgm:prSet/>
      <dgm:spPr/>
      <dgm:t>
        <a:bodyPr/>
        <a:lstStyle/>
        <a:p>
          <a:endParaRPr/>
        </a:p>
      </dgm:t>
    </dgm:pt>
    <dgm:pt modelId="{E2B10186-83D5-47DA-9103-16911A4CA110}" type="sibTrans" cxnId="{1A195BA2-E6D7-4054-AC93-038247BD67F9}">
      <dgm:prSet/>
      <dgm:spPr/>
      <dgm:t>
        <a:bodyPr/>
        <a:lstStyle/>
        <a:p>
          <a:endParaRPr/>
        </a:p>
      </dgm:t>
    </dgm:pt>
    <dgm:pt modelId="{BA3FA67A-5603-574F-9410-B09DD6C0C8D1}" type="pres">
      <dgm:prSet presAssocID="{2087A2C6-0918-42D2-833D-744ED0B67E76}" presName="matrix" presStyleCnt="0">
        <dgm:presLayoutVars>
          <dgm:chMax val="1"/>
          <dgm:dir/>
          <dgm:resizeHandles val="exact"/>
        </dgm:presLayoutVars>
      </dgm:prSet>
      <dgm:spPr/>
    </dgm:pt>
    <dgm:pt modelId="{5D1C9CD9-779D-4643-97BE-2F90A1CB5121}" type="pres">
      <dgm:prSet presAssocID="{2087A2C6-0918-42D2-833D-744ED0B67E76}" presName="axisShape" presStyleLbl="bgShp" presStyleIdx="0" presStyleCnt="1"/>
      <dgm:spPr/>
    </dgm:pt>
    <dgm:pt modelId="{112F26F5-027A-0E46-8A90-E6A6C4010ABC}" type="pres">
      <dgm:prSet presAssocID="{2087A2C6-0918-42D2-833D-744ED0B67E76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4AC8157-E4FD-C947-ADF5-F14435A50334}" type="pres">
      <dgm:prSet presAssocID="{2087A2C6-0918-42D2-833D-744ED0B67E76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A3BCDEE-AF30-4948-8968-3B4E4D8CB07A}" type="pres">
      <dgm:prSet presAssocID="{2087A2C6-0918-42D2-833D-744ED0B67E76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BEE3C38-B619-264C-953A-95333876E36B}" type="pres">
      <dgm:prSet presAssocID="{2087A2C6-0918-42D2-833D-744ED0B67E76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2ECA001-77A9-BB4E-80FD-37C043398760}" type="presOf" srcId="{2087A2C6-0918-42D2-833D-744ED0B67E76}" destId="{BA3FA67A-5603-574F-9410-B09DD6C0C8D1}" srcOrd="0" destOrd="0" presId="urn:microsoft.com/office/officeart/2005/8/layout/matrix2"/>
    <dgm:cxn modelId="{103C901D-B149-384F-A57D-0A1B4389A785}" type="presOf" srcId="{781BBF56-CFAE-4907-A30F-1F543B9998D1}" destId="{44AC8157-E4FD-C947-ADF5-F14435A50334}" srcOrd="0" destOrd="0" presId="urn:microsoft.com/office/officeart/2005/8/layout/matrix2"/>
    <dgm:cxn modelId="{7D991F1F-3EE3-3243-BFB0-0A4E63ACE6F4}" type="presOf" srcId="{64E88B04-43D3-447E-BB7F-D3960F0E2D6C}" destId="{DBEE3C38-B619-264C-953A-95333876E36B}" srcOrd="0" destOrd="0" presId="urn:microsoft.com/office/officeart/2005/8/layout/matrix2"/>
    <dgm:cxn modelId="{79D2F670-E6FB-47CC-847D-86E60D161CEC}" srcId="{2087A2C6-0918-42D2-833D-744ED0B67E76}" destId="{781BBF56-CFAE-4907-A30F-1F543B9998D1}" srcOrd="1" destOrd="0" parTransId="{A3AB7537-C468-4AE9-A050-86DE569D06B6}" sibTransId="{D6721324-36E0-4905-9FD1-01A2C252B342}"/>
    <dgm:cxn modelId="{74929983-CA8C-6747-95A0-A9E62602C30B}" type="presOf" srcId="{ACE0C647-88BC-4448-BA78-0BD6B3E446C1}" destId="{112F26F5-027A-0E46-8A90-E6A6C4010ABC}" srcOrd="0" destOrd="0" presId="urn:microsoft.com/office/officeart/2005/8/layout/matrix2"/>
    <dgm:cxn modelId="{1A195BA2-E6D7-4054-AC93-038247BD67F9}" srcId="{2087A2C6-0918-42D2-833D-744ED0B67E76}" destId="{64E88B04-43D3-447E-BB7F-D3960F0E2D6C}" srcOrd="3" destOrd="0" parTransId="{3F35B731-0EC4-40FF-B1BF-8E4087D9AD9F}" sibTransId="{E2B10186-83D5-47DA-9103-16911A4CA110}"/>
    <dgm:cxn modelId="{DFA771B3-F0C3-40C4-BBD0-B3CB88572C96}" srcId="{2087A2C6-0918-42D2-833D-744ED0B67E76}" destId="{ACE0C647-88BC-4448-BA78-0BD6B3E446C1}" srcOrd="0" destOrd="0" parTransId="{D478845D-C9E6-44CC-ADD9-F70304555686}" sibTransId="{8AB4136C-E475-473B-81CA-0F73495468C7}"/>
    <dgm:cxn modelId="{5BCBF9F1-448A-3C4C-AEB7-C5B24F7DE559}" type="presOf" srcId="{BFC026F7-A5F8-4211-8D2E-4C3251F22202}" destId="{FA3BCDEE-AF30-4948-8968-3B4E4D8CB07A}" srcOrd="0" destOrd="0" presId="urn:microsoft.com/office/officeart/2005/8/layout/matrix2"/>
    <dgm:cxn modelId="{68ECD1F8-24C9-4E2C-A081-B78045F11F4B}" srcId="{2087A2C6-0918-42D2-833D-744ED0B67E76}" destId="{BFC026F7-A5F8-4211-8D2E-4C3251F22202}" srcOrd="2" destOrd="0" parTransId="{3E8A2976-8D58-4C7C-A00F-FDF0CF94D6B6}" sibTransId="{88D4F2C1-3001-4DBA-ABA4-8D51DE741AE7}"/>
    <dgm:cxn modelId="{68C02A90-2C02-D449-8CA7-BB61B938E963}" type="presParOf" srcId="{BA3FA67A-5603-574F-9410-B09DD6C0C8D1}" destId="{5D1C9CD9-779D-4643-97BE-2F90A1CB5121}" srcOrd="0" destOrd="0" presId="urn:microsoft.com/office/officeart/2005/8/layout/matrix2"/>
    <dgm:cxn modelId="{F5DB26A4-D916-2640-AA91-3D6021E4668E}" type="presParOf" srcId="{BA3FA67A-5603-574F-9410-B09DD6C0C8D1}" destId="{112F26F5-027A-0E46-8A90-E6A6C4010ABC}" srcOrd="1" destOrd="0" presId="urn:microsoft.com/office/officeart/2005/8/layout/matrix2"/>
    <dgm:cxn modelId="{E5381B61-7C6D-314D-BA23-C85C858241AC}" type="presParOf" srcId="{BA3FA67A-5603-574F-9410-B09DD6C0C8D1}" destId="{44AC8157-E4FD-C947-ADF5-F14435A50334}" srcOrd="2" destOrd="0" presId="urn:microsoft.com/office/officeart/2005/8/layout/matrix2"/>
    <dgm:cxn modelId="{371670F3-1EBE-3A4C-A666-5A24CED9B07C}" type="presParOf" srcId="{BA3FA67A-5603-574F-9410-B09DD6C0C8D1}" destId="{FA3BCDEE-AF30-4948-8968-3B4E4D8CB07A}" srcOrd="3" destOrd="0" presId="urn:microsoft.com/office/officeart/2005/8/layout/matrix2"/>
    <dgm:cxn modelId="{745E1677-85C6-8B43-BFFE-5ED1233502C1}" type="presParOf" srcId="{BA3FA67A-5603-574F-9410-B09DD6C0C8D1}" destId="{DBEE3C38-B619-264C-953A-95333876E36B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9.xml><?xml version="1.0" encoding="utf-8"?>
<dgm:dataModel xmlns:dgm="http://schemas.openxmlformats.org/drawingml/2006/diagram" xmlns:a="http://schemas.openxmlformats.org/drawingml/2006/main">
  <dgm:ptLst>
    <dgm:pt modelId="{0BEB1B39-7D3C-47FB-9986-466ECA962E1E}" type="doc">
      <dgm:prSet loTypeId="urn:microsoft.com/office/officeart/2005/8/layout/pyramid1" qsTypeId="urn:microsoft.com/office/officeart/2005/8/quickstyle/simple2" csTypeId="urn:microsoft.com/office/officeart/2005/8/colors/accent1_2"/>
      <dgm:spPr/>
    </dgm:pt>
    <dgm:pt modelId="{2DDBFD97-CF0B-43C9-9BE9-3985271C9AF1}">
      <dgm:prSet/>
      <dgm:spPr/>
      <dgm:t>
        <a:bodyPr/>
        <a:lstStyle/>
        <a:p>
          <a:r>
            <a:t>Foundation</a:t>
          </a:r>
        </a:p>
      </dgm:t>
    </dgm:pt>
    <dgm:pt modelId="{D8DA424B-2A09-4C2B-BAAA-4F180C8E6EA4}" type="parTrans" cxnId="{55E5A348-CEA1-46C2-8469-1002892E48C5}">
      <dgm:prSet/>
      <dgm:spPr/>
      <dgm:t>
        <a:bodyPr/>
        <a:lstStyle/>
        <a:p>
          <a:endParaRPr/>
        </a:p>
      </dgm:t>
    </dgm:pt>
    <dgm:pt modelId="{67CC9046-3E7D-4DB2-A1D5-5D9F313045D0}" type="sibTrans" cxnId="{55E5A348-CEA1-46C2-8469-1002892E48C5}">
      <dgm:prSet/>
      <dgm:spPr/>
      <dgm:t>
        <a:bodyPr/>
        <a:lstStyle/>
        <a:p>
          <a:endParaRPr/>
        </a:p>
      </dgm:t>
    </dgm:pt>
    <dgm:pt modelId="{25AA27F6-0204-4791-9E13-5F73B8E331E3}">
      <dgm:prSet/>
      <dgm:spPr/>
      <dgm:t>
        <a:bodyPr/>
        <a:lstStyle/>
        <a:p>
          <a:r>
            <a:t>Capability</a:t>
          </a:r>
        </a:p>
      </dgm:t>
    </dgm:pt>
    <dgm:pt modelId="{ACADD43A-271E-4299-A5E8-32D19AAF513A}" type="parTrans" cxnId="{313A4FFE-7FD6-4DAC-9374-2C5DBFEE5B3D}">
      <dgm:prSet/>
      <dgm:spPr/>
      <dgm:t>
        <a:bodyPr/>
        <a:lstStyle/>
        <a:p>
          <a:endParaRPr/>
        </a:p>
      </dgm:t>
    </dgm:pt>
    <dgm:pt modelId="{4EB24E23-8665-4F74-A71F-C95D9DCCB929}" type="sibTrans" cxnId="{313A4FFE-7FD6-4DAC-9374-2C5DBFEE5B3D}">
      <dgm:prSet/>
      <dgm:spPr/>
      <dgm:t>
        <a:bodyPr/>
        <a:lstStyle/>
        <a:p>
          <a:endParaRPr/>
        </a:p>
      </dgm:t>
    </dgm:pt>
    <dgm:pt modelId="{124C2186-2F36-42D3-8894-BA9F75E44262}">
      <dgm:prSet/>
      <dgm:spPr/>
      <dgm:t>
        <a:bodyPr/>
        <a:lstStyle/>
        <a:p>
          <a:r>
            <a:t>Advantage</a:t>
          </a:r>
        </a:p>
      </dgm:t>
    </dgm:pt>
    <dgm:pt modelId="{44B68793-2442-4600-B183-823E45502ED2}" type="parTrans" cxnId="{9EF777F8-F83A-4363-917A-0D182C4D0213}">
      <dgm:prSet/>
      <dgm:spPr/>
      <dgm:t>
        <a:bodyPr/>
        <a:lstStyle/>
        <a:p>
          <a:endParaRPr/>
        </a:p>
      </dgm:t>
    </dgm:pt>
    <dgm:pt modelId="{3D2DC145-6BE2-4ABD-BE31-F6593679A0F0}" type="sibTrans" cxnId="{9EF777F8-F83A-4363-917A-0D182C4D0213}">
      <dgm:prSet/>
      <dgm:spPr/>
      <dgm:t>
        <a:bodyPr/>
        <a:lstStyle/>
        <a:p>
          <a:endParaRPr/>
        </a:p>
      </dgm:t>
    </dgm:pt>
    <dgm:pt modelId="{94EE45C3-AF9D-4307-BAF5-E0465F85ED46}">
      <dgm:prSet/>
      <dgm:spPr/>
      <dgm:t>
        <a:bodyPr/>
        <a:lstStyle/>
        <a:p>
          <a:r>
            <a:t>Impact</a:t>
          </a:r>
        </a:p>
      </dgm:t>
    </dgm:pt>
    <dgm:pt modelId="{96DFAA06-D4F5-44C9-ABD2-35BE3D1E4EF4}" type="parTrans" cxnId="{100C6DCC-9D27-4396-8991-01097F04D5A6}">
      <dgm:prSet/>
      <dgm:spPr/>
      <dgm:t>
        <a:bodyPr/>
        <a:lstStyle/>
        <a:p>
          <a:endParaRPr/>
        </a:p>
      </dgm:t>
    </dgm:pt>
    <dgm:pt modelId="{E81BF1E1-ABAD-41F2-A460-672A14939CC5}" type="sibTrans" cxnId="{100C6DCC-9D27-4396-8991-01097F04D5A6}">
      <dgm:prSet/>
      <dgm:spPr/>
      <dgm:t>
        <a:bodyPr/>
        <a:lstStyle/>
        <a:p>
          <a:endParaRPr/>
        </a:p>
      </dgm:t>
    </dgm:pt>
    <dgm:pt modelId="{5427674C-9202-6044-8D28-17F122B48B64}" type="pres">
      <dgm:prSet presAssocID="{0BEB1B39-7D3C-47FB-9986-466ECA962E1E}" presName="Name0" presStyleCnt="0">
        <dgm:presLayoutVars>
          <dgm:dir/>
          <dgm:animLvl val="lvl"/>
          <dgm:resizeHandles val="exact"/>
        </dgm:presLayoutVars>
      </dgm:prSet>
      <dgm:spPr/>
    </dgm:pt>
    <dgm:pt modelId="{B341229E-4866-1A4C-8B8B-E007371000D6}" type="pres">
      <dgm:prSet presAssocID="{2DDBFD97-CF0B-43C9-9BE9-3985271C9AF1}" presName="Name8" presStyleCnt="0"/>
      <dgm:spPr/>
    </dgm:pt>
    <dgm:pt modelId="{12FAC9AC-E156-2C47-8F57-53FE622F23EB}" type="pres">
      <dgm:prSet presAssocID="{2DDBFD97-CF0B-43C9-9BE9-3985271C9AF1}" presName="level" presStyleLbl="node1" presStyleIdx="0" presStyleCnt="4">
        <dgm:presLayoutVars>
          <dgm:chMax val="1"/>
          <dgm:bulletEnabled val="1"/>
        </dgm:presLayoutVars>
      </dgm:prSet>
      <dgm:spPr/>
    </dgm:pt>
    <dgm:pt modelId="{B15AD40D-240B-0649-8E9A-5E230764D35E}" type="pres">
      <dgm:prSet presAssocID="{2DDBFD97-CF0B-43C9-9BE9-3985271C9AF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D2AD914-63D6-3E43-B4BE-C6ACF9B1C803}" type="pres">
      <dgm:prSet presAssocID="{25AA27F6-0204-4791-9E13-5F73B8E331E3}" presName="Name8" presStyleCnt="0"/>
      <dgm:spPr/>
    </dgm:pt>
    <dgm:pt modelId="{203198AA-9BF9-C740-AB29-A85C28F11942}" type="pres">
      <dgm:prSet presAssocID="{25AA27F6-0204-4791-9E13-5F73B8E331E3}" presName="level" presStyleLbl="node1" presStyleIdx="1" presStyleCnt="4">
        <dgm:presLayoutVars>
          <dgm:chMax val="1"/>
          <dgm:bulletEnabled val="1"/>
        </dgm:presLayoutVars>
      </dgm:prSet>
      <dgm:spPr/>
    </dgm:pt>
    <dgm:pt modelId="{E2F7E927-430B-7B4C-967F-8EB250878BE0}" type="pres">
      <dgm:prSet presAssocID="{25AA27F6-0204-4791-9E13-5F73B8E331E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0B93227-7C90-3445-BB49-564F3979774E}" type="pres">
      <dgm:prSet presAssocID="{124C2186-2F36-42D3-8894-BA9F75E44262}" presName="Name8" presStyleCnt="0"/>
      <dgm:spPr/>
    </dgm:pt>
    <dgm:pt modelId="{421BC5A5-0462-A648-940D-B9E89053F73F}" type="pres">
      <dgm:prSet presAssocID="{124C2186-2F36-42D3-8894-BA9F75E44262}" presName="level" presStyleLbl="node1" presStyleIdx="2" presStyleCnt="4">
        <dgm:presLayoutVars>
          <dgm:chMax val="1"/>
          <dgm:bulletEnabled val="1"/>
        </dgm:presLayoutVars>
      </dgm:prSet>
      <dgm:spPr/>
    </dgm:pt>
    <dgm:pt modelId="{D0ADE262-58E9-3C4F-96D9-9E5D4E937F11}" type="pres">
      <dgm:prSet presAssocID="{124C2186-2F36-42D3-8894-BA9F75E4426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26B1F77-35C0-E842-A9B1-9E68B2A2AD3C}" type="pres">
      <dgm:prSet presAssocID="{94EE45C3-AF9D-4307-BAF5-E0465F85ED46}" presName="Name8" presStyleCnt="0"/>
      <dgm:spPr/>
    </dgm:pt>
    <dgm:pt modelId="{1B578063-A377-BA44-A7F8-3B29D615D8F8}" type="pres">
      <dgm:prSet presAssocID="{94EE45C3-AF9D-4307-BAF5-E0465F85ED46}" presName="level" presStyleLbl="node1" presStyleIdx="3" presStyleCnt="4">
        <dgm:presLayoutVars>
          <dgm:chMax val="1"/>
          <dgm:bulletEnabled val="1"/>
        </dgm:presLayoutVars>
      </dgm:prSet>
      <dgm:spPr/>
    </dgm:pt>
    <dgm:pt modelId="{C46821BC-4827-9041-AA98-C9CD3A55892C}" type="pres">
      <dgm:prSet presAssocID="{94EE45C3-AF9D-4307-BAF5-E0465F85ED46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691B6535-288F-5F43-A11A-B899A09A1755}" type="presOf" srcId="{0BEB1B39-7D3C-47FB-9986-466ECA962E1E}" destId="{5427674C-9202-6044-8D28-17F122B48B64}" srcOrd="0" destOrd="0" presId="urn:microsoft.com/office/officeart/2005/8/layout/pyramid1"/>
    <dgm:cxn modelId="{968F4C47-260A-BA45-999C-0E59DEDDD8F5}" type="presOf" srcId="{124C2186-2F36-42D3-8894-BA9F75E44262}" destId="{D0ADE262-58E9-3C4F-96D9-9E5D4E937F11}" srcOrd="1" destOrd="0" presId="urn:microsoft.com/office/officeart/2005/8/layout/pyramid1"/>
    <dgm:cxn modelId="{758A9B48-B2B4-6C44-8D22-E050A4491C8E}" type="presOf" srcId="{94EE45C3-AF9D-4307-BAF5-E0465F85ED46}" destId="{C46821BC-4827-9041-AA98-C9CD3A55892C}" srcOrd="1" destOrd="0" presId="urn:microsoft.com/office/officeart/2005/8/layout/pyramid1"/>
    <dgm:cxn modelId="{55E5A348-CEA1-46C2-8469-1002892E48C5}" srcId="{0BEB1B39-7D3C-47FB-9986-466ECA962E1E}" destId="{2DDBFD97-CF0B-43C9-9BE9-3985271C9AF1}" srcOrd="0" destOrd="0" parTransId="{D8DA424B-2A09-4C2B-BAAA-4F180C8E6EA4}" sibTransId="{67CC9046-3E7D-4DB2-A1D5-5D9F313045D0}"/>
    <dgm:cxn modelId="{C6034853-D303-894D-B0DB-32F6F0920354}" type="presOf" srcId="{124C2186-2F36-42D3-8894-BA9F75E44262}" destId="{421BC5A5-0462-A648-940D-B9E89053F73F}" srcOrd="0" destOrd="0" presId="urn:microsoft.com/office/officeart/2005/8/layout/pyramid1"/>
    <dgm:cxn modelId="{6BED8D73-CB1F-DD4D-81B6-905F10471F2E}" type="presOf" srcId="{25AA27F6-0204-4791-9E13-5F73B8E331E3}" destId="{E2F7E927-430B-7B4C-967F-8EB250878BE0}" srcOrd="1" destOrd="0" presId="urn:microsoft.com/office/officeart/2005/8/layout/pyramid1"/>
    <dgm:cxn modelId="{33E6B18A-7A54-4143-9282-E319DF1AEB83}" type="presOf" srcId="{94EE45C3-AF9D-4307-BAF5-E0465F85ED46}" destId="{1B578063-A377-BA44-A7F8-3B29D615D8F8}" srcOrd="0" destOrd="0" presId="urn:microsoft.com/office/officeart/2005/8/layout/pyramid1"/>
    <dgm:cxn modelId="{97C1CF93-B1FA-7D4C-9124-7A8D029EC3E6}" type="presOf" srcId="{25AA27F6-0204-4791-9E13-5F73B8E331E3}" destId="{203198AA-9BF9-C740-AB29-A85C28F11942}" srcOrd="0" destOrd="0" presId="urn:microsoft.com/office/officeart/2005/8/layout/pyramid1"/>
    <dgm:cxn modelId="{FC3AB5C4-019D-314F-A8AF-E2C849D04579}" type="presOf" srcId="{2DDBFD97-CF0B-43C9-9BE9-3985271C9AF1}" destId="{12FAC9AC-E156-2C47-8F57-53FE622F23EB}" srcOrd="0" destOrd="0" presId="urn:microsoft.com/office/officeart/2005/8/layout/pyramid1"/>
    <dgm:cxn modelId="{100C6DCC-9D27-4396-8991-01097F04D5A6}" srcId="{0BEB1B39-7D3C-47FB-9986-466ECA962E1E}" destId="{94EE45C3-AF9D-4307-BAF5-E0465F85ED46}" srcOrd="3" destOrd="0" parTransId="{96DFAA06-D4F5-44C9-ABD2-35BE3D1E4EF4}" sibTransId="{E81BF1E1-ABAD-41F2-A460-672A14939CC5}"/>
    <dgm:cxn modelId="{BA88A5E0-04B5-4442-9F52-237BEF117B29}" type="presOf" srcId="{2DDBFD97-CF0B-43C9-9BE9-3985271C9AF1}" destId="{B15AD40D-240B-0649-8E9A-5E230764D35E}" srcOrd="1" destOrd="0" presId="urn:microsoft.com/office/officeart/2005/8/layout/pyramid1"/>
    <dgm:cxn modelId="{9EF777F8-F83A-4363-917A-0D182C4D0213}" srcId="{0BEB1B39-7D3C-47FB-9986-466ECA962E1E}" destId="{124C2186-2F36-42D3-8894-BA9F75E44262}" srcOrd="2" destOrd="0" parTransId="{44B68793-2442-4600-B183-823E45502ED2}" sibTransId="{3D2DC145-6BE2-4ABD-BE31-F6593679A0F0}"/>
    <dgm:cxn modelId="{313A4FFE-7FD6-4DAC-9374-2C5DBFEE5B3D}" srcId="{0BEB1B39-7D3C-47FB-9986-466ECA962E1E}" destId="{25AA27F6-0204-4791-9E13-5F73B8E331E3}" srcOrd="1" destOrd="0" parTransId="{ACADD43A-271E-4299-A5E8-32D19AAF513A}" sibTransId="{4EB24E23-8665-4F74-A71F-C95D9DCCB929}"/>
    <dgm:cxn modelId="{120FD0ED-D701-8844-A135-FDB11C1B2719}" type="presParOf" srcId="{5427674C-9202-6044-8D28-17F122B48B64}" destId="{B341229E-4866-1A4C-8B8B-E007371000D6}" srcOrd="0" destOrd="0" presId="urn:microsoft.com/office/officeart/2005/8/layout/pyramid1"/>
    <dgm:cxn modelId="{EB6B636D-26C9-8443-B5AB-8B81369401A9}" type="presParOf" srcId="{B341229E-4866-1A4C-8B8B-E007371000D6}" destId="{12FAC9AC-E156-2C47-8F57-53FE622F23EB}" srcOrd="0" destOrd="0" presId="urn:microsoft.com/office/officeart/2005/8/layout/pyramid1"/>
    <dgm:cxn modelId="{1175E8E1-93AF-0545-A1C0-9B71E6DE1C91}" type="presParOf" srcId="{B341229E-4866-1A4C-8B8B-E007371000D6}" destId="{B15AD40D-240B-0649-8E9A-5E230764D35E}" srcOrd="1" destOrd="0" presId="urn:microsoft.com/office/officeart/2005/8/layout/pyramid1"/>
    <dgm:cxn modelId="{83BB6910-1FC9-7243-A990-9263364DD1FC}" type="presParOf" srcId="{5427674C-9202-6044-8D28-17F122B48B64}" destId="{2D2AD914-63D6-3E43-B4BE-C6ACF9B1C803}" srcOrd="1" destOrd="0" presId="urn:microsoft.com/office/officeart/2005/8/layout/pyramid1"/>
    <dgm:cxn modelId="{CB05E84A-36F2-FD41-84DF-E479C4824D6D}" type="presParOf" srcId="{2D2AD914-63D6-3E43-B4BE-C6ACF9B1C803}" destId="{203198AA-9BF9-C740-AB29-A85C28F11942}" srcOrd="0" destOrd="0" presId="urn:microsoft.com/office/officeart/2005/8/layout/pyramid1"/>
    <dgm:cxn modelId="{A1825E5B-4B40-9D49-843F-B2721ADD9430}" type="presParOf" srcId="{2D2AD914-63D6-3E43-B4BE-C6ACF9B1C803}" destId="{E2F7E927-430B-7B4C-967F-8EB250878BE0}" srcOrd="1" destOrd="0" presId="urn:microsoft.com/office/officeart/2005/8/layout/pyramid1"/>
    <dgm:cxn modelId="{CF28BCB1-55C2-6C47-8D2E-6D65723240BF}" type="presParOf" srcId="{5427674C-9202-6044-8D28-17F122B48B64}" destId="{00B93227-7C90-3445-BB49-564F3979774E}" srcOrd="2" destOrd="0" presId="urn:microsoft.com/office/officeart/2005/8/layout/pyramid1"/>
    <dgm:cxn modelId="{494516B0-0BC0-E044-9AC5-580DC7917F7A}" type="presParOf" srcId="{00B93227-7C90-3445-BB49-564F3979774E}" destId="{421BC5A5-0462-A648-940D-B9E89053F73F}" srcOrd="0" destOrd="0" presId="urn:microsoft.com/office/officeart/2005/8/layout/pyramid1"/>
    <dgm:cxn modelId="{04F9B23F-80C4-7A42-87D5-BF0370636CEB}" type="presParOf" srcId="{00B93227-7C90-3445-BB49-564F3979774E}" destId="{D0ADE262-58E9-3C4F-96D9-9E5D4E937F11}" srcOrd="1" destOrd="0" presId="urn:microsoft.com/office/officeart/2005/8/layout/pyramid1"/>
    <dgm:cxn modelId="{1DD8F05D-5D2B-7946-86D2-FBF4B8DB1728}" type="presParOf" srcId="{5427674C-9202-6044-8D28-17F122B48B64}" destId="{926B1F77-35C0-E842-A9B1-9E68B2A2AD3C}" srcOrd="3" destOrd="0" presId="urn:microsoft.com/office/officeart/2005/8/layout/pyramid1"/>
    <dgm:cxn modelId="{5045222E-91A2-9A42-B930-3AE4B691A561}" type="presParOf" srcId="{926B1F77-35C0-E842-A9B1-9E68B2A2AD3C}" destId="{1B578063-A377-BA44-A7F8-3B29D615D8F8}" srcOrd="0" destOrd="0" presId="urn:microsoft.com/office/officeart/2005/8/layout/pyramid1"/>
    <dgm:cxn modelId="{6112C3CF-0ED6-E74D-AC55-4959AC101422}" type="presParOf" srcId="{926B1F77-35C0-E842-A9B1-9E68B2A2AD3C}" destId="{C46821BC-4827-9041-AA98-C9CD3A55892C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0.xml><?xml version="1.0" encoding="utf-8"?>
<dgm:dataModel xmlns:dgm="http://schemas.openxmlformats.org/drawingml/2006/diagram" xmlns:a="http://schemas.openxmlformats.org/drawingml/2006/main">
  <dgm:ptLst>
    <dgm:pt modelId="{4CBC95C7-5FE8-4073-8403-D3BD3ADC31AE}" type="doc">
      <dgm:prSet loTypeId="urn:microsoft.com/office/officeart/2005/8/layout/pyramid3" qsTypeId="urn:microsoft.com/office/officeart/2005/8/quickstyle/simple2" csTypeId="urn:microsoft.com/office/officeart/2005/8/colors/accent1_2"/>
      <dgm:spPr/>
    </dgm:pt>
    <dgm:pt modelId="{8A1F6D20-DDF9-4078-A89E-375FA91C0594}">
      <dgm:prSet/>
      <dgm:spPr/>
      <dgm:t>
        <a:bodyPr/>
        <a:lstStyle/>
        <a:p>
          <a:r>
            <a:t>Foundation</a:t>
          </a:r>
        </a:p>
      </dgm:t>
    </dgm:pt>
    <dgm:pt modelId="{1687B7D9-1436-434F-9E84-8404CCC97688}" type="parTrans" cxnId="{40C75064-A28C-4752-B126-3E55F9D36CAA}">
      <dgm:prSet/>
      <dgm:spPr/>
      <dgm:t>
        <a:bodyPr/>
        <a:lstStyle/>
        <a:p>
          <a:endParaRPr/>
        </a:p>
      </dgm:t>
    </dgm:pt>
    <dgm:pt modelId="{5BCBF9BC-660F-4D52-90ED-E9A7D20830A6}" type="sibTrans" cxnId="{40C75064-A28C-4752-B126-3E55F9D36CAA}">
      <dgm:prSet/>
      <dgm:spPr/>
      <dgm:t>
        <a:bodyPr/>
        <a:lstStyle/>
        <a:p>
          <a:endParaRPr/>
        </a:p>
      </dgm:t>
    </dgm:pt>
    <dgm:pt modelId="{E4DF7DCC-543F-4955-8159-CF59F45A18D8}">
      <dgm:prSet/>
      <dgm:spPr/>
      <dgm:t>
        <a:bodyPr/>
        <a:lstStyle/>
        <a:p>
          <a:r>
            <a:t>Capability</a:t>
          </a:r>
        </a:p>
      </dgm:t>
    </dgm:pt>
    <dgm:pt modelId="{861C41D7-F03B-422F-A371-55F0A9D9C8A4}" type="parTrans" cxnId="{C31EB776-825D-4A5D-81D1-9B7C0DC7DB16}">
      <dgm:prSet/>
      <dgm:spPr/>
      <dgm:t>
        <a:bodyPr/>
        <a:lstStyle/>
        <a:p>
          <a:endParaRPr/>
        </a:p>
      </dgm:t>
    </dgm:pt>
    <dgm:pt modelId="{F2712300-7C8D-4869-9EA2-107918AC3F0E}" type="sibTrans" cxnId="{C31EB776-825D-4A5D-81D1-9B7C0DC7DB16}">
      <dgm:prSet/>
      <dgm:spPr/>
      <dgm:t>
        <a:bodyPr/>
        <a:lstStyle/>
        <a:p>
          <a:endParaRPr/>
        </a:p>
      </dgm:t>
    </dgm:pt>
    <dgm:pt modelId="{A0124101-36A8-44D8-AEB1-B8F86A8F4E35}">
      <dgm:prSet/>
      <dgm:spPr/>
      <dgm:t>
        <a:bodyPr/>
        <a:lstStyle/>
        <a:p>
          <a:r>
            <a:t>Advantage</a:t>
          </a:r>
        </a:p>
      </dgm:t>
    </dgm:pt>
    <dgm:pt modelId="{B74F1DC9-E0C6-4C82-AF92-E52BC06A163A}" type="parTrans" cxnId="{48C166DD-9D4F-4BC9-80E1-43892E87EC8C}">
      <dgm:prSet/>
      <dgm:spPr/>
      <dgm:t>
        <a:bodyPr/>
        <a:lstStyle/>
        <a:p>
          <a:endParaRPr/>
        </a:p>
      </dgm:t>
    </dgm:pt>
    <dgm:pt modelId="{73AD658F-E3BF-4E6A-A0F4-6EB9D1986F6A}" type="sibTrans" cxnId="{48C166DD-9D4F-4BC9-80E1-43892E87EC8C}">
      <dgm:prSet/>
      <dgm:spPr/>
      <dgm:t>
        <a:bodyPr/>
        <a:lstStyle/>
        <a:p>
          <a:endParaRPr/>
        </a:p>
      </dgm:t>
    </dgm:pt>
    <dgm:pt modelId="{351C2844-6B21-4873-B100-9B8AE772C5AA}">
      <dgm:prSet/>
      <dgm:spPr/>
      <dgm:t>
        <a:bodyPr/>
        <a:lstStyle/>
        <a:p>
          <a:r>
            <a:t>Impact</a:t>
          </a:r>
        </a:p>
      </dgm:t>
    </dgm:pt>
    <dgm:pt modelId="{8838C176-CA43-445A-B999-A9681076A2A4}" type="parTrans" cxnId="{4EF891CB-CFAE-47CC-8B81-556FBE67DC94}">
      <dgm:prSet/>
      <dgm:spPr/>
      <dgm:t>
        <a:bodyPr/>
        <a:lstStyle/>
        <a:p>
          <a:endParaRPr/>
        </a:p>
      </dgm:t>
    </dgm:pt>
    <dgm:pt modelId="{D068F011-BAA4-4812-9B99-001611E0129A}" type="sibTrans" cxnId="{4EF891CB-CFAE-47CC-8B81-556FBE67DC94}">
      <dgm:prSet/>
      <dgm:spPr/>
      <dgm:t>
        <a:bodyPr/>
        <a:lstStyle/>
        <a:p>
          <a:endParaRPr/>
        </a:p>
      </dgm:t>
    </dgm:pt>
    <dgm:pt modelId="{CCC0623A-9041-F047-B9F0-FEAA8A3AEF23}" type="pres">
      <dgm:prSet presAssocID="{4CBC95C7-5FE8-4073-8403-D3BD3ADC31AE}" presName="Name0" presStyleCnt="0">
        <dgm:presLayoutVars>
          <dgm:dir/>
          <dgm:animLvl val="lvl"/>
          <dgm:resizeHandles val="exact"/>
        </dgm:presLayoutVars>
      </dgm:prSet>
      <dgm:spPr/>
    </dgm:pt>
    <dgm:pt modelId="{389E86F3-FC0E-8B49-BA3C-CE95DD9E7D02}" type="pres">
      <dgm:prSet presAssocID="{8A1F6D20-DDF9-4078-A89E-375FA91C0594}" presName="Name8" presStyleCnt="0"/>
      <dgm:spPr/>
    </dgm:pt>
    <dgm:pt modelId="{9018F261-6094-BB49-8160-740723A636E3}" type="pres">
      <dgm:prSet presAssocID="{8A1F6D20-DDF9-4078-A89E-375FA91C0594}" presName="level" presStyleLbl="node1" presStyleIdx="0" presStyleCnt="4">
        <dgm:presLayoutVars>
          <dgm:chMax val="1"/>
          <dgm:bulletEnabled val="1"/>
        </dgm:presLayoutVars>
      </dgm:prSet>
      <dgm:spPr/>
    </dgm:pt>
    <dgm:pt modelId="{D8FEC153-EEFC-3C49-9756-DA98720578EF}" type="pres">
      <dgm:prSet presAssocID="{8A1F6D20-DDF9-4078-A89E-375FA91C059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3436FB7-3C64-4B4A-B884-36EECE2C26E3}" type="pres">
      <dgm:prSet presAssocID="{E4DF7DCC-543F-4955-8159-CF59F45A18D8}" presName="Name8" presStyleCnt="0"/>
      <dgm:spPr/>
    </dgm:pt>
    <dgm:pt modelId="{302389FB-3C40-6447-ACC1-1A6F9CCA6262}" type="pres">
      <dgm:prSet presAssocID="{E4DF7DCC-543F-4955-8159-CF59F45A18D8}" presName="level" presStyleLbl="node1" presStyleIdx="1" presStyleCnt="4">
        <dgm:presLayoutVars>
          <dgm:chMax val="1"/>
          <dgm:bulletEnabled val="1"/>
        </dgm:presLayoutVars>
      </dgm:prSet>
      <dgm:spPr/>
    </dgm:pt>
    <dgm:pt modelId="{D02B17C6-9EF3-5944-8D50-E20000724776}" type="pres">
      <dgm:prSet presAssocID="{E4DF7DCC-543F-4955-8159-CF59F45A18D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33AC7BE-D433-5E49-9EEE-B18982F8B50C}" type="pres">
      <dgm:prSet presAssocID="{A0124101-36A8-44D8-AEB1-B8F86A8F4E35}" presName="Name8" presStyleCnt="0"/>
      <dgm:spPr/>
    </dgm:pt>
    <dgm:pt modelId="{73AA7F51-353E-5141-84AD-F34B6FB32AE2}" type="pres">
      <dgm:prSet presAssocID="{A0124101-36A8-44D8-AEB1-B8F86A8F4E35}" presName="level" presStyleLbl="node1" presStyleIdx="2" presStyleCnt="4">
        <dgm:presLayoutVars>
          <dgm:chMax val="1"/>
          <dgm:bulletEnabled val="1"/>
        </dgm:presLayoutVars>
      </dgm:prSet>
      <dgm:spPr/>
    </dgm:pt>
    <dgm:pt modelId="{DF5A9F32-2C53-F84A-8543-C42740225DDD}" type="pres">
      <dgm:prSet presAssocID="{A0124101-36A8-44D8-AEB1-B8F86A8F4E3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DBE2D6E-7EDC-0F4E-BE97-8541D674EBB4}" type="pres">
      <dgm:prSet presAssocID="{351C2844-6B21-4873-B100-9B8AE772C5AA}" presName="Name8" presStyleCnt="0"/>
      <dgm:spPr/>
    </dgm:pt>
    <dgm:pt modelId="{BE54778B-8546-794F-8317-2B378937E3B2}" type="pres">
      <dgm:prSet presAssocID="{351C2844-6B21-4873-B100-9B8AE772C5AA}" presName="level" presStyleLbl="node1" presStyleIdx="3" presStyleCnt="4">
        <dgm:presLayoutVars>
          <dgm:chMax val="1"/>
          <dgm:bulletEnabled val="1"/>
        </dgm:presLayoutVars>
      </dgm:prSet>
      <dgm:spPr/>
    </dgm:pt>
    <dgm:pt modelId="{CD8BC4C4-E20B-8440-8479-B50F46CA9D5C}" type="pres">
      <dgm:prSet presAssocID="{351C2844-6B21-4873-B100-9B8AE772C5AA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45E18318-4C0D-9449-9B4B-0B70DC0BA65A}" type="presOf" srcId="{A0124101-36A8-44D8-AEB1-B8F86A8F4E35}" destId="{DF5A9F32-2C53-F84A-8543-C42740225DDD}" srcOrd="1" destOrd="0" presId="urn:microsoft.com/office/officeart/2005/8/layout/pyramid3"/>
    <dgm:cxn modelId="{35B2272F-3EE5-894D-A4AE-B5ECE77410D5}" type="presOf" srcId="{A0124101-36A8-44D8-AEB1-B8F86A8F4E35}" destId="{73AA7F51-353E-5141-84AD-F34B6FB32AE2}" srcOrd="0" destOrd="0" presId="urn:microsoft.com/office/officeart/2005/8/layout/pyramid3"/>
    <dgm:cxn modelId="{1114933E-F3B4-2747-9DED-6D62F172DF93}" type="presOf" srcId="{E4DF7DCC-543F-4955-8159-CF59F45A18D8}" destId="{302389FB-3C40-6447-ACC1-1A6F9CCA6262}" srcOrd="0" destOrd="0" presId="urn:microsoft.com/office/officeart/2005/8/layout/pyramid3"/>
    <dgm:cxn modelId="{33B1D351-89D8-6946-BCFF-67687CBC1188}" type="presOf" srcId="{E4DF7DCC-543F-4955-8159-CF59F45A18D8}" destId="{D02B17C6-9EF3-5944-8D50-E20000724776}" srcOrd="1" destOrd="0" presId="urn:microsoft.com/office/officeart/2005/8/layout/pyramid3"/>
    <dgm:cxn modelId="{80B6C960-1D80-5C46-AACF-E4EF5EC087E5}" type="presOf" srcId="{8A1F6D20-DDF9-4078-A89E-375FA91C0594}" destId="{D8FEC153-EEFC-3C49-9756-DA98720578EF}" srcOrd="1" destOrd="0" presId="urn:microsoft.com/office/officeart/2005/8/layout/pyramid3"/>
    <dgm:cxn modelId="{40C75064-A28C-4752-B126-3E55F9D36CAA}" srcId="{4CBC95C7-5FE8-4073-8403-D3BD3ADC31AE}" destId="{8A1F6D20-DDF9-4078-A89E-375FA91C0594}" srcOrd="0" destOrd="0" parTransId="{1687B7D9-1436-434F-9E84-8404CCC97688}" sibTransId="{5BCBF9BC-660F-4D52-90ED-E9A7D20830A6}"/>
    <dgm:cxn modelId="{C31EB776-825D-4A5D-81D1-9B7C0DC7DB16}" srcId="{4CBC95C7-5FE8-4073-8403-D3BD3ADC31AE}" destId="{E4DF7DCC-543F-4955-8159-CF59F45A18D8}" srcOrd="1" destOrd="0" parTransId="{861C41D7-F03B-422F-A371-55F0A9D9C8A4}" sibTransId="{F2712300-7C8D-4869-9EA2-107918AC3F0E}"/>
    <dgm:cxn modelId="{B77326BC-5E54-8746-8D69-5A2AF484A75C}" type="presOf" srcId="{8A1F6D20-DDF9-4078-A89E-375FA91C0594}" destId="{9018F261-6094-BB49-8160-740723A636E3}" srcOrd="0" destOrd="0" presId="urn:microsoft.com/office/officeart/2005/8/layout/pyramid3"/>
    <dgm:cxn modelId="{2A11B8C9-CD3D-F54E-A120-762B0CA451B6}" type="presOf" srcId="{351C2844-6B21-4873-B100-9B8AE772C5AA}" destId="{CD8BC4C4-E20B-8440-8479-B50F46CA9D5C}" srcOrd="1" destOrd="0" presId="urn:microsoft.com/office/officeart/2005/8/layout/pyramid3"/>
    <dgm:cxn modelId="{4EF891CB-CFAE-47CC-8B81-556FBE67DC94}" srcId="{4CBC95C7-5FE8-4073-8403-D3BD3ADC31AE}" destId="{351C2844-6B21-4873-B100-9B8AE772C5AA}" srcOrd="3" destOrd="0" parTransId="{8838C176-CA43-445A-B999-A9681076A2A4}" sibTransId="{D068F011-BAA4-4812-9B99-001611E0129A}"/>
    <dgm:cxn modelId="{C7F9B9DC-C2F1-C74D-8177-EF3ABD32875E}" type="presOf" srcId="{351C2844-6B21-4873-B100-9B8AE772C5AA}" destId="{BE54778B-8546-794F-8317-2B378937E3B2}" srcOrd="0" destOrd="0" presId="urn:microsoft.com/office/officeart/2005/8/layout/pyramid3"/>
    <dgm:cxn modelId="{48C166DD-9D4F-4BC9-80E1-43892E87EC8C}" srcId="{4CBC95C7-5FE8-4073-8403-D3BD3ADC31AE}" destId="{A0124101-36A8-44D8-AEB1-B8F86A8F4E35}" srcOrd="2" destOrd="0" parTransId="{B74F1DC9-E0C6-4C82-AF92-E52BC06A163A}" sibTransId="{73AD658F-E3BF-4E6A-A0F4-6EB9D1986F6A}"/>
    <dgm:cxn modelId="{777862F6-CE9B-9847-9FC5-F1908B239638}" type="presOf" srcId="{4CBC95C7-5FE8-4073-8403-D3BD3ADC31AE}" destId="{CCC0623A-9041-F047-B9F0-FEAA8A3AEF23}" srcOrd="0" destOrd="0" presId="urn:microsoft.com/office/officeart/2005/8/layout/pyramid3"/>
    <dgm:cxn modelId="{6D71D53A-00D7-B942-A24C-95526CC255B0}" type="presParOf" srcId="{CCC0623A-9041-F047-B9F0-FEAA8A3AEF23}" destId="{389E86F3-FC0E-8B49-BA3C-CE95DD9E7D02}" srcOrd="0" destOrd="0" presId="urn:microsoft.com/office/officeart/2005/8/layout/pyramid3"/>
    <dgm:cxn modelId="{8C8CE7F2-4396-4245-A8DA-EEC76AA5660F}" type="presParOf" srcId="{389E86F3-FC0E-8B49-BA3C-CE95DD9E7D02}" destId="{9018F261-6094-BB49-8160-740723A636E3}" srcOrd="0" destOrd="0" presId="urn:microsoft.com/office/officeart/2005/8/layout/pyramid3"/>
    <dgm:cxn modelId="{39C2D8F0-5D11-C24F-916B-A06152F49C91}" type="presParOf" srcId="{389E86F3-FC0E-8B49-BA3C-CE95DD9E7D02}" destId="{D8FEC153-EEFC-3C49-9756-DA98720578EF}" srcOrd="1" destOrd="0" presId="urn:microsoft.com/office/officeart/2005/8/layout/pyramid3"/>
    <dgm:cxn modelId="{C899BA06-23AD-8A44-A65E-B9D8DEF563D6}" type="presParOf" srcId="{CCC0623A-9041-F047-B9F0-FEAA8A3AEF23}" destId="{D3436FB7-3C64-4B4A-B884-36EECE2C26E3}" srcOrd="1" destOrd="0" presId="urn:microsoft.com/office/officeart/2005/8/layout/pyramid3"/>
    <dgm:cxn modelId="{7FC0CAEC-E71A-F142-B1C5-C2295C4F83C1}" type="presParOf" srcId="{D3436FB7-3C64-4B4A-B884-36EECE2C26E3}" destId="{302389FB-3C40-6447-ACC1-1A6F9CCA6262}" srcOrd="0" destOrd="0" presId="urn:microsoft.com/office/officeart/2005/8/layout/pyramid3"/>
    <dgm:cxn modelId="{9B360793-095A-734D-9148-1916CBCD543A}" type="presParOf" srcId="{D3436FB7-3C64-4B4A-B884-36EECE2C26E3}" destId="{D02B17C6-9EF3-5944-8D50-E20000724776}" srcOrd="1" destOrd="0" presId="urn:microsoft.com/office/officeart/2005/8/layout/pyramid3"/>
    <dgm:cxn modelId="{D6B80A22-1872-154E-B200-E70264ED4C9F}" type="presParOf" srcId="{CCC0623A-9041-F047-B9F0-FEAA8A3AEF23}" destId="{A33AC7BE-D433-5E49-9EEE-B18982F8B50C}" srcOrd="2" destOrd="0" presId="urn:microsoft.com/office/officeart/2005/8/layout/pyramid3"/>
    <dgm:cxn modelId="{EF63897B-B227-E646-B4AE-8C598B9F1342}" type="presParOf" srcId="{A33AC7BE-D433-5E49-9EEE-B18982F8B50C}" destId="{73AA7F51-353E-5141-84AD-F34B6FB32AE2}" srcOrd="0" destOrd="0" presId="urn:microsoft.com/office/officeart/2005/8/layout/pyramid3"/>
    <dgm:cxn modelId="{35A70EB5-D5DE-2D48-A839-011DC02DD244}" type="presParOf" srcId="{A33AC7BE-D433-5E49-9EEE-B18982F8B50C}" destId="{DF5A9F32-2C53-F84A-8543-C42740225DDD}" srcOrd="1" destOrd="0" presId="urn:microsoft.com/office/officeart/2005/8/layout/pyramid3"/>
    <dgm:cxn modelId="{14BD61EF-3BC7-8443-9EFF-712BA31EC69A}" type="presParOf" srcId="{CCC0623A-9041-F047-B9F0-FEAA8A3AEF23}" destId="{ADBE2D6E-7EDC-0F4E-BE97-8541D674EBB4}" srcOrd="3" destOrd="0" presId="urn:microsoft.com/office/officeart/2005/8/layout/pyramid3"/>
    <dgm:cxn modelId="{846A4359-8BC7-D647-B68A-F3CD5CA73E21}" type="presParOf" srcId="{ADBE2D6E-7EDC-0F4E-BE97-8541D674EBB4}" destId="{BE54778B-8546-794F-8317-2B378937E3B2}" srcOrd="0" destOrd="0" presId="urn:microsoft.com/office/officeart/2005/8/layout/pyramid3"/>
    <dgm:cxn modelId="{2CBCC808-BFB8-5241-BDD7-94901A8A1C81}" type="presParOf" srcId="{ADBE2D6E-7EDC-0F4E-BE97-8541D674EBB4}" destId="{CD8BC4C4-E20B-8440-8479-B50F46CA9D5C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1.xml><?xml version="1.0" encoding="utf-8"?>
<dgm:dataModel xmlns:dgm="http://schemas.openxmlformats.org/drawingml/2006/diagram" xmlns:a="http://schemas.openxmlformats.org/drawingml/2006/main">
  <dgm:ptLst>
    <dgm:pt modelId="{B5ED5158-C040-4C01-B6AA-FE6B68B943EE}" type="doc">
      <dgm:prSet loTypeId="urn:microsoft.com/office/officeart/2008/layout/AccentedPicture" qsTypeId="urn:microsoft.com/office/officeart/2005/8/quickstyle/simple2" csTypeId="urn:microsoft.com/office/officeart/2005/8/colors/accent1_2"/>
      <dgm:spPr/>
    </dgm:pt>
    <dgm:pt modelId="{0D2D9FF1-DF4D-4B96-9641-DF598F18C84E}">
      <dgm:prSet/>
      <dgm:spPr/>
      <dgm:t>
        <a:bodyPr/>
        <a:lstStyle/>
        <a:p>
          <a:r>
            <a:t>Research</a:t>
          </a:r>
        </a:p>
      </dgm:t>
    </dgm:pt>
    <dgm:pt modelId="{7AA11D23-EF66-461C-8066-F97258A1178C}" type="parTrans" cxnId="{0EAE0FDA-EE7D-482F-8C77-0B972D1B71B0}">
      <dgm:prSet/>
      <dgm:spPr/>
      <dgm:t>
        <a:bodyPr/>
        <a:lstStyle/>
        <a:p>
          <a:endParaRPr/>
        </a:p>
      </dgm:t>
    </dgm:pt>
    <dgm:pt modelId="{FA88F32C-6A6A-4BE4-A79B-364CE29A5B65}" type="sibTrans" cxnId="{0EAE0FDA-EE7D-482F-8C77-0B972D1B71B0}">
      <dgm:prSet/>
      <dgm:spPr/>
      <dgm:t>
        <a:bodyPr/>
        <a:lstStyle/>
        <a:p>
          <a:endParaRPr/>
        </a:p>
      </dgm:t>
    </dgm:pt>
    <dgm:pt modelId="{FA5EBAD9-37FE-4104-91FD-F416E344D2AE}">
      <dgm:prSet/>
      <dgm:spPr/>
      <dgm:t>
        <a:bodyPr/>
        <a:lstStyle/>
        <a:p>
          <a:r>
            <a:t>Workshop</a:t>
          </a:r>
        </a:p>
      </dgm:t>
    </dgm:pt>
    <dgm:pt modelId="{9F1549B1-6051-4445-AA45-4C0053F5E62B}" type="parTrans" cxnId="{FEE64FCA-3956-417C-AB22-6AA6832DA515}">
      <dgm:prSet/>
      <dgm:spPr/>
      <dgm:t>
        <a:bodyPr/>
        <a:lstStyle/>
        <a:p>
          <a:endParaRPr/>
        </a:p>
      </dgm:t>
    </dgm:pt>
    <dgm:pt modelId="{CDFCCA78-AABB-457D-B446-7C4563BD404B}" type="sibTrans" cxnId="{FEE64FCA-3956-417C-AB22-6AA6832DA515}">
      <dgm:prSet/>
      <dgm:spPr/>
      <dgm:t>
        <a:bodyPr/>
        <a:lstStyle/>
        <a:p>
          <a:endParaRPr/>
        </a:p>
      </dgm:t>
    </dgm:pt>
    <dgm:pt modelId="{415933C4-8A8C-42AF-AE17-C4038300D1B1}">
      <dgm:prSet/>
      <dgm:spPr/>
      <dgm:t>
        <a:bodyPr/>
        <a:lstStyle/>
        <a:p>
          <a:r>
            <a:t>Prototype</a:t>
          </a:r>
        </a:p>
      </dgm:t>
    </dgm:pt>
    <dgm:pt modelId="{9A6F2EE4-24B8-4E0B-BC24-1A6C7D2A2863}" type="parTrans" cxnId="{E153B54A-A320-4325-847D-6AC0F424A47D}">
      <dgm:prSet/>
      <dgm:spPr/>
      <dgm:t>
        <a:bodyPr/>
        <a:lstStyle/>
        <a:p>
          <a:endParaRPr/>
        </a:p>
      </dgm:t>
    </dgm:pt>
    <dgm:pt modelId="{A7A3D0C8-7BBF-43F9-BD40-2D581D6EA594}" type="sibTrans" cxnId="{E153B54A-A320-4325-847D-6AC0F424A47D}">
      <dgm:prSet/>
      <dgm:spPr/>
      <dgm:t>
        <a:bodyPr/>
        <a:lstStyle/>
        <a:p>
          <a:endParaRPr/>
        </a:p>
      </dgm:t>
    </dgm:pt>
    <dgm:pt modelId="{9C8CADB5-E6CC-4073-8512-DC8C6654334D}">
      <dgm:prSet/>
      <dgm:spPr/>
      <dgm:t>
        <a:bodyPr/>
        <a:lstStyle/>
        <a:p>
          <a:r>
            <a:t>Delivery</a:t>
          </a:r>
        </a:p>
      </dgm:t>
    </dgm:pt>
    <dgm:pt modelId="{99A397D0-8361-472C-9900-D585DA45AF3E}" type="parTrans" cxnId="{49FB2A8F-67BD-4ADD-A05F-A00114588817}">
      <dgm:prSet/>
      <dgm:spPr/>
      <dgm:t>
        <a:bodyPr/>
        <a:lstStyle/>
        <a:p>
          <a:endParaRPr/>
        </a:p>
      </dgm:t>
    </dgm:pt>
    <dgm:pt modelId="{AA8AB8B0-C0AD-4F39-995C-56F1ACBAE640}" type="sibTrans" cxnId="{49FB2A8F-67BD-4ADD-A05F-A00114588817}">
      <dgm:prSet/>
      <dgm:spPr/>
      <dgm:t>
        <a:bodyPr/>
        <a:lstStyle/>
        <a:p>
          <a:endParaRPr/>
        </a:p>
      </dgm:t>
    </dgm:pt>
    <dgm:pt modelId="{DFD1C044-2C66-48B3-A44A-4D6AF4E6DC74}">
      <dgm:prSet/>
      <dgm:spPr/>
      <dgm:t>
        <a:bodyPr/>
        <a:lstStyle/>
        <a:p>
          <a:r>
            <a:t>Learning</a:t>
          </a:r>
        </a:p>
      </dgm:t>
    </dgm:pt>
    <dgm:pt modelId="{C814F41D-10D6-4CDD-BB20-384CA8AF092D}" type="parTrans" cxnId="{1D1A267C-0357-463C-B714-B4558C57FB33}">
      <dgm:prSet/>
      <dgm:spPr/>
      <dgm:t>
        <a:bodyPr/>
        <a:lstStyle/>
        <a:p>
          <a:endParaRPr/>
        </a:p>
      </dgm:t>
    </dgm:pt>
    <dgm:pt modelId="{BA8C6721-0772-4B90-82AC-D2FCDF439B19}" type="sibTrans" cxnId="{1D1A267C-0357-463C-B714-B4558C57FB33}">
      <dgm:prSet/>
      <dgm:spPr/>
      <dgm:t>
        <a:bodyPr/>
        <a:lstStyle/>
        <a:p>
          <a:endParaRPr/>
        </a:p>
      </dgm:t>
    </dgm:pt>
    <dgm:pt modelId="{924032B7-3DC4-4A7E-A4E7-AE6D1460E719}" type="pres">
      <dgm:prSet presAssocID="{B5ED5158-C040-4C01-B6AA-FE6B68B943EE}" presName="Name0" presStyleCnt="0">
        <dgm:presLayoutVars>
          <dgm:dir/>
        </dgm:presLayoutVars>
      </dgm:prSet>
      <dgm:spPr/>
    </dgm:pt>
    <dgm:pt modelId="{7DB2BEF0-05DF-447E-AD89-363FE81E0C4D}" type="pres">
      <dgm:prSet presAssocID="{FA88F32C-6A6A-4BE4-A79B-364CE29A5B65}" presName="picture_1" presStyleLbl="bgImgPlace1" presStyleIdx="0" presStyleCnt="1"/>
      <dgm:spPr>
        <a:blipFill>
          <a:blip xmlns:r="http://schemas.openxmlformats.org/officeDocument/2006/relationships" r:embed="rId1"/>
          <a:srcRect/>
          <a:stretch>
            <a:fillRect l="-45756" r="-45756"/>
          </a:stretch>
        </a:blipFill>
      </dgm:spPr>
    </dgm:pt>
    <dgm:pt modelId="{2E83C97B-60D6-4BD0-8E99-BD30D245E3DE}" type="pres">
      <dgm:prSet presAssocID="{0D2D9FF1-DF4D-4B96-9641-DF598F18C84E}" presName="text_1" presStyleLbl="node1" presStyleIdx="0" presStyleCnt="0">
        <dgm:presLayoutVars>
          <dgm:bulletEnabled val="1"/>
        </dgm:presLayoutVars>
      </dgm:prSet>
      <dgm:spPr/>
    </dgm:pt>
    <dgm:pt modelId="{6161E076-93E2-134A-AA63-DBDD52294B75}" type="pres">
      <dgm:prSet presAssocID="{B5ED5158-C040-4C01-B6AA-FE6B68B943EE}" presName="linV" presStyleCnt="0"/>
      <dgm:spPr/>
    </dgm:pt>
    <dgm:pt modelId="{13AED317-C792-2E4A-B31E-CBEA88C51D2F}" type="pres">
      <dgm:prSet presAssocID="{FA5EBAD9-37FE-4104-91FD-F416E344D2AE}" presName="pair" presStyleCnt="0"/>
      <dgm:spPr/>
    </dgm:pt>
    <dgm:pt modelId="{9A02A54C-F8F4-8E49-93E5-E9B102FC1152}" type="pres">
      <dgm:prSet presAssocID="{FA5EBAD9-37FE-4104-91FD-F416E344D2AE}" presName="spaceH" presStyleLbl="node1" presStyleIdx="0" presStyleCnt="0"/>
      <dgm:spPr/>
    </dgm:pt>
    <dgm:pt modelId="{94887B5D-5C2E-4092-BC06-BBB761356F0E}" type="pres">
      <dgm:prSet presAssocID="{FA5EBAD9-37FE-4104-91FD-F416E344D2AE}" presName="desPictures" presStyleLbl="alignImgPlace1" presStyleIdx="0" presStyleCnt="4"/>
      <dgm:spPr>
        <a:blipFill>
          <a:blip xmlns:r="http://schemas.openxmlformats.org/officeDocument/2006/relationships" r:embed="rId2"/>
          <a:srcRect/>
          <a:stretch>
            <a:fillRect l="-25073" r="-25073"/>
          </a:stretch>
        </a:blipFill>
      </dgm:spPr>
    </dgm:pt>
    <dgm:pt modelId="{D47259FD-6454-7B41-8D75-872D0986962B}" type="pres">
      <dgm:prSet presAssocID="{FA5EBAD9-37FE-4104-91FD-F416E344D2AE}" presName="desTextWrapper" presStyleCnt="0"/>
      <dgm:spPr/>
    </dgm:pt>
    <dgm:pt modelId="{60070BF1-0DC0-FA4E-A1B3-9CDA9C2FF952}" type="pres">
      <dgm:prSet presAssocID="{FA5EBAD9-37FE-4104-91FD-F416E344D2AE}" presName="desText" presStyleLbl="revTx" presStyleIdx="0" presStyleCnt="4">
        <dgm:presLayoutVars>
          <dgm:bulletEnabled val="1"/>
        </dgm:presLayoutVars>
      </dgm:prSet>
      <dgm:spPr/>
    </dgm:pt>
    <dgm:pt modelId="{9B7463E7-B85F-CB4A-924E-EC1C91E90130}" type="pres">
      <dgm:prSet presAssocID="{CDFCCA78-AABB-457D-B446-7C4563BD404B}" presName="spaceV" presStyleCnt="0"/>
      <dgm:spPr/>
    </dgm:pt>
    <dgm:pt modelId="{97A2257B-679D-784C-BD0B-A62259074DDC}" type="pres">
      <dgm:prSet presAssocID="{415933C4-8A8C-42AF-AE17-C4038300D1B1}" presName="pair" presStyleCnt="0"/>
      <dgm:spPr/>
    </dgm:pt>
    <dgm:pt modelId="{5438144B-F9BF-2D4A-AAAB-BC4DAA0F9D22}" type="pres">
      <dgm:prSet presAssocID="{415933C4-8A8C-42AF-AE17-C4038300D1B1}" presName="spaceH" presStyleLbl="node1" presStyleIdx="0" presStyleCnt="0"/>
      <dgm:spPr/>
    </dgm:pt>
    <dgm:pt modelId="{03549910-B7F7-44AA-A6F7-E35BF93BF96B}" type="pres">
      <dgm:prSet presAssocID="{415933C4-8A8C-42AF-AE17-C4038300D1B1}" presName="desPictures" presStyleLbl="alignImgPlace1" presStyleIdx="1" presStyleCnt="4"/>
      <dgm:spPr>
        <a:blipFill>
          <a:blip xmlns:r="http://schemas.openxmlformats.org/officeDocument/2006/relationships" r:embed="rId3"/>
          <a:srcRect/>
          <a:stretch>
            <a:fillRect l="-25073" r="-25073"/>
          </a:stretch>
        </a:blipFill>
      </dgm:spPr>
    </dgm:pt>
    <dgm:pt modelId="{DE976AA7-EBB7-8E49-B12E-A0ADD7E3798D}" type="pres">
      <dgm:prSet presAssocID="{415933C4-8A8C-42AF-AE17-C4038300D1B1}" presName="desTextWrapper" presStyleCnt="0"/>
      <dgm:spPr/>
    </dgm:pt>
    <dgm:pt modelId="{17B896FA-928B-9142-9E65-D47D8DE8C1D5}" type="pres">
      <dgm:prSet presAssocID="{415933C4-8A8C-42AF-AE17-C4038300D1B1}" presName="desText" presStyleLbl="revTx" presStyleIdx="1" presStyleCnt="4">
        <dgm:presLayoutVars>
          <dgm:bulletEnabled val="1"/>
        </dgm:presLayoutVars>
      </dgm:prSet>
      <dgm:spPr/>
    </dgm:pt>
    <dgm:pt modelId="{EC25FB7B-6FEF-D245-8051-F706AE595D58}" type="pres">
      <dgm:prSet presAssocID="{A7A3D0C8-7BBF-43F9-BD40-2D581D6EA594}" presName="spaceV" presStyleCnt="0"/>
      <dgm:spPr/>
    </dgm:pt>
    <dgm:pt modelId="{7623A9F3-5B75-4B40-B4ED-7F90A0BCB9A9}" type="pres">
      <dgm:prSet presAssocID="{9C8CADB5-E6CC-4073-8512-DC8C6654334D}" presName="pair" presStyleCnt="0"/>
      <dgm:spPr/>
    </dgm:pt>
    <dgm:pt modelId="{441D192F-2FFE-824C-9F17-5009CB390E67}" type="pres">
      <dgm:prSet presAssocID="{9C8CADB5-E6CC-4073-8512-DC8C6654334D}" presName="spaceH" presStyleLbl="node1" presStyleIdx="0" presStyleCnt="0"/>
      <dgm:spPr/>
    </dgm:pt>
    <dgm:pt modelId="{9C31E28E-D3EC-44E1-9CB7-358892A9880B}" type="pres">
      <dgm:prSet presAssocID="{9C8CADB5-E6CC-4073-8512-DC8C6654334D}" presName="desPictures" presStyleLbl="alignImgPlace1" presStyleIdx="2" presStyleCnt="4"/>
      <dgm:spPr>
        <a:blipFill>
          <a:blip xmlns:r="http://schemas.openxmlformats.org/officeDocument/2006/relationships" r:embed="rId4"/>
          <a:srcRect/>
          <a:stretch>
            <a:fillRect l="-25073" r="-25073"/>
          </a:stretch>
        </a:blipFill>
      </dgm:spPr>
    </dgm:pt>
    <dgm:pt modelId="{D2B84A8F-A5B8-BE4A-ABF5-818D4FA7F178}" type="pres">
      <dgm:prSet presAssocID="{9C8CADB5-E6CC-4073-8512-DC8C6654334D}" presName="desTextWrapper" presStyleCnt="0"/>
      <dgm:spPr/>
    </dgm:pt>
    <dgm:pt modelId="{DF6F60FD-2E7A-7B45-959E-9BA29512CC6F}" type="pres">
      <dgm:prSet presAssocID="{9C8CADB5-E6CC-4073-8512-DC8C6654334D}" presName="desText" presStyleLbl="revTx" presStyleIdx="2" presStyleCnt="4">
        <dgm:presLayoutVars>
          <dgm:bulletEnabled val="1"/>
        </dgm:presLayoutVars>
      </dgm:prSet>
      <dgm:spPr/>
    </dgm:pt>
    <dgm:pt modelId="{00E330AD-6830-8649-BA94-E385FBC15C34}" type="pres">
      <dgm:prSet presAssocID="{AA8AB8B0-C0AD-4F39-995C-56F1ACBAE640}" presName="spaceV" presStyleCnt="0"/>
      <dgm:spPr/>
    </dgm:pt>
    <dgm:pt modelId="{CC5C319D-2AD8-6C47-86D2-02EDC6F9AB2D}" type="pres">
      <dgm:prSet presAssocID="{DFD1C044-2C66-48B3-A44A-4D6AF4E6DC74}" presName="pair" presStyleCnt="0"/>
      <dgm:spPr/>
    </dgm:pt>
    <dgm:pt modelId="{F3873DF6-F408-B54F-A2B0-737551D67AF5}" type="pres">
      <dgm:prSet presAssocID="{DFD1C044-2C66-48B3-A44A-4D6AF4E6DC74}" presName="spaceH" presStyleLbl="node1" presStyleIdx="0" presStyleCnt="0"/>
      <dgm:spPr/>
    </dgm:pt>
    <dgm:pt modelId="{67AF1E6B-D77D-4626-8511-B90CB1E5B656}" type="pres">
      <dgm:prSet presAssocID="{DFD1C044-2C66-48B3-A44A-4D6AF4E6DC74}" presName="desPictures" presStyleLbl="alignImgPlace1" presStyleIdx="3" presStyleCnt="4"/>
      <dgm:spPr>
        <a:blipFill>
          <a:blip xmlns:r="http://schemas.openxmlformats.org/officeDocument/2006/relationships" r:embed="rId5"/>
          <a:srcRect/>
          <a:stretch>
            <a:fillRect l="-25073" r="-25073"/>
          </a:stretch>
        </a:blipFill>
      </dgm:spPr>
    </dgm:pt>
    <dgm:pt modelId="{CBA7B05F-AF1D-4C48-8588-80316ECC167D}" type="pres">
      <dgm:prSet presAssocID="{DFD1C044-2C66-48B3-A44A-4D6AF4E6DC74}" presName="desTextWrapper" presStyleCnt="0"/>
      <dgm:spPr/>
    </dgm:pt>
    <dgm:pt modelId="{9B7A4CAF-CF0E-DF49-972F-A8793B0547C5}" type="pres">
      <dgm:prSet presAssocID="{DFD1C044-2C66-48B3-A44A-4D6AF4E6DC74}" presName="desText" presStyleLbl="revTx" presStyleIdx="3" presStyleCnt="4">
        <dgm:presLayoutVars>
          <dgm:bulletEnabled val="1"/>
        </dgm:presLayoutVars>
      </dgm:prSet>
      <dgm:spPr/>
    </dgm:pt>
    <dgm:pt modelId="{8E6C44AF-61FC-B143-A3C4-34C1AE612F3C}" type="pres">
      <dgm:prSet presAssocID="{B5ED5158-C040-4C01-B6AA-FE6B68B943EE}" presName="maxNode" presStyleCnt="0"/>
      <dgm:spPr/>
    </dgm:pt>
    <dgm:pt modelId="{C2055A8E-8601-4F4E-B20E-19EE98B85462}" type="pres">
      <dgm:prSet presAssocID="{B5ED5158-C040-4C01-B6AA-FE6B68B943EE}" presName="Name33" presStyleCnt="0"/>
      <dgm:spPr/>
    </dgm:pt>
  </dgm:ptLst>
  <dgm:cxnLst>
    <dgm:cxn modelId="{E153B54A-A320-4325-847D-6AC0F424A47D}" srcId="{B5ED5158-C040-4C01-B6AA-FE6B68B943EE}" destId="{415933C4-8A8C-42AF-AE17-C4038300D1B1}" srcOrd="2" destOrd="0" parTransId="{9A6F2EE4-24B8-4E0B-BC24-1A6C7D2A2863}" sibTransId="{A7A3D0C8-7BBF-43F9-BD40-2D581D6EA594}"/>
    <dgm:cxn modelId="{15021253-358B-6446-A7FD-106BCAEAE16C}" type="presOf" srcId="{9C8CADB5-E6CC-4073-8512-DC8C6654334D}" destId="{DF6F60FD-2E7A-7B45-959E-9BA29512CC6F}" srcOrd="0" destOrd="0" presId="urn:microsoft.com/office/officeart/2008/layout/AccentedPicture"/>
    <dgm:cxn modelId="{A3C03A61-BC10-43C7-B769-B0612EC47661}" type="presOf" srcId="{FA88F32C-6A6A-4BE4-A79B-364CE29A5B65}" destId="{7DB2BEF0-05DF-447E-AD89-363FE81E0C4D}" srcOrd="0" destOrd="0" presId="urn:microsoft.com/office/officeart/2008/layout/AccentedPicture"/>
    <dgm:cxn modelId="{2FCB0878-73EC-5344-98B7-8A1E48C45D07}" type="presOf" srcId="{DFD1C044-2C66-48B3-A44A-4D6AF4E6DC74}" destId="{9B7A4CAF-CF0E-DF49-972F-A8793B0547C5}" srcOrd="0" destOrd="0" presId="urn:microsoft.com/office/officeart/2008/layout/AccentedPicture"/>
    <dgm:cxn modelId="{1D1A267C-0357-463C-B714-B4558C57FB33}" srcId="{B5ED5158-C040-4C01-B6AA-FE6B68B943EE}" destId="{DFD1C044-2C66-48B3-A44A-4D6AF4E6DC74}" srcOrd="4" destOrd="0" parTransId="{C814F41D-10D6-4CDD-BB20-384CA8AF092D}" sibTransId="{BA8C6721-0772-4B90-82AC-D2FCDF439B19}"/>
    <dgm:cxn modelId="{ABE65586-57BF-461E-B78E-4F4C00CF0C3D}" type="presOf" srcId="{B5ED5158-C040-4C01-B6AA-FE6B68B943EE}" destId="{924032B7-3DC4-4A7E-A4E7-AE6D1460E719}" srcOrd="0" destOrd="0" presId="urn:microsoft.com/office/officeart/2008/layout/AccentedPicture"/>
    <dgm:cxn modelId="{F4C0398C-EA2A-41B2-84B9-701D5734D1C3}" type="presOf" srcId="{0D2D9FF1-DF4D-4B96-9641-DF598F18C84E}" destId="{2E83C97B-60D6-4BD0-8E99-BD30D245E3DE}" srcOrd="0" destOrd="0" presId="urn:microsoft.com/office/officeart/2008/layout/AccentedPicture"/>
    <dgm:cxn modelId="{49FB2A8F-67BD-4ADD-A05F-A00114588817}" srcId="{B5ED5158-C040-4C01-B6AA-FE6B68B943EE}" destId="{9C8CADB5-E6CC-4073-8512-DC8C6654334D}" srcOrd="3" destOrd="0" parTransId="{99A397D0-8361-472C-9900-D585DA45AF3E}" sibTransId="{AA8AB8B0-C0AD-4F39-995C-56F1ACBAE640}"/>
    <dgm:cxn modelId="{B6C4B6B2-B001-144B-B76A-60A9A1A893DE}" type="presOf" srcId="{415933C4-8A8C-42AF-AE17-C4038300D1B1}" destId="{17B896FA-928B-9142-9E65-D47D8DE8C1D5}" srcOrd="0" destOrd="0" presId="urn:microsoft.com/office/officeart/2008/layout/AccentedPicture"/>
    <dgm:cxn modelId="{8463B2C4-D811-E24A-84E8-1C96876D41BA}" type="presOf" srcId="{FA5EBAD9-37FE-4104-91FD-F416E344D2AE}" destId="{60070BF1-0DC0-FA4E-A1B3-9CDA9C2FF952}" srcOrd="0" destOrd="0" presId="urn:microsoft.com/office/officeart/2008/layout/AccentedPicture"/>
    <dgm:cxn modelId="{FEE64FCA-3956-417C-AB22-6AA6832DA515}" srcId="{B5ED5158-C040-4C01-B6AA-FE6B68B943EE}" destId="{FA5EBAD9-37FE-4104-91FD-F416E344D2AE}" srcOrd="1" destOrd="0" parTransId="{9F1549B1-6051-4445-AA45-4C0053F5E62B}" sibTransId="{CDFCCA78-AABB-457D-B446-7C4563BD404B}"/>
    <dgm:cxn modelId="{0EAE0FDA-EE7D-482F-8C77-0B972D1B71B0}" srcId="{B5ED5158-C040-4C01-B6AA-FE6B68B943EE}" destId="{0D2D9FF1-DF4D-4B96-9641-DF598F18C84E}" srcOrd="0" destOrd="0" parTransId="{7AA11D23-EF66-461C-8066-F97258A1178C}" sibTransId="{FA88F32C-6A6A-4BE4-A79B-364CE29A5B65}"/>
    <dgm:cxn modelId="{3018DA4C-213F-4DB6-AA63-264D9F0F29D4}" type="presParOf" srcId="{924032B7-3DC4-4A7E-A4E7-AE6D1460E719}" destId="{7DB2BEF0-05DF-447E-AD89-363FE81E0C4D}" srcOrd="0" destOrd="0" presId="urn:microsoft.com/office/officeart/2008/layout/AccentedPicture"/>
    <dgm:cxn modelId="{8C423F3E-A768-4562-B8C0-43147395416F}" type="presParOf" srcId="{924032B7-3DC4-4A7E-A4E7-AE6D1460E719}" destId="{2E83C97B-60D6-4BD0-8E99-BD30D245E3DE}" srcOrd="1" destOrd="0" presId="urn:microsoft.com/office/officeart/2008/layout/AccentedPicture"/>
    <dgm:cxn modelId="{0BE78895-1090-6F42-9638-1C2A6EC94FB4}" type="presParOf" srcId="{924032B7-3DC4-4A7E-A4E7-AE6D1460E719}" destId="{6161E076-93E2-134A-AA63-DBDD52294B75}" srcOrd="2" destOrd="0" presId="urn:microsoft.com/office/officeart/2008/layout/AccentedPicture"/>
    <dgm:cxn modelId="{477E1C10-47AB-9948-BEAD-37742369A6DF}" type="presParOf" srcId="{6161E076-93E2-134A-AA63-DBDD52294B75}" destId="{13AED317-C792-2E4A-B31E-CBEA88C51D2F}" srcOrd="0" destOrd="0" presId="urn:microsoft.com/office/officeart/2008/layout/AccentedPicture"/>
    <dgm:cxn modelId="{6B36E5A9-FCF1-C448-94DA-C6EF30B45C67}" type="presParOf" srcId="{13AED317-C792-2E4A-B31E-CBEA88C51D2F}" destId="{9A02A54C-F8F4-8E49-93E5-E9B102FC1152}" srcOrd="0" destOrd="0" presId="urn:microsoft.com/office/officeart/2008/layout/AccentedPicture"/>
    <dgm:cxn modelId="{FAE6732D-B852-884B-9F6A-AF802D992311}" type="presParOf" srcId="{13AED317-C792-2E4A-B31E-CBEA88C51D2F}" destId="{94887B5D-5C2E-4092-BC06-BBB761356F0E}" srcOrd="1" destOrd="0" presId="urn:microsoft.com/office/officeart/2008/layout/AccentedPicture"/>
    <dgm:cxn modelId="{03071932-ECFA-0447-B5E7-D41EBBB8575A}" type="presParOf" srcId="{13AED317-C792-2E4A-B31E-CBEA88C51D2F}" destId="{D47259FD-6454-7B41-8D75-872D0986962B}" srcOrd="2" destOrd="0" presId="urn:microsoft.com/office/officeart/2008/layout/AccentedPicture"/>
    <dgm:cxn modelId="{07D783A8-2751-BB45-AEC6-6A7E8F5E77FE}" type="presParOf" srcId="{D47259FD-6454-7B41-8D75-872D0986962B}" destId="{60070BF1-0DC0-FA4E-A1B3-9CDA9C2FF952}" srcOrd="0" destOrd="0" presId="urn:microsoft.com/office/officeart/2008/layout/AccentedPicture"/>
    <dgm:cxn modelId="{44086870-0244-5548-B628-7081B5BB1458}" type="presParOf" srcId="{6161E076-93E2-134A-AA63-DBDD52294B75}" destId="{9B7463E7-B85F-CB4A-924E-EC1C91E90130}" srcOrd="1" destOrd="0" presId="urn:microsoft.com/office/officeart/2008/layout/AccentedPicture"/>
    <dgm:cxn modelId="{3DD7AB2E-0F69-0F43-A983-7584E1241CCF}" type="presParOf" srcId="{6161E076-93E2-134A-AA63-DBDD52294B75}" destId="{97A2257B-679D-784C-BD0B-A62259074DDC}" srcOrd="2" destOrd="0" presId="urn:microsoft.com/office/officeart/2008/layout/AccentedPicture"/>
    <dgm:cxn modelId="{8CA8F572-1C25-2D4A-823B-34E4FB80A14B}" type="presParOf" srcId="{97A2257B-679D-784C-BD0B-A62259074DDC}" destId="{5438144B-F9BF-2D4A-AAAB-BC4DAA0F9D22}" srcOrd="0" destOrd="0" presId="urn:microsoft.com/office/officeart/2008/layout/AccentedPicture"/>
    <dgm:cxn modelId="{E4E2AA73-A85A-AD4F-9D43-A33E896BB333}" type="presParOf" srcId="{97A2257B-679D-784C-BD0B-A62259074DDC}" destId="{03549910-B7F7-44AA-A6F7-E35BF93BF96B}" srcOrd="1" destOrd="0" presId="urn:microsoft.com/office/officeart/2008/layout/AccentedPicture"/>
    <dgm:cxn modelId="{C8ED8453-8605-0F4B-90BF-DD1CCC5D1DD5}" type="presParOf" srcId="{97A2257B-679D-784C-BD0B-A62259074DDC}" destId="{DE976AA7-EBB7-8E49-B12E-A0ADD7E3798D}" srcOrd="2" destOrd="0" presId="urn:microsoft.com/office/officeart/2008/layout/AccentedPicture"/>
    <dgm:cxn modelId="{F7332BCB-D098-194E-861A-FC3F4DE278B7}" type="presParOf" srcId="{DE976AA7-EBB7-8E49-B12E-A0ADD7E3798D}" destId="{17B896FA-928B-9142-9E65-D47D8DE8C1D5}" srcOrd="0" destOrd="0" presId="urn:microsoft.com/office/officeart/2008/layout/AccentedPicture"/>
    <dgm:cxn modelId="{68967EF7-3039-184D-817B-BE31B09E8E8A}" type="presParOf" srcId="{6161E076-93E2-134A-AA63-DBDD52294B75}" destId="{EC25FB7B-6FEF-D245-8051-F706AE595D58}" srcOrd="3" destOrd="0" presId="urn:microsoft.com/office/officeart/2008/layout/AccentedPicture"/>
    <dgm:cxn modelId="{D9C24E8D-825E-2D46-B9E0-AC7873E397A3}" type="presParOf" srcId="{6161E076-93E2-134A-AA63-DBDD52294B75}" destId="{7623A9F3-5B75-4B40-B4ED-7F90A0BCB9A9}" srcOrd="4" destOrd="0" presId="urn:microsoft.com/office/officeart/2008/layout/AccentedPicture"/>
    <dgm:cxn modelId="{00C0A3A7-5F83-7248-9D41-BC15A2AD6E53}" type="presParOf" srcId="{7623A9F3-5B75-4B40-B4ED-7F90A0BCB9A9}" destId="{441D192F-2FFE-824C-9F17-5009CB390E67}" srcOrd="0" destOrd="0" presId="urn:microsoft.com/office/officeart/2008/layout/AccentedPicture"/>
    <dgm:cxn modelId="{DBEF39E6-78B3-AE4B-BCAD-21560AE12F6A}" type="presParOf" srcId="{7623A9F3-5B75-4B40-B4ED-7F90A0BCB9A9}" destId="{9C31E28E-D3EC-44E1-9CB7-358892A9880B}" srcOrd="1" destOrd="0" presId="urn:microsoft.com/office/officeart/2008/layout/AccentedPicture"/>
    <dgm:cxn modelId="{7ED13B4D-AED2-9048-B2A9-7C5CD9062C98}" type="presParOf" srcId="{7623A9F3-5B75-4B40-B4ED-7F90A0BCB9A9}" destId="{D2B84A8F-A5B8-BE4A-ABF5-818D4FA7F178}" srcOrd="2" destOrd="0" presId="urn:microsoft.com/office/officeart/2008/layout/AccentedPicture"/>
    <dgm:cxn modelId="{D537414B-0A18-B047-BD72-5E0E744DDC4D}" type="presParOf" srcId="{D2B84A8F-A5B8-BE4A-ABF5-818D4FA7F178}" destId="{DF6F60FD-2E7A-7B45-959E-9BA29512CC6F}" srcOrd="0" destOrd="0" presId="urn:microsoft.com/office/officeart/2008/layout/AccentedPicture"/>
    <dgm:cxn modelId="{C1F44E31-A82B-1A43-B479-82EB52ACCE09}" type="presParOf" srcId="{6161E076-93E2-134A-AA63-DBDD52294B75}" destId="{00E330AD-6830-8649-BA94-E385FBC15C34}" srcOrd="5" destOrd="0" presId="urn:microsoft.com/office/officeart/2008/layout/AccentedPicture"/>
    <dgm:cxn modelId="{5D2C9410-FB31-AF47-B8A6-9A48D9CF012E}" type="presParOf" srcId="{6161E076-93E2-134A-AA63-DBDD52294B75}" destId="{CC5C319D-2AD8-6C47-86D2-02EDC6F9AB2D}" srcOrd="6" destOrd="0" presId="urn:microsoft.com/office/officeart/2008/layout/AccentedPicture"/>
    <dgm:cxn modelId="{19C8528D-3DA0-5A4F-97D7-17774C8957AB}" type="presParOf" srcId="{CC5C319D-2AD8-6C47-86D2-02EDC6F9AB2D}" destId="{F3873DF6-F408-B54F-A2B0-737551D67AF5}" srcOrd="0" destOrd="0" presId="urn:microsoft.com/office/officeart/2008/layout/AccentedPicture"/>
    <dgm:cxn modelId="{097AEE1C-C8C5-9241-9F6C-18FC054EE9F7}" type="presParOf" srcId="{CC5C319D-2AD8-6C47-86D2-02EDC6F9AB2D}" destId="{67AF1E6B-D77D-4626-8511-B90CB1E5B656}" srcOrd="1" destOrd="0" presId="urn:microsoft.com/office/officeart/2008/layout/AccentedPicture"/>
    <dgm:cxn modelId="{399A9BD4-8D89-0A49-9A72-8CED561508DB}" type="presParOf" srcId="{CC5C319D-2AD8-6C47-86D2-02EDC6F9AB2D}" destId="{CBA7B05F-AF1D-4C48-8588-80316ECC167D}" srcOrd="2" destOrd="0" presId="urn:microsoft.com/office/officeart/2008/layout/AccentedPicture"/>
    <dgm:cxn modelId="{C2CE66CF-4C96-3B40-AECD-50DC16B901D2}" type="presParOf" srcId="{CBA7B05F-AF1D-4C48-8588-80316ECC167D}" destId="{9B7A4CAF-CF0E-DF49-972F-A8793B0547C5}" srcOrd="0" destOrd="0" presId="urn:microsoft.com/office/officeart/2008/layout/AccentedPicture"/>
    <dgm:cxn modelId="{1580BF88-BAC9-8747-8B45-1C487BE986D1}" type="presParOf" srcId="{924032B7-3DC4-4A7E-A4E7-AE6D1460E719}" destId="{8E6C44AF-61FC-B143-A3C4-34C1AE612F3C}" srcOrd="3" destOrd="0" presId="urn:microsoft.com/office/officeart/2008/layout/AccentedPicture"/>
    <dgm:cxn modelId="{38374119-F30C-E544-B25C-814254A0104A}" type="presParOf" srcId="{8E6C44AF-61FC-B143-A3C4-34C1AE612F3C}" destId="{C2055A8E-8601-4F4E-B20E-19EE98B85462}" srcOrd="0" destOrd="0" presId="urn:microsoft.com/office/officeart/2008/layout/AccentedPi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2.xml><?xml version="1.0" encoding="utf-8"?>
<dgm:dataModel xmlns:dgm="http://schemas.openxmlformats.org/drawingml/2006/diagram" xmlns:a="http://schemas.openxmlformats.org/drawingml/2006/main">
  <dgm:ptLst>
    <dgm:pt modelId="{D4A248AA-D758-454D-81FF-1431A85A607D}" type="doc">
      <dgm:prSet loTypeId="urn:microsoft.com/office/officeart/2008/layout/CircularPictureCallout" qsTypeId="urn:microsoft.com/office/officeart/2005/8/quickstyle/simple2" csTypeId="urn:microsoft.com/office/officeart/2005/8/colors/accent1_2"/>
      <dgm:spPr/>
    </dgm:pt>
    <dgm:pt modelId="{7F16E8F8-9F14-40C3-8B2F-660F227C4071}">
      <dgm:prSet/>
      <dgm:spPr/>
      <dgm:t>
        <a:bodyPr/>
        <a:lstStyle/>
        <a:p>
          <a:r>
            <a:t>Research</a:t>
          </a:r>
        </a:p>
      </dgm:t>
    </dgm:pt>
    <dgm:pt modelId="{9D84454D-6287-4540-B29A-171935C02C2F}" type="parTrans" cxnId="{DAF64099-9970-4DBC-9566-0D1287DBDD7A}">
      <dgm:prSet/>
      <dgm:spPr/>
      <dgm:t>
        <a:bodyPr/>
        <a:lstStyle/>
        <a:p>
          <a:endParaRPr/>
        </a:p>
      </dgm:t>
    </dgm:pt>
    <dgm:pt modelId="{66759126-995C-490E-BFE8-5CE8474C1A33}" type="sibTrans" cxnId="{DAF64099-9970-4DBC-9566-0D1287DBDD7A}">
      <dgm:prSet/>
      <dgm:spPr>
        <a:blipFill>
          <a:blip xmlns:r="http://schemas.openxmlformats.org/officeDocument/2006/relationships" r:embed="rId1"/>
          <a:srcRect/>
          <a:stretch>
            <a:fillRect l="-25073" r="-25073"/>
          </a:stretch>
        </a:blipFill>
      </dgm:spPr>
      <dgm:t>
        <a:bodyPr/>
        <a:lstStyle/>
        <a:p>
          <a:endParaRPr/>
        </a:p>
      </dgm:t>
    </dgm:pt>
    <dgm:pt modelId="{B404B834-ED1C-46EE-BA2E-11B6DF487864}">
      <dgm:prSet/>
      <dgm:spPr/>
      <dgm:t>
        <a:bodyPr/>
        <a:lstStyle/>
        <a:p>
          <a:r>
            <a:t>Workshop</a:t>
          </a:r>
        </a:p>
      </dgm:t>
    </dgm:pt>
    <dgm:pt modelId="{32F55C71-FD3E-493C-B77E-2D1A05AB8516}" type="parTrans" cxnId="{890F4828-9775-4EF0-887D-58677FD8AF26}">
      <dgm:prSet/>
      <dgm:spPr/>
      <dgm:t>
        <a:bodyPr/>
        <a:lstStyle/>
        <a:p>
          <a:endParaRPr/>
        </a:p>
      </dgm:t>
    </dgm:pt>
    <dgm:pt modelId="{874D9303-1DBD-4077-8932-85C49A47366A}" type="sibTrans" cxnId="{890F4828-9775-4EF0-887D-58677FD8AF26}">
      <dgm:prSet/>
      <dgm:spPr>
        <a:blipFill>
          <a:blip xmlns:r="http://schemas.openxmlformats.org/officeDocument/2006/relationships" r:embed="rId2"/>
          <a:srcRect/>
          <a:stretch>
            <a:fillRect l="-25073" r="-25073"/>
          </a:stretch>
        </a:blipFill>
      </dgm:spPr>
      <dgm:t>
        <a:bodyPr/>
        <a:lstStyle/>
        <a:p>
          <a:endParaRPr/>
        </a:p>
      </dgm:t>
    </dgm:pt>
    <dgm:pt modelId="{93227747-3C7F-4B8A-AC08-06C722D9DCFF}">
      <dgm:prSet/>
      <dgm:spPr/>
      <dgm:t>
        <a:bodyPr/>
        <a:lstStyle/>
        <a:p>
          <a:r>
            <a:t>Prototype</a:t>
          </a:r>
        </a:p>
      </dgm:t>
    </dgm:pt>
    <dgm:pt modelId="{62019910-2C3D-4C20-93FE-59437A9F7197}" type="parTrans" cxnId="{3A89457A-C432-4B4E-869C-B350CE7810AC}">
      <dgm:prSet/>
      <dgm:spPr/>
      <dgm:t>
        <a:bodyPr/>
        <a:lstStyle/>
        <a:p>
          <a:endParaRPr/>
        </a:p>
      </dgm:t>
    </dgm:pt>
    <dgm:pt modelId="{D5DACF73-D72A-443A-95B2-BC4DD24100B4}" type="sibTrans" cxnId="{3A89457A-C432-4B4E-869C-B350CE7810AC}">
      <dgm:prSet/>
      <dgm:spPr>
        <a:blipFill>
          <a:blip xmlns:r="http://schemas.openxmlformats.org/officeDocument/2006/relationships" r:embed="rId3"/>
          <a:srcRect/>
          <a:stretch>
            <a:fillRect l="-25073" r="-25073"/>
          </a:stretch>
        </a:blipFill>
      </dgm:spPr>
      <dgm:t>
        <a:bodyPr/>
        <a:lstStyle/>
        <a:p>
          <a:endParaRPr/>
        </a:p>
      </dgm:t>
    </dgm:pt>
    <dgm:pt modelId="{AEF7C4D0-FABF-44C5-8D29-EAA7765614AA}">
      <dgm:prSet/>
      <dgm:spPr/>
      <dgm:t>
        <a:bodyPr/>
        <a:lstStyle/>
        <a:p>
          <a:r>
            <a:t>Delivery</a:t>
          </a:r>
        </a:p>
      </dgm:t>
    </dgm:pt>
    <dgm:pt modelId="{557F73F7-5EBA-4009-82DB-7C5A0CA93D8B}" type="parTrans" cxnId="{601B2D9C-3535-4B0F-A4C1-B17995AC2268}">
      <dgm:prSet/>
      <dgm:spPr/>
      <dgm:t>
        <a:bodyPr/>
        <a:lstStyle/>
        <a:p>
          <a:endParaRPr/>
        </a:p>
      </dgm:t>
    </dgm:pt>
    <dgm:pt modelId="{21180A6F-1BF5-4DA7-BB6C-05C92DFBE1E8}" type="sibTrans" cxnId="{601B2D9C-3535-4B0F-A4C1-B17995AC2268}">
      <dgm:prSet/>
      <dgm:spPr>
        <a:blipFill>
          <a:blip xmlns:r="http://schemas.openxmlformats.org/officeDocument/2006/relationships" r:embed="rId4"/>
          <a:srcRect/>
          <a:stretch>
            <a:fillRect l="-25073" r="-25073"/>
          </a:stretch>
        </a:blipFill>
      </dgm:spPr>
      <dgm:t>
        <a:bodyPr/>
        <a:lstStyle/>
        <a:p>
          <a:endParaRPr/>
        </a:p>
      </dgm:t>
    </dgm:pt>
    <dgm:pt modelId="{3CACA4C4-8743-4107-8961-0A8D308566F1}">
      <dgm:prSet/>
      <dgm:spPr/>
      <dgm:t>
        <a:bodyPr/>
        <a:lstStyle/>
        <a:p>
          <a:r>
            <a:t>Learning</a:t>
          </a:r>
        </a:p>
      </dgm:t>
    </dgm:pt>
    <dgm:pt modelId="{EA974897-256B-44F0-A729-91F1F88954FE}" type="parTrans" cxnId="{72345470-1991-4871-8B3F-035A461E9013}">
      <dgm:prSet/>
      <dgm:spPr/>
      <dgm:t>
        <a:bodyPr/>
        <a:lstStyle/>
        <a:p>
          <a:endParaRPr/>
        </a:p>
      </dgm:t>
    </dgm:pt>
    <dgm:pt modelId="{068D56B3-9746-4264-89AF-158460FC0BEC}" type="sibTrans" cxnId="{72345470-1991-4871-8B3F-035A461E9013}">
      <dgm:prSet/>
      <dgm:spPr>
        <a:blipFill>
          <a:blip xmlns:r="http://schemas.openxmlformats.org/officeDocument/2006/relationships" r:embed="rId5"/>
          <a:srcRect/>
          <a:stretch>
            <a:fillRect l="-25073" r="-25073"/>
          </a:stretch>
        </a:blipFill>
      </dgm:spPr>
      <dgm:t>
        <a:bodyPr/>
        <a:lstStyle/>
        <a:p>
          <a:endParaRPr/>
        </a:p>
      </dgm:t>
    </dgm:pt>
    <dgm:pt modelId="{BED63CB4-FFDE-48A3-8FBE-538E654F3614}" type="pres">
      <dgm:prSet presAssocID="{D4A248AA-D758-454D-81FF-1431A85A607D}" presName="Name0" presStyleCnt="0">
        <dgm:presLayoutVars>
          <dgm:chMax val="7"/>
          <dgm:chPref val="7"/>
          <dgm:dir/>
        </dgm:presLayoutVars>
      </dgm:prSet>
      <dgm:spPr/>
    </dgm:pt>
    <dgm:pt modelId="{24CE8032-235F-A048-9089-8CFAD4789CE1}" type="pres">
      <dgm:prSet presAssocID="{D4A248AA-D758-454D-81FF-1431A85A607D}" presName="Name1" presStyleCnt="0"/>
      <dgm:spPr/>
    </dgm:pt>
    <dgm:pt modelId="{E627F6B4-0A6E-4B4D-8636-6FAE6AA57739}" type="pres">
      <dgm:prSet presAssocID="{66759126-995C-490E-BFE8-5CE8474C1A33}" presName="picture_1" presStyleCnt="0"/>
      <dgm:spPr/>
    </dgm:pt>
    <dgm:pt modelId="{8FE883F1-E9E3-4568-8320-8C0ECDCA4114}" type="pres">
      <dgm:prSet presAssocID="{66759126-995C-490E-BFE8-5CE8474C1A33}" presName="pictureRepeatNode" presStyleLbl="alignImgPlace1" presStyleIdx="0" presStyleCnt="5"/>
      <dgm:spPr/>
    </dgm:pt>
    <dgm:pt modelId="{F84AAAC1-1221-3543-90D1-885260A900F2}" type="pres">
      <dgm:prSet presAssocID="{7F16E8F8-9F14-40C3-8B2F-660F227C4071}" presName="text_1" presStyleLbl="node1" presStyleIdx="0" presStyleCnt="0">
        <dgm:presLayoutVars>
          <dgm:bulletEnabled val="1"/>
        </dgm:presLayoutVars>
      </dgm:prSet>
      <dgm:spPr/>
    </dgm:pt>
    <dgm:pt modelId="{55E385CA-B9AD-6A49-B558-964CA2A5BFD2}" type="pres">
      <dgm:prSet presAssocID="{874D9303-1DBD-4077-8932-85C49A47366A}" presName="picture_2" presStyleCnt="0"/>
      <dgm:spPr/>
    </dgm:pt>
    <dgm:pt modelId="{B8FA0BAF-41B2-45F7-97A7-31D981981250}" type="pres">
      <dgm:prSet presAssocID="{874D9303-1DBD-4077-8932-85C49A47366A}" presName="pictureRepeatNode" presStyleLbl="alignImgPlace1" presStyleIdx="1" presStyleCnt="5"/>
      <dgm:spPr/>
    </dgm:pt>
    <dgm:pt modelId="{29EEC7A7-8352-204D-A870-D5F05AED9F82}" type="pres">
      <dgm:prSet presAssocID="{B404B834-ED1C-46EE-BA2E-11B6DF487864}" presName="line_2" presStyleLbl="parChTrans1D1" presStyleIdx="0" presStyleCnt="4"/>
      <dgm:spPr/>
    </dgm:pt>
    <dgm:pt modelId="{6F921C0C-EC60-934B-964E-7CAB01841F60}" type="pres">
      <dgm:prSet presAssocID="{B404B834-ED1C-46EE-BA2E-11B6DF487864}" presName="textparent_2" presStyleLbl="node1" presStyleIdx="0" presStyleCnt="0"/>
      <dgm:spPr/>
    </dgm:pt>
    <dgm:pt modelId="{5D5A3A35-282B-2749-B2DA-7C78A0F7354F}" type="pres">
      <dgm:prSet presAssocID="{B404B834-ED1C-46EE-BA2E-11B6DF487864}" presName="text_2" presStyleLbl="revTx" presStyleIdx="0" presStyleCnt="4">
        <dgm:presLayoutVars>
          <dgm:bulletEnabled val="1"/>
        </dgm:presLayoutVars>
      </dgm:prSet>
      <dgm:spPr/>
    </dgm:pt>
    <dgm:pt modelId="{90061690-BE83-0E45-A91E-784E4BB6987A}" type="pres">
      <dgm:prSet presAssocID="{D5DACF73-D72A-443A-95B2-BC4DD24100B4}" presName="picture_3" presStyleCnt="0"/>
      <dgm:spPr/>
    </dgm:pt>
    <dgm:pt modelId="{0DE3A6D6-B516-4CE4-B2D9-3FA4224C05A8}" type="pres">
      <dgm:prSet presAssocID="{D5DACF73-D72A-443A-95B2-BC4DD24100B4}" presName="pictureRepeatNode" presStyleLbl="alignImgPlace1" presStyleIdx="2" presStyleCnt="5"/>
      <dgm:spPr/>
    </dgm:pt>
    <dgm:pt modelId="{16894318-64E6-894E-BD0D-22B88A0A8AE6}" type="pres">
      <dgm:prSet presAssocID="{93227747-3C7F-4B8A-AC08-06C722D9DCFF}" presName="line_3" presStyleLbl="parChTrans1D1" presStyleIdx="1" presStyleCnt="4"/>
      <dgm:spPr/>
    </dgm:pt>
    <dgm:pt modelId="{AB31107B-39CB-4843-8451-D2B65DEAB9E3}" type="pres">
      <dgm:prSet presAssocID="{93227747-3C7F-4B8A-AC08-06C722D9DCFF}" presName="textparent_3" presStyleLbl="node1" presStyleIdx="0" presStyleCnt="0"/>
      <dgm:spPr/>
    </dgm:pt>
    <dgm:pt modelId="{0DF6ACE1-33DA-B247-9328-D9ED33132BC5}" type="pres">
      <dgm:prSet presAssocID="{93227747-3C7F-4B8A-AC08-06C722D9DCFF}" presName="text_3" presStyleLbl="revTx" presStyleIdx="1" presStyleCnt="4">
        <dgm:presLayoutVars>
          <dgm:bulletEnabled val="1"/>
        </dgm:presLayoutVars>
      </dgm:prSet>
      <dgm:spPr/>
    </dgm:pt>
    <dgm:pt modelId="{D0DB4CF6-CC76-374B-BA52-AE8986AB646C}" type="pres">
      <dgm:prSet presAssocID="{21180A6F-1BF5-4DA7-BB6C-05C92DFBE1E8}" presName="picture_4" presStyleCnt="0"/>
      <dgm:spPr/>
    </dgm:pt>
    <dgm:pt modelId="{97E1A18F-CC85-4418-9D8D-A3AB1D851768}" type="pres">
      <dgm:prSet presAssocID="{21180A6F-1BF5-4DA7-BB6C-05C92DFBE1E8}" presName="pictureRepeatNode" presStyleLbl="alignImgPlace1" presStyleIdx="3" presStyleCnt="5"/>
      <dgm:spPr/>
    </dgm:pt>
    <dgm:pt modelId="{198A0C37-0D18-DE42-BD16-2F12693FD406}" type="pres">
      <dgm:prSet presAssocID="{AEF7C4D0-FABF-44C5-8D29-EAA7765614AA}" presName="line_4" presStyleLbl="parChTrans1D1" presStyleIdx="2" presStyleCnt="4"/>
      <dgm:spPr/>
    </dgm:pt>
    <dgm:pt modelId="{4591C5C4-DCE0-CC4A-B474-1F0DB1E71A1C}" type="pres">
      <dgm:prSet presAssocID="{AEF7C4D0-FABF-44C5-8D29-EAA7765614AA}" presName="textparent_4" presStyleLbl="node1" presStyleIdx="0" presStyleCnt="0"/>
      <dgm:spPr/>
    </dgm:pt>
    <dgm:pt modelId="{15B7E276-BED2-A745-AB3B-B7AC08BB9612}" type="pres">
      <dgm:prSet presAssocID="{AEF7C4D0-FABF-44C5-8D29-EAA7765614AA}" presName="text_4" presStyleLbl="revTx" presStyleIdx="2" presStyleCnt="4">
        <dgm:presLayoutVars>
          <dgm:bulletEnabled val="1"/>
        </dgm:presLayoutVars>
      </dgm:prSet>
      <dgm:spPr/>
    </dgm:pt>
    <dgm:pt modelId="{70B9AEDC-965F-B744-B570-088E8C87530F}" type="pres">
      <dgm:prSet presAssocID="{068D56B3-9746-4264-89AF-158460FC0BEC}" presName="picture_5" presStyleCnt="0"/>
      <dgm:spPr/>
    </dgm:pt>
    <dgm:pt modelId="{C97B76A4-80CD-4496-ABB5-0E97F98654E1}" type="pres">
      <dgm:prSet presAssocID="{068D56B3-9746-4264-89AF-158460FC0BEC}" presName="pictureRepeatNode" presStyleLbl="alignImgPlace1" presStyleIdx="4" presStyleCnt="5"/>
      <dgm:spPr/>
    </dgm:pt>
    <dgm:pt modelId="{B64E9327-75E1-CF4A-882B-40C7536CA02F}" type="pres">
      <dgm:prSet presAssocID="{3CACA4C4-8743-4107-8961-0A8D308566F1}" presName="line_5" presStyleLbl="parChTrans1D1" presStyleIdx="3" presStyleCnt="4"/>
      <dgm:spPr/>
    </dgm:pt>
    <dgm:pt modelId="{6ADEFD34-259D-2E47-95B3-B7AEF8194E3C}" type="pres">
      <dgm:prSet presAssocID="{3CACA4C4-8743-4107-8961-0A8D308566F1}" presName="textparent_5" presStyleLbl="node1" presStyleIdx="0" presStyleCnt="0"/>
      <dgm:spPr/>
    </dgm:pt>
    <dgm:pt modelId="{8B0AB666-AEDC-6D4F-B28C-82A3628D0783}" type="pres">
      <dgm:prSet presAssocID="{3CACA4C4-8743-4107-8961-0A8D308566F1}" presName="text_5" presStyleLbl="revTx" presStyleIdx="3" presStyleCnt="4">
        <dgm:presLayoutVars>
          <dgm:bulletEnabled val="1"/>
        </dgm:presLayoutVars>
      </dgm:prSet>
      <dgm:spPr/>
    </dgm:pt>
  </dgm:ptLst>
  <dgm:cxnLst>
    <dgm:cxn modelId="{4C878217-6395-CD4E-A46F-62D201F6618D}" type="presOf" srcId="{D5DACF73-D72A-443A-95B2-BC4DD24100B4}" destId="{0DE3A6D6-B516-4CE4-B2D9-3FA4224C05A8}" srcOrd="0" destOrd="0" presId="urn:microsoft.com/office/officeart/2008/layout/CircularPictureCallout"/>
    <dgm:cxn modelId="{7996D620-A415-45C4-91FA-5FD3A0CD9536}" type="presOf" srcId="{D4A248AA-D758-454D-81FF-1431A85A607D}" destId="{BED63CB4-FFDE-48A3-8FBE-538E654F3614}" srcOrd="0" destOrd="0" presId="urn:microsoft.com/office/officeart/2008/layout/CircularPictureCallout"/>
    <dgm:cxn modelId="{890F4828-9775-4EF0-887D-58677FD8AF26}" srcId="{D4A248AA-D758-454D-81FF-1431A85A607D}" destId="{B404B834-ED1C-46EE-BA2E-11B6DF487864}" srcOrd="1" destOrd="0" parTransId="{32F55C71-FD3E-493C-B77E-2D1A05AB8516}" sibTransId="{874D9303-1DBD-4077-8932-85C49A47366A}"/>
    <dgm:cxn modelId="{7947FB52-8D2E-4A4E-B339-299FBD3B27B5}" type="presOf" srcId="{874D9303-1DBD-4077-8932-85C49A47366A}" destId="{B8FA0BAF-41B2-45F7-97A7-31D981981250}" srcOrd="0" destOrd="0" presId="urn:microsoft.com/office/officeart/2008/layout/CircularPictureCallout"/>
    <dgm:cxn modelId="{72345470-1991-4871-8B3F-035A461E9013}" srcId="{D4A248AA-D758-454D-81FF-1431A85A607D}" destId="{3CACA4C4-8743-4107-8961-0A8D308566F1}" srcOrd="4" destOrd="0" parTransId="{EA974897-256B-44F0-A729-91F1F88954FE}" sibTransId="{068D56B3-9746-4264-89AF-158460FC0BEC}"/>
    <dgm:cxn modelId="{3A89457A-C432-4B4E-869C-B350CE7810AC}" srcId="{D4A248AA-D758-454D-81FF-1431A85A607D}" destId="{93227747-3C7F-4B8A-AC08-06C722D9DCFF}" srcOrd="2" destOrd="0" parTransId="{62019910-2C3D-4C20-93FE-59437A9F7197}" sibTransId="{D5DACF73-D72A-443A-95B2-BC4DD24100B4}"/>
    <dgm:cxn modelId="{DAF64099-9970-4DBC-9566-0D1287DBDD7A}" srcId="{D4A248AA-D758-454D-81FF-1431A85A607D}" destId="{7F16E8F8-9F14-40C3-8B2F-660F227C4071}" srcOrd="0" destOrd="0" parTransId="{9D84454D-6287-4540-B29A-171935C02C2F}" sibTransId="{66759126-995C-490E-BFE8-5CE8474C1A33}"/>
    <dgm:cxn modelId="{601B2D9C-3535-4B0F-A4C1-B17995AC2268}" srcId="{D4A248AA-D758-454D-81FF-1431A85A607D}" destId="{AEF7C4D0-FABF-44C5-8D29-EAA7765614AA}" srcOrd="3" destOrd="0" parTransId="{557F73F7-5EBA-4009-82DB-7C5A0CA93D8B}" sibTransId="{21180A6F-1BF5-4DA7-BB6C-05C92DFBE1E8}"/>
    <dgm:cxn modelId="{A4561FB0-D2D0-0E4D-875D-45249EF9A611}" type="presOf" srcId="{21180A6F-1BF5-4DA7-BB6C-05C92DFBE1E8}" destId="{97E1A18F-CC85-4418-9D8D-A3AB1D851768}" srcOrd="0" destOrd="0" presId="urn:microsoft.com/office/officeart/2008/layout/CircularPictureCallout"/>
    <dgm:cxn modelId="{3E3811B6-D129-7248-9F52-F81A01844CC8}" type="presOf" srcId="{AEF7C4D0-FABF-44C5-8D29-EAA7765614AA}" destId="{15B7E276-BED2-A745-AB3B-B7AC08BB9612}" srcOrd="0" destOrd="0" presId="urn:microsoft.com/office/officeart/2008/layout/CircularPictureCallout"/>
    <dgm:cxn modelId="{88F92DC0-2224-F045-84C1-F4A043D8DF4A}" type="presOf" srcId="{3CACA4C4-8743-4107-8961-0A8D308566F1}" destId="{8B0AB666-AEDC-6D4F-B28C-82A3628D0783}" srcOrd="0" destOrd="0" presId="urn:microsoft.com/office/officeart/2008/layout/CircularPictureCallout"/>
    <dgm:cxn modelId="{069A70C8-8307-0E49-9702-DFA4C55F2632}" type="presOf" srcId="{93227747-3C7F-4B8A-AC08-06C722D9DCFF}" destId="{0DF6ACE1-33DA-B247-9328-D9ED33132BC5}" srcOrd="0" destOrd="0" presId="urn:microsoft.com/office/officeart/2008/layout/CircularPictureCallout"/>
    <dgm:cxn modelId="{BEC7EACA-0C70-ED47-BFF5-61CE303196AD}" type="presOf" srcId="{068D56B3-9746-4264-89AF-158460FC0BEC}" destId="{C97B76A4-80CD-4496-ABB5-0E97F98654E1}" srcOrd="0" destOrd="0" presId="urn:microsoft.com/office/officeart/2008/layout/CircularPictureCallout"/>
    <dgm:cxn modelId="{5714B5DE-7FBF-4242-A1E7-1EB606F1AB2D}" type="presOf" srcId="{B404B834-ED1C-46EE-BA2E-11B6DF487864}" destId="{5D5A3A35-282B-2749-B2DA-7C78A0F7354F}" srcOrd="0" destOrd="0" presId="urn:microsoft.com/office/officeart/2008/layout/CircularPictureCallout"/>
    <dgm:cxn modelId="{39756CE2-8B7C-BF48-A09A-BBB71BD94D61}" type="presOf" srcId="{66759126-995C-490E-BFE8-5CE8474C1A33}" destId="{8FE883F1-E9E3-4568-8320-8C0ECDCA4114}" srcOrd="0" destOrd="0" presId="urn:microsoft.com/office/officeart/2008/layout/CircularPictureCallout"/>
    <dgm:cxn modelId="{042F85F3-7215-FA42-8BFE-1B29C02D3258}" type="presOf" srcId="{7F16E8F8-9F14-40C3-8B2F-660F227C4071}" destId="{F84AAAC1-1221-3543-90D1-885260A900F2}" srcOrd="0" destOrd="0" presId="urn:microsoft.com/office/officeart/2008/layout/CircularPictureCallout"/>
    <dgm:cxn modelId="{9C309AEF-C960-5A40-B8BD-ACB2C9589DEF}" type="presParOf" srcId="{BED63CB4-FFDE-48A3-8FBE-538E654F3614}" destId="{24CE8032-235F-A048-9089-8CFAD4789CE1}" srcOrd="0" destOrd="0" presId="urn:microsoft.com/office/officeart/2008/layout/CircularPictureCallout"/>
    <dgm:cxn modelId="{5AF19403-3A67-B44D-84DF-5216E86DF1EE}" type="presParOf" srcId="{24CE8032-235F-A048-9089-8CFAD4789CE1}" destId="{E627F6B4-0A6E-4B4D-8636-6FAE6AA57739}" srcOrd="0" destOrd="0" presId="urn:microsoft.com/office/officeart/2008/layout/CircularPictureCallout"/>
    <dgm:cxn modelId="{BD4B74EC-2DDC-A14B-A8F1-F2B1C0C5434C}" type="presParOf" srcId="{E627F6B4-0A6E-4B4D-8636-6FAE6AA57739}" destId="{8FE883F1-E9E3-4568-8320-8C0ECDCA4114}" srcOrd="0" destOrd="0" presId="urn:microsoft.com/office/officeart/2008/layout/CircularPictureCallout"/>
    <dgm:cxn modelId="{FC2C9943-0BDD-464D-A8A0-05BBAC009A19}" type="presParOf" srcId="{24CE8032-235F-A048-9089-8CFAD4789CE1}" destId="{F84AAAC1-1221-3543-90D1-885260A900F2}" srcOrd="1" destOrd="0" presId="urn:microsoft.com/office/officeart/2008/layout/CircularPictureCallout"/>
    <dgm:cxn modelId="{6AA025AA-454A-3240-B9E4-6F2C083F4CD0}" type="presParOf" srcId="{24CE8032-235F-A048-9089-8CFAD4789CE1}" destId="{55E385CA-B9AD-6A49-B558-964CA2A5BFD2}" srcOrd="2" destOrd="0" presId="urn:microsoft.com/office/officeart/2008/layout/CircularPictureCallout"/>
    <dgm:cxn modelId="{74A61B22-35C9-8943-9A83-8EC82778FB88}" type="presParOf" srcId="{55E385CA-B9AD-6A49-B558-964CA2A5BFD2}" destId="{B8FA0BAF-41B2-45F7-97A7-31D981981250}" srcOrd="0" destOrd="0" presId="urn:microsoft.com/office/officeart/2008/layout/CircularPictureCallout"/>
    <dgm:cxn modelId="{45CB18C0-F70A-4F40-918B-9BC66C9FA3FC}" type="presParOf" srcId="{24CE8032-235F-A048-9089-8CFAD4789CE1}" destId="{29EEC7A7-8352-204D-A870-D5F05AED9F82}" srcOrd="3" destOrd="0" presId="urn:microsoft.com/office/officeart/2008/layout/CircularPictureCallout"/>
    <dgm:cxn modelId="{FCF36BEA-3F9E-AE41-B440-9EE1039FD022}" type="presParOf" srcId="{24CE8032-235F-A048-9089-8CFAD4789CE1}" destId="{6F921C0C-EC60-934B-964E-7CAB01841F60}" srcOrd="4" destOrd="0" presId="urn:microsoft.com/office/officeart/2008/layout/CircularPictureCallout"/>
    <dgm:cxn modelId="{88EAFCF4-9496-E84D-90FE-84F69A5114F0}" type="presParOf" srcId="{6F921C0C-EC60-934B-964E-7CAB01841F60}" destId="{5D5A3A35-282B-2749-B2DA-7C78A0F7354F}" srcOrd="0" destOrd="0" presId="urn:microsoft.com/office/officeart/2008/layout/CircularPictureCallout"/>
    <dgm:cxn modelId="{64129DA9-84FF-7248-8B85-B7925BBCF3BF}" type="presParOf" srcId="{24CE8032-235F-A048-9089-8CFAD4789CE1}" destId="{90061690-BE83-0E45-A91E-784E4BB6987A}" srcOrd="5" destOrd="0" presId="urn:microsoft.com/office/officeart/2008/layout/CircularPictureCallout"/>
    <dgm:cxn modelId="{DA76DCFE-CCAF-6D4B-816E-B6DF70628E5F}" type="presParOf" srcId="{90061690-BE83-0E45-A91E-784E4BB6987A}" destId="{0DE3A6D6-B516-4CE4-B2D9-3FA4224C05A8}" srcOrd="0" destOrd="0" presId="urn:microsoft.com/office/officeart/2008/layout/CircularPictureCallout"/>
    <dgm:cxn modelId="{77907397-EFE0-0D4E-B1DA-2E26068130C6}" type="presParOf" srcId="{24CE8032-235F-A048-9089-8CFAD4789CE1}" destId="{16894318-64E6-894E-BD0D-22B88A0A8AE6}" srcOrd="6" destOrd="0" presId="urn:microsoft.com/office/officeart/2008/layout/CircularPictureCallout"/>
    <dgm:cxn modelId="{FC338001-F09B-0244-9949-44054C2CB61C}" type="presParOf" srcId="{24CE8032-235F-A048-9089-8CFAD4789CE1}" destId="{AB31107B-39CB-4843-8451-D2B65DEAB9E3}" srcOrd="7" destOrd="0" presId="urn:microsoft.com/office/officeart/2008/layout/CircularPictureCallout"/>
    <dgm:cxn modelId="{DC64F869-8054-0942-917A-DBEAA34A176B}" type="presParOf" srcId="{AB31107B-39CB-4843-8451-D2B65DEAB9E3}" destId="{0DF6ACE1-33DA-B247-9328-D9ED33132BC5}" srcOrd="0" destOrd="0" presId="urn:microsoft.com/office/officeart/2008/layout/CircularPictureCallout"/>
    <dgm:cxn modelId="{24DEB239-0417-C941-88FD-3B1C47558E7F}" type="presParOf" srcId="{24CE8032-235F-A048-9089-8CFAD4789CE1}" destId="{D0DB4CF6-CC76-374B-BA52-AE8986AB646C}" srcOrd="8" destOrd="0" presId="urn:microsoft.com/office/officeart/2008/layout/CircularPictureCallout"/>
    <dgm:cxn modelId="{8E9F6FBD-F738-DB47-8C79-EEEE3D302752}" type="presParOf" srcId="{D0DB4CF6-CC76-374B-BA52-AE8986AB646C}" destId="{97E1A18F-CC85-4418-9D8D-A3AB1D851768}" srcOrd="0" destOrd="0" presId="urn:microsoft.com/office/officeart/2008/layout/CircularPictureCallout"/>
    <dgm:cxn modelId="{E1B71941-B136-3E47-A659-B70A68E74343}" type="presParOf" srcId="{24CE8032-235F-A048-9089-8CFAD4789CE1}" destId="{198A0C37-0D18-DE42-BD16-2F12693FD406}" srcOrd="9" destOrd="0" presId="urn:microsoft.com/office/officeart/2008/layout/CircularPictureCallout"/>
    <dgm:cxn modelId="{BF111D7E-E0F1-1A40-8CED-58C51A9AF021}" type="presParOf" srcId="{24CE8032-235F-A048-9089-8CFAD4789CE1}" destId="{4591C5C4-DCE0-CC4A-B474-1F0DB1E71A1C}" srcOrd="10" destOrd="0" presId="urn:microsoft.com/office/officeart/2008/layout/CircularPictureCallout"/>
    <dgm:cxn modelId="{D4AEE047-90DA-8248-9CC1-D52224440D6E}" type="presParOf" srcId="{4591C5C4-DCE0-CC4A-B474-1F0DB1E71A1C}" destId="{15B7E276-BED2-A745-AB3B-B7AC08BB9612}" srcOrd="0" destOrd="0" presId="urn:microsoft.com/office/officeart/2008/layout/CircularPictureCallout"/>
    <dgm:cxn modelId="{A65B7ED6-E97D-8D43-B573-8BF6C704A93B}" type="presParOf" srcId="{24CE8032-235F-A048-9089-8CFAD4789CE1}" destId="{70B9AEDC-965F-B744-B570-088E8C87530F}" srcOrd="11" destOrd="0" presId="urn:microsoft.com/office/officeart/2008/layout/CircularPictureCallout"/>
    <dgm:cxn modelId="{8CE8E381-F30E-D745-9D50-BCCD7984FA43}" type="presParOf" srcId="{70B9AEDC-965F-B744-B570-088E8C87530F}" destId="{C97B76A4-80CD-4496-ABB5-0E97F98654E1}" srcOrd="0" destOrd="0" presId="urn:microsoft.com/office/officeart/2008/layout/CircularPictureCallout"/>
    <dgm:cxn modelId="{605C53F3-E111-CB44-A906-6398C036DA94}" type="presParOf" srcId="{24CE8032-235F-A048-9089-8CFAD4789CE1}" destId="{B64E9327-75E1-CF4A-882B-40C7536CA02F}" srcOrd="12" destOrd="0" presId="urn:microsoft.com/office/officeart/2008/layout/CircularPictureCallout"/>
    <dgm:cxn modelId="{A82FFBBF-B472-374C-8B23-19FE6E73ECB7}" type="presParOf" srcId="{24CE8032-235F-A048-9089-8CFAD4789CE1}" destId="{6ADEFD34-259D-2E47-95B3-B7AEF8194E3C}" srcOrd="13" destOrd="0" presId="urn:microsoft.com/office/officeart/2008/layout/CircularPictureCallout"/>
    <dgm:cxn modelId="{863F0E95-EE09-A34A-8D65-57BCCDBFCD61}" type="presParOf" srcId="{6ADEFD34-259D-2E47-95B3-B7AEF8194E3C}" destId="{8B0AB666-AEDC-6D4F-B28C-82A3628D0783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3.xml><?xml version="1.0" encoding="utf-8"?>
<dgm:dataModel xmlns:dgm="http://schemas.openxmlformats.org/drawingml/2006/diagram" xmlns:a="http://schemas.openxmlformats.org/drawingml/2006/main">
  <dgm:ptLst>
    <dgm:pt modelId="{F9BB0C0B-034F-4B1E-AD48-05E5C76817FE}" type="doc">
      <dgm:prSet loTypeId="urn:microsoft.com/office/officeart/2011/layout/RadialPictureList" qsTypeId="urn:microsoft.com/office/officeart/2005/8/quickstyle/simple2" csTypeId="urn:microsoft.com/office/officeart/2005/8/colors/accent1_2"/>
      <dgm:spPr/>
    </dgm:pt>
    <dgm:pt modelId="{08DE8E7E-FD4B-4410-9ABC-3153AE341E06}">
      <dgm:prSet/>
      <dgm:spPr/>
      <dgm:t>
        <a:bodyPr/>
        <a:lstStyle/>
        <a:p>
          <a:r>
            <a:t>Portfolio</a:t>
          </a:r>
        </a:p>
      </dgm:t>
    </dgm:pt>
    <dgm:pt modelId="{9031A6CF-7D44-4BD3-9DBA-D00CB9649171}" type="parTrans" cxnId="{C1A2166A-E427-409F-8DA1-B5EAADAC438D}">
      <dgm:prSet/>
      <dgm:spPr/>
      <dgm:t>
        <a:bodyPr/>
        <a:lstStyle/>
        <a:p>
          <a:endParaRPr/>
        </a:p>
      </dgm:t>
    </dgm:pt>
    <dgm:pt modelId="{6B20F896-38BF-4A16-AC5E-355903AC9AAE}" type="sibTrans" cxnId="{C1A2166A-E427-409F-8DA1-B5EAADAC438D}">
      <dgm:prSet/>
      <dgm:spPr/>
      <dgm:t>
        <a:bodyPr/>
        <a:lstStyle/>
        <a:p>
          <a:endParaRPr/>
        </a:p>
      </dgm:t>
    </dgm:pt>
    <dgm:pt modelId="{AA4E4DA4-1EB5-49D0-BFB2-D55D8FC832EF}">
      <dgm:prSet/>
      <dgm:spPr/>
      <dgm:t>
        <a:bodyPr/>
        <a:lstStyle/>
        <a:p>
          <a:r>
            <a:t>Discover</a:t>
          </a:r>
        </a:p>
      </dgm:t>
    </dgm:pt>
    <dgm:pt modelId="{2F95A8BA-3D48-47ED-8D4E-30B7FA5494A7}" type="parTrans" cxnId="{76E7191E-49F6-40C6-A45C-6FE3C74FC9AF}">
      <dgm:prSet/>
      <dgm:spPr/>
      <dgm:t>
        <a:bodyPr/>
        <a:lstStyle/>
        <a:p>
          <a:endParaRPr/>
        </a:p>
      </dgm:t>
    </dgm:pt>
    <dgm:pt modelId="{2BB96E29-FBBE-4E77-8385-A3DF6D0DE025}" type="sibTrans" cxnId="{76E7191E-49F6-40C6-A45C-6FE3C74FC9AF}">
      <dgm:prSet/>
      <dgm:spPr/>
      <dgm:t>
        <a:bodyPr/>
        <a:lstStyle/>
        <a:p>
          <a:endParaRPr/>
        </a:p>
      </dgm:t>
    </dgm:pt>
    <dgm:pt modelId="{1C776D38-3D42-49C4-9A9C-B6DA4256CC30}">
      <dgm:prSet/>
      <dgm:spPr/>
      <dgm:t>
        <a:bodyPr/>
        <a:lstStyle/>
        <a:p>
          <a:r>
            <a:t>Define</a:t>
          </a:r>
        </a:p>
      </dgm:t>
    </dgm:pt>
    <dgm:pt modelId="{68043DAC-2992-4891-92C9-1D041C711306}" type="parTrans" cxnId="{DB824E21-E177-407C-BD8D-6CFAE22F622F}">
      <dgm:prSet/>
      <dgm:spPr/>
      <dgm:t>
        <a:bodyPr/>
        <a:lstStyle/>
        <a:p>
          <a:endParaRPr/>
        </a:p>
      </dgm:t>
    </dgm:pt>
    <dgm:pt modelId="{7CC24FDD-10B0-4D23-9403-64F45A1AB276}" type="sibTrans" cxnId="{DB824E21-E177-407C-BD8D-6CFAE22F622F}">
      <dgm:prSet/>
      <dgm:spPr/>
      <dgm:t>
        <a:bodyPr/>
        <a:lstStyle/>
        <a:p>
          <a:endParaRPr/>
        </a:p>
      </dgm:t>
    </dgm:pt>
    <dgm:pt modelId="{1A2C83F6-CC7A-4584-A705-1C42B1C7B349}">
      <dgm:prSet/>
      <dgm:spPr/>
      <dgm:t>
        <a:bodyPr/>
        <a:lstStyle/>
        <a:p>
          <a:r>
            <a:t>Build</a:t>
          </a:r>
        </a:p>
      </dgm:t>
    </dgm:pt>
    <dgm:pt modelId="{2238B554-CC33-41C2-ACB4-81F03B0AB03F}" type="parTrans" cxnId="{F88FA5E9-E9CD-4087-B697-565F99C7442C}">
      <dgm:prSet/>
      <dgm:spPr/>
      <dgm:t>
        <a:bodyPr/>
        <a:lstStyle/>
        <a:p>
          <a:endParaRPr/>
        </a:p>
      </dgm:t>
    </dgm:pt>
    <dgm:pt modelId="{0E47786C-1556-4152-A0EE-F87B059E0F4A}" type="sibTrans" cxnId="{F88FA5E9-E9CD-4087-B697-565F99C7442C}">
      <dgm:prSet/>
      <dgm:spPr/>
      <dgm:t>
        <a:bodyPr/>
        <a:lstStyle/>
        <a:p>
          <a:endParaRPr/>
        </a:p>
      </dgm:t>
    </dgm:pt>
    <dgm:pt modelId="{B0D0F695-7398-48D7-8599-9CD56E770398}">
      <dgm:prSet/>
      <dgm:spPr/>
      <dgm:t>
        <a:bodyPr/>
        <a:lstStyle/>
        <a:p>
          <a:r>
            <a:t>Launch</a:t>
          </a:r>
        </a:p>
      </dgm:t>
    </dgm:pt>
    <dgm:pt modelId="{65C6659D-1CF2-474B-B831-AB735E0590CA}" type="parTrans" cxnId="{1428BB70-DC7C-42A3-BBF2-F5AE865D69B7}">
      <dgm:prSet/>
      <dgm:spPr/>
      <dgm:t>
        <a:bodyPr/>
        <a:lstStyle/>
        <a:p>
          <a:endParaRPr/>
        </a:p>
      </dgm:t>
    </dgm:pt>
    <dgm:pt modelId="{C4789108-C56D-4D7C-81DF-B03FC59A1E8D}" type="sibTrans" cxnId="{1428BB70-DC7C-42A3-BBF2-F5AE865D69B7}">
      <dgm:prSet/>
      <dgm:spPr/>
      <dgm:t>
        <a:bodyPr/>
        <a:lstStyle/>
        <a:p>
          <a:endParaRPr/>
        </a:p>
      </dgm:t>
    </dgm:pt>
    <dgm:pt modelId="{C3448216-405B-4CF0-BB10-F2EF03843126}" type="pres">
      <dgm:prSet presAssocID="{F9BB0C0B-034F-4B1E-AD48-05E5C76817FE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8322C462-9C12-EA4A-BFF2-BB009E2A55D0}" type="pres">
      <dgm:prSet presAssocID="{08DE8E7E-FD4B-4410-9ABC-3153AE341E06}" presName="Parent" presStyleLbl="node1" presStyleIdx="0" presStyleCnt="2">
        <dgm:presLayoutVars>
          <dgm:chMax val="4"/>
          <dgm:chPref val="3"/>
        </dgm:presLayoutVars>
      </dgm:prSet>
      <dgm:spPr/>
    </dgm:pt>
    <dgm:pt modelId="{B22BE74E-BDC1-344F-9B6D-B374F6074209}" type="pres">
      <dgm:prSet presAssocID="{AA4E4DA4-1EB5-49D0-BFB2-D55D8FC832EF}" presName="Accent" presStyleLbl="node1" presStyleIdx="1" presStyleCnt="2"/>
      <dgm:spPr/>
    </dgm:pt>
    <dgm:pt modelId="{495FE9F8-3A8C-104B-BDA4-93693E253389}" type="pres">
      <dgm:prSet presAssocID="{AA4E4DA4-1EB5-49D0-BFB2-D55D8FC832EF}" presName="Image1" presStyleLbl="fgImgPlace1" presStyleIdx="0" presStyleCnt="4"/>
      <dgm:spPr/>
    </dgm:pt>
    <dgm:pt modelId="{F6B5E53E-867C-3049-ADDB-36FBD794FFB9}" type="pres">
      <dgm:prSet presAssocID="{AA4E4DA4-1EB5-49D0-BFB2-D55D8FC832EF}" presName="Child1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D1F8E90A-181E-394E-88E9-B61EDDD052A4}" type="pres">
      <dgm:prSet presAssocID="{1C776D38-3D42-49C4-9A9C-B6DA4256CC30}" presName="Image2" presStyleCnt="0"/>
      <dgm:spPr/>
    </dgm:pt>
    <dgm:pt modelId="{81C9AC10-CC12-4BB0-B5DC-89686D6615B6}" type="pres">
      <dgm:prSet presAssocID="{1C776D38-3D42-49C4-9A9C-B6DA4256CC30}" presName="Image" presStyleLbl="fgImgPlace1" presStyleIdx="1" presStyleCnt="4"/>
      <dgm:spPr>
        <a:blipFill>
          <a:blip xmlns:r="http://schemas.openxmlformats.org/officeDocument/2006/relationships" r:embed="rId1"/>
          <a:srcRect/>
          <a:stretch>
            <a:fillRect l="-25073" r="-25073"/>
          </a:stretch>
        </a:blipFill>
      </dgm:spPr>
    </dgm:pt>
    <dgm:pt modelId="{86DFDCFD-559C-FE40-85F8-C6E21EEAC13B}" type="pres">
      <dgm:prSet presAssocID="{1C776D38-3D42-49C4-9A9C-B6DA4256CC30}" presName="Child2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CBBBCA89-82AC-ED4A-BD2B-555D3C78DA47}" type="pres">
      <dgm:prSet presAssocID="{1A2C83F6-CC7A-4584-A705-1C42B1C7B349}" presName="Image3" presStyleCnt="0"/>
      <dgm:spPr/>
    </dgm:pt>
    <dgm:pt modelId="{37AEE040-9D91-4D68-9B60-0D74B6210801}" type="pres">
      <dgm:prSet presAssocID="{1A2C83F6-CC7A-4584-A705-1C42B1C7B349}" presName="Image" presStyleLbl="fgImgPlace1" presStyleIdx="2" presStyleCnt="4"/>
      <dgm:spPr>
        <a:blipFill>
          <a:blip xmlns:r="http://schemas.openxmlformats.org/officeDocument/2006/relationships" r:embed="rId2"/>
          <a:srcRect/>
          <a:stretch>
            <a:fillRect l="-25073" r="-25073"/>
          </a:stretch>
        </a:blipFill>
      </dgm:spPr>
    </dgm:pt>
    <dgm:pt modelId="{8C8AA87B-B307-A745-998E-3DFA8EDCDA15}" type="pres">
      <dgm:prSet presAssocID="{1A2C83F6-CC7A-4584-A705-1C42B1C7B349}" presName="Child3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BAC5A7CC-5142-DC45-9051-A3FC5CF41CD3}" type="pres">
      <dgm:prSet presAssocID="{B0D0F695-7398-48D7-8599-9CD56E770398}" presName="Image4" presStyleCnt="0"/>
      <dgm:spPr/>
    </dgm:pt>
    <dgm:pt modelId="{DF2DC575-9843-4459-929D-98158599B667}" type="pres">
      <dgm:prSet presAssocID="{B0D0F695-7398-48D7-8599-9CD56E770398}" presName="Image" presStyleLbl="fgImgPlace1" presStyleIdx="3" presStyleCnt="4"/>
      <dgm:spPr>
        <a:blipFill>
          <a:blip xmlns:r="http://schemas.openxmlformats.org/officeDocument/2006/relationships" r:embed="rId3"/>
          <a:srcRect/>
          <a:stretch>
            <a:fillRect l="-25073" r="-25073"/>
          </a:stretch>
        </a:blipFill>
      </dgm:spPr>
    </dgm:pt>
    <dgm:pt modelId="{95B1226F-84F1-5C49-A512-253DC9D16B38}" type="pres">
      <dgm:prSet presAssocID="{B0D0F695-7398-48D7-8599-9CD56E770398}" presName="Child4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6E7191E-49F6-40C6-A45C-6FE3C74FC9AF}" srcId="{08DE8E7E-FD4B-4410-9ABC-3153AE341E06}" destId="{AA4E4DA4-1EB5-49D0-BFB2-D55D8FC832EF}" srcOrd="0" destOrd="0" parTransId="{2F95A8BA-3D48-47ED-8D4E-30B7FA5494A7}" sibTransId="{2BB96E29-FBBE-4E77-8385-A3DF6D0DE025}"/>
    <dgm:cxn modelId="{DB824E21-E177-407C-BD8D-6CFAE22F622F}" srcId="{08DE8E7E-FD4B-4410-9ABC-3153AE341E06}" destId="{1C776D38-3D42-49C4-9A9C-B6DA4256CC30}" srcOrd="1" destOrd="0" parTransId="{68043DAC-2992-4891-92C9-1D041C711306}" sibTransId="{7CC24FDD-10B0-4D23-9403-64F45A1AB276}"/>
    <dgm:cxn modelId="{8257292B-5557-FF41-8C47-404070F2954B}" type="presOf" srcId="{1A2C83F6-CC7A-4584-A705-1C42B1C7B349}" destId="{8C8AA87B-B307-A745-998E-3DFA8EDCDA15}" srcOrd="0" destOrd="0" presId="urn:microsoft.com/office/officeart/2011/layout/RadialPictureList"/>
    <dgm:cxn modelId="{FD96E543-EDF3-487D-8E06-19BF1BF1AC48}" type="presOf" srcId="{F9BB0C0B-034F-4B1E-AD48-05E5C76817FE}" destId="{C3448216-405B-4CF0-BB10-F2EF03843126}" srcOrd="0" destOrd="0" presId="urn:microsoft.com/office/officeart/2011/layout/RadialPictureList"/>
    <dgm:cxn modelId="{C1A2166A-E427-409F-8DA1-B5EAADAC438D}" srcId="{F9BB0C0B-034F-4B1E-AD48-05E5C76817FE}" destId="{08DE8E7E-FD4B-4410-9ABC-3153AE341E06}" srcOrd="0" destOrd="0" parTransId="{9031A6CF-7D44-4BD3-9DBA-D00CB9649171}" sibTransId="{6B20F896-38BF-4A16-AC5E-355903AC9AAE}"/>
    <dgm:cxn modelId="{1428BB70-DC7C-42A3-BBF2-F5AE865D69B7}" srcId="{08DE8E7E-FD4B-4410-9ABC-3153AE341E06}" destId="{B0D0F695-7398-48D7-8599-9CD56E770398}" srcOrd="3" destOrd="0" parTransId="{65C6659D-1CF2-474B-B831-AB735E0590CA}" sibTransId="{C4789108-C56D-4D7C-81DF-B03FC59A1E8D}"/>
    <dgm:cxn modelId="{DBE1C578-3423-D248-979B-66E913064FC2}" type="presOf" srcId="{AA4E4DA4-1EB5-49D0-BFB2-D55D8FC832EF}" destId="{F6B5E53E-867C-3049-ADDB-36FBD794FFB9}" srcOrd="0" destOrd="0" presId="urn:microsoft.com/office/officeart/2011/layout/RadialPictureList"/>
    <dgm:cxn modelId="{17CD757A-84B9-4440-8E0D-A3D2E0A942B3}" type="presOf" srcId="{08DE8E7E-FD4B-4410-9ABC-3153AE341E06}" destId="{8322C462-9C12-EA4A-BFF2-BB009E2A55D0}" srcOrd="0" destOrd="0" presId="urn:microsoft.com/office/officeart/2011/layout/RadialPictureList"/>
    <dgm:cxn modelId="{1C5B2781-6E37-5D45-B861-0AEBB7E3FE8E}" type="presOf" srcId="{1C776D38-3D42-49C4-9A9C-B6DA4256CC30}" destId="{86DFDCFD-559C-FE40-85F8-C6E21EEAC13B}" srcOrd="0" destOrd="0" presId="urn:microsoft.com/office/officeart/2011/layout/RadialPictureList"/>
    <dgm:cxn modelId="{D8DC2AE5-C284-5449-AF39-5585FF28629B}" type="presOf" srcId="{B0D0F695-7398-48D7-8599-9CD56E770398}" destId="{95B1226F-84F1-5C49-A512-253DC9D16B38}" srcOrd="0" destOrd="0" presId="urn:microsoft.com/office/officeart/2011/layout/RadialPictureList"/>
    <dgm:cxn modelId="{F88FA5E9-E9CD-4087-B697-565F99C7442C}" srcId="{08DE8E7E-FD4B-4410-9ABC-3153AE341E06}" destId="{1A2C83F6-CC7A-4584-A705-1C42B1C7B349}" srcOrd="2" destOrd="0" parTransId="{2238B554-CC33-41C2-ACB4-81F03B0AB03F}" sibTransId="{0E47786C-1556-4152-A0EE-F87B059E0F4A}"/>
    <dgm:cxn modelId="{F6674B40-A7C0-904E-BA6C-DDBBE83CB9FF}" type="presParOf" srcId="{C3448216-405B-4CF0-BB10-F2EF03843126}" destId="{8322C462-9C12-EA4A-BFF2-BB009E2A55D0}" srcOrd="0" destOrd="0" presId="urn:microsoft.com/office/officeart/2011/layout/RadialPictureList"/>
    <dgm:cxn modelId="{DFDA37C3-69C7-3848-956E-4EB39A5B0379}" type="presParOf" srcId="{C3448216-405B-4CF0-BB10-F2EF03843126}" destId="{B22BE74E-BDC1-344F-9B6D-B374F6074209}" srcOrd="1" destOrd="0" presId="urn:microsoft.com/office/officeart/2011/layout/RadialPictureList"/>
    <dgm:cxn modelId="{73793717-C305-2949-83E6-CE9439F574AD}" type="presParOf" srcId="{C3448216-405B-4CF0-BB10-F2EF03843126}" destId="{495FE9F8-3A8C-104B-BDA4-93693E253389}" srcOrd="2" destOrd="0" presId="urn:microsoft.com/office/officeart/2011/layout/RadialPictureList"/>
    <dgm:cxn modelId="{37F10668-C48F-8344-A45A-9778FD8B87EA}" type="presParOf" srcId="{C3448216-405B-4CF0-BB10-F2EF03843126}" destId="{F6B5E53E-867C-3049-ADDB-36FBD794FFB9}" srcOrd="3" destOrd="0" presId="urn:microsoft.com/office/officeart/2011/layout/RadialPictureList"/>
    <dgm:cxn modelId="{512D5D01-1CAB-D044-8294-BCD211D6C7A3}" type="presParOf" srcId="{C3448216-405B-4CF0-BB10-F2EF03843126}" destId="{D1F8E90A-181E-394E-88E9-B61EDDD052A4}" srcOrd="4" destOrd="0" presId="urn:microsoft.com/office/officeart/2011/layout/RadialPictureList"/>
    <dgm:cxn modelId="{59648877-EE9E-5E46-A3BC-282640474C59}" type="presParOf" srcId="{D1F8E90A-181E-394E-88E9-B61EDDD052A4}" destId="{81C9AC10-CC12-4BB0-B5DC-89686D6615B6}" srcOrd="0" destOrd="0" presId="urn:microsoft.com/office/officeart/2011/layout/RadialPictureList"/>
    <dgm:cxn modelId="{37C7C1F2-CCFE-814B-B34F-6D94BD304CCC}" type="presParOf" srcId="{C3448216-405B-4CF0-BB10-F2EF03843126}" destId="{86DFDCFD-559C-FE40-85F8-C6E21EEAC13B}" srcOrd="5" destOrd="0" presId="urn:microsoft.com/office/officeart/2011/layout/RadialPictureList"/>
    <dgm:cxn modelId="{D347513D-4593-6C40-9DDE-671FC9028C31}" type="presParOf" srcId="{C3448216-405B-4CF0-BB10-F2EF03843126}" destId="{CBBBCA89-82AC-ED4A-BD2B-555D3C78DA47}" srcOrd="6" destOrd="0" presId="urn:microsoft.com/office/officeart/2011/layout/RadialPictureList"/>
    <dgm:cxn modelId="{9D1502C4-6608-8444-BAF7-4FCFA8E51BEC}" type="presParOf" srcId="{CBBBCA89-82AC-ED4A-BD2B-555D3C78DA47}" destId="{37AEE040-9D91-4D68-9B60-0D74B6210801}" srcOrd="0" destOrd="0" presId="urn:microsoft.com/office/officeart/2011/layout/RadialPictureList"/>
    <dgm:cxn modelId="{380302EB-6259-C740-80D7-CE2DEF1A212C}" type="presParOf" srcId="{C3448216-405B-4CF0-BB10-F2EF03843126}" destId="{8C8AA87B-B307-A745-998E-3DFA8EDCDA15}" srcOrd="7" destOrd="0" presId="urn:microsoft.com/office/officeart/2011/layout/RadialPictureList"/>
    <dgm:cxn modelId="{C2C4F865-5659-A44B-BEDF-6B0C2DE0C11B}" type="presParOf" srcId="{C3448216-405B-4CF0-BB10-F2EF03843126}" destId="{BAC5A7CC-5142-DC45-9051-A3FC5CF41CD3}" srcOrd="8" destOrd="0" presId="urn:microsoft.com/office/officeart/2011/layout/RadialPictureList"/>
    <dgm:cxn modelId="{D608BC79-8FA2-494A-99D2-19932D443413}" type="presParOf" srcId="{BAC5A7CC-5142-DC45-9051-A3FC5CF41CD3}" destId="{DF2DC575-9843-4459-929D-98158599B667}" srcOrd="0" destOrd="0" presId="urn:microsoft.com/office/officeart/2011/layout/RadialPictureList"/>
    <dgm:cxn modelId="{6BF9D712-6FD8-1842-84BB-E9ECC1CF4013}" type="presParOf" srcId="{C3448216-405B-4CF0-BB10-F2EF03843126}" destId="{95B1226F-84F1-5C49-A512-253DC9D16B38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4.xml><?xml version="1.0" encoding="utf-8"?>
<dgm:dataModel xmlns:dgm="http://schemas.openxmlformats.org/drawingml/2006/diagram" xmlns:a="http://schemas.openxmlformats.org/drawingml/2006/main">
  <dgm:ptLst>
    <dgm:pt modelId="{FBEFE9C2-7406-4C34-9F99-D266F5BF999A}" type="doc">
      <dgm:prSet loTypeId="urn:microsoft.com/office/officeart/2009/3/layout/SnapshotPictureList" qsTypeId="urn:microsoft.com/office/officeart/2005/8/quickstyle/simple2" csTypeId="urn:microsoft.com/office/officeart/2005/8/colors/accent1_2"/>
      <dgm:spPr/>
    </dgm:pt>
    <dgm:pt modelId="{109D9662-2782-417C-A02D-F44347A6C4C2}">
      <dgm:prSet/>
      <dgm:spPr/>
      <dgm:t>
        <a:bodyPr/>
        <a:lstStyle/>
        <a:p>
          <a:r>
            <a:t>Research</a:t>
          </a:r>
        </a:p>
      </dgm:t>
    </dgm:pt>
    <dgm:pt modelId="{E2F6FB5B-4FB6-46AC-AE86-7D4105B3078C}" type="parTrans" cxnId="{6AF4B5B2-1664-4FDB-9DEC-CD9FE4E8F484}">
      <dgm:prSet/>
      <dgm:spPr/>
      <dgm:t>
        <a:bodyPr/>
        <a:lstStyle/>
        <a:p>
          <a:endParaRPr/>
        </a:p>
      </dgm:t>
    </dgm:pt>
    <dgm:pt modelId="{354F0C7F-D9AC-4BE1-AD9C-0F2A1AB64F2F}" type="sibTrans" cxnId="{6AF4B5B2-1664-4FDB-9DEC-CD9FE4E8F484}">
      <dgm:prSet/>
      <dgm:spPr/>
      <dgm:t>
        <a:bodyPr/>
        <a:lstStyle/>
        <a:p>
          <a:endParaRPr/>
        </a:p>
      </dgm:t>
    </dgm:pt>
    <dgm:pt modelId="{D56F3EA5-2DA8-47C6-BA6F-92E3C21A7031}">
      <dgm:prSet/>
      <dgm:spPr/>
      <dgm:t>
        <a:bodyPr/>
        <a:lstStyle/>
        <a:p>
          <a:r>
            <a:t>Workshop</a:t>
          </a:r>
        </a:p>
      </dgm:t>
    </dgm:pt>
    <dgm:pt modelId="{8DD112AE-389E-40A7-86FC-09FC8D0DEAE0}" type="parTrans" cxnId="{EBD2035B-DF7E-42D9-BD0B-0E6EA1695CD3}">
      <dgm:prSet/>
      <dgm:spPr/>
      <dgm:t>
        <a:bodyPr/>
        <a:lstStyle/>
        <a:p>
          <a:endParaRPr/>
        </a:p>
      </dgm:t>
    </dgm:pt>
    <dgm:pt modelId="{5CB80225-A41F-4F23-85C5-646BA9498230}" type="sibTrans" cxnId="{EBD2035B-DF7E-42D9-BD0B-0E6EA1695CD3}">
      <dgm:prSet/>
      <dgm:spPr/>
      <dgm:t>
        <a:bodyPr/>
        <a:lstStyle/>
        <a:p>
          <a:endParaRPr/>
        </a:p>
      </dgm:t>
    </dgm:pt>
    <dgm:pt modelId="{A048B79C-3A72-4A3C-A0CA-B1E2B475E53D}">
      <dgm:prSet/>
      <dgm:spPr/>
      <dgm:t>
        <a:bodyPr/>
        <a:lstStyle/>
        <a:p>
          <a:r>
            <a:t>Prototype</a:t>
          </a:r>
        </a:p>
      </dgm:t>
    </dgm:pt>
    <dgm:pt modelId="{C40985A0-8971-4563-A582-96372EEBD3AE}" type="parTrans" cxnId="{2486C22F-507E-4F1E-B896-8D9DB48C154F}">
      <dgm:prSet/>
      <dgm:spPr/>
      <dgm:t>
        <a:bodyPr/>
        <a:lstStyle/>
        <a:p>
          <a:endParaRPr/>
        </a:p>
      </dgm:t>
    </dgm:pt>
    <dgm:pt modelId="{7D3757E2-1F10-495D-93AD-EB43DF9273E9}" type="sibTrans" cxnId="{2486C22F-507E-4F1E-B896-8D9DB48C154F}">
      <dgm:prSet/>
      <dgm:spPr/>
      <dgm:t>
        <a:bodyPr/>
        <a:lstStyle/>
        <a:p>
          <a:endParaRPr/>
        </a:p>
      </dgm:t>
    </dgm:pt>
    <dgm:pt modelId="{56C6D551-8E6E-4BAC-A61F-C26DFCC5272C}">
      <dgm:prSet/>
      <dgm:spPr/>
      <dgm:t>
        <a:bodyPr/>
        <a:lstStyle/>
        <a:p>
          <a:r>
            <a:t>Delivery</a:t>
          </a:r>
        </a:p>
      </dgm:t>
    </dgm:pt>
    <dgm:pt modelId="{4CA5FDD1-053F-429D-8260-F21D745A363B}" type="parTrans" cxnId="{5CEF2BB9-342D-4100-8547-4F3EF9A95AE4}">
      <dgm:prSet/>
      <dgm:spPr/>
      <dgm:t>
        <a:bodyPr/>
        <a:lstStyle/>
        <a:p>
          <a:endParaRPr/>
        </a:p>
      </dgm:t>
    </dgm:pt>
    <dgm:pt modelId="{4B1A5427-276D-408F-9D7E-AE060948B784}" type="sibTrans" cxnId="{5CEF2BB9-342D-4100-8547-4F3EF9A95AE4}">
      <dgm:prSet/>
      <dgm:spPr/>
      <dgm:t>
        <a:bodyPr/>
        <a:lstStyle/>
        <a:p>
          <a:endParaRPr/>
        </a:p>
      </dgm:t>
    </dgm:pt>
    <dgm:pt modelId="{0CF569AD-1EB0-471B-92E0-44F415DC9C6E}">
      <dgm:prSet/>
      <dgm:spPr/>
      <dgm:t>
        <a:bodyPr/>
        <a:lstStyle/>
        <a:p>
          <a:r>
            <a:t>Learning</a:t>
          </a:r>
        </a:p>
      </dgm:t>
    </dgm:pt>
    <dgm:pt modelId="{B18CA6C0-AB8B-4BA3-9E64-DC6BEE13CF7E}" type="parTrans" cxnId="{2EAA34E7-E418-4068-8ECF-FD814A36FBC6}">
      <dgm:prSet/>
      <dgm:spPr/>
      <dgm:t>
        <a:bodyPr/>
        <a:lstStyle/>
        <a:p>
          <a:endParaRPr/>
        </a:p>
      </dgm:t>
    </dgm:pt>
    <dgm:pt modelId="{6059982F-00C6-41DA-9383-2931BB78228C}" type="sibTrans" cxnId="{2EAA34E7-E418-4068-8ECF-FD814A36FBC6}">
      <dgm:prSet/>
      <dgm:spPr/>
      <dgm:t>
        <a:bodyPr/>
        <a:lstStyle/>
        <a:p>
          <a:endParaRPr/>
        </a:p>
      </dgm:t>
    </dgm:pt>
    <dgm:pt modelId="{E62B15CB-2D0D-4F67-9EFF-EE98AA34A1D3}" type="pres">
      <dgm:prSet presAssocID="{FBEFE9C2-7406-4C34-9F99-D266F5BF999A}" presName="Name0" presStyleCnt="0">
        <dgm:presLayoutVars>
          <dgm:chMax/>
          <dgm:chPref/>
          <dgm:dir/>
          <dgm:animLvl val="lvl"/>
        </dgm:presLayoutVars>
      </dgm:prSet>
      <dgm:spPr/>
    </dgm:pt>
    <dgm:pt modelId="{516191E8-1991-4DF0-ABE3-3E7788CA0E56}" type="pres">
      <dgm:prSet presAssocID="{109D9662-2782-417C-A02D-F44347A6C4C2}" presName="composite" presStyleCnt="0"/>
      <dgm:spPr/>
    </dgm:pt>
    <dgm:pt modelId="{B6DC0531-F393-C141-97D7-7B454FDF7345}" type="pres">
      <dgm:prSet presAssocID="{109D9662-2782-417C-A02D-F44347A6C4C2}" presName="ParentAccentShape" presStyleLbl="trBgShp" presStyleIdx="0" presStyleCnt="5"/>
      <dgm:spPr/>
    </dgm:pt>
    <dgm:pt modelId="{D49D98B9-4486-42DD-A9D2-1360A3D809C8}" type="pres">
      <dgm:prSet presAssocID="{109D9662-2782-417C-A02D-F44347A6C4C2}" presName="Image" presStyleLbl="alignImgPlace1" presStyleIdx="0" presStyleCnt="5"/>
      <dgm:spPr>
        <a:blipFill>
          <a:blip xmlns:r="http://schemas.openxmlformats.org/officeDocument/2006/relationships" r:embed="rId1"/>
          <a:srcRect/>
          <a:stretch>
            <a:fillRect l="-2535" r="-2535"/>
          </a:stretch>
        </a:blipFill>
      </dgm:spPr>
    </dgm:pt>
    <dgm:pt modelId="{46E0BF98-4605-4840-8F34-4E5A867633E5}" type="pres">
      <dgm:prSet presAssocID="{109D9662-2782-417C-A02D-F44347A6C4C2}" presName="ParentText" presStyleLbl="revTx" presStyleIdx="0" presStyleCnt="10">
        <dgm:presLayoutVars>
          <dgm:chMax val="1"/>
          <dgm:chPref val="1"/>
          <dgm:bulletEnabled val="1"/>
        </dgm:presLayoutVars>
      </dgm:prSet>
      <dgm:spPr/>
    </dgm:pt>
    <dgm:pt modelId="{C3BF0AAE-1A14-5D41-AC7C-6E07018A7A02}" type="pres">
      <dgm:prSet presAssocID="{109D9662-2782-417C-A02D-F44347A6C4C2}" presName="ChildText" presStyleLbl="revTx" presStyleIdx="1" presStyleCnt="10">
        <dgm:presLayoutVars>
          <dgm:chMax val="0"/>
          <dgm:chPref val="0"/>
        </dgm:presLayoutVars>
      </dgm:prSet>
      <dgm:spPr/>
    </dgm:pt>
    <dgm:pt modelId="{CA0F2B24-F03B-0445-8ECF-22E3372624B3}" type="pres">
      <dgm:prSet presAssocID="{109D9662-2782-417C-A02D-F44347A6C4C2}" presName="ChildAccentShape" presStyleLbl="trBgShp" presStyleIdx="0" presStyleCnt="5"/>
      <dgm:spPr/>
    </dgm:pt>
    <dgm:pt modelId="{B9C98232-5CB6-4B3C-86C9-9F603C387E5C}" type="pres">
      <dgm:prSet presAssocID="{354F0C7F-D9AC-4BE1-AD9C-0F2A1AB64F2F}" presName="sibTrans" presStyleCnt="0"/>
      <dgm:spPr/>
    </dgm:pt>
    <dgm:pt modelId="{D067CC30-3660-4956-B008-CB288ED9C1A0}" type="pres">
      <dgm:prSet presAssocID="{D56F3EA5-2DA8-47C6-BA6F-92E3C21A7031}" presName="composite" presStyleCnt="0"/>
      <dgm:spPr/>
    </dgm:pt>
    <dgm:pt modelId="{A81A69F7-B50C-B64C-9BF5-5A87F982C2CB}" type="pres">
      <dgm:prSet presAssocID="{D56F3EA5-2DA8-47C6-BA6F-92E3C21A7031}" presName="ParentAccentShape" presStyleLbl="trBgShp" presStyleIdx="1" presStyleCnt="5"/>
      <dgm:spPr/>
    </dgm:pt>
    <dgm:pt modelId="{93474CD4-2E86-46BB-84E7-62456FD7FA22}" type="pres">
      <dgm:prSet presAssocID="{D56F3EA5-2DA8-47C6-BA6F-92E3C21A7031}" presName="Image" presStyleLbl="alignImgPlace1" presStyleIdx="1" presStyleCnt="5"/>
      <dgm:spPr>
        <a:blipFill>
          <a:blip xmlns:r="http://schemas.openxmlformats.org/officeDocument/2006/relationships" r:embed="rId2"/>
          <a:srcRect/>
          <a:stretch>
            <a:fillRect l="-2535" r="-2535"/>
          </a:stretch>
        </a:blipFill>
      </dgm:spPr>
    </dgm:pt>
    <dgm:pt modelId="{CBC125EA-88C1-46BE-88F4-AD492D369B78}" type="pres">
      <dgm:prSet presAssocID="{D56F3EA5-2DA8-47C6-BA6F-92E3C21A7031}" presName="ParentText" presStyleLbl="revTx" presStyleIdx="2" presStyleCnt="10">
        <dgm:presLayoutVars>
          <dgm:chMax val="1"/>
          <dgm:chPref val="1"/>
          <dgm:bulletEnabled val="1"/>
        </dgm:presLayoutVars>
      </dgm:prSet>
      <dgm:spPr/>
    </dgm:pt>
    <dgm:pt modelId="{A1800C4B-118C-A04A-80F0-A51F29DA187B}" type="pres">
      <dgm:prSet presAssocID="{D56F3EA5-2DA8-47C6-BA6F-92E3C21A7031}" presName="ChildText" presStyleLbl="revTx" presStyleIdx="3" presStyleCnt="10">
        <dgm:presLayoutVars>
          <dgm:chMax val="0"/>
          <dgm:chPref val="0"/>
        </dgm:presLayoutVars>
      </dgm:prSet>
      <dgm:spPr/>
    </dgm:pt>
    <dgm:pt modelId="{B4209EEC-3FAA-3A40-9E47-2CDA26905141}" type="pres">
      <dgm:prSet presAssocID="{D56F3EA5-2DA8-47C6-BA6F-92E3C21A7031}" presName="ChildAccentShape" presStyleLbl="trBgShp" presStyleIdx="1" presStyleCnt="5"/>
      <dgm:spPr/>
    </dgm:pt>
    <dgm:pt modelId="{AEB7A16F-E265-40CC-9ABA-5777E56D9C49}" type="pres">
      <dgm:prSet presAssocID="{5CB80225-A41F-4F23-85C5-646BA9498230}" presName="sibTrans" presStyleCnt="0"/>
      <dgm:spPr/>
    </dgm:pt>
    <dgm:pt modelId="{115B6701-C975-447C-A847-24623A2335D7}" type="pres">
      <dgm:prSet presAssocID="{A048B79C-3A72-4A3C-A0CA-B1E2B475E53D}" presName="composite" presStyleCnt="0"/>
      <dgm:spPr/>
    </dgm:pt>
    <dgm:pt modelId="{AE75A0DA-07AC-E24A-AD7B-95127AE8D1F2}" type="pres">
      <dgm:prSet presAssocID="{A048B79C-3A72-4A3C-A0CA-B1E2B475E53D}" presName="ParentAccentShape" presStyleLbl="trBgShp" presStyleIdx="2" presStyleCnt="5"/>
      <dgm:spPr/>
    </dgm:pt>
    <dgm:pt modelId="{07F6D276-3A89-48DF-A1B3-F367BEFC28F1}" type="pres">
      <dgm:prSet presAssocID="{A048B79C-3A72-4A3C-A0CA-B1E2B475E53D}" presName="Image" presStyleLbl="alignImgPlace1" presStyleIdx="2" presStyleCnt="5"/>
      <dgm:spPr>
        <a:blipFill>
          <a:blip xmlns:r="http://schemas.openxmlformats.org/officeDocument/2006/relationships" r:embed="rId3"/>
          <a:srcRect/>
          <a:stretch>
            <a:fillRect l="-2535" r="-2535"/>
          </a:stretch>
        </a:blipFill>
      </dgm:spPr>
    </dgm:pt>
    <dgm:pt modelId="{4B6C00EC-0A8D-40A4-8E31-5D5E1C4575B8}" type="pres">
      <dgm:prSet presAssocID="{A048B79C-3A72-4A3C-A0CA-B1E2B475E53D}" presName="ParentText" presStyleLbl="revTx" presStyleIdx="4" presStyleCnt="10">
        <dgm:presLayoutVars>
          <dgm:chMax val="1"/>
          <dgm:chPref val="1"/>
          <dgm:bulletEnabled val="1"/>
        </dgm:presLayoutVars>
      </dgm:prSet>
      <dgm:spPr/>
    </dgm:pt>
    <dgm:pt modelId="{CBEDAD43-8165-8A44-B872-7BC6B5886B52}" type="pres">
      <dgm:prSet presAssocID="{A048B79C-3A72-4A3C-A0CA-B1E2B475E53D}" presName="ChildText" presStyleLbl="revTx" presStyleIdx="5" presStyleCnt="10">
        <dgm:presLayoutVars>
          <dgm:chMax val="0"/>
          <dgm:chPref val="0"/>
        </dgm:presLayoutVars>
      </dgm:prSet>
      <dgm:spPr/>
    </dgm:pt>
    <dgm:pt modelId="{533AAEC2-B191-6A44-9083-8639E0B1963A}" type="pres">
      <dgm:prSet presAssocID="{A048B79C-3A72-4A3C-A0CA-B1E2B475E53D}" presName="ChildAccentShape" presStyleLbl="trBgShp" presStyleIdx="2" presStyleCnt="5"/>
      <dgm:spPr/>
    </dgm:pt>
    <dgm:pt modelId="{FEC6FF32-F702-4A86-95EB-870A351E6306}" type="pres">
      <dgm:prSet presAssocID="{7D3757E2-1F10-495D-93AD-EB43DF9273E9}" presName="sibTrans" presStyleCnt="0"/>
      <dgm:spPr/>
    </dgm:pt>
    <dgm:pt modelId="{FE845EA1-D7C3-4038-AB25-4A827A079C37}" type="pres">
      <dgm:prSet presAssocID="{56C6D551-8E6E-4BAC-A61F-C26DFCC5272C}" presName="composite" presStyleCnt="0"/>
      <dgm:spPr/>
    </dgm:pt>
    <dgm:pt modelId="{E49204B8-FF6A-EB41-8D9D-A58AD3445465}" type="pres">
      <dgm:prSet presAssocID="{56C6D551-8E6E-4BAC-A61F-C26DFCC5272C}" presName="ParentAccentShape" presStyleLbl="trBgShp" presStyleIdx="3" presStyleCnt="5"/>
      <dgm:spPr/>
    </dgm:pt>
    <dgm:pt modelId="{3C65881E-7EBB-4C5E-8856-E70345AF0A44}" type="pres">
      <dgm:prSet presAssocID="{56C6D551-8E6E-4BAC-A61F-C26DFCC5272C}" presName="Image" presStyleLbl="alignImgPlace1" presStyleIdx="3" presStyleCnt="5"/>
      <dgm:spPr>
        <a:blipFill>
          <a:blip xmlns:r="http://schemas.openxmlformats.org/officeDocument/2006/relationships" r:embed="rId4"/>
          <a:srcRect/>
          <a:stretch>
            <a:fillRect l="-2535" r="-2535"/>
          </a:stretch>
        </a:blipFill>
      </dgm:spPr>
    </dgm:pt>
    <dgm:pt modelId="{05CECA9E-8F30-427A-8B49-2DFD036947EE}" type="pres">
      <dgm:prSet presAssocID="{56C6D551-8E6E-4BAC-A61F-C26DFCC5272C}" presName="ParentText" presStyleLbl="revTx" presStyleIdx="6" presStyleCnt="10">
        <dgm:presLayoutVars>
          <dgm:chMax val="1"/>
          <dgm:chPref val="1"/>
          <dgm:bulletEnabled val="1"/>
        </dgm:presLayoutVars>
      </dgm:prSet>
      <dgm:spPr/>
    </dgm:pt>
    <dgm:pt modelId="{0A017802-3141-0447-B0DB-DBBF7CF0FBEB}" type="pres">
      <dgm:prSet presAssocID="{56C6D551-8E6E-4BAC-A61F-C26DFCC5272C}" presName="ChildText" presStyleLbl="revTx" presStyleIdx="7" presStyleCnt="10">
        <dgm:presLayoutVars>
          <dgm:chMax val="0"/>
          <dgm:chPref val="0"/>
        </dgm:presLayoutVars>
      </dgm:prSet>
      <dgm:spPr/>
    </dgm:pt>
    <dgm:pt modelId="{2F4F7395-4A07-ED4D-B803-4B309C299380}" type="pres">
      <dgm:prSet presAssocID="{56C6D551-8E6E-4BAC-A61F-C26DFCC5272C}" presName="ChildAccentShape" presStyleLbl="trBgShp" presStyleIdx="3" presStyleCnt="5"/>
      <dgm:spPr/>
    </dgm:pt>
    <dgm:pt modelId="{81FE8F44-231C-41FC-94A9-79C048599268}" type="pres">
      <dgm:prSet presAssocID="{4B1A5427-276D-408F-9D7E-AE060948B784}" presName="sibTrans" presStyleCnt="0"/>
      <dgm:spPr/>
    </dgm:pt>
    <dgm:pt modelId="{50D4497B-E331-4653-9500-43984ABD7D0A}" type="pres">
      <dgm:prSet presAssocID="{0CF569AD-1EB0-471B-92E0-44F415DC9C6E}" presName="composite" presStyleCnt="0"/>
      <dgm:spPr/>
    </dgm:pt>
    <dgm:pt modelId="{701CDA77-9343-934F-81FB-5AC0C259AAF1}" type="pres">
      <dgm:prSet presAssocID="{0CF569AD-1EB0-471B-92E0-44F415DC9C6E}" presName="ParentAccentShape" presStyleLbl="trBgShp" presStyleIdx="4" presStyleCnt="5"/>
      <dgm:spPr/>
    </dgm:pt>
    <dgm:pt modelId="{4CD0D28E-E146-4B2A-90EE-11A08FE66328}" type="pres">
      <dgm:prSet presAssocID="{0CF569AD-1EB0-471B-92E0-44F415DC9C6E}" presName="Image" presStyleLbl="alignImgPlace1" presStyleIdx="4" presStyleCnt="5"/>
      <dgm:spPr>
        <a:blipFill>
          <a:blip xmlns:r="http://schemas.openxmlformats.org/officeDocument/2006/relationships" r:embed="rId5"/>
          <a:srcRect/>
          <a:stretch>
            <a:fillRect l="-2535" r="-2535"/>
          </a:stretch>
        </a:blipFill>
      </dgm:spPr>
    </dgm:pt>
    <dgm:pt modelId="{F4905618-16B7-4DF9-B2B8-A1DE38801FB9}" type="pres">
      <dgm:prSet presAssocID="{0CF569AD-1EB0-471B-92E0-44F415DC9C6E}" presName="ParentText" presStyleLbl="revTx" presStyleIdx="8" presStyleCnt="10">
        <dgm:presLayoutVars>
          <dgm:chMax val="1"/>
          <dgm:chPref val="1"/>
          <dgm:bulletEnabled val="1"/>
        </dgm:presLayoutVars>
      </dgm:prSet>
      <dgm:spPr/>
    </dgm:pt>
    <dgm:pt modelId="{C05FC88F-6135-A446-BD13-486B6A75F054}" type="pres">
      <dgm:prSet presAssocID="{0CF569AD-1EB0-471B-92E0-44F415DC9C6E}" presName="ChildText" presStyleLbl="revTx" presStyleIdx="9" presStyleCnt="10">
        <dgm:presLayoutVars>
          <dgm:chMax val="0"/>
          <dgm:chPref val="0"/>
        </dgm:presLayoutVars>
      </dgm:prSet>
      <dgm:spPr/>
    </dgm:pt>
    <dgm:pt modelId="{AB00F76A-5E57-F74E-BAB0-F3E65A3F41FE}" type="pres">
      <dgm:prSet presAssocID="{0CF569AD-1EB0-471B-92E0-44F415DC9C6E}" presName="ChildAccentShape" presStyleLbl="trBgShp" presStyleIdx="4" presStyleCnt="5"/>
      <dgm:spPr/>
    </dgm:pt>
  </dgm:ptLst>
  <dgm:cxnLst>
    <dgm:cxn modelId="{56108F00-BC19-4FBE-85C4-46D161106F63}" type="presOf" srcId="{0CF569AD-1EB0-471B-92E0-44F415DC9C6E}" destId="{F4905618-16B7-4DF9-B2B8-A1DE38801FB9}" srcOrd="0" destOrd="0" presId="urn:microsoft.com/office/officeart/2009/3/layout/SnapshotPictureList"/>
    <dgm:cxn modelId="{73B49F14-CFF6-468F-B3D6-BBE41B73F548}" type="presOf" srcId="{56C6D551-8E6E-4BAC-A61F-C26DFCC5272C}" destId="{05CECA9E-8F30-427A-8B49-2DFD036947EE}" srcOrd="0" destOrd="0" presId="urn:microsoft.com/office/officeart/2009/3/layout/SnapshotPictureList"/>
    <dgm:cxn modelId="{9FD28327-DA5F-400D-8891-0AFA75034067}" type="presOf" srcId="{A048B79C-3A72-4A3C-A0CA-B1E2B475E53D}" destId="{4B6C00EC-0A8D-40A4-8E31-5D5E1C4575B8}" srcOrd="0" destOrd="0" presId="urn:microsoft.com/office/officeart/2009/3/layout/SnapshotPictureList"/>
    <dgm:cxn modelId="{2486C22F-507E-4F1E-B896-8D9DB48C154F}" srcId="{FBEFE9C2-7406-4C34-9F99-D266F5BF999A}" destId="{A048B79C-3A72-4A3C-A0CA-B1E2B475E53D}" srcOrd="2" destOrd="0" parTransId="{C40985A0-8971-4563-A582-96372EEBD3AE}" sibTransId="{7D3757E2-1F10-495D-93AD-EB43DF9273E9}"/>
    <dgm:cxn modelId="{EBD2035B-DF7E-42D9-BD0B-0E6EA1695CD3}" srcId="{FBEFE9C2-7406-4C34-9F99-D266F5BF999A}" destId="{D56F3EA5-2DA8-47C6-BA6F-92E3C21A7031}" srcOrd="1" destOrd="0" parTransId="{8DD112AE-389E-40A7-86FC-09FC8D0DEAE0}" sibTransId="{5CB80225-A41F-4F23-85C5-646BA9498230}"/>
    <dgm:cxn modelId="{0F38EE6F-1D43-4C96-A553-53405772FFE7}" type="presOf" srcId="{109D9662-2782-417C-A02D-F44347A6C4C2}" destId="{46E0BF98-4605-4840-8F34-4E5A867633E5}" srcOrd="0" destOrd="0" presId="urn:microsoft.com/office/officeart/2009/3/layout/SnapshotPictureList"/>
    <dgm:cxn modelId="{34A96C82-EC52-4A6D-A743-F9AAEEF6CCB5}" type="presOf" srcId="{FBEFE9C2-7406-4C34-9F99-D266F5BF999A}" destId="{E62B15CB-2D0D-4F67-9EFF-EE98AA34A1D3}" srcOrd="0" destOrd="0" presId="urn:microsoft.com/office/officeart/2009/3/layout/SnapshotPictureList"/>
    <dgm:cxn modelId="{6AF4B5B2-1664-4FDB-9DEC-CD9FE4E8F484}" srcId="{FBEFE9C2-7406-4C34-9F99-D266F5BF999A}" destId="{109D9662-2782-417C-A02D-F44347A6C4C2}" srcOrd="0" destOrd="0" parTransId="{E2F6FB5B-4FB6-46AC-AE86-7D4105B3078C}" sibTransId="{354F0C7F-D9AC-4BE1-AD9C-0F2A1AB64F2F}"/>
    <dgm:cxn modelId="{31E792B4-6894-4438-A57A-D4F7B15FB315}" type="presOf" srcId="{D56F3EA5-2DA8-47C6-BA6F-92E3C21A7031}" destId="{CBC125EA-88C1-46BE-88F4-AD492D369B78}" srcOrd="0" destOrd="0" presId="urn:microsoft.com/office/officeart/2009/3/layout/SnapshotPictureList"/>
    <dgm:cxn modelId="{5CEF2BB9-342D-4100-8547-4F3EF9A95AE4}" srcId="{FBEFE9C2-7406-4C34-9F99-D266F5BF999A}" destId="{56C6D551-8E6E-4BAC-A61F-C26DFCC5272C}" srcOrd="3" destOrd="0" parTransId="{4CA5FDD1-053F-429D-8260-F21D745A363B}" sibTransId="{4B1A5427-276D-408F-9D7E-AE060948B784}"/>
    <dgm:cxn modelId="{2EAA34E7-E418-4068-8ECF-FD814A36FBC6}" srcId="{FBEFE9C2-7406-4C34-9F99-D266F5BF999A}" destId="{0CF569AD-1EB0-471B-92E0-44F415DC9C6E}" srcOrd="4" destOrd="0" parTransId="{B18CA6C0-AB8B-4BA3-9E64-DC6BEE13CF7E}" sibTransId="{6059982F-00C6-41DA-9383-2931BB78228C}"/>
    <dgm:cxn modelId="{260F9A78-B986-41A9-92AF-22B0F31DF923}" type="presParOf" srcId="{E62B15CB-2D0D-4F67-9EFF-EE98AA34A1D3}" destId="{516191E8-1991-4DF0-ABE3-3E7788CA0E56}" srcOrd="0" destOrd="0" presId="urn:microsoft.com/office/officeart/2009/3/layout/SnapshotPictureList"/>
    <dgm:cxn modelId="{5D90DA27-1F2A-8F4D-A583-70AB156DC40D}" type="presParOf" srcId="{516191E8-1991-4DF0-ABE3-3E7788CA0E56}" destId="{B6DC0531-F393-C141-97D7-7B454FDF7345}" srcOrd="0" destOrd="0" presId="urn:microsoft.com/office/officeart/2009/3/layout/SnapshotPictureList"/>
    <dgm:cxn modelId="{5220F284-C367-47FD-A8E4-AE36FC3781B2}" type="presParOf" srcId="{516191E8-1991-4DF0-ABE3-3E7788CA0E56}" destId="{D49D98B9-4486-42DD-A9D2-1360A3D809C8}" srcOrd="1" destOrd="0" presId="urn:microsoft.com/office/officeart/2009/3/layout/SnapshotPictureList"/>
    <dgm:cxn modelId="{56697714-1D9C-462A-A18C-0D2AFA8EFC29}" type="presParOf" srcId="{516191E8-1991-4DF0-ABE3-3E7788CA0E56}" destId="{46E0BF98-4605-4840-8F34-4E5A867633E5}" srcOrd="2" destOrd="0" presId="urn:microsoft.com/office/officeart/2009/3/layout/SnapshotPictureList"/>
    <dgm:cxn modelId="{CD44751D-B949-CD49-B7E5-135849BC6AE5}" type="presParOf" srcId="{516191E8-1991-4DF0-ABE3-3E7788CA0E56}" destId="{C3BF0AAE-1A14-5D41-AC7C-6E07018A7A02}" srcOrd="3" destOrd="0" presId="urn:microsoft.com/office/officeart/2009/3/layout/SnapshotPictureList"/>
    <dgm:cxn modelId="{41277E0F-F5D0-C843-9B8E-9DE3AC3B3029}" type="presParOf" srcId="{516191E8-1991-4DF0-ABE3-3E7788CA0E56}" destId="{CA0F2B24-F03B-0445-8ECF-22E3372624B3}" srcOrd="4" destOrd="0" presId="urn:microsoft.com/office/officeart/2009/3/layout/SnapshotPictureList"/>
    <dgm:cxn modelId="{7C7122D2-87B1-499F-B817-420B81628A26}" type="presParOf" srcId="{E62B15CB-2D0D-4F67-9EFF-EE98AA34A1D3}" destId="{B9C98232-5CB6-4B3C-86C9-9F603C387E5C}" srcOrd="1" destOrd="0" presId="urn:microsoft.com/office/officeart/2009/3/layout/SnapshotPictureList"/>
    <dgm:cxn modelId="{060B3A83-2388-4D6B-9239-5D5587A52BE8}" type="presParOf" srcId="{E62B15CB-2D0D-4F67-9EFF-EE98AA34A1D3}" destId="{D067CC30-3660-4956-B008-CB288ED9C1A0}" srcOrd="2" destOrd="0" presId="urn:microsoft.com/office/officeart/2009/3/layout/SnapshotPictureList"/>
    <dgm:cxn modelId="{5B25C384-D9F6-9642-9D7F-C9D799A1F619}" type="presParOf" srcId="{D067CC30-3660-4956-B008-CB288ED9C1A0}" destId="{A81A69F7-B50C-B64C-9BF5-5A87F982C2CB}" srcOrd="0" destOrd="0" presId="urn:microsoft.com/office/officeart/2009/3/layout/SnapshotPictureList"/>
    <dgm:cxn modelId="{BCF05693-FFAF-4C32-9797-516FA3B437EF}" type="presParOf" srcId="{D067CC30-3660-4956-B008-CB288ED9C1A0}" destId="{93474CD4-2E86-46BB-84E7-62456FD7FA22}" srcOrd="1" destOrd="0" presId="urn:microsoft.com/office/officeart/2009/3/layout/SnapshotPictureList"/>
    <dgm:cxn modelId="{221DA04B-038B-4B8A-BA1B-24B6BE834BB1}" type="presParOf" srcId="{D067CC30-3660-4956-B008-CB288ED9C1A0}" destId="{CBC125EA-88C1-46BE-88F4-AD492D369B78}" srcOrd="2" destOrd="0" presId="urn:microsoft.com/office/officeart/2009/3/layout/SnapshotPictureList"/>
    <dgm:cxn modelId="{7A428952-CAA7-B74E-89FF-257C6DEF7094}" type="presParOf" srcId="{D067CC30-3660-4956-B008-CB288ED9C1A0}" destId="{A1800C4B-118C-A04A-80F0-A51F29DA187B}" srcOrd="3" destOrd="0" presId="urn:microsoft.com/office/officeart/2009/3/layout/SnapshotPictureList"/>
    <dgm:cxn modelId="{C3DF1A81-07E1-CD40-A47E-EDED251BEBF5}" type="presParOf" srcId="{D067CC30-3660-4956-B008-CB288ED9C1A0}" destId="{B4209EEC-3FAA-3A40-9E47-2CDA26905141}" srcOrd="4" destOrd="0" presId="urn:microsoft.com/office/officeart/2009/3/layout/SnapshotPictureList"/>
    <dgm:cxn modelId="{5DFC7FF2-E9B3-4DA5-BDC5-63485F1EBF00}" type="presParOf" srcId="{E62B15CB-2D0D-4F67-9EFF-EE98AA34A1D3}" destId="{AEB7A16F-E265-40CC-9ABA-5777E56D9C49}" srcOrd="3" destOrd="0" presId="urn:microsoft.com/office/officeart/2009/3/layout/SnapshotPictureList"/>
    <dgm:cxn modelId="{B7D73C82-C803-4F84-BDBA-18AF77363EF3}" type="presParOf" srcId="{E62B15CB-2D0D-4F67-9EFF-EE98AA34A1D3}" destId="{115B6701-C975-447C-A847-24623A2335D7}" srcOrd="4" destOrd="0" presId="urn:microsoft.com/office/officeart/2009/3/layout/SnapshotPictureList"/>
    <dgm:cxn modelId="{467AF5F9-CAA9-5B44-B293-F3C1CE0DB3DE}" type="presParOf" srcId="{115B6701-C975-447C-A847-24623A2335D7}" destId="{AE75A0DA-07AC-E24A-AD7B-95127AE8D1F2}" srcOrd="0" destOrd="0" presId="urn:microsoft.com/office/officeart/2009/3/layout/SnapshotPictureList"/>
    <dgm:cxn modelId="{11667A95-6830-4A05-AE46-1B00DB108E49}" type="presParOf" srcId="{115B6701-C975-447C-A847-24623A2335D7}" destId="{07F6D276-3A89-48DF-A1B3-F367BEFC28F1}" srcOrd="1" destOrd="0" presId="urn:microsoft.com/office/officeart/2009/3/layout/SnapshotPictureList"/>
    <dgm:cxn modelId="{AA41C436-76C6-4DBD-96D7-44A3F2E036E8}" type="presParOf" srcId="{115B6701-C975-447C-A847-24623A2335D7}" destId="{4B6C00EC-0A8D-40A4-8E31-5D5E1C4575B8}" srcOrd="2" destOrd="0" presId="urn:microsoft.com/office/officeart/2009/3/layout/SnapshotPictureList"/>
    <dgm:cxn modelId="{65C443C6-2CCA-1E4C-9113-0A6DC4658DA9}" type="presParOf" srcId="{115B6701-C975-447C-A847-24623A2335D7}" destId="{CBEDAD43-8165-8A44-B872-7BC6B5886B52}" srcOrd="3" destOrd="0" presId="urn:microsoft.com/office/officeart/2009/3/layout/SnapshotPictureList"/>
    <dgm:cxn modelId="{444B945D-A09A-6549-A38C-163B6B844A12}" type="presParOf" srcId="{115B6701-C975-447C-A847-24623A2335D7}" destId="{533AAEC2-B191-6A44-9083-8639E0B1963A}" srcOrd="4" destOrd="0" presId="urn:microsoft.com/office/officeart/2009/3/layout/SnapshotPictureList"/>
    <dgm:cxn modelId="{AADD3D00-B9E2-4CB7-AF17-DFD40028221D}" type="presParOf" srcId="{E62B15CB-2D0D-4F67-9EFF-EE98AA34A1D3}" destId="{FEC6FF32-F702-4A86-95EB-870A351E6306}" srcOrd="5" destOrd="0" presId="urn:microsoft.com/office/officeart/2009/3/layout/SnapshotPictureList"/>
    <dgm:cxn modelId="{EDAA3683-4F97-4B82-AB74-3CE72BFA4538}" type="presParOf" srcId="{E62B15CB-2D0D-4F67-9EFF-EE98AA34A1D3}" destId="{FE845EA1-D7C3-4038-AB25-4A827A079C37}" srcOrd="6" destOrd="0" presId="urn:microsoft.com/office/officeart/2009/3/layout/SnapshotPictureList"/>
    <dgm:cxn modelId="{8F7D84FD-9D31-E843-B4B1-CFB8B54D90A6}" type="presParOf" srcId="{FE845EA1-D7C3-4038-AB25-4A827A079C37}" destId="{E49204B8-FF6A-EB41-8D9D-A58AD3445465}" srcOrd="0" destOrd="0" presId="urn:microsoft.com/office/officeart/2009/3/layout/SnapshotPictureList"/>
    <dgm:cxn modelId="{7A6884ED-27DC-4B85-B530-7FB12AB7A53D}" type="presParOf" srcId="{FE845EA1-D7C3-4038-AB25-4A827A079C37}" destId="{3C65881E-7EBB-4C5E-8856-E70345AF0A44}" srcOrd="1" destOrd="0" presId="urn:microsoft.com/office/officeart/2009/3/layout/SnapshotPictureList"/>
    <dgm:cxn modelId="{CECCDCD1-6092-4B9A-81D0-C09B52484364}" type="presParOf" srcId="{FE845EA1-D7C3-4038-AB25-4A827A079C37}" destId="{05CECA9E-8F30-427A-8B49-2DFD036947EE}" srcOrd="2" destOrd="0" presId="urn:microsoft.com/office/officeart/2009/3/layout/SnapshotPictureList"/>
    <dgm:cxn modelId="{51500D05-A379-104C-AFA7-585331E45A88}" type="presParOf" srcId="{FE845EA1-D7C3-4038-AB25-4A827A079C37}" destId="{0A017802-3141-0447-B0DB-DBBF7CF0FBEB}" srcOrd="3" destOrd="0" presId="urn:microsoft.com/office/officeart/2009/3/layout/SnapshotPictureList"/>
    <dgm:cxn modelId="{A51C35DB-09E9-5F4F-906F-899C4798394B}" type="presParOf" srcId="{FE845EA1-D7C3-4038-AB25-4A827A079C37}" destId="{2F4F7395-4A07-ED4D-B803-4B309C299380}" srcOrd="4" destOrd="0" presId="urn:microsoft.com/office/officeart/2009/3/layout/SnapshotPictureList"/>
    <dgm:cxn modelId="{0647D397-B4C1-4701-AA25-6C61E203A73B}" type="presParOf" srcId="{E62B15CB-2D0D-4F67-9EFF-EE98AA34A1D3}" destId="{81FE8F44-231C-41FC-94A9-79C048599268}" srcOrd="7" destOrd="0" presId="urn:microsoft.com/office/officeart/2009/3/layout/SnapshotPictureList"/>
    <dgm:cxn modelId="{B1DD1035-C371-41AD-9B5B-A72FE7181D04}" type="presParOf" srcId="{E62B15CB-2D0D-4F67-9EFF-EE98AA34A1D3}" destId="{50D4497B-E331-4653-9500-43984ABD7D0A}" srcOrd="8" destOrd="0" presId="urn:microsoft.com/office/officeart/2009/3/layout/SnapshotPictureList"/>
    <dgm:cxn modelId="{4D331FAE-C0F5-A54D-88D4-978C6A6ED535}" type="presParOf" srcId="{50D4497B-E331-4653-9500-43984ABD7D0A}" destId="{701CDA77-9343-934F-81FB-5AC0C259AAF1}" srcOrd="0" destOrd="0" presId="urn:microsoft.com/office/officeart/2009/3/layout/SnapshotPictureList"/>
    <dgm:cxn modelId="{C0983CBB-EF38-45DB-9E9E-6C70EB3330EC}" type="presParOf" srcId="{50D4497B-E331-4653-9500-43984ABD7D0A}" destId="{4CD0D28E-E146-4B2A-90EE-11A08FE66328}" srcOrd="1" destOrd="0" presId="urn:microsoft.com/office/officeart/2009/3/layout/SnapshotPictureList"/>
    <dgm:cxn modelId="{79CC3C14-F1ED-4A23-9CDD-80EB152F3904}" type="presParOf" srcId="{50D4497B-E331-4653-9500-43984ABD7D0A}" destId="{F4905618-16B7-4DF9-B2B8-A1DE38801FB9}" srcOrd="2" destOrd="0" presId="urn:microsoft.com/office/officeart/2009/3/layout/SnapshotPictureList"/>
    <dgm:cxn modelId="{45A7EC57-D88F-8B43-A489-7521C54376A5}" type="presParOf" srcId="{50D4497B-E331-4653-9500-43984ABD7D0A}" destId="{C05FC88F-6135-A446-BD13-486B6A75F054}" srcOrd="3" destOrd="0" presId="urn:microsoft.com/office/officeart/2009/3/layout/SnapshotPictureList"/>
    <dgm:cxn modelId="{5A6D094B-92C6-084E-BDD2-CFB3A97F995E}" type="presParOf" srcId="{50D4497B-E331-4653-9500-43984ABD7D0A}" destId="{AB00F76A-5E57-F74E-BAB0-F3E65A3F41FE}" srcOrd="4" destOrd="0" presId="urn:microsoft.com/office/officeart/2009/3/layout/Snapshot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5.xml><?xml version="1.0" encoding="utf-8"?>
<dgm:dataModel xmlns:dgm="http://schemas.openxmlformats.org/drawingml/2006/diagram" xmlns:a="http://schemas.openxmlformats.org/drawingml/2006/main">
  <dgm:ptLst>
    <dgm:pt modelId="{57BB2F2F-E579-4416-A174-A85194958AFD}" type="doc">
      <dgm:prSet loTypeId="urn:microsoft.com/office/officeart/2009/3/layout/SpiralPicture" qsTypeId="urn:microsoft.com/office/officeart/2005/8/quickstyle/simple2" csTypeId="urn:microsoft.com/office/officeart/2005/8/colors/accent1_2"/>
      <dgm:spPr/>
    </dgm:pt>
    <dgm:pt modelId="{7A9E8415-2986-4C9B-B18F-15702C83E1B6}">
      <dgm:prSet/>
      <dgm:spPr/>
      <dgm:t>
        <a:bodyPr/>
        <a:lstStyle/>
        <a:p>
          <a:r>
            <a:t>Research</a:t>
          </a:r>
        </a:p>
      </dgm:t>
    </dgm:pt>
    <dgm:pt modelId="{938C94BA-ED66-4A52-BFAC-A3C1B97F9203}" type="parTrans" cxnId="{F97A1CF9-3D95-495E-9BDA-BD722143353A}">
      <dgm:prSet/>
      <dgm:spPr/>
      <dgm:t>
        <a:bodyPr/>
        <a:lstStyle/>
        <a:p>
          <a:endParaRPr/>
        </a:p>
      </dgm:t>
    </dgm:pt>
    <dgm:pt modelId="{BEEA2FCA-7B14-4AA4-9A9F-8DB38DB9EB16}" type="sibTrans" cxnId="{F97A1CF9-3D95-495E-9BDA-BD722143353A}">
      <dgm:prSet/>
      <dgm:spPr/>
      <dgm:t>
        <a:bodyPr/>
        <a:lstStyle/>
        <a:p>
          <a:endParaRPr/>
        </a:p>
      </dgm:t>
    </dgm:pt>
    <dgm:pt modelId="{FF2243AD-254E-4ACB-AFB8-1A6D1B76F879}">
      <dgm:prSet/>
      <dgm:spPr/>
      <dgm:t>
        <a:bodyPr/>
        <a:lstStyle/>
        <a:p>
          <a:r>
            <a:t>Workshop</a:t>
          </a:r>
        </a:p>
      </dgm:t>
    </dgm:pt>
    <dgm:pt modelId="{3EDC90AA-8FA9-4A0D-B27A-AF0BD3A6D109}" type="parTrans" cxnId="{F556EAD4-FA18-4419-A818-B1CB226F4C7C}">
      <dgm:prSet/>
      <dgm:spPr/>
      <dgm:t>
        <a:bodyPr/>
        <a:lstStyle/>
        <a:p>
          <a:endParaRPr/>
        </a:p>
      </dgm:t>
    </dgm:pt>
    <dgm:pt modelId="{7CBE4977-444A-4B10-B7BC-D71263358A2D}" type="sibTrans" cxnId="{F556EAD4-FA18-4419-A818-B1CB226F4C7C}">
      <dgm:prSet/>
      <dgm:spPr/>
      <dgm:t>
        <a:bodyPr/>
        <a:lstStyle/>
        <a:p>
          <a:endParaRPr/>
        </a:p>
      </dgm:t>
    </dgm:pt>
    <dgm:pt modelId="{FD41328F-6DAE-4E8E-8A13-EA961E10F73D}">
      <dgm:prSet/>
      <dgm:spPr/>
      <dgm:t>
        <a:bodyPr/>
        <a:lstStyle/>
        <a:p>
          <a:r>
            <a:t>Prototype</a:t>
          </a:r>
        </a:p>
      </dgm:t>
    </dgm:pt>
    <dgm:pt modelId="{8CACEF1F-6224-4329-AA0A-405D91DAF036}" type="parTrans" cxnId="{BB5EBDD4-451B-4D3E-9EEA-204419939295}">
      <dgm:prSet/>
      <dgm:spPr/>
      <dgm:t>
        <a:bodyPr/>
        <a:lstStyle/>
        <a:p>
          <a:endParaRPr/>
        </a:p>
      </dgm:t>
    </dgm:pt>
    <dgm:pt modelId="{706ED130-D8E4-499C-93D3-A2CC280CD6C9}" type="sibTrans" cxnId="{BB5EBDD4-451B-4D3E-9EEA-204419939295}">
      <dgm:prSet/>
      <dgm:spPr/>
      <dgm:t>
        <a:bodyPr/>
        <a:lstStyle/>
        <a:p>
          <a:endParaRPr/>
        </a:p>
      </dgm:t>
    </dgm:pt>
    <dgm:pt modelId="{DED66CE1-B46C-41D8-A583-EB0D7EFB095B}">
      <dgm:prSet/>
      <dgm:spPr/>
      <dgm:t>
        <a:bodyPr/>
        <a:lstStyle/>
        <a:p>
          <a:r>
            <a:t>Delivery</a:t>
          </a:r>
        </a:p>
      </dgm:t>
    </dgm:pt>
    <dgm:pt modelId="{224E22D7-3490-438B-9AC2-6C62F45A4619}" type="parTrans" cxnId="{5F20A7C1-49E6-472A-B4E8-1D0E8035474D}">
      <dgm:prSet/>
      <dgm:spPr/>
      <dgm:t>
        <a:bodyPr/>
        <a:lstStyle/>
        <a:p>
          <a:endParaRPr/>
        </a:p>
      </dgm:t>
    </dgm:pt>
    <dgm:pt modelId="{BD9E1B41-9FFC-4EB7-8CC3-1F1B955AB5BC}" type="sibTrans" cxnId="{5F20A7C1-49E6-472A-B4E8-1D0E8035474D}">
      <dgm:prSet/>
      <dgm:spPr/>
      <dgm:t>
        <a:bodyPr/>
        <a:lstStyle/>
        <a:p>
          <a:endParaRPr/>
        </a:p>
      </dgm:t>
    </dgm:pt>
    <dgm:pt modelId="{F7306D38-75ED-4A46-95D5-A45758376D1D}">
      <dgm:prSet/>
      <dgm:spPr/>
      <dgm:t>
        <a:bodyPr/>
        <a:lstStyle/>
        <a:p>
          <a:r>
            <a:t>Learning</a:t>
          </a:r>
        </a:p>
      </dgm:t>
    </dgm:pt>
    <dgm:pt modelId="{191535E1-629D-49CA-954E-1FA052ACE4CF}" type="parTrans" cxnId="{AAF4CE01-B2EB-45F1-8743-DD6CF4647FF3}">
      <dgm:prSet/>
      <dgm:spPr/>
      <dgm:t>
        <a:bodyPr/>
        <a:lstStyle/>
        <a:p>
          <a:endParaRPr/>
        </a:p>
      </dgm:t>
    </dgm:pt>
    <dgm:pt modelId="{91C58FDD-9A52-4B63-B8FD-818CCE987778}" type="sibTrans" cxnId="{AAF4CE01-B2EB-45F1-8743-DD6CF4647FF3}">
      <dgm:prSet/>
      <dgm:spPr/>
      <dgm:t>
        <a:bodyPr/>
        <a:lstStyle/>
        <a:p>
          <a:endParaRPr/>
        </a:p>
      </dgm:t>
    </dgm:pt>
    <dgm:pt modelId="{9AE41F7C-7AE4-9F46-8F37-A4E1F7995358}" type="pres">
      <dgm:prSet presAssocID="{57BB2F2F-E579-4416-A174-A85194958AFD}" presName="Name0" presStyleCnt="0">
        <dgm:presLayoutVars>
          <dgm:chMax val="5"/>
          <dgm:dir/>
        </dgm:presLayoutVars>
      </dgm:prSet>
      <dgm:spPr/>
    </dgm:pt>
    <dgm:pt modelId="{CC395C24-40DB-CF41-A1DF-D382E1D66723}" type="pres">
      <dgm:prSet presAssocID="{57BB2F2F-E579-4416-A174-A85194958AFD}" presName="picts" presStyleCnt="0"/>
      <dgm:spPr/>
    </dgm:pt>
    <dgm:pt modelId="{89B1845D-1BBF-D544-9C2B-FD8CDFC0ABD9}" type="pres">
      <dgm:prSet presAssocID="{57BB2F2F-E579-4416-A174-A85194958AFD}" presName="space1" presStyleCnt="0"/>
      <dgm:spPr/>
    </dgm:pt>
    <dgm:pt modelId="{DF6648DD-2DC6-2941-A456-5A99607A322D}" type="pres">
      <dgm:prSet presAssocID="{57BB2F2F-E579-4416-A174-A85194958AFD}" presName="space2" presStyleCnt="0"/>
      <dgm:spPr/>
    </dgm:pt>
    <dgm:pt modelId="{09266B1A-BA40-2944-AC25-B42CB54E31D4}" type="pres">
      <dgm:prSet presAssocID="{BEEA2FCA-7B14-4AA4-9A9F-8DB38DB9EB16}" presName="pictA1" presStyleCnt="0"/>
      <dgm:spPr/>
    </dgm:pt>
    <dgm:pt modelId="{FFF16CA2-A92F-8640-B19C-A4F82ACB20F9}" type="pres">
      <dgm:prSet presAssocID="{BEEA2FCA-7B14-4AA4-9A9F-8DB38DB9EB16}" presName="imageRepeatNode" presStyleLbl="alignNode1" presStyleIdx="0" presStyleCnt="5"/>
      <dgm:spPr/>
    </dgm:pt>
    <dgm:pt modelId="{CF227FBE-8784-7945-B798-E799F2A0AC4D}" type="pres">
      <dgm:prSet presAssocID="{BEEA2FCA-7B14-4AA4-9A9F-8DB38DB9EB16}" presName="oneDotPict" presStyleCnt="0"/>
      <dgm:spPr/>
    </dgm:pt>
    <dgm:pt modelId="{7C1E8D27-DE7B-8C42-9775-844CDCA58CF2}" type="pres">
      <dgm:prSet presAssocID="{BEEA2FCA-7B14-4AA4-9A9F-8DB38DB9EB16}" presName="dotPict_11" presStyleLbl="solidFgAcc1" presStyleIdx="0" presStyleCnt="30"/>
      <dgm:spPr/>
    </dgm:pt>
    <dgm:pt modelId="{03D076F0-A28D-C24B-B6A5-2223E665D3A8}" type="pres">
      <dgm:prSet presAssocID="{7CBE4977-444A-4B10-B7BC-D71263358A2D}" presName="pictA2" presStyleCnt="0"/>
      <dgm:spPr/>
    </dgm:pt>
    <dgm:pt modelId="{700838A2-094D-A34F-97E3-1A2391CE5117}" type="pres">
      <dgm:prSet presAssocID="{7CBE4977-444A-4B10-B7BC-D71263358A2D}" presName="imageRepeatNode" presStyleLbl="alignNode1" presStyleIdx="1" presStyleCnt="5"/>
      <dgm:spPr/>
    </dgm:pt>
    <dgm:pt modelId="{AA8FB319-7353-F64E-B334-82D8ECDF90CA}" type="pres">
      <dgm:prSet presAssocID="{7CBE4977-444A-4B10-B7BC-D71263358A2D}" presName="twoDotsPict" presStyleCnt="0"/>
      <dgm:spPr/>
    </dgm:pt>
    <dgm:pt modelId="{AB70C8D6-F392-1B4D-A240-2826C6C99384}" type="pres">
      <dgm:prSet presAssocID="{7CBE4977-444A-4B10-B7BC-D71263358A2D}" presName="dotPict_21" presStyleLbl="solidFgAcc1" presStyleIdx="1" presStyleCnt="30"/>
      <dgm:spPr/>
    </dgm:pt>
    <dgm:pt modelId="{A9A827B5-EF70-654D-85AE-63340BD12B85}" type="pres">
      <dgm:prSet presAssocID="{7CBE4977-444A-4B10-B7BC-D71263358A2D}" presName="dotPict_22" presStyleLbl="solidFgAcc1" presStyleIdx="2" presStyleCnt="30"/>
      <dgm:spPr/>
    </dgm:pt>
    <dgm:pt modelId="{A12A4C36-6B06-0C44-B291-9DAE6A894E4F}" type="pres">
      <dgm:prSet presAssocID="{706ED130-D8E4-499C-93D3-A2CC280CD6C9}" presName="pictA3" presStyleCnt="0"/>
      <dgm:spPr/>
    </dgm:pt>
    <dgm:pt modelId="{C7250EF0-C0EB-9D4C-8356-1F58EFE6683A}" type="pres">
      <dgm:prSet presAssocID="{706ED130-D8E4-499C-93D3-A2CC280CD6C9}" presName="imageRepeatNode" presStyleLbl="alignNode1" presStyleIdx="2" presStyleCnt="5"/>
      <dgm:spPr/>
    </dgm:pt>
    <dgm:pt modelId="{06392E33-B020-3841-99E1-E74B714BA88C}" type="pres">
      <dgm:prSet presAssocID="{706ED130-D8E4-499C-93D3-A2CC280CD6C9}" presName="threeDotsPict" presStyleCnt="0"/>
      <dgm:spPr/>
    </dgm:pt>
    <dgm:pt modelId="{2A88BD0B-0F1D-BA4F-B370-1A3AE3B9EACB}" type="pres">
      <dgm:prSet presAssocID="{706ED130-D8E4-499C-93D3-A2CC280CD6C9}" presName="dotPict_31" presStyleLbl="solidFgAcc1" presStyleIdx="3" presStyleCnt="30"/>
      <dgm:spPr/>
    </dgm:pt>
    <dgm:pt modelId="{14919ED8-14EB-474B-958E-E8324CFB9BAA}" type="pres">
      <dgm:prSet presAssocID="{706ED130-D8E4-499C-93D3-A2CC280CD6C9}" presName="dotPict_32" presStyleLbl="solidFgAcc1" presStyleIdx="4" presStyleCnt="30"/>
      <dgm:spPr/>
    </dgm:pt>
    <dgm:pt modelId="{FD1CFC64-893E-D744-9C22-C25825F3D533}" type="pres">
      <dgm:prSet presAssocID="{706ED130-D8E4-499C-93D3-A2CC280CD6C9}" presName="dotPict_33" presStyleLbl="solidFgAcc1" presStyleIdx="5" presStyleCnt="30"/>
      <dgm:spPr/>
    </dgm:pt>
    <dgm:pt modelId="{5904CFAC-263D-B940-8B4E-45FD70F0B634}" type="pres">
      <dgm:prSet presAssocID="{BD9E1B41-9FFC-4EB7-8CC3-1F1B955AB5BC}" presName="pictA4" presStyleCnt="0"/>
      <dgm:spPr/>
    </dgm:pt>
    <dgm:pt modelId="{C937EAAC-5D0E-7B4C-B156-E56D8581B136}" type="pres">
      <dgm:prSet presAssocID="{BD9E1B41-9FFC-4EB7-8CC3-1F1B955AB5BC}" presName="imageRepeatNode" presStyleLbl="alignNode1" presStyleIdx="3" presStyleCnt="5"/>
      <dgm:spPr/>
    </dgm:pt>
    <dgm:pt modelId="{263A45DC-32D4-E244-A020-F2C7D4D67D02}" type="pres">
      <dgm:prSet presAssocID="{BD9E1B41-9FFC-4EB7-8CC3-1F1B955AB5BC}" presName="fourDotsPict" presStyleCnt="0"/>
      <dgm:spPr/>
    </dgm:pt>
    <dgm:pt modelId="{547E8F26-9267-5A4C-992D-A59F60106D33}" type="pres">
      <dgm:prSet presAssocID="{BD9E1B41-9FFC-4EB7-8CC3-1F1B955AB5BC}" presName="dotPict_41" presStyleLbl="solidFgAcc1" presStyleIdx="6" presStyleCnt="30"/>
      <dgm:spPr/>
    </dgm:pt>
    <dgm:pt modelId="{9BFD32CB-8751-0643-9489-A3948ACC2B55}" type="pres">
      <dgm:prSet presAssocID="{BD9E1B41-9FFC-4EB7-8CC3-1F1B955AB5BC}" presName="dotPict_42" presStyleLbl="solidFgAcc1" presStyleIdx="7" presStyleCnt="30"/>
      <dgm:spPr/>
    </dgm:pt>
    <dgm:pt modelId="{898AAABF-F688-5945-B7FE-90AD915C4C36}" type="pres">
      <dgm:prSet presAssocID="{BD9E1B41-9FFC-4EB7-8CC3-1F1B955AB5BC}" presName="dotPict_43" presStyleLbl="solidFgAcc1" presStyleIdx="8" presStyleCnt="30"/>
      <dgm:spPr/>
    </dgm:pt>
    <dgm:pt modelId="{BAABB724-A97C-724D-8EED-3534AA05985D}" type="pres">
      <dgm:prSet presAssocID="{BD9E1B41-9FFC-4EB7-8CC3-1F1B955AB5BC}" presName="dotPict_44" presStyleLbl="solidFgAcc1" presStyleIdx="9" presStyleCnt="30"/>
      <dgm:spPr/>
    </dgm:pt>
    <dgm:pt modelId="{6EB12F29-4CCF-8545-8BB3-AF16273E18F5}" type="pres">
      <dgm:prSet presAssocID="{91C58FDD-9A52-4B63-B8FD-818CCE987778}" presName="pictA5" presStyleCnt="0"/>
      <dgm:spPr/>
    </dgm:pt>
    <dgm:pt modelId="{1C89903E-F802-C84A-B904-F9A87D8E8B39}" type="pres">
      <dgm:prSet presAssocID="{91C58FDD-9A52-4B63-B8FD-818CCE987778}" presName="imageRepeatNode" presStyleLbl="alignNode1" presStyleIdx="4" presStyleCnt="5"/>
      <dgm:spPr/>
    </dgm:pt>
    <dgm:pt modelId="{8F1D34E7-F2A6-BA4E-A664-731837B95BE8}" type="pres">
      <dgm:prSet presAssocID="{91C58FDD-9A52-4B63-B8FD-818CCE987778}" presName="fiveDotsPict" presStyleCnt="0"/>
      <dgm:spPr/>
    </dgm:pt>
    <dgm:pt modelId="{A2C2ED94-1FF9-6A41-B5E8-26711C8D818A}" type="pres">
      <dgm:prSet presAssocID="{91C58FDD-9A52-4B63-B8FD-818CCE987778}" presName="dotPict_51" presStyleLbl="solidFgAcc1" presStyleIdx="10" presStyleCnt="30"/>
      <dgm:spPr/>
    </dgm:pt>
    <dgm:pt modelId="{CE0A3B3A-C456-5443-9F35-9C07FA81D87E}" type="pres">
      <dgm:prSet presAssocID="{91C58FDD-9A52-4B63-B8FD-818CCE987778}" presName="dotPict_52" presStyleLbl="solidFgAcc1" presStyleIdx="11" presStyleCnt="30"/>
      <dgm:spPr/>
    </dgm:pt>
    <dgm:pt modelId="{6CAC861C-6790-2440-A488-85DFEFEC1605}" type="pres">
      <dgm:prSet presAssocID="{91C58FDD-9A52-4B63-B8FD-818CCE987778}" presName="dotPict_53" presStyleLbl="solidFgAcc1" presStyleIdx="12" presStyleCnt="30"/>
      <dgm:spPr/>
    </dgm:pt>
    <dgm:pt modelId="{E902927A-E64D-3441-8FA9-B81C1EB80525}" type="pres">
      <dgm:prSet presAssocID="{91C58FDD-9A52-4B63-B8FD-818CCE987778}" presName="dotPict_54" presStyleLbl="solidFgAcc1" presStyleIdx="13" presStyleCnt="30"/>
      <dgm:spPr/>
    </dgm:pt>
    <dgm:pt modelId="{13079EDA-8548-FD4D-91F0-B95B8295141F}" type="pres">
      <dgm:prSet presAssocID="{91C58FDD-9A52-4B63-B8FD-818CCE987778}" presName="dotPict_55" presStyleLbl="solidFgAcc1" presStyleIdx="14" presStyleCnt="30"/>
      <dgm:spPr/>
    </dgm:pt>
    <dgm:pt modelId="{7BB2DAB7-37BD-3B4E-95E8-3B1B872753CD}" type="pres">
      <dgm:prSet presAssocID="{57BB2F2F-E579-4416-A174-A85194958AFD}" presName="txLine" presStyleCnt="0"/>
      <dgm:spPr/>
    </dgm:pt>
    <dgm:pt modelId="{27929C73-58C2-8D47-AD33-189B154B8004}" type="pres">
      <dgm:prSet presAssocID="{7A9E8415-2986-4C9B-B18F-15702C83E1B6}" presName="oneDotTx" presStyleCnt="0"/>
      <dgm:spPr/>
    </dgm:pt>
    <dgm:pt modelId="{311F7A7C-46A5-DA40-BCFE-0FD16591CE2F}" type="pres">
      <dgm:prSet presAssocID="{7A9E8415-2986-4C9B-B18F-15702C83E1B6}" presName="dotTx_11" presStyleLbl="solidFgAcc1" presStyleIdx="15" presStyleCnt="30"/>
      <dgm:spPr/>
    </dgm:pt>
    <dgm:pt modelId="{3B3C6C97-C4B3-F04C-86D5-EE4914CA5F12}" type="pres">
      <dgm:prSet presAssocID="{7A9E8415-2986-4C9B-B18F-15702C83E1B6}" presName="Name37" presStyleLbl="revTx" presStyleIdx="0" presStyleCnt="5">
        <dgm:presLayoutVars>
          <dgm:bulletEnabled val="1"/>
        </dgm:presLayoutVars>
      </dgm:prSet>
      <dgm:spPr/>
    </dgm:pt>
    <dgm:pt modelId="{E77B0C16-29B8-6947-8B3E-1765A5817A7E}" type="pres">
      <dgm:prSet presAssocID="{FF2243AD-254E-4ACB-AFB8-1A6D1B76F879}" presName="twoDotsTx" presStyleCnt="0"/>
      <dgm:spPr/>
    </dgm:pt>
    <dgm:pt modelId="{C2625915-4448-5843-8417-6F6489E24D16}" type="pres">
      <dgm:prSet presAssocID="{FF2243AD-254E-4ACB-AFB8-1A6D1B76F879}" presName="dotTx_21" presStyleLbl="solidFgAcc1" presStyleIdx="16" presStyleCnt="30"/>
      <dgm:spPr/>
    </dgm:pt>
    <dgm:pt modelId="{76FB6E63-3D73-8948-A162-5310CB653273}" type="pres">
      <dgm:prSet presAssocID="{FF2243AD-254E-4ACB-AFB8-1A6D1B76F879}" presName="dotTx_22" presStyleLbl="solidFgAcc1" presStyleIdx="17" presStyleCnt="30"/>
      <dgm:spPr/>
    </dgm:pt>
    <dgm:pt modelId="{8B02D964-8875-5640-A858-4A7BEAB77C2F}" type="pres">
      <dgm:prSet presAssocID="{FF2243AD-254E-4ACB-AFB8-1A6D1B76F879}" presName="Name39" presStyleLbl="revTx" presStyleIdx="1" presStyleCnt="5">
        <dgm:presLayoutVars>
          <dgm:bulletEnabled val="1"/>
        </dgm:presLayoutVars>
      </dgm:prSet>
      <dgm:spPr/>
    </dgm:pt>
    <dgm:pt modelId="{75DE6684-CC0E-EE44-9E8F-F926A42F4F21}" type="pres">
      <dgm:prSet presAssocID="{FD41328F-6DAE-4E8E-8A13-EA961E10F73D}" presName="threeDotsTx" presStyleCnt="0"/>
      <dgm:spPr/>
    </dgm:pt>
    <dgm:pt modelId="{24E396CE-ABBA-414A-924A-9AFD581782EF}" type="pres">
      <dgm:prSet presAssocID="{FD41328F-6DAE-4E8E-8A13-EA961E10F73D}" presName="dotTx_31" presStyleLbl="solidFgAcc1" presStyleIdx="18" presStyleCnt="30"/>
      <dgm:spPr/>
    </dgm:pt>
    <dgm:pt modelId="{03A31BB5-F345-334A-BF84-9EAD6DF25EE7}" type="pres">
      <dgm:prSet presAssocID="{FD41328F-6DAE-4E8E-8A13-EA961E10F73D}" presName="dotTx_32" presStyleLbl="solidFgAcc1" presStyleIdx="19" presStyleCnt="30"/>
      <dgm:spPr/>
    </dgm:pt>
    <dgm:pt modelId="{1B32365B-4764-5A45-A4E0-13927625C26B}" type="pres">
      <dgm:prSet presAssocID="{FD41328F-6DAE-4E8E-8A13-EA961E10F73D}" presName="dotTx_33" presStyleLbl="solidFgAcc1" presStyleIdx="20" presStyleCnt="30"/>
      <dgm:spPr/>
    </dgm:pt>
    <dgm:pt modelId="{AD9262A6-F313-C342-BB88-26B12EA90543}" type="pres">
      <dgm:prSet presAssocID="{FD41328F-6DAE-4E8E-8A13-EA961E10F73D}" presName="Name41" presStyleLbl="revTx" presStyleIdx="2" presStyleCnt="5">
        <dgm:presLayoutVars>
          <dgm:bulletEnabled val="1"/>
        </dgm:presLayoutVars>
      </dgm:prSet>
      <dgm:spPr/>
    </dgm:pt>
    <dgm:pt modelId="{EA335E05-7C98-4C4C-925E-C99B0FF7CFCD}" type="pres">
      <dgm:prSet presAssocID="{DED66CE1-B46C-41D8-A583-EB0D7EFB095B}" presName="fourDotsTx" presStyleCnt="0"/>
      <dgm:spPr/>
    </dgm:pt>
    <dgm:pt modelId="{94C6C213-3D54-5848-BD30-1A6527277642}" type="pres">
      <dgm:prSet presAssocID="{DED66CE1-B46C-41D8-A583-EB0D7EFB095B}" presName="dotTx_41" presStyleLbl="solidFgAcc1" presStyleIdx="21" presStyleCnt="30"/>
      <dgm:spPr/>
    </dgm:pt>
    <dgm:pt modelId="{02ED77FA-1109-2A42-B178-5132CE11520F}" type="pres">
      <dgm:prSet presAssocID="{DED66CE1-B46C-41D8-A583-EB0D7EFB095B}" presName="dotTx_42" presStyleLbl="solidFgAcc1" presStyleIdx="22" presStyleCnt="30"/>
      <dgm:spPr/>
    </dgm:pt>
    <dgm:pt modelId="{3D12A772-6DCC-B84F-9E37-65D78D69E1F1}" type="pres">
      <dgm:prSet presAssocID="{DED66CE1-B46C-41D8-A583-EB0D7EFB095B}" presName="dotTx_43" presStyleLbl="solidFgAcc1" presStyleIdx="23" presStyleCnt="30"/>
      <dgm:spPr/>
    </dgm:pt>
    <dgm:pt modelId="{418B5A55-3994-4E49-9B9A-D7CE23BA6B36}" type="pres">
      <dgm:prSet presAssocID="{DED66CE1-B46C-41D8-A583-EB0D7EFB095B}" presName="dotTx_44" presStyleLbl="solidFgAcc1" presStyleIdx="24" presStyleCnt="30"/>
      <dgm:spPr/>
    </dgm:pt>
    <dgm:pt modelId="{D6785A6A-6243-9745-9A4F-360374502E34}" type="pres">
      <dgm:prSet presAssocID="{DED66CE1-B46C-41D8-A583-EB0D7EFB095B}" presName="Name43" presStyleLbl="revTx" presStyleIdx="3" presStyleCnt="5">
        <dgm:presLayoutVars>
          <dgm:bulletEnabled val="1"/>
        </dgm:presLayoutVars>
      </dgm:prSet>
      <dgm:spPr/>
    </dgm:pt>
    <dgm:pt modelId="{797470A1-7A92-7444-A143-8096B52AA59E}" type="pres">
      <dgm:prSet presAssocID="{F7306D38-75ED-4A46-95D5-A45758376D1D}" presName="fiveDotsTx" presStyleCnt="0"/>
      <dgm:spPr/>
    </dgm:pt>
    <dgm:pt modelId="{E0FB4DA6-A4E2-8244-A84B-A239A1EB02F7}" type="pres">
      <dgm:prSet presAssocID="{F7306D38-75ED-4A46-95D5-A45758376D1D}" presName="dotTx_51" presStyleLbl="solidFgAcc1" presStyleIdx="25" presStyleCnt="30"/>
      <dgm:spPr/>
    </dgm:pt>
    <dgm:pt modelId="{6DDCA50E-001B-314A-878C-DE02D3C56465}" type="pres">
      <dgm:prSet presAssocID="{F7306D38-75ED-4A46-95D5-A45758376D1D}" presName="dotTx_52" presStyleLbl="solidFgAcc1" presStyleIdx="26" presStyleCnt="30"/>
      <dgm:spPr/>
    </dgm:pt>
    <dgm:pt modelId="{1756DC4F-E791-6445-AC0B-B1DA0720D23B}" type="pres">
      <dgm:prSet presAssocID="{F7306D38-75ED-4A46-95D5-A45758376D1D}" presName="dotTx_53" presStyleLbl="solidFgAcc1" presStyleIdx="27" presStyleCnt="30"/>
      <dgm:spPr/>
    </dgm:pt>
    <dgm:pt modelId="{BAFF7640-4661-4C46-9C86-CCE783924DA7}" type="pres">
      <dgm:prSet presAssocID="{F7306D38-75ED-4A46-95D5-A45758376D1D}" presName="dotTx_54" presStyleLbl="solidFgAcc1" presStyleIdx="28" presStyleCnt="30"/>
      <dgm:spPr/>
    </dgm:pt>
    <dgm:pt modelId="{52E64009-C02A-3E49-B169-D40CFBA8AF99}" type="pres">
      <dgm:prSet presAssocID="{F7306D38-75ED-4A46-95D5-A45758376D1D}" presName="dotTx_55" presStyleLbl="solidFgAcc1" presStyleIdx="29" presStyleCnt="30"/>
      <dgm:spPr/>
    </dgm:pt>
    <dgm:pt modelId="{87513143-25EC-8D45-8247-DC9878CAB640}" type="pres">
      <dgm:prSet presAssocID="{F7306D38-75ED-4A46-95D5-A45758376D1D}" presName="Name45" presStyleLbl="revTx" presStyleIdx="4" presStyleCnt="5">
        <dgm:presLayoutVars>
          <dgm:bulletEnabled val="1"/>
        </dgm:presLayoutVars>
      </dgm:prSet>
      <dgm:spPr/>
    </dgm:pt>
  </dgm:ptLst>
  <dgm:cxnLst>
    <dgm:cxn modelId="{AAF4CE01-B2EB-45F1-8743-DD6CF4647FF3}" srcId="{57BB2F2F-E579-4416-A174-A85194958AFD}" destId="{F7306D38-75ED-4A46-95D5-A45758376D1D}" srcOrd="4" destOrd="0" parTransId="{191535E1-629D-49CA-954E-1FA052ACE4CF}" sibTransId="{91C58FDD-9A52-4B63-B8FD-818CCE987778}"/>
    <dgm:cxn modelId="{90BED710-37CD-3443-BDFA-C711B85A5EDC}" type="presOf" srcId="{DED66CE1-B46C-41D8-A583-EB0D7EFB095B}" destId="{D6785A6A-6243-9745-9A4F-360374502E34}" srcOrd="0" destOrd="0" presId="urn:microsoft.com/office/officeart/2009/3/layout/SpiralPicture"/>
    <dgm:cxn modelId="{6A1DAE24-ACBE-3C44-978D-D6A5BBD4C8F1}" type="presOf" srcId="{7CBE4977-444A-4B10-B7BC-D71263358A2D}" destId="{700838A2-094D-A34F-97E3-1A2391CE5117}" srcOrd="0" destOrd="0" presId="urn:microsoft.com/office/officeart/2009/3/layout/SpiralPicture"/>
    <dgm:cxn modelId="{60425539-3B41-7C48-97EB-3F60D9B2827D}" type="presOf" srcId="{BEEA2FCA-7B14-4AA4-9A9F-8DB38DB9EB16}" destId="{FFF16CA2-A92F-8640-B19C-A4F82ACB20F9}" srcOrd="0" destOrd="0" presId="urn:microsoft.com/office/officeart/2009/3/layout/SpiralPicture"/>
    <dgm:cxn modelId="{03AF8940-755E-654B-946F-F2A390CD6C58}" type="presOf" srcId="{FD41328F-6DAE-4E8E-8A13-EA961E10F73D}" destId="{AD9262A6-F313-C342-BB88-26B12EA90543}" srcOrd="0" destOrd="0" presId="urn:microsoft.com/office/officeart/2009/3/layout/SpiralPicture"/>
    <dgm:cxn modelId="{66DA7652-46B2-6246-8B9B-DF8E730CDE86}" type="presOf" srcId="{FF2243AD-254E-4ACB-AFB8-1A6D1B76F879}" destId="{8B02D964-8875-5640-A858-4A7BEAB77C2F}" srcOrd="0" destOrd="0" presId="urn:microsoft.com/office/officeart/2009/3/layout/SpiralPicture"/>
    <dgm:cxn modelId="{0D25CA58-4823-544C-852B-6A1FE3C24F01}" type="presOf" srcId="{BD9E1B41-9FFC-4EB7-8CC3-1F1B955AB5BC}" destId="{C937EAAC-5D0E-7B4C-B156-E56D8581B136}" srcOrd="0" destOrd="0" presId="urn:microsoft.com/office/officeart/2009/3/layout/SpiralPicture"/>
    <dgm:cxn modelId="{72EAFD67-FA04-A14B-B11B-12D7EB8AE570}" type="presOf" srcId="{57BB2F2F-E579-4416-A174-A85194958AFD}" destId="{9AE41F7C-7AE4-9F46-8F37-A4E1F7995358}" srcOrd="0" destOrd="0" presId="urn:microsoft.com/office/officeart/2009/3/layout/SpiralPicture"/>
    <dgm:cxn modelId="{B51B1E71-D078-FF41-813E-65B5CCFA9F2E}" type="presOf" srcId="{91C58FDD-9A52-4B63-B8FD-818CCE987778}" destId="{1C89903E-F802-C84A-B904-F9A87D8E8B39}" srcOrd="0" destOrd="0" presId="urn:microsoft.com/office/officeart/2009/3/layout/SpiralPicture"/>
    <dgm:cxn modelId="{CDDB227E-BAAE-0C46-90C9-54C8A079E2CC}" type="presOf" srcId="{F7306D38-75ED-4A46-95D5-A45758376D1D}" destId="{87513143-25EC-8D45-8247-DC9878CAB640}" srcOrd="0" destOrd="0" presId="urn:microsoft.com/office/officeart/2009/3/layout/SpiralPicture"/>
    <dgm:cxn modelId="{5F20A7C1-49E6-472A-B4E8-1D0E8035474D}" srcId="{57BB2F2F-E579-4416-A174-A85194958AFD}" destId="{DED66CE1-B46C-41D8-A583-EB0D7EFB095B}" srcOrd="3" destOrd="0" parTransId="{224E22D7-3490-438B-9AC2-6C62F45A4619}" sibTransId="{BD9E1B41-9FFC-4EB7-8CC3-1F1B955AB5BC}"/>
    <dgm:cxn modelId="{52F0A2C2-3693-7944-A977-7A7F33CE1433}" type="presOf" srcId="{7A9E8415-2986-4C9B-B18F-15702C83E1B6}" destId="{3B3C6C97-C4B3-F04C-86D5-EE4914CA5F12}" srcOrd="0" destOrd="0" presId="urn:microsoft.com/office/officeart/2009/3/layout/SpiralPicture"/>
    <dgm:cxn modelId="{BB5EBDD4-451B-4D3E-9EEA-204419939295}" srcId="{57BB2F2F-E579-4416-A174-A85194958AFD}" destId="{FD41328F-6DAE-4E8E-8A13-EA961E10F73D}" srcOrd="2" destOrd="0" parTransId="{8CACEF1F-6224-4329-AA0A-405D91DAF036}" sibTransId="{706ED130-D8E4-499C-93D3-A2CC280CD6C9}"/>
    <dgm:cxn modelId="{C468DCD4-BE2B-9D44-9F13-EDE5AF100402}" type="presOf" srcId="{706ED130-D8E4-499C-93D3-A2CC280CD6C9}" destId="{C7250EF0-C0EB-9D4C-8356-1F58EFE6683A}" srcOrd="0" destOrd="0" presId="urn:microsoft.com/office/officeart/2009/3/layout/SpiralPicture"/>
    <dgm:cxn modelId="{F556EAD4-FA18-4419-A818-B1CB226F4C7C}" srcId="{57BB2F2F-E579-4416-A174-A85194958AFD}" destId="{FF2243AD-254E-4ACB-AFB8-1A6D1B76F879}" srcOrd="1" destOrd="0" parTransId="{3EDC90AA-8FA9-4A0D-B27A-AF0BD3A6D109}" sibTransId="{7CBE4977-444A-4B10-B7BC-D71263358A2D}"/>
    <dgm:cxn modelId="{F97A1CF9-3D95-495E-9BDA-BD722143353A}" srcId="{57BB2F2F-E579-4416-A174-A85194958AFD}" destId="{7A9E8415-2986-4C9B-B18F-15702C83E1B6}" srcOrd="0" destOrd="0" parTransId="{938C94BA-ED66-4A52-BFAC-A3C1B97F9203}" sibTransId="{BEEA2FCA-7B14-4AA4-9A9F-8DB38DB9EB16}"/>
    <dgm:cxn modelId="{3E532F19-8855-ED46-A8B2-032E32803966}" type="presParOf" srcId="{9AE41F7C-7AE4-9F46-8F37-A4E1F7995358}" destId="{CC395C24-40DB-CF41-A1DF-D382E1D66723}" srcOrd="0" destOrd="0" presId="urn:microsoft.com/office/officeart/2009/3/layout/SpiralPicture"/>
    <dgm:cxn modelId="{0B7113D5-3702-8946-98FA-1BC896F4F268}" type="presParOf" srcId="{CC395C24-40DB-CF41-A1DF-D382E1D66723}" destId="{89B1845D-1BBF-D544-9C2B-FD8CDFC0ABD9}" srcOrd="0" destOrd="0" presId="urn:microsoft.com/office/officeart/2009/3/layout/SpiralPicture"/>
    <dgm:cxn modelId="{C3C05BB9-C64E-B947-9533-93CC14DB46B5}" type="presParOf" srcId="{CC395C24-40DB-CF41-A1DF-D382E1D66723}" destId="{DF6648DD-2DC6-2941-A456-5A99607A322D}" srcOrd="1" destOrd="0" presId="urn:microsoft.com/office/officeart/2009/3/layout/SpiralPicture"/>
    <dgm:cxn modelId="{A7CB6C2E-C4CB-5E44-A50C-2CC434A61120}" type="presParOf" srcId="{CC395C24-40DB-CF41-A1DF-D382E1D66723}" destId="{09266B1A-BA40-2944-AC25-B42CB54E31D4}" srcOrd="2" destOrd="0" presId="urn:microsoft.com/office/officeart/2009/3/layout/SpiralPicture"/>
    <dgm:cxn modelId="{0C4D19C9-8CD0-954E-A4B0-590D9779AD34}" type="presParOf" srcId="{09266B1A-BA40-2944-AC25-B42CB54E31D4}" destId="{FFF16CA2-A92F-8640-B19C-A4F82ACB20F9}" srcOrd="0" destOrd="0" presId="urn:microsoft.com/office/officeart/2009/3/layout/SpiralPicture"/>
    <dgm:cxn modelId="{28DF8E61-4976-294C-8D89-DFCEF2390B20}" type="presParOf" srcId="{CC395C24-40DB-CF41-A1DF-D382E1D66723}" destId="{CF227FBE-8784-7945-B798-E799F2A0AC4D}" srcOrd="3" destOrd="0" presId="urn:microsoft.com/office/officeart/2009/3/layout/SpiralPicture"/>
    <dgm:cxn modelId="{5C6D712D-15E0-B748-A5A4-D12A17263802}" type="presParOf" srcId="{CF227FBE-8784-7945-B798-E799F2A0AC4D}" destId="{7C1E8D27-DE7B-8C42-9775-844CDCA58CF2}" srcOrd="0" destOrd="0" presId="urn:microsoft.com/office/officeart/2009/3/layout/SpiralPicture"/>
    <dgm:cxn modelId="{BCF63277-82F8-B148-9286-0AA64110F085}" type="presParOf" srcId="{CC395C24-40DB-CF41-A1DF-D382E1D66723}" destId="{03D076F0-A28D-C24B-B6A5-2223E665D3A8}" srcOrd="4" destOrd="0" presId="urn:microsoft.com/office/officeart/2009/3/layout/SpiralPicture"/>
    <dgm:cxn modelId="{92F6E407-90C9-C745-9C7E-6A72BEDFE4AF}" type="presParOf" srcId="{03D076F0-A28D-C24B-B6A5-2223E665D3A8}" destId="{700838A2-094D-A34F-97E3-1A2391CE5117}" srcOrd="0" destOrd="0" presId="urn:microsoft.com/office/officeart/2009/3/layout/SpiralPicture"/>
    <dgm:cxn modelId="{70ECD61A-56F4-334C-BF40-8B2EE5E510DA}" type="presParOf" srcId="{CC395C24-40DB-CF41-A1DF-D382E1D66723}" destId="{AA8FB319-7353-F64E-B334-82D8ECDF90CA}" srcOrd="5" destOrd="0" presId="urn:microsoft.com/office/officeart/2009/3/layout/SpiralPicture"/>
    <dgm:cxn modelId="{36F8DE8C-6DFC-1044-BF50-15BF756DEEA6}" type="presParOf" srcId="{AA8FB319-7353-F64E-B334-82D8ECDF90CA}" destId="{AB70C8D6-F392-1B4D-A240-2826C6C99384}" srcOrd="0" destOrd="0" presId="urn:microsoft.com/office/officeart/2009/3/layout/SpiralPicture"/>
    <dgm:cxn modelId="{74DC4CDF-F21B-764F-BF57-60656F8B796F}" type="presParOf" srcId="{AA8FB319-7353-F64E-B334-82D8ECDF90CA}" destId="{A9A827B5-EF70-654D-85AE-63340BD12B85}" srcOrd="1" destOrd="0" presId="urn:microsoft.com/office/officeart/2009/3/layout/SpiralPicture"/>
    <dgm:cxn modelId="{0DBA63B6-2C6C-D74B-B660-E34BA701B3AC}" type="presParOf" srcId="{CC395C24-40DB-CF41-A1DF-D382E1D66723}" destId="{A12A4C36-6B06-0C44-B291-9DAE6A894E4F}" srcOrd="6" destOrd="0" presId="urn:microsoft.com/office/officeart/2009/3/layout/SpiralPicture"/>
    <dgm:cxn modelId="{E972D8A9-96CE-8747-9A1D-983D8910A27E}" type="presParOf" srcId="{A12A4C36-6B06-0C44-B291-9DAE6A894E4F}" destId="{C7250EF0-C0EB-9D4C-8356-1F58EFE6683A}" srcOrd="0" destOrd="0" presId="urn:microsoft.com/office/officeart/2009/3/layout/SpiralPicture"/>
    <dgm:cxn modelId="{7DF98B66-4C24-D541-A09E-EDE9AA57BA05}" type="presParOf" srcId="{CC395C24-40DB-CF41-A1DF-D382E1D66723}" destId="{06392E33-B020-3841-99E1-E74B714BA88C}" srcOrd="7" destOrd="0" presId="urn:microsoft.com/office/officeart/2009/3/layout/SpiralPicture"/>
    <dgm:cxn modelId="{D6BD05F5-C0FF-CB44-BBD2-A5CED3E9D175}" type="presParOf" srcId="{06392E33-B020-3841-99E1-E74B714BA88C}" destId="{2A88BD0B-0F1D-BA4F-B370-1A3AE3B9EACB}" srcOrd="0" destOrd="0" presId="urn:microsoft.com/office/officeart/2009/3/layout/SpiralPicture"/>
    <dgm:cxn modelId="{E70E3E44-9ED3-764F-986E-FC237A3EAC99}" type="presParOf" srcId="{06392E33-B020-3841-99E1-E74B714BA88C}" destId="{14919ED8-14EB-474B-958E-E8324CFB9BAA}" srcOrd="1" destOrd="0" presId="urn:microsoft.com/office/officeart/2009/3/layout/SpiralPicture"/>
    <dgm:cxn modelId="{9A075B0D-18E0-D24C-8C0F-4C69699C470D}" type="presParOf" srcId="{06392E33-B020-3841-99E1-E74B714BA88C}" destId="{FD1CFC64-893E-D744-9C22-C25825F3D533}" srcOrd="2" destOrd="0" presId="urn:microsoft.com/office/officeart/2009/3/layout/SpiralPicture"/>
    <dgm:cxn modelId="{394E3B87-9EB1-FD47-BB25-771EF0E72730}" type="presParOf" srcId="{CC395C24-40DB-CF41-A1DF-D382E1D66723}" destId="{5904CFAC-263D-B940-8B4E-45FD70F0B634}" srcOrd="8" destOrd="0" presId="urn:microsoft.com/office/officeart/2009/3/layout/SpiralPicture"/>
    <dgm:cxn modelId="{930FD39D-0BE2-B946-90DA-B7E3F79F3C35}" type="presParOf" srcId="{5904CFAC-263D-B940-8B4E-45FD70F0B634}" destId="{C937EAAC-5D0E-7B4C-B156-E56D8581B136}" srcOrd="0" destOrd="0" presId="urn:microsoft.com/office/officeart/2009/3/layout/SpiralPicture"/>
    <dgm:cxn modelId="{FE9188C5-3FD3-E84D-80F7-257FB134D397}" type="presParOf" srcId="{CC395C24-40DB-CF41-A1DF-D382E1D66723}" destId="{263A45DC-32D4-E244-A020-F2C7D4D67D02}" srcOrd="9" destOrd="0" presId="urn:microsoft.com/office/officeart/2009/3/layout/SpiralPicture"/>
    <dgm:cxn modelId="{697559A9-2CDB-ED49-9920-D62C4FFF62AD}" type="presParOf" srcId="{263A45DC-32D4-E244-A020-F2C7D4D67D02}" destId="{547E8F26-9267-5A4C-992D-A59F60106D33}" srcOrd="0" destOrd="0" presId="urn:microsoft.com/office/officeart/2009/3/layout/SpiralPicture"/>
    <dgm:cxn modelId="{317F1314-FF90-2A42-BADA-052F04FB501B}" type="presParOf" srcId="{263A45DC-32D4-E244-A020-F2C7D4D67D02}" destId="{9BFD32CB-8751-0643-9489-A3948ACC2B55}" srcOrd="1" destOrd="0" presId="urn:microsoft.com/office/officeart/2009/3/layout/SpiralPicture"/>
    <dgm:cxn modelId="{D300723A-E231-F34A-AC3C-7280A6FB3976}" type="presParOf" srcId="{263A45DC-32D4-E244-A020-F2C7D4D67D02}" destId="{898AAABF-F688-5945-B7FE-90AD915C4C36}" srcOrd="2" destOrd="0" presId="urn:microsoft.com/office/officeart/2009/3/layout/SpiralPicture"/>
    <dgm:cxn modelId="{F95D4592-72D4-6746-BE7D-3023BB988F85}" type="presParOf" srcId="{263A45DC-32D4-E244-A020-F2C7D4D67D02}" destId="{BAABB724-A97C-724D-8EED-3534AA05985D}" srcOrd="3" destOrd="0" presId="urn:microsoft.com/office/officeart/2009/3/layout/SpiralPicture"/>
    <dgm:cxn modelId="{8A7615F7-DF24-B644-BD46-8E81F6524D64}" type="presParOf" srcId="{CC395C24-40DB-CF41-A1DF-D382E1D66723}" destId="{6EB12F29-4CCF-8545-8BB3-AF16273E18F5}" srcOrd="10" destOrd="0" presId="urn:microsoft.com/office/officeart/2009/3/layout/SpiralPicture"/>
    <dgm:cxn modelId="{9D6E36E5-BE3E-604A-981F-45C2822B174B}" type="presParOf" srcId="{6EB12F29-4CCF-8545-8BB3-AF16273E18F5}" destId="{1C89903E-F802-C84A-B904-F9A87D8E8B39}" srcOrd="0" destOrd="0" presId="urn:microsoft.com/office/officeart/2009/3/layout/SpiralPicture"/>
    <dgm:cxn modelId="{8B2ACCBF-78D0-B44A-8A68-AD367C0E60CF}" type="presParOf" srcId="{CC395C24-40DB-CF41-A1DF-D382E1D66723}" destId="{8F1D34E7-F2A6-BA4E-A664-731837B95BE8}" srcOrd="11" destOrd="0" presId="urn:microsoft.com/office/officeart/2009/3/layout/SpiralPicture"/>
    <dgm:cxn modelId="{75B68A32-343C-7F45-9F41-253A4CD671A2}" type="presParOf" srcId="{8F1D34E7-F2A6-BA4E-A664-731837B95BE8}" destId="{A2C2ED94-1FF9-6A41-B5E8-26711C8D818A}" srcOrd="0" destOrd="0" presId="urn:microsoft.com/office/officeart/2009/3/layout/SpiralPicture"/>
    <dgm:cxn modelId="{A274D2DA-EE2D-0545-82F6-67F521137CA6}" type="presParOf" srcId="{8F1D34E7-F2A6-BA4E-A664-731837B95BE8}" destId="{CE0A3B3A-C456-5443-9F35-9C07FA81D87E}" srcOrd="1" destOrd="0" presId="urn:microsoft.com/office/officeart/2009/3/layout/SpiralPicture"/>
    <dgm:cxn modelId="{C1D8F514-9E69-6444-8CDD-5441349458D8}" type="presParOf" srcId="{8F1D34E7-F2A6-BA4E-A664-731837B95BE8}" destId="{6CAC861C-6790-2440-A488-85DFEFEC1605}" srcOrd="2" destOrd="0" presId="urn:microsoft.com/office/officeart/2009/3/layout/SpiralPicture"/>
    <dgm:cxn modelId="{939F3F2F-F9AB-194B-9AA9-679404E5C03F}" type="presParOf" srcId="{8F1D34E7-F2A6-BA4E-A664-731837B95BE8}" destId="{E902927A-E64D-3441-8FA9-B81C1EB80525}" srcOrd="3" destOrd="0" presId="urn:microsoft.com/office/officeart/2009/3/layout/SpiralPicture"/>
    <dgm:cxn modelId="{1070CCC2-22E5-B44E-BE39-0C509B3745F0}" type="presParOf" srcId="{8F1D34E7-F2A6-BA4E-A664-731837B95BE8}" destId="{13079EDA-8548-FD4D-91F0-B95B8295141F}" srcOrd="4" destOrd="0" presId="urn:microsoft.com/office/officeart/2009/3/layout/SpiralPicture"/>
    <dgm:cxn modelId="{64BBF468-B876-7C46-BBD7-DF98F4350157}" type="presParOf" srcId="{9AE41F7C-7AE4-9F46-8F37-A4E1F7995358}" destId="{7BB2DAB7-37BD-3B4E-95E8-3B1B872753CD}" srcOrd="1" destOrd="0" presId="urn:microsoft.com/office/officeart/2009/3/layout/SpiralPicture"/>
    <dgm:cxn modelId="{7721258F-6B96-4A49-85EE-472A7E151CD4}" type="presParOf" srcId="{7BB2DAB7-37BD-3B4E-95E8-3B1B872753CD}" destId="{27929C73-58C2-8D47-AD33-189B154B8004}" srcOrd="0" destOrd="0" presId="urn:microsoft.com/office/officeart/2009/3/layout/SpiralPicture"/>
    <dgm:cxn modelId="{4496F080-7CFB-F84D-A089-9D9B1B164ED9}" type="presParOf" srcId="{27929C73-58C2-8D47-AD33-189B154B8004}" destId="{311F7A7C-46A5-DA40-BCFE-0FD16591CE2F}" srcOrd="0" destOrd="0" presId="urn:microsoft.com/office/officeart/2009/3/layout/SpiralPicture"/>
    <dgm:cxn modelId="{0286794B-69AF-FB48-91A6-A156B2EFC632}" type="presParOf" srcId="{7BB2DAB7-37BD-3B4E-95E8-3B1B872753CD}" destId="{3B3C6C97-C4B3-F04C-86D5-EE4914CA5F12}" srcOrd="1" destOrd="0" presId="urn:microsoft.com/office/officeart/2009/3/layout/SpiralPicture"/>
    <dgm:cxn modelId="{C3D9E576-B2E5-4542-BB48-A79701D99EAB}" type="presParOf" srcId="{7BB2DAB7-37BD-3B4E-95E8-3B1B872753CD}" destId="{E77B0C16-29B8-6947-8B3E-1765A5817A7E}" srcOrd="2" destOrd="0" presId="urn:microsoft.com/office/officeart/2009/3/layout/SpiralPicture"/>
    <dgm:cxn modelId="{A88B32DB-487D-3445-91E6-DA71D3B7A826}" type="presParOf" srcId="{E77B0C16-29B8-6947-8B3E-1765A5817A7E}" destId="{C2625915-4448-5843-8417-6F6489E24D16}" srcOrd="0" destOrd="0" presId="urn:microsoft.com/office/officeart/2009/3/layout/SpiralPicture"/>
    <dgm:cxn modelId="{F37C46DD-EE0B-4643-8824-EA571B6B5450}" type="presParOf" srcId="{E77B0C16-29B8-6947-8B3E-1765A5817A7E}" destId="{76FB6E63-3D73-8948-A162-5310CB653273}" srcOrd="1" destOrd="0" presId="urn:microsoft.com/office/officeart/2009/3/layout/SpiralPicture"/>
    <dgm:cxn modelId="{57E449B0-78BB-B64C-96AD-E3075A0063BC}" type="presParOf" srcId="{7BB2DAB7-37BD-3B4E-95E8-3B1B872753CD}" destId="{8B02D964-8875-5640-A858-4A7BEAB77C2F}" srcOrd="3" destOrd="0" presId="urn:microsoft.com/office/officeart/2009/3/layout/SpiralPicture"/>
    <dgm:cxn modelId="{C07CD452-5A63-ED46-8B2C-127928CD7879}" type="presParOf" srcId="{7BB2DAB7-37BD-3B4E-95E8-3B1B872753CD}" destId="{75DE6684-CC0E-EE44-9E8F-F926A42F4F21}" srcOrd="4" destOrd="0" presId="urn:microsoft.com/office/officeart/2009/3/layout/SpiralPicture"/>
    <dgm:cxn modelId="{D886C05A-2A78-3747-BDBF-AFE9888B02B7}" type="presParOf" srcId="{75DE6684-CC0E-EE44-9E8F-F926A42F4F21}" destId="{24E396CE-ABBA-414A-924A-9AFD581782EF}" srcOrd="0" destOrd="0" presId="urn:microsoft.com/office/officeart/2009/3/layout/SpiralPicture"/>
    <dgm:cxn modelId="{7AEEDFDC-E515-9144-9099-E85C442537E4}" type="presParOf" srcId="{75DE6684-CC0E-EE44-9E8F-F926A42F4F21}" destId="{03A31BB5-F345-334A-BF84-9EAD6DF25EE7}" srcOrd="1" destOrd="0" presId="urn:microsoft.com/office/officeart/2009/3/layout/SpiralPicture"/>
    <dgm:cxn modelId="{91C65B90-8AC9-E140-8E03-FD3809D8B31A}" type="presParOf" srcId="{75DE6684-CC0E-EE44-9E8F-F926A42F4F21}" destId="{1B32365B-4764-5A45-A4E0-13927625C26B}" srcOrd="2" destOrd="0" presId="urn:microsoft.com/office/officeart/2009/3/layout/SpiralPicture"/>
    <dgm:cxn modelId="{003E4A91-F742-364B-8DD6-A478C996F8DA}" type="presParOf" srcId="{7BB2DAB7-37BD-3B4E-95E8-3B1B872753CD}" destId="{AD9262A6-F313-C342-BB88-26B12EA90543}" srcOrd="5" destOrd="0" presId="urn:microsoft.com/office/officeart/2009/3/layout/SpiralPicture"/>
    <dgm:cxn modelId="{F91C1A78-3A5D-AC46-A702-FD63ACD78192}" type="presParOf" srcId="{7BB2DAB7-37BD-3B4E-95E8-3B1B872753CD}" destId="{EA335E05-7C98-4C4C-925E-C99B0FF7CFCD}" srcOrd="6" destOrd="0" presId="urn:microsoft.com/office/officeart/2009/3/layout/SpiralPicture"/>
    <dgm:cxn modelId="{D9895E8F-0FF8-8647-8F67-4C21A7F85BA6}" type="presParOf" srcId="{EA335E05-7C98-4C4C-925E-C99B0FF7CFCD}" destId="{94C6C213-3D54-5848-BD30-1A6527277642}" srcOrd="0" destOrd="0" presId="urn:microsoft.com/office/officeart/2009/3/layout/SpiralPicture"/>
    <dgm:cxn modelId="{47DC6A3A-6C8F-D441-8A26-FF1F34228ABB}" type="presParOf" srcId="{EA335E05-7C98-4C4C-925E-C99B0FF7CFCD}" destId="{02ED77FA-1109-2A42-B178-5132CE11520F}" srcOrd="1" destOrd="0" presId="urn:microsoft.com/office/officeart/2009/3/layout/SpiralPicture"/>
    <dgm:cxn modelId="{1F4442AC-CF8B-7342-A95F-415A9DA1DA51}" type="presParOf" srcId="{EA335E05-7C98-4C4C-925E-C99B0FF7CFCD}" destId="{3D12A772-6DCC-B84F-9E37-65D78D69E1F1}" srcOrd="2" destOrd="0" presId="urn:microsoft.com/office/officeart/2009/3/layout/SpiralPicture"/>
    <dgm:cxn modelId="{9069BC94-D0DB-E943-942C-C1CEC0BE6B1B}" type="presParOf" srcId="{EA335E05-7C98-4C4C-925E-C99B0FF7CFCD}" destId="{418B5A55-3994-4E49-9B9A-D7CE23BA6B36}" srcOrd="3" destOrd="0" presId="urn:microsoft.com/office/officeart/2009/3/layout/SpiralPicture"/>
    <dgm:cxn modelId="{B2CEAD7E-912C-F34F-AAF1-568D62F8D0C2}" type="presParOf" srcId="{7BB2DAB7-37BD-3B4E-95E8-3B1B872753CD}" destId="{D6785A6A-6243-9745-9A4F-360374502E34}" srcOrd="7" destOrd="0" presId="urn:microsoft.com/office/officeart/2009/3/layout/SpiralPicture"/>
    <dgm:cxn modelId="{306DF9CA-1B33-024A-9925-01FAED9F8DBE}" type="presParOf" srcId="{7BB2DAB7-37BD-3B4E-95E8-3B1B872753CD}" destId="{797470A1-7A92-7444-A143-8096B52AA59E}" srcOrd="8" destOrd="0" presId="urn:microsoft.com/office/officeart/2009/3/layout/SpiralPicture"/>
    <dgm:cxn modelId="{18BA9B02-E5E3-F14A-A5AE-CB4B2C917B8F}" type="presParOf" srcId="{797470A1-7A92-7444-A143-8096B52AA59E}" destId="{E0FB4DA6-A4E2-8244-A84B-A239A1EB02F7}" srcOrd="0" destOrd="0" presId="urn:microsoft.com/office/officeart/2009/3/layout/SpiralPicture"/>
    <dgm:cxn modelId="{0D8658A4-2982-6D48-8F3A-A7507E19DCF4}" type="presParOf" srcId="{797470A1-7A92-7444-A143-8096B52AA59E}" destId="{6DDCA50E-001B-314A-878C-DE02D3C56465}" srcOrd="1" destOrd="0" presId="urn:microsoft.com/office/officeart/2009/3/layout/SpiralPicture"/>
    <dgm:cxn modelId="{D18FFD12-BB96-9D43-A57C-603A202B23FC}" type="presParOf" srcId="{797470A1-7A92-7444-A143-8096B52AA59E}" destId="{1756DC4F-E791-6445-AC0B-B1DA0720D23B}" srcOrd="2" destOrd="0" presId="urn:microsoft.com/office/officeart/2009/3/layout/SpiralPicture"/>
    <dgm:cxn modelId="{7B6F8C91-AA9D-214A-8533-86ADDA6FD7A7}" type="presParOf" srcId="{797470A1-7A92-7444-A143-8096B52AA59E}" destId="{BAFF7640-4661-4C46-9C86-CCE783924DA7}" srcOrd="3" destOrd="0" presId="urn:microsoft.com/office/officeart/2009/3/layout/SpiralPicture"/>
    <dgm:cxn modelId="{601DA25D-8E5D-0A42-9D5D-9C2637A268A2}" type="presParOf" srcId="{797470A1-7A92-7444-A143-8096B52AA59E}" destId="{52E64009-C02A-3E49-B169-D40CFBA8AF99}" srcOrd="4" destOrd="0" presId="urn:microsoft.com/office/officeart/2009/3/layout/SpiralPicture"/>
    <dgm:cxn modelId="{3A99568B-C97B-964E-AC72-6BB03A2FC2F3}" type="presParOf" srcId="{7BB2DAB7-37BD-3B4E-95E8-3B1B872753CD}" destId="{87513143-25EC-8D45-8247-DC9878CAB640}" srcOrd="9" destOrd="0" presId="urn:microsoft.com/office/officeart/2009/3/layout/SpiralPi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6.xml><?xml version="1.0" encoding="utf-8"?>
<dgm:dataModel xmlns:dgm="http://schemas.openxmlformats.org/drawingml/2006/diagram" xmlns:a="http://schemas.openxmlformats.org/drawingml/2006/main">
  <dgm:ptLst>
    <dgm:pt modelId="{7A51B297-1EB0-47F5-90B2-B46320462C0F}" type="doc">
      <dgm:prSet loTypeId="urn:microsoft.com/office/officeart/2008/layout/CaptionedPictures" qsTypeId="urn:microsoft.com/office/officeart/2005/8/quickstyle/simple2" csTypeId="urn:microsoft.com/office/officeart/2005/8/colors/accent1_2"/>
      <dgm:spPr/>
    </dgm:pt>
    <dgm:pt modelId="{F8ED2510-0533-4DDE-939F-FCA5370A3438}">
      <dgm:prSet/>
      <dgm:spPr/>
      <dgm:t>
        <a:bodyPr/>
        <a:lstStyle/>
        <a:p>
          <a:r>
            <a:t>Research</a:t>
          </a:r>
        </a:p>
      </dgm:t>
    </dgm:pt>
    <dgm:pt modelId="{087C98CE-BF7C-4B91-9A40-16D005ABE419}" type="parTrans" cxnId="{581346EB-65FC-4C1B-A03B-3D5C7EA62252}">
      <dgm:prSet/>
      <dgm:spPr/>
      <dgm:t>
        <a:bodyPr/>
        <a:lstStyle/>
        <a:p>
          <a:endParaRPr/>
        </a:p>
      </dgm:t>
    </dgm:pt>
    <dgm:pt modelId="{7D98CE2A-CEEC-4ECE-AF2B-1CE707B2C544}" type="sibTrans" cxnId="{581346EB-65FC-4C1B-A03B-3D5C7EA62252}">
      <dgm:prSet/>
      <dgm:spPr/>
      <dgm:t>
        <a:bodyPr/>
        <a:lstStyle/>
        <a:p>
          <a:endParaRPr/>
        </a:p>
      </dgm:t>
    </dgm:pt>
    <dgm:pt modelId="{65D4C13B-4809-440B-975E-FA254C0C1461}">
      <dgm:prSet/>
      <dgm:spPr/>
      <dgm:t>
        <a:bodyPr/>
        <a:lstStyle/>
        <a:p>
          <a:r>
            <a:t>Workshop</a:t>
          </a:r>
        </a:p>
      </dgm:t>
    </dgm:pt>
    <dgm:pt modelId="{EBC27656-E903-4B71-A867-BCFC709A6702}" type="parTrans" cxnId="{645815D9-D439-4520-B1F8-93EA65E9172A}">
      <dgm:prSet/>
      <dgm:spPr/>
      <dgm:t>
        <a:bodyPr/>
        <a:lstStyle/>
        <a:p>
          <a:endParaRPr/>
        </a:p>
      </dgm:t>
    </dgm:pt>
    <dgm:pt modelId="{5A657777-433F-4E4F-AA8D-AAB2F54DC4C4}" type="sibTrans" cxnId="{645815D9-D439-4520-B1F8-93EA65E9172A}">
      <dgm:prSet/>
      <dgm:spPr/>
      <dgm:t>
        <a:bodyPr/>
        <a:lstStyle/>
        <a:p>
          <a:endParaRPr/>
        </a:p>
      </dgm:t>
    </dgm:pt>
    <dgm:pt modelId="{5E9EE666-8F1A-4957-8489-6498F7C834A2}">
      <dgm:prSet/>
      <dgm:spPr/>
      <dgm:t>
        <a:bodyPr/>
        <a:lstStyle/>
        <a:p>
          <a:r>
            <a:t>Prototype</a:t>
          </a:r>
        </a:p>
      </dgm:t>
    </dgm:pt>
    <dgm:pt modelId="{9FBD116D-8029-443A-B8F6-19CB2CB59B6A}" type="parTrans" cxnId="{A3F3594A-1F1E-4A7E-9DA5-B34B128A7B30}">
      <dgm:prSet/>
      <dgm:spPr/>
      <dgm:t>
        <a:bodyPr/>
        <a:lstStyle/>
        <a:p>
          <a:endParaRPr/>
        </a:p>
      </dgm:t>
    </dgm:pt>
    <dgm:pt modelId="{846C92C8-EDDE-4509-907D-CABF53675BDF}" type="sibTrans" cxnId="{A3F3594A-1F1E-4A7E-9DA5-B34B128A7B30}">
      <dgm:prSet/>
      <dgm:spPr/>
      <dgm:t>
        <a:bodyPr/>
        <a:lstStyle/>
        <a:p>
          <a:endParaRPr/>
        </a:p>
      </dgm:t>
    </dgm:pt>
    <dgm:pt modelId="{58ED186F-C965-4066-935A-F91A4F140757}">
      <dgm:prSet/>
      <dgm:spPr/>
      <dgm:t>
        <a:bodyPr/>
        <a:lstStyle/>
        <a:p>
          <a:r>
            <a:t>Delivery</a:t>
          </a:r>
        </a:p>
      </dgm:t>
    </dgm:pt>
    <dgm:pt modelId="{A7E2B3A2-D8EB-422C-9F22-A1448A05E7CF}" type="parTrans" cxnId="{35BD7ED3-3C09-4FFC-8C49-901CF216B3B2}">
      <dgm:prSet/>
      <dgm:spPr/>
      <dgm:t>
        <a:bodyPr/>
        <a:lstStyle/>
        <a:p>
          <a:endParaRPr/>
        </a:p>
      </dgm:t>
    </dgm:pt>
    <dgm:pt modelId="{B33E814B-64E7-4E03-A0CC-29B744E116FC}" type="sibTrans" cxnId="{35BD7ED3-3C09-4FFC-8C49-901CF216B3B2}">
      <dgm:prSet/>
      <dgm:spPr/>
      <dgm:t>
        <a:bodyPr/>
        <a:lstStyle/>
        <a:p>
          <a:endParaRPr/>
        </a:p>
      </dgm:t>
    </dgm:pt>
    <dgm:pt modelId="{2EB46D27-ABEA-4B2D-BED7-D0387279DAE7}">
      <dgm:prSet/>
      <dgm:spPr/>
      <dgm:t>
        <a:bodyPr/>
        <a:lstStyle/>
        <a:p>
          <a:r>
            <a:t>Learning</a:t>
          </a:r>
        </a:p>
      </dgm:t>
    </dgm:pt>
    <dgm:pt modelId="{322C959B-2EFE-4140-AB74-148D4145E917}" type="parTrans" cxnId="{AD84F481-4573-4515-83C3-84C2A2BD81D7}">
      <dgm:prSet/>
      <dgm:spPr/>
      <dgm:t>
        <a:bodyPr/>
        <a:lstStyle/>
        <a:p>
          <a:endParaRPr/>
        </a:p>
      </dgm:t>
    </dgm:pt>
    <dgm:pt modelId="{87767108-99A4-4E64-9FAE-F13A06DE3F3C}" type="sibTrans" cxnId="{AD84F481-4573-4515-83C3-84C2A2BD81D7}">
      <dgm:prSet/>
      <dgm:spPr/>
      <dgm:t>
        <a:bodyPr/>
        <a:lstStyle/>
        <a:p>
          <a:endParaRPr/>
        </a:p>
      </dgm:t>
    </dgm:pt>
    <dgm:pt modelId="{47A1C8BD-3E40-491D-9A17-45F82A085AB1}" type="pres">
      <dgm:prSet presAssocID="{7A51B297-1EB0-47F5-90B2-B46320462C0F}" presName="Name0" presStyleCnt="0">
        <dgm:presLayoutVars>
          <dgm:chMax/>
          <dgm:chPref/>
          <dgm:dir/>
        </dgm:presLayoutVars>
      </dgm:prSet>
      <dgm:spPr/>
    </dgm:pt>
    <dgm:pt modelId="{9901E57E-6D97-4456-A520-25856E207565}" type="pres">
      <dgm:prSet presAssocID="{F8ED2510-0533-4DDE-939F-FCA5370A3438}" presName="composite" presStyleCnt="0">
        <dgm:presLayoutVars>
          <dgm:chMax val="1"/>
          <dgm:chPref val="1"/>
        </dgm:presLayoutVars>
      </dgm:prSet>
      <dgm:spPr/>
    </dgm:pt>
    <dgm:pt modelId="{900C3C68-E2F6-443B-8DCA-59DC5DD53D16}" type="pres">
      <dgm:prSet presAssocID="{F8ED2510-0533-4DDE-939F-FCA5370A3438}" presName="Accent" presStyleLbl="trAlignAcc1" presStyleIdx="0" presStyleCnt="5">
        <dgm:presLayoutVars>
          <dgm:chMax val="0"/>
          <dgm:chPref val="0"/>
        </dgm:presLayoutVars>
      </dgm:prSet>
      <dgm:spPr/>
    </dgm:pt>
    <dgm:pt modelId="{7C807326-060A-41AD-B789-4CBE08626AE5}" type="pres">
      <dgm:prSet presAssocID="{F8ED2510-0533-4DDE-939F-FCA5370A3438}" presName="Image" presStyleLbl="alignImgPlace1" presStyleIdx="0" presStyleCnt="5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1"/>
          <a:srcRect/>
          <a:stretch>
            <a:fillRect l="-13783" r="-13783"/>
          </a:stretch>
        </a:blipFill>
      </dgm:spPr>
    </dgm:pt>
    <dgm:pt modelId="{772D23BB-4357-4E3C-B652-075D8F98BCB6}" type="pres">
      <dgm:prSet presAssocID="{F8ED2510-0533-4DDE-939F-FCA5370A3438}" presName="ChildComposite" presStyleCnt="0"/>
      <dgm:spPr/>
    </dgm:pt>
    <dgm:pt modelId="{F5B847DD-167E-4045-AED3-4C9CDBAA1674}" type="pres">
      <dgm:prSet presAssocID="{F8ED2510-0533-4DDE-939F-FCA5370A3438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83D458A-956E-4112-A0D7-52489BEE5CC7}" type="pres">
      <dgm:prSet presAssocID="{F8ED2510-0533-4DDE-939F-FCA5370A3438}" presName="Parent" presStyleLbl="revTx" presStyleIdx="0" presStyleCnt="5">
        <dgm:presLayoutVars>
          <dgm:chMax val="1"/>
          <dgm:chPref val="0"/>
          <dgm:bulletEnabled val="1"/>
        </dgm:presLayoutVars>
      </dgm:prSet>
      <dgm:spPr/>
    </dgm:pt>
    <dgm:pt modelId="{68787660-22D8-4709-8797-D17C5BA9CAF8}" type="pres">
      <dgm:prSet presAssocID="{7D98CE2A-CEEC-4ECE-AF2B-1CE707B2C544}" presName="sibTrans" presStyleCnt="0"/>
      <dgm:spPr/>
    </dgm:pt>
    <dgm:pt modelId="{6FF78236-EC75-438F-8EC6-08FEB0D5917F}" type="pres">
      <dgm:prSet presAssocID="{65D4C13B-4809-440B-975E-FA254C0C1461}" presName="composite" presStyleCnt="0">
        <dgm:presLayoutVars>
          <dgm:chMax val="1"/>
          <dgm:chPref val="1"/>
        </dgm:presLayoutVars>
      </dgm:prSet>
      <dgm:spPr/>
    </dgm:pt>
    <dgm:pt modelId="{1EA3C919-25C8-4FB6-95EF-67148D690560}" type="pres">
      <dgm:prSet presAssocID="{65D4C13B-4809-440B-975E-FA254C0C1461}" presName="Accent" presStyleLbl="trAlignAcc1" presStyleIdx="1" presStyleCnt="5">
        <dgm:presLayoutVars>
          <dgm:chMax val="0"/>
          <dgm:chPref val="0"/>
        </dgm:presLayoutVars>
      </dgm:prSet>
      <dgm:spPr/>
    </dgm:pt>
    <dgm:pt modelId="{21B041E8-4DA6-4A29-8EEC-F03691FF5562}" type="pres">
      <dgm:prSet presAssocID="{65D4C13B-4809-440B-975E-FA254C0C1461}" presName="Image" presStyleLbl="alignImgPlace1" presStyleIdx="1" presStyleCnt="5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2"/>
          <a:srcRect/>
          <a:stretch>
            <a:fillRect l="-13783" r="-13783"/>
          </a:stretch>
        </a:blipFill>
      </dgm:spPr>
    </dgm:pt>
    <dgm:pt modelId="{E557220A-F9E7-4B7F-A007-42443F942BA0}" type="pres">
      <dgm:prSet presAssocID="{65D4C13B-4809-440B-975E-FA254C0C1461}" presName="ChildComposite" presStyleCnt="0"/>
      <dgm:spPr/>
    </dgm:pt>
    <dgm:pt modelId="{8DBC6C45-35E2-4C05-9423-F72178035717}" type="pres">
      <dgm:prSet presAssocID="{65D4C13B-4809-440B-975E-FA254C0C1461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099336E-4119-4E61-AE38-D04FCB94476B}" type="pres">
      <dgm:prSet presAssocID="{65D4C13B-4809-440B-975E-FA254C0C1461}" presName="Parent" presStyleLbl="revTx" presStyleIdx="1" presStyleCnt="5">
        <dgm:presLayoutVars>
          <dgm:chMax val="1"/>
          <dgm:chPref val="0"/>
          <dgm:bulletEnabled val="1"/>
        </dgm:presLayoutVars>
      </dgm:prSet>
      <dgm:spPr/>
    </dgm:pt>
    <dgm:pt modelId="{F7A8509A-1A0F-454B-ADCD-2CC0D80E2582}" type="pres">
      <dgm:prSet presAssocID="{5A657777-433F-4E4F-AA8D-AAB2F54DC4C4}" presName="sibTrans" presStyleCnt="0"/>
      <dgm:spPr/>
    </dgm:pt>
    <dgm:pt modelId="{F31C2B51-B6B6-49FF-B5FC-D1341AB6DCAB}" type="pres">
      <dgm:prSet presAssocID="{5E9EE666-8F1A-4957-8489-6498F7C834A2}" presName="composite" presStyleCnt="0">
        <dgm:presLayoutVars>
          <dgm:chMax val="1"/>
          <dgm:chPref val="1"/>
        </dgm:presLayoutVars>
      </dgm:prSet>
      <dgm:spPr/>
    </dgm:pt>
    <dgm:pt modelId="{E058DF98-984D-4A65-BDEB-823D51923D65}" type="pres">
      <dgm:prSet presAssocID="{5E9EE666-8F1A-4957-8489-6498F7C834A2}" presName="Accent" presStyleLbl="trAlignAcc1" presStyleIdx="2" presStyleCnt="5">
        <dgm:presLayoutVars>
          <dgm:chMax val="0"/>
          <dgm:chPref val="0"/>
        </dgm:presLayoutVars>
      </dgm:prSet>
      <dgm:spPr/>
    </dgm:pt>
    <dgm:pt modelId="{2531B1EF-4618-4860-9ACC-F6D59C25685D}" type="pres">
      <dgm:prSet presAssocID="{5E9EE666-8F1A-4957-8489-6498F7C834A2}" presName="Image" presStyleLbl="alignImgPlace1" presStyleIdx="2" presStyleCnt="5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3"/>
          <a:srcRect/>
          <a:stretch>
            <a:fillRect l="-13783" r="-13783"/>
          </a:stretch>
        </a:blipFill>
      </dgm:spPr>
    </dgm:pt>
    <dgm:pt modelId="{F41D5297-3D4D-403C-B27B-3E6378FC950F}" type="pres">
      <dgm:prSet presAssocID="{5E9EE666-8F1A-4957-8489-6498F7C834A2}" presName="ChildComposite" presStyleCnt="0"/>
      <dgm:spPr/>
    </dgm:pt>
    <dgm:pt modelId="{411D8A71-16FC-43B1-AB7E-BAAD92E58DCD}" type="pres">
      <dgm:prSet presAssocID="{5E9EE666-8F1A-4957-8489-6498F7C834A2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8B60945-FBF4-41DD-B9D1-FD8C7B48BF88}" type="pres">
      <dgm:prSet presAssocID="{5E9EE666-8F1A-4957-8489-6498F7C834A2}" presName="Parent" presStyleLbl="revTx" presStyleIdx="2" presStyleCnt="5">
        <dgm:presLayoutVars>
          <dgm:chMax val="1"/>
          <dgm:chPref val="0"/>
          <dgm:bulletEnabled val="1"/>
        </dgm:presLayoutVars>
      </dgm:prSet>
      <dgm:spPr/>
    </dgm:pt>
    <dgm:pt modelId="{740D03B2-D0DF-45DB-B084-5260D28FA369}" type="pres">
      <dgm:prSet presAssocID="{846C92C8-EDDE-4509-907D-CABF53675BDF}" presName="sibTrans" presStyleCnt="0"/>
      <dgm:spPr/>
    </dgm:pt>
    <dgm:pt modelId="{1E82900F-FD66-4DCB-8D43-7310613D2A4E}" type="pres">
      <dgm:prSet presAssocID="{58ED186F-C965-4066-935A-F91A4F140757}" presName="composite" presStyleCnt="0">
        <dgm:presLayoutVars>
          <dgm:chMax val="1"/>
          <dgm:chPref val="1"/>
        </dgm:presLayoutVars>
      </dgm:prSet>
      <dgm:spPr/>
    </dgm:pt>
    <dgm:pt modelId="{4FCE25C0-615B-45FF-A8C8-DCC8810F4E56}" type="pres">
      <dgm:prSet presAssocID="{58ED186F-C965-4066-935A-F91A4F140757}" presName="Accent" presStyleLbl="trAlignAcc1" presStyleIdx="3" presStyleCnt="5">
        <dgm:presLayoutVars>
          <dgm:chMax val="0"/>
          <dgm:chPref val="0"/>
        </dgm:presLayoutVars>
      </dgm:prSet>
      <dgm:spPr/>
    </dgm:pt>
    <dgm:pt modelId="{3D130D83-5318-4C79-9612-8264C20DF37C}" type="pres">
      <dgm:prSet presAssocID="{58ED186F-C965-4066-935A-F91A4F140757}" presName="Image" presStyleLbl="alignImgPlace1" presStyleIdx="3" presStyleCnt="5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4"/>
          <a:srcRect/>
          <a:stretch>
            <a:fillRect l="-13783" r="-13783"/>
          </a:stretch>
        </a:blipFill>
      </dgm:spPr>
    </dgm:pt>
    <dgm:pt modelId="{98292517-DB79-417F-8EF6-3B74D9BC8F46}" type="pres">
      <dgm:prSet presAssocID="{58ED186F-C965-4066-935A-F91A4F140757}" presName="ChildComposite" presStyleCnt="0"/>
      <dgm:spPr/>
    </dgm:pt>
    <dgm:pt modelId="{88842E3E-9F95-4E0A-B78C-9E9560EF007A}" type="pres">
      <dgm:prSet presAssocID="{58ED186F-C965-4066-935A-F91A4F140757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7241B7A-6188-4F6D-9B7D-ECE57BF31780}" type="pres">
      <dgm:prSet presAssocID="{58ED186F-C965-4066-935A-F91A4F140757}" presName="Parent" presStyleLbl="revTx" presStyleIdx="3" presStyleCnt="5">
        <dgm:presLayoutVars>
          <dgm:chMax val="1"/>
          <dgm:chPref val="0"/>
          <dgm:bulletEnabled val="1"/>
        </dgm:presLayoutVars>
      </dgm:prSet>
      <dgm:spPr/>
    </dgm:pt>
    <dgm:pt modelId="{C892F5FA-3800-4B67-B197-F1266EA64EF2}" type="pres">
      <dgm:prSet presAssocID="{B33E814B-64E7-4E03-A0CC-29B744E116FC}" presName="sibTrans" presStyleCnt="0"/>
      <dgm:spPr/>
    </dgm:pt>
    <dgm:pt modelId="{560FE18D-B3C0-47FE-8D53-7A7B7850A12E}" type="pres">
      <dgm:prSet presAssocID="{2EB46D27-ABEA-4B2D-BED7-D0387279DAE7}" presName="composite" presStyleCnt="0">
        <dgm:presLayoutVars>
          <dgm:chMax val="1"/>
          <dgm:chPref val="1"/>
        </dgm:presLayoutVars>
      </dgm:prSet>
      <dgm:spPr/>
    </dgm:pt>
    <dgm:pt modelId="{FB1A40C7-D5E6-4019-B0A8-9ED22D6EDB61}" type="pres">
      <dgm:prSet presAssocID="{2EB46D27-ABEA-4B2D-BED7-D0387279DAE7}" presName="Accent" presStyleLbl="trAlignAcc1" presStyleIdx="4" presStyleCnt="5">
        <dgm:presLayoutVars>
          <dgm:chMax val="0"/>
          <dgm:chPref val="0"/>
        </dgm:presLayoutVars>
      </dgm:prSet>
      <dgm:spPr/>
    </dgm:pt>
    <dgm:pt modelId="{8F6E5768-9A5F-4441-8202-04156C03EE96}" type="pres">
      <dgm:prSet presAssocID="{2EB46D27-ABEA-4B2D-BED7-D0387279DAE7}" presName="Image" presStyleLbl="alignImgPlace1" presStyleIdx="4" presStyleCnt="5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5"/>
          <a:srcRect/>
          <a:stretch>
            <a:fillRect l="-13783" r="-13783"/>
          </a:stretch>
        </a:blipFill>
      </dgm:spPr>
    </dgm:pt>
    <dgm:pt modelId="{037A7E69-6C41-4067-A716-9859B80AF696}" type="pres">
      <dgm:prSet presAssocID="{2EB46D27-ABEA-4B2D-BED7-D0387279DAE7}" presName="ChildComposite" presStyleCnt="0"/>
      <dgm:spPr/>
    </dgm:pt>
    <dgm:pt modelId="{ECFDDB5E-2055-4050-A181-92B41DCABA7A}" type="pres">
      <dgm:prSet presAssocID="{2EB46D27-ABEA-4B2D-BED7-D0387279DAE7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A8814D8-5458-4A09-B82B-418241CFF598}" type="pres">
      <dgm:prSet presAssocID="{2EB46D27-ABEA-4B2D-BED7-D0387279DAE7}" presName="Parent" presStyleLbl="revTx" presStyleIdx="4" presStyleCnt="5">
        <dgm:presLayoutVars>
          <dgm:chMax val="1"/>
          <dgm:chPref val="0"/>
          <dgm:bulletEnabled val="1"/>
        </dgm:presLayoutVars>
      </dgm:prSet>
      <dgm:spPr/>
    </dgm:pt>
  </dgm:ptLst>
  <dgm:cxnLst>
    <dgm:cxn modelId="{7AC60836-1524-4E29-B41A-979574F4D0CF}" type="presOf" srcId="{65D4C13B-4809-440B-975E-FA254C0C1461}" destId="{7099336E-4119-4E61-AE38-D04FCB94476B}" srcOrd="0" destOrd="0" presId="urn:microsoft.com/office/officeart/2008/layout/CaptionedPictures"/>
    <dgm:cxn modelId="{CA1A4F36-EC7D-4F0E-8DE0-0DBE1A59285A}" type="presOf" srcId="{F8ED2510-0533-4DDE-939F-FCA5370A3438}" destId="{183D458A-956E-4112-A0D7-52489BEE5CC7}" srcOrd="0" destOrd="0" presId="urn:microsoft.com/office/officeart/2008/layout/CaptionedPictures"/>
    <dgm:cxn modelId="{A3F3594A-1F1E-4A7E-9DA5-B34B128A7B30}" srcId="{7A51B297-1EB0-47F5-90B2-B46320462C0F}" destId="{5E9EE666-8F1A-4957-8489-6498F7C834A2}" srcOrd="2" destOrd="0" parTransId="{9FBD116D-8029-443A-B8F6-19CB2CB59B6A}" sibTransId="{846C92C8-EDDE-4509-907D-CABF53675BDF}"/>
    <dgm:cxn modelId="{AD84F481-4573-4515-83C3-84C2A2BD81D7}" srcId="{7A51B297-1EB0-47F5-90B2-B46320462C0F}" destId="{2EB46D27-ABEA-4B2D-BED7-D0387279DAE7}" srcOrd="4" destOrd="0" parTransId="{322C959B-2EFE-4140-AB74-148D4145E917}" sibTransId="{87767108-99A4-4E64-9FAE-F13A06DE3F3C}"/>
    <dgm:cxn modelId="{2D1F25A8-7AF3-46DC-9710-6F983D138171}" type="presOf" srcId="{7A51B297-1EB0-47F5-90B2-B46320462C0F}" destId="{47A1C8BD-3E40-491D-9A17-45F82A085AB1}" srcOrd="0" destOrd="0" presId="urn:microsoft.com/office/officeart/2008/layout/CaptionedPictures"/>
    <dgm:cxn modelId="{8CF2E7AD-2176-487C-987C-49B05463F1F6}" type="presOf" srcId="{58ED186F-C965-4066-935A-F91A4F140757}" destId="{B7241B7A-6188-4F6D-9B7D-ECE57BF31780}" srcOrd="0" destOrd="0" presId="urn:microsoft.com/office/officeart/2008/layout/CaptionedPictures"/>
    <dgm:cxn modelId="{35BD7ED3-3C09-4FFC-8C49-901CF216B3B2}" srcId="{7A51B297-1EB0-47F5-90B2-B46320462C0F}" destId="{58ED186F-C965-4066-935A-F91A4F140757}" srcOrd="3" destOrd="0" parTransId="{A7E2B3A2-D8EB-422C-9F22-A1448A05E7CF}" sibTransId="{B33E814B-64E7-4E03-A0CC-29B744E116FC}"/>
    <dgm:cxn modelId="{C49B07D4-5CB6-4D34-A0EF-EBBAB2D441A9}" type="presOf" srcId="{5E9EE666-8F1A-4957-8489-6498F7C834A2}" destId="{78B60945-FBF4-41DD-B9D1-FD8C7B48BF88}" srcOrd="0" destOrd="0" presId="urn:microsoft.com/office/officeart/2008/layout/CaptionedPictures"/>
    <dgm:cxn modelId="{645815D9-D439-4520-B1F8-93EA65E9172A}" srcId="{7A51B297-1EB0-47F5-90B2-B46320462C0F}" destId="{65D4C13B-4809-440B-975E-FA254C0C1461}" srcOrd="1" destOrd="0" parTransId="{EBC27656-E903-4B71-A867-BCFC709A6702}" sibTransId="{5A657777-433F-4E4F-AA8D-AAB2F54DC4C4}"/>
    <dgm:cxn modelId="{581346EB-65FC-4C1B-A03B-3D5C7EA62252}" srcId="{7A51B297-1EB0-47F5-90B2-B46320462C0F}" destId="{F8ED2510-0533-4DDE-939F-FCA5370A3438}" srcOrd="0" destOrd="0" parTransId="{087C98CE-BF7C-4B91-9A40-16D005ABE419}" sibTransId="{7D98CE2A-CEEC-4ECE-AF2B-1CE707B2C544}"/>
    <dgm:cxn modelId="{953FD5F3-AFB9-45A7-ABDE-2C963AF46720}" type="presOf" srcId="{2EB46D27-ABEA-4B2D-BED7-D0387279DAE7}" destId="{5A8814D8-5458-4A09-B82B-418241CFF598}" srcOrd="0" destOrd="0" presId="urn:microsoft.com/office/officeart/2008/layout/CaptionedPictures"/>
    <dgm:cxn modelId="{678F85D6-5BC8-4BC5-86B3-8D26AE850076}" type="presParOf" srcId="{47A1C8BD-3E40-491D-9A17-45F82A085AB1}" destId="{9901E57E-6D97-4456-A520-25856E207565}" srcOrd="0" destOrd="0" presId="urn:microsoft.com/office/officeart/2008/layout/CaptionedPictures"/>
    <dgm:cxn modelId="{DE54D795-F3E6-4A79-B486-AD8DC89EE33B}" type="presParOf" srcId="{9901E57E-6D97-4456-A520-25856E207565}" destId="{900C3C68-E2F6-443B-8DCA-59DC5DD53D16}" srcOrd="0" destOrd="0" presId="urn:microsoft.com/office/officeart/2008/layout/CaptionedPictures"/>
    <dgm:cxn modelId="{05F1D1C6-30C8-4F30-8285-35CB3906C026}" type="presParOf" srcId="{9901E57E-6D97-4456-A520-25856E207565}" destId="{7C807326-060A-41AD-B789-4CBE08626AE5}" srcOrd="1" destOrd="0" presId="urn:microsoft.com/office/officeart/2008/layout/CaptionedPictures"/>
    <dgm:cxn modelId="{6139463A-3D75-4722-9018-AB7B12CA3297}" type="presParOf" srcId="{9901E57E-6D97-4456-A520-25856E207565}" destId="{772D23BB-4357-4E3C-B652-075D8F98BCB6}" srcOrd="2" destOrd="0" presId="urn:microsoft.com/office/officeart/2008/layout/CaptionedPictures"/>
    <dgm:cxn modelId="{EFFC217C-141B-4356-B189-666103269CBB}" type="presParOf" srcId="{772D23BB-4357-4E3C-B652-075D8F98BCB6}" destId="{F5B847DD-167E-4045-AED3-4C9CDBAA1674}" srcOrd="0" destOrd="0" presId="urn:microsoft.com/office/officeart/2008/layout/CaptionedPictures"/>
    <dgm:cxn modelId="{9E0A3605-1645-4456-AB72-C3825142BFE5}" type="presParOf" srcId="{772D23BB-4357-4E3C-B652-075D8F98BCB6}" destId="{183D458A-956E-4112-A0D7-52489BEE5CC7}" srcOrd="1" destOrd="0" presId="urn:microsoft.com/office/officeart/2008/layout/CaptionedPictures"/>
    <dgm:cxn modelId="{2AFCB7BA-F0B5-4DAD-805F-C77B75E237B3}" type="presParOf" srcId="{47A1C8BD-3E40-491D-9A17-45F82A085AB1}" destId="{68787660-22D8-4709-8797-D17C5BA9CAF8}" srcOrd="1" destOrd="0" presId="urn:microsoft.com/office/officeart/2008/layout/CaptionedPictures"/>
    <dgm:cxn modelId="{800A4238-CFDA-46FE-8905-94560B7FD9C6}" type="presParOf" srcId="{47A1C8BD-3E40-491D-9A17-45F82A085AB1}" destId="{6FF78236-EC75-438F-8EC6-08FEB0D5917F}" srcOrd="2" destOrd="0" presId="urn:microsoft.com/office/officeart/2008/layout/CaptionedPictures"/>
    <dgm:cxn modelId="{59D12990-595B-46B4-BEE5-61F05B3B56F5}" type="presParOf" srcId="{6FF78236-EC75-438F-8EC6-08FEB0D5917F}" destId="{1EA3C919-25C8-4FB6-95EF-67148D690560}" srcOrd="0" destOrd="0" presId="urn:microsoft.com/office/officeart/2008/layout/CaptionedPictures"/>
    <dgm:cxn modelId="{14842AE5-62BA-469B-91D1-2AAD9856DD76}" type="presParOf" srcId="{6FF78236-EC75-438F-8EC6-08FEB0D5917F}" destId="{21B041E8-4DA6-4A29-8EEC-F03691FF5562}" srcOrd="1" destOrd="0" presId="urn:microsoft.com/office/officeart/2008/layout/CaptionedPictures"/>
    <dgm:cxn modelId="{5D1B51FD-B1F9-4206-A9DF-EC8DF4E9E582}" type="presParOf" srcId="{6FF78236-EC75-438F-8EC6-08FEB0D5917F}" destId="{E557220A-F9E7-4B7F-A007-42443F942BA0}" srcOrd="2" destOrd="0" presId="urn:microsoft.com/office/officeart/2008/layout/CaptionedPictures"/>
    <dgm:cxn modelId="{1158E75E-4DFE-4C89-8C09-F560D1D9FFB4}" type="presParOf" srcId="{E557220A-F9E7-4B7F-A007-42443F942BA0}" destId="{8DBC6C45-35E2-4C05-9423-F72178035717}" srcOrd="0" destOrd="0" presId="urn:microsoft.com/office/officeart/2008/layout/CaptionedPictures"/>
    <dgm:cxn modelId="{E89287B2-CBA2-47CC-8E7E-ECA239DD1D76}" type="presParOf" srcId="{E557220A-F9E7-4B7F-A007-42443F942BA0}" destId="{7099336E-4119-4E61-AE38-D04FCB94476B}" srcOrd="1" destOrd="0" presId="urn:microsoft.com/office/officeart/2008/layout/CaptionedPictures"/>
    <dgm:cxn modelId="{C428AAC7-32D3-4313-8BDC-EF61CD630173}" type="presParOf" srcId="{47A1C8BD-3E40-491D-9A17-45F82A085AB1}" destId="{F7A8509A-1A0F-454B-ADCD-2CC0D80E2582}" srcOrd="3" destOrd="0" presId="urn:microsoft.com/office/officeart/2008/layout/CaptionedPictures"/>
    <dgm:cxn modelId="{2BAD0337-D8AD-40D3-9E7D-E2A7E1FF9261}" type="presParOf" srcId="{47A1C8BD-3E40-491D-9A17-45F82A085AB1}" destId="{F31C2B51-B6B6-49FF-B5FC-D1341AB6DCAB}" srcOrd="4" destOrd="0" presId="urn:microsoft.com/office/officeart/2008/layout/CaptionedPictures"/>
    <dgm:cxn modelId="{9FAE2C9E-5AAD-457A-9AD1-4520ED0D1D53}" type="presParOf" srcId="{F31C2B51-B6B6-49FF-B5FC-D1341AB6DCAB}" destId="{E058DF98-984D-4A65-BDEB-823D51923D65}" srcOrd="0" destOrd="0" presId="urn:microsoft.com/office/officeart/2008/layout/CaptionedPictures"/>
    <dgm:cxn modelId="{9673DC92-8F85-48EE-ABB3-0020339AC139}" type="presParOf" srcId="{F31C2B51-B6B6-49FF-B5FC-D1341AB6DCAB}" destId="{2531B1EF-4618-4860-9ACC-F6D59C25685D}" srcOrd="1" destOrd="0" presId="urn:microsoft.com/office/officeart/2008/layout/CaptionedPictures"/>
    <dgm:cxn modelId="{B0700AB9-09BB-4E17-A5E9-CE5C451E847D}" type="presParOf" srcId="{F31C2B51-B6B6-49FF-B5FC-D1341AB6DCAB}" destId="{F41D5297-3D4D-403C-B27B-3E6378FC950F}" srcOrd="2" destOrd="0" presId="urn:microsoft.com/office/officeart/2008/layout/CaptionedPictures"/>
    <dgm:cxn modelId="{B5F58C75-66AC-4785-B604-173F70A7C133}" type="presParOf" srcId="{F41D5297-3D4D-403C-B27B-3E6378FC950F}" destId="{411D8A71-16FC-43B1-AB7E-BAAD92E58DCD}" srcOrd="0" destOrd="0" presId="urn:microsoft.com/office/officeart/2008/layout/CaptionedPictures"/>
    <dgm:cxn modelId="{6A51DCA5-BAF3-40BD-849D-6300A3CDC72F}" type="presParOf" srcId="{F41D5297-3D4D-403C-B27B-3E6378FC950F}" destId="{78B60945-FBF4-41DD-B9D1-FD8C7B48BF88}" srcOrd="1" destOrd="0" presId="urn:microsoft.com/office/officeart/2008/layout/CaptionedPictures"/>
    <dgm:cxn modelId="{627BE18B-A3C6-4910-9CA0-5AC56864FD70}" type="presParOf" srcId="{47A1C8BD-3E40-491D-9A17-45F82A085AB1}" destId="{740D03B2-D0DF-45DB-B084-5260D28FA369}" srcOrd="5" destOrd="0" presId="urn:microsoft.com/office/officeart/2008/layout/CaptionedPictures"/>
    <dgm:cxn modelId="{5B7957A7-FD1D-470B-A7DE-019FAD026132}" type="presParOf" srcId="{47A1C8BD-3E40-491D-9A17-45F82A085AB1}" destId="{1E82900F-FD66-4DCB-8D43-7310613D2A4E}" srcOrd="6" destOrd="0" presId="urn:microsoft.com/office/officeart/2008/layout/CaptionedPictures"/>
    <dgm:cxn modelId="{D570F334-E1FC-4C43-A220-E24E4A226257}" type="presParOf" srcId="{1E82900F-FD66-4DCB-8D43-7310613D2A4E}" destId="{4FCE25C0-615B-45FF-A8C8-DCC8810F4E56}" srcOrd="0" destOrd="0" presId="urn:microsoft.com/office/officeart/2008/layout/CaptionedPictures"/>
    <dgm:cxn modelId="{2251503C-A925-4EC2-9DD2-E8734FCC8F6E}" type="presParOf" srcId="{1E82900F-FD66-4DCB-8D43-7310613D2A4E}" destId="{3D130D83-5318-4C79-9612-8264C20DF37C}" srcOrd="1" destOrd="0" presId="urn:microsoft.com/office/officeart/2008/layout/CaptionedPictures"/>
    <dgm:cxn modelId="{7F0C7029-1247-4109-BC68-75D28EBC210F}" type="presParOf" srcId="{1E82900F-FD66-4DCB-8D43-7310613D2A4E}" destId="{98292517-DB79-417F-8EF6-3B74D9BC8F46}" srcOrd="2" destOrd="0" presId="urn:microsoft.com/office/officeart/2008/layout/CaptionedPictures"/>
    <dgm:cxn modelId="{6D84DA4B-CCBA-42F8-8FCF-C90C25329F99}" type="presParOf" srcId="{98292517-DB79-417F-8EF6-3B74D9BC8F46}" destId="{88842E3E-9F95-4E0A-B78C-9E9560EF007A}" srcOrd="0" destOrd="0" presId="urn:microsoft.com/office/officeart/2008/layout/CaptionedPictures"/>
    <dgm:cxn modelId="{382AB16B-165B-4FDD-8C15-9212F0649241}" type="presParOf" srcId="{98292517-DB79-417F-8EF6-3B74D9BC8F46}" destId="{B7241B7A-6188-4F6D-9B7D-ECE57BF31780}" srcOrd="1" destOrd="0" presId="urn:microsoft.com/office/officeart/2008/layout/CaptionedPictures"/>
    <dgm:cxn modelId="{28305875-8593-4371-8E34-50C6C5103D84}" type="presParOf" srcId="{47A1C8BD-3E40-491D-9A17-45F82A085AB1}" destId="{C892F5FA-3800-4B67-B197-F1266EA64EF2}" srcOrd="7" destOrd="0" presId="urn:microsoft.com/office/officeart/2008/layout/CaptionedPictures"/>
    <dgm:cxn modelId="{8BB50160-0F7B-47F9-A714-C43CE30029FA}" type="presParOf" srcId="{47A1C8BD-3E40-491D-9A17-45F82A085AB1}" destId="{560FE18D-B3C0-47FE-8D53-7A7B7850A12E}" srcOrd="8" destOrd="0" presId="urn:microsoft.com/office/officeart/2008/layout/CaptionedPictures"/>
    <dgm:cxn modelId="{A87B7663-34F6-4655-B90B-FA148FE4B4DA}" type="presParOf" srcId="{560FE18D-B3C0-47FE-8D53-7A7B7850A12E}" destId="{FB1A40C7-D5E6-4019-B0A8-9ED22D6EDB61}" srcOrd="0" destOrd="0" presId="urn:microsoft.com/office/officeart/2008/layout/CaptionedPictures"/>
    <dgm:cxn modelId="{54F4F6E3-5CCE-4CA7-9A08-F8C43775C93F}" type="presParOf" srcId="{560FE18D-B3C0-47FE-8D53-7A7B7850A12E}" destId="{8F6E5768-9A5F-4441-8202-04156C03EE96}" srcOrd="1" destOrd="0" presId="urn:microsoft.com/office/officeart/2008/layout/CaptionedPictures"/>
    <dgm:cxn modelId="{A94A5E01-C232-4A55-9F08-434E0BAFA466}" type="presParOf" srcId="{560FE18D-B3C0-47FE-8D53-7A7B7850A12E}" destId="{037A7E69-6C41-4067-A716-9859B80AF696}" srcOrd="2" destOrd="0" presId="urn:microsoft.com/office/officeart/2008/layout/CaptionedPictures"/>
    <dgm:cxn modelId="{743D3557-A3B4-4E9D-A68A-60C1576E6AD1}" type="presParOf" srcId="{037A7E69-6C41-4067-A716-9859B80AF696}" destId="{ECFDDB5E-2055-4050-A181-92B41DCABA7A}" srcOrd="0" destOrd="0" presId="urn:microsoft.com/office/officeart/2008/layout/CaptionedPictures"/>
    <dgm:cxn modelId="{55DF9599-E7B3-4B96-8B81-7C2E8003D1CA}" type="presParOf" srcId="{037A7E69-6C41-4067-A716-9859B80AF696}" destId="{5A8814D8-5458-4A09-B82B-418241CFF598}" srcOrd="1" destOrd="0" presId="urn:microsoft.com/office/officeart/2008/layout/CaptionedPicture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7.xml><?xml version="1.0" encoding="utf-8"?>
<dgm:dataModel xmlns:dgm="http://schemas.openxmlformats.org/drawingml/2006/diagram" xmlns:a="http://schemas.openxmlformats.org/drawingml/2006/main">
  <dgm:ptLst>
    <dgm:pt modelId="{0E96AC28-FDE4-4BA0-BD21-7B92B3D28930}" type="doc">
      <dgm:prSet loTypeId="urn:microsoft.com/office/officeart/2008/layout/BendingPictureCaption" qsTypeId="urn:microsoft.com/office/officeart/2005/8/quickstyle/simple2" csTypeId="urn:microsoft.com/office/officeart/2005/8/colors/accent1_2"/>
      <dgm:spPr/>
    </dgm:pt>
    <dgm:pt modelId="{880A3BD0-2E63-4FFF-B38D-8890D299D271}">
      <dgm:prSet/>
      <dgm:spPr/>
      <dgm:t>
        <a:bodyPr/>
        <a:lstStyle/>
        <a:p>
          <a:r>
            <a:t>Research</a:t>
          </a:r>
        </a:p>
      </dgm:t>
    </dgm:pt>
    <dgm:pt modelId="{089F8C4D-1D99-4041-A494-1128D1942D1C}" type="parTrans" cxnId="{EE486B30-515E-4FD7-8B75-57EF98715683}">
      <dgm:prSet/>
      <dgm:spPr/>
      <dgm:t>
        <a:bodyPr/>
        <a:lstStyle/>
        <a:p>
          <a:endParaRPr/>
        </a:p>
      </dgm:t>
    </dgm:pt>
    <dgm:pt modelId="{DC2757ED-81A1-46D9-8649-5117B33968E0}" type="sibTrans" cxnId="{EE486B30-515E-4FD7-8B75-57EF98715683}">
      <dgm:prSet/>
      <dgm:spPr/>
      <dgm:t>
        <a:bodyPr/>
        <a:lstStyle/>
        <a:p>
          <a:endParaRPr/>
        </a:p>
      </dgm:t>
    </dgm:pt>
    <dgm:pt modelId="{73840938-8AA4-47AF-B025-6FBA98E40EE9}">
      <dgm:prSet/>
      <dgm:spPr/>
      <dgm:t>
        <a:bodyPr/>
        <a:lstStyle/>
        <a:p>
          <a:r>
            <a:t>Workshop</a:t>
          </a:r>
        </a:p>
      </dgm:t>
    </dgm:pt>
    <dgm:pt modelId="{39F231DB-A5B0-42A4-9392-51B4E8524C4E}" type="parTrans" cxnId="{E4EAE916-453E-45CC-9369-ED76E93452E1}">
      <dgm:prSet/>
      <dgm:spPr/>
      <dgm:t>
        <a:bodyPr/>
        <a:lstStyle/>
        <a:p>
          <a:endParaRPr/>
        </a:p>
      </dgm:t>
    </dgm:pt>
    <dgm:pt modelId="{B681DA8F-3C62-4200-BF9A-7ABC8F24CF8B}" type="sibTrans" cxnId="{E4EAE916-453E-45CC-9369-ED76E93452E1}">
      <dgm:prSet/>
      <dgm:spPr/>
      <dgm:t>
        <a:bodyPr/>
        <a:lstStyle/>
        <a:p>
          <a:endParaRPr/>
        </a:p>
      </dgm:t>
    </dgm:pt>
    <dgm:pt modelId="{686BF13D-45DE-4150-9BBD-06A8306A0C95}">
      <dgm:prSet/>
      <dgm:spPr/>
      <dgm:t>
        <a:bodyPr/>
        <a:lstStyle/>
        <a:p>
          <a:r>
            <a:t>Prototype</a:t>
          </a:r>
        </a:p>
      </dgm:t>
    </dgm:pt>
    <dgm:pt modelId="{37A56674-26EF-46C9-943B-A7E747A66588}" type="parTrans" cxnId="{51634251-9E0F-40ED-9F21-2BC38152D3A9}">
      <dgm:prSet/>
      <dgm:spPr/>
      <dgm:t>
        <a:bodyPr/>
        <a:lstStyle/>
        <a:p>
          <a:endParaRPr/>
        </a:p>
      </dgm:t>
    </dgm:pt>
    <dgm:pt modelId="{9A529808-C5AE-4B52-8D24-A14FC6722175}" type="sibTrans" cxnId="{51634251-9E0F-40ED-9F21-2BC38152D3A9}">
      <dgm:prSet/>
      <dgm:spPr/>
      <dgm:t>
        <a:bodyPr/>
        <a:lstStyle/>
        <a:p>
          <a:endParaRPr/>
        </a:p>
      </dgm:t>
    </dgm:pt>
    <dgm:pt modelId="{38771718-D9CE-49F5-9260-F47C7442D9DD}">
      <dgm:prSet/>
      <dgm:spPr/>
      <dgm:t>
        <a:bodyPr/>
        <a:lstStyle/>
        <a:p>
          <a:r>
            <a:t>Delivery</a:t>
          </a:r>
        </a:p>
      </dgm:t>
    </dgm:pt>
    <dgm:pt modelId="{90475D21-4C48-40DE-B5F3-613A7CC8627F}" type="parTrans" cxnId="{46834ED9-7026-410D-BDBF-416CAC881E0B}">
      <dgm:prSet/>
      <dgm:spPr/>
      <dgm:t>
        <a:bodyPr/>
        <a:lstStyle/>
        <a:p>
          <a:endParaRPr/>
        </a:p>
      </dgm:t>
    </dgm:pt>
    <dgm:pt modelId="{06DE5DE1-7373-40DB-9CE4-79E72120F906}" type="sibTrans" cxnId="{46834ED9-7026-410D-BDBF-416CAC881E0B}">
      <dgm:prSet/>
      <dgm:spPr/>
      <dgm:t>
        <a:bodyPr/>
        <a:lstStyle/>
        <a:p>
          <a:endParaRPr/>
        </a:p>
      </dgm:t>
    </dgm:pt>
    <dgm:pt modelId="{36E69564-71BF-4980-BED2-35E3ED971CEF}">
      <dgm:prSet/>
      <dgm:spPr/>
      <dgm:t>
        <a:bodyPr/>
        <a:lstStyle/>
        <a:p>
          <a:r>
            <a:t>Learning</a:t>
          </a:r>
        </a:p>
      </dgm:t>
    </dgm:pt>
    <dgm:pt modelId="{15689A3D-B199-45CA-AA07-654775F22625}" type="parTrans" cxnId="{A418B5B0-CEEA-492E-8716-504FC7A08CB7}">
      <dgm:prSet/>
      <dgm:spPr/>
      <dgm:t>
        <a:bodyPr/>
        <a:lstStyle/>
        <a:p>
          <a:endParaRPr/>
        </a:p>
      </dgm:t>
    </dgm:pt>
    <dgm:pt modelId="{995AA271-CE72-4103-927A-0F70A241DDFA}" type="sibTrans" cxnId="{A418B5B0-CEEA-492E-8716-504FC7A08CB7}">
      <dgm:prSet/>
      <dgm:spPr/>
      <dgm:t>
        <a:bodyPr/>
        <a:lstStyle/>
        <a:p>
          <a:endParaRPr/>
        </a:p>
      </dgm:t>
    </dgm:pt>
    <dgm:pt modelId="{C4B63273-9F91-284F-A5B3-E88B3A2EA6DA}" type="pres">
      <dgm:prSet presAssocID="{0E96AC28-FDE4-4BA0-BD21-7B92B3D28930}" presName="diagram" presStyleCnt="0">
        <dgm:presLayoutVars>
          <dgm:dir/>
        </dgm:presLayoutVars>
      </dgm:prSet>
      <dgm:spPr/>
    </dgm:pt>
    <dgm:pt modelId="{2932F3CC-1C64-A04C-80BD-3AD24DBA20F0}" type="pres">
      <dgm:prSet presAssocID="{880A3BD0-2E63-4FFF-B38D-8890D299D271}" presName="composite" presStyleCnt="0"/>
      <dgm:spPr/>
    </dgm:pt>
    <dgm:pt modelId="{771A4732-A55C-F349-9478-802FD2D47958}" type="pres">
      <dgm:prSet presAssocID="{880A3BD0-2E63-4FFF-B38D-8890D299D271}" presName="Image" presStyleLbl="bgShp" presStyleIdx="0" presStyleCnt="5"/>
      <dgm:spPr/>
    </dgm:pt>
    <dgm:pt modelId="{7F1FCC3B-0F9B-4948-8EB6-003CE76A6A04}" type="pres">
      <dgm:prSet presAssocID="{880A3BD0-2E63-4FFF-B38D-8890D299D271}" presName="Parent" presStyleLbl="node0" presStyleIdx="0" presStyleCnt="5">
        <dgm:presLayoutVars>
          <dgm:bulletEnabled val="1"/>
        </dgm:presLayoutVars>
      </dgm:prSet>
      <dgm:spPr/>
    </dgm:pt>
    <dgm:pt modelId="{F2F3D53A-9691-9F47-B6D4-2C5ECD0449A7}" type="pres">
      <dgm:prSet presAssocID="{DC2757ED-81A1-46D9-8649-5117B33968E0}" presName="sibTrans" presStyleCnt="0"/>
      <dgm:spPr/>
    </dgm:pt>
    <dgm:pt modelId="{7E1D8FCE-8130-8044-8692-85EF611B1E69}" type="pres">
      <dgm:prSet presAssocID="{73840938-8AA4-47AF-B025-6FBA98E40EE9}" presName="composite" presStyleCnt="0"/>
      <dgm:spPr/>
    </dgm:pt>
    <dgm:pt modelId="{B0DEE721-B374-D444-8A06-DE6DC7E1CEF9}" type="pres">
      <dgm:prSet presAssocID="{73840938-8AA4-47AF-B025-6FBA98E40EE9}" presName="Image" presStyleLbl="bgShp" presStyleIdx="1" presStyleCnt="5"/>
      <dgm:spPr/>
    </dgm:pt>
    <dgm:pt modelId="{A0A4F989-0E2B-8F48-9D7F-9704D5F0F008}" type="pres">
      <dgm:prSet presAssocID="{73840938-8AA4-47AF-B025-6FBA98E40EE9}" presName="Parent" presStyleLbl="node0" presStyleIdx="1" presStyleCnt="5">
        <dgm:presLayoutVars>
          <dgm:bulletEnabled val="1"/>
        </dgm:presLayoutVars>
      </dgm:prSet>
      <dgm:spPr/>
    </dgm:pt>
    <dgm:pt modelId="{ED9033EB-90E7-884A-827C-F0394BB5DD91}" type="pres">
      <dgm:prSet presAssocID="{B681DA8F-3C62-4200-BF9A-7ABC8F24CF8B}" presName="sibTrans" presStyleCnt="0"/>
      <dgm:spPr/>
    </dgm:pt>
    <dgm:pt modelId="{F3AFA28C-ED69-3648-AC84-E634FD6F1651}" type="pres">
      <dgm:prSet presAssocID="{686BF13D-45DE-4150-9BBD-06A8306A0C95}" presName="composite" presStyleCnt="0"/>
      <dgm:spPr/>
    </dgm:pt>
    <dgm:pt modelId="{5AE96F5A-B3C3-EB42-A18A-5153ED4D2062}" type="pres">
      <dgm:prSet presAssocID="{686BF13D-45DE-4150-9BBD-06A8306A0C95}" presName="Image" presStyleLbl="bgShp" presStyleIdx="2" presStyleCnt="5"/>
      <dgm:spPr/>
    </dgm:pt>
    <dgm:pt modelId="{A6E4E24E-54D8-634A-B5AB-6E402D56C44A}" type="pres">
      <dgm:prSet presAssocID="{686BF13D-45DE-4150-9BBD-06A8306A0C95}" presName="Parent" presStyleLbl="node0" presStyleIdx="2" presStyleCnt="5">
        <dgm:presLayoutVars>
          <dgm:bulletEnabled val="1"/>
        </dgm:presLayoutVars>
      </dgm:prSet>
      <dgm:spPr/>
    </dgm:pt>
    <dgm:pt modelId="{D2A0A629-934B-EA42-9717-90FDA572CF60}" type="pres">
      <dgm:prSet presAssocID="{9A529808-C5AE-4B52-8D24-A14FC6722175}" presName="sibTrans" presStyleCnt="0"/>
      <dgm:spPr/>
    </dgm:pt>
    <dgm:pt modelId="{899F65CA-252B-9045-943E-8CABC210C37F}" type="pres">
      <dgm:prSet presAssocID="{38771718-D9CE-49F5-9260-F47C7442D9DD}" presName="composite" presStyleCnt="0"/>
      <dgm:spPr/>
    </dgm:pt>
    <dgm:pt modelId="{B118AA94-396D-C54C-96D6-F14968D7AE70}" type="pres">
      <dgm:prSet presAssocID="{38771718-D9CE-49F5-9260-F47C7442D9DD}" presName="Image" presStyleLbl="bgShp" presStyleIdx="3" presStyleCnt="5"/>
      <dgm:spPr/>
    </dgm:pt>
    <dgm:pt modelId="{026E2462-D734-5444-870B-5C6B75B929D5}" type="pres">
      <dgm:prSet presAssocID="{38771718-D9CE-49F5-9260-F47C7442D9DD}" presName="Parent" presStyleLbl="node0" presStyleIdx="3" presStyleCnt="5">
        <dgm:presLayoutVars>
          <dgm:bulletEnabled val="1"/>
        </dgm:presLayoutVars>
      </dgm:prSet>
      <dgm:spPr/>
    </dgm:pt>
    <dgm:pt modelId="{A387F377-51A2-794E-83ED-58A9D12BC704}" type="pres">
      <dgm:prSet presAssocID="{06DE5DE1-7373-40DB-9CE4-79E72120F906}" presName="sibTrans" presStyleCnt="0"/>
      <dgm:spPr/>
    </dgm:pt>
    <dgm:pt modelId="{38E0C7DF-1D9F-F94E-BF84-64D413C7C0B2}" type="pres">
      <dgm:prSet presAssocID="{36E69564-71BF-4980-BED2-35E3ED971CEF}" presName="composite" presStyleCnt="0"/>
      <dgm:spPr/>
    </dgm:pt>
    <dgm:pt modelId="{15B6B776-1EB3-1F48-83EA-A5AA1339ADD5}" type="pres">
      <dgm:prSet presAssocID="{36E69564-71BF-4980-BED2-35E3ED971CEF}" presName="Image" presStyleLbl="bgShp" presStyleIdx="4" presStyleCnt="5"/>
      <dgm:spPr/>
    </dgm:pt>
    <dgm:pt modelId="{9867A95C-BA5E-614F-A9C9-2605B07D62CE}" type="pres">
      <dgm:prSet presAssocID="{36E69564-71BF-4980-BED2-35E3ED971CEF}" presName="Parent" presStyleLbl="node0" presStyleIdx="4" presStyleCnt="5">
        <dgm:presLayoutVars>
          <dgm:bulletEnabled val="1"/>
        </dgm:presLayoutVars>
      </dgm:prSet>
      <dgm:spPr/>
    </dgm:pt>
  </dgm:ptLst>
  <dgm:cxnLst>
    <dgm:cxn modelId="{A8688806-3E50-DC47-BD7E-5E257B2EAB6A}" type="presOf" srcId="{36E69564-71BF-4980-BED2-35E3ED971CEF}" destId="{9867A95C-BA5E-614F-A9C9-2605B07D62CE}" srcOrd="0" destOrd="0" presId="urn:microsoft.com/office/officeart/2008/layout/BendingPictureCaption"/>
    <dgm:cxn modelId="{E4EAE916-453E-45CC-9369-ED76E93452E1}" srcId="{0E96AC28-FDE4-4BA0-BD21-7B92B3D28930}" destId="{73840938-8AA4-47AF-B025-6FBA98E40EE9}" srcOrd="1" destOrd="0" parTransId="{39F231DB-A5B0-42A4-9392-51B4E8524C4E}" sibTransId="{B681DA8F-3C62-4200-BF9A-7ABC8F24CF8B}"/>
    <dgm:cxn modelId="{864FE41D-4962-4843-84FA-B355DD1D91D9}" type="presOf" srcId="{73840938-8AA4-47AF-B025-6FBA98E40EE9}" destId="{A0A4F989-0E2B-8F48-9D7F-9704D5F0F008}" srcOrd="0" destOrd="0" presId="urn:microsoft.com/office/officeart/2008/layout/BendingPictureCaption"/>
    <dgm:cxn modelId="{41DBF72F-1663-4E4D-9D0B-615510D2CBD5}" type="presOf" srcId="{38771718-D9CE-49F5-9260-F47C7442D9DD}" destId="{026E2462-D734-5444-870B-5C6B75B929D5}" srcOrd="0" destOrd="0" presId="urn:microsoft.com/office/officeart/2008/layout/BendingPictureCaption"/>
    <dgm:cxn modelId="{EE486B30-515E-4FD7-8B75-57EF98715683}" srcId="{0E96AC28-FDE4-4BA0-BD21-7B92B3D28930}" destId="{880A3BD0-2E63-4FFF-B38D-8890D299D271}" srcOrd="0" destOrd="0" parTransId="{089F8C4D-1D99-4041-A494-1128D1942D1C}" sibTransId="{DC2757ED-81A1-46D9-8649-5117B33968E0}"/>
    <dgm:cxn modelId="{7B767631-23D2-A246-B8C7-CCBC1A3683B7}" type="presOf" srcId="{880A3BD0-2E63-4FFF-B38D-8890D299D271}" destId="{7F1FCC3B-0F9B-4948-8EB6-003CE76A6A04}" srcOrd="0" destOrd="0" presId="urn:microsoft.com/office/officeart/2008/layout/BendingPictureCaption"/>
    <dgm:cxn modelId="{BD0B2E47-1F41-5643-8A23-BF2B27FE4A54}" type="presOf" srcId="{0E96AC28-FDE4-4BA0-BD21-7B92B3D28930}" destId="{C4B63273-9F91-284F-A5B3-E88B3A2EA6DA}" srcOrd="0" destOrd="0" presId="urn:microsoft.com/office/officeart/2008/layout/BendingPictureCaption"/>
    <dgm:cxn modelId="{51634251-9E0F-40ED-9F21-2BC38152D3A9}" srcId="{0E96AC28-FDE4-4BA0-BD21-7B92B3D28930}" destId="{686BF13D-45DE-4150-9BBD-06A8306A0C95}" srcOrd="2" destOrd="0" parTransId="{37A56674-26EF-46C9-943B-A7E747A66588}" sibTransId="{9A529808-C5AE-4B52-8D24-A14FC6722175}"/>
    <dgm:cxn modelId="{E37C639B-23B8-7643-AFFB-C68EC7E1659E}" type="presOf" srcId="{686BF13D-45DE-4150-9BBD-06A8306A0C95}" destId="{A6E4E24E-54D8-634A-B5AB-6E402D56C44A}" srcOrd="0" destOrd="0" presId="urn:microsoft.com/office/officeart/2008/layout/BendingPictureCaption"/>
    <dgm:cxn modelId="{A418B5B0-CEEA-492E-8716-504FC7A08CB7}" srcId="{0E96AC28-FDE4-4BA0-BD21-7B92B3D28930}" destId="{36E69564-71BF-4980-BED2-35E3ED971CEF}" srcOrd="4" destOrd="0" parTransId="{15689A3D-B199-45CA-AA07-654775F22625}" sibTransId="{995AA271-CE72-4103-927A-0F70A241DDFA}"/>
    <dgm:cxn modelId="{46834ED9-7026-410D-BDBF-416CAC881E0B}" srcId="{0E96AC28-FDE4-4BA0-BD21-7B92B3D28930}" destId="{38771718-D9CE-49F5-9260-F47C7442D9DD}" srcOrd="3" destOrd="0" parTransId="{90475D21-4C48-40DE-B5F3-613A7CC8627F}" sibTransId="{06DE5DE1-7373-40DB-9CE4-79E72120F906}"/>
    <dgm:cxn modelId="{212A4182-5A9E-0942-9803-73B24ABCECA6}" type="presParOf" srcId="{C4B63273-9F91-284F-A5B3-E88B3A2EA6DA}" destId="{2932F3CC-1C64-A04C-80BD-3AD24DBA20F0}" srcOrd="0" destOrd="0" presId="urn:microsoft.com/office/officeart/2008/layout/BendingPictureCaption"/>
    <dgm:cxn modelId="{39A81CEC-77BD-F04B-A768-829A80AD2025}" type="presParOf" srcId="{2932F3CC-1C64-A04C-80BD-3AD24DBA20F0}" destId="{771A4732-A55C-F349-9478-802FD2D47958}" srcOrd="0" destOrd="0" presId="urn:microsoft.com/office/officeart/2008/layout/BendingPictureCaption"/>
    <dgm:cxn modelId="{EFD2642F-52B8-064C-AB2F-4C2189A2FE72}" type="presParOf" srcId="{2932F3CC-1C64-A04C-80BD-3AD24DBA20F0}" destId="{7F1FCC3B-0F9B-4948-8EB6-003CE76A6A04}" srcOrd="1" destOrd="0" presId="urn:microsoft.com/office/officeart/2008/layout/BendingPictureCaption"/>
    <dgm:cxn modelId="{DE02C445-069A-0145-9510-A74616B6B5DB}" type="presParOf" srcId="{C4B63273-9F91-284F-A5B3-E88B3A2EA6DA}" destId="{F2F3D53A-9691-9F47-B6D4-2C5ECD0449A7}" srcOrd="1" destOrd="0" presId="urn:microsoft.com/office/officeart/2008/layout/BendingPictureCaption"/>
    <dgm:cxn modelId="{092DCF0F-0B7D-B34F-9808-41D03D22F872}" type="presParOf" srcId="{C4B63273-9F91-284F-A5B3-E88B3A2EA6DA}" destId="{7E1D8FCE-8130-8044-8692-85EF611B1E69}" srcOrd="2" destOrd="0" presId="urn:microsoft.com/office/officeart/2008/layout/BendingPictureCaption"/>
    <dgm:cxn modelId="{7812DF79-520A-9449-BE0F-092DDCB05CBB}" type="presParOf" srcId="{7E1D8FCE-8130-8044-8692-85EF611B1E69}" destId="{B0DEE721-B374-D444-8A06-DE6DC7E1CEF9}" srcOrd="0" destOrd="0" presId="urn:microsoft.com/office/officeart/2008/layout/BendingPictureCaption"/>
    <dgm:cxn modelId="{E7C4B008-CAAC-5942-A41E-CF600AB9C8D3}" type="presParOf" srcId="{7E1D8FCE-8130-8044-8692-85EF611B1E69}" destId="{A0A4F989-0E2B-8F48-9D7F-9704D5F0F008}" srcOrd="1" destOrd="0" presId="urn:microsoft.com/office/officeart/2008/layout/BendingPictureCaption"/>
    <dgm:cxn modelId="{5AD63C8E-BCDD-3A47-BBDD-15085EE09B00}" type="presParOf" srcId="{C4B63273-9F91-284F-A5B3-E88B3A2EA6DA}" destId="{ED9033EB-90E7-884A-827C-F0394BB5DD91}" srcOrd="3" destOrd="0" presId="urn:microsoft.com/office/officeart/2008/layout/BendingPictureCaption"/>
    <dgm:cxn modelId="{ED97FF1A-CC70-BC40-B3D7-043E0B5C93D7}" type="presParOf" srcId="{C4B63273-9F91-284F-A5B3-E88B3A2EA6DA}" destId="{F3AFA28C-ED69-3648-AC84-E634FD6F1651}" srcOrd="4" destOrd="0" presId="urn:microsoft.com/office/officeart/2008/layout/BendingPictureCaption"/>
    <dgm:cxn modelId="{CDA7AD16-A04A-114C-8358-68B3DAB5EED6}" type="presParOf" srcId="{F3AFA28C-ED69-3648-AC84-E634FD6F1651}" destId="{5AE96F5A-B3C3-EB42-A18A-5153ED4D2062}" srcOrd="0" destOrd="0" presId="urn:microsoft.com/office/officeart/2008/layout/BendingPictureCaption"/>
    <dgm:cxn modelId="{E69E7777-A9FA-7A4C-9BFD-3E94A2AF0C48}" type="presParOf" srcId="{F3AFA28C-ED69-3648-AC84-E634FD6F1651}" destId="{A6E4E24E-54D8-634A-B5AB-6E402D56C44A}" srcOrd="1" destOrd="0" presId="urn:microsoft.com/office/officeart/2008/layout/BendingPictureCaption"/>
    <dgm:cxn modelId="{6CD3B769-790F-EE44-9000-30BD3C0C7BDB}" type="presParOf" srcId="{C4B63273-9F91-284F-A5B3-E88B3A2EA6DA}" destId="{D2A0A629-934B-EA42-9717-90FDA572CF60}" srcOrd="5" destOrd="0" presId="urn:microsoft.com/office/officeart/2008/layout/BendingPictureCaption"/>
    <dgm:cxn modelId="{A00EE4B2-35DC-F944-8166-DB4B1589E4F3}" type="presParOf" srcId="{C4B63273-9F91-284F-A5B3-E88B3A2EA6DA}" destId="{899F65CA-252B-9045-943E-8CABC210C37F}" srcOrd="6" destOrd="0" presId="urn:microsoft.com/office/officeart/2008/layout/BendingPictureCaption"/>
    <dgm:cxn modelId="{E97A7C2B-CF16-A64A-8AE2-A731997295EF}" type="presParOf" srcId="{899F65CA-252B-9045-943E-8CABC210C37F}" destId="{B118AA94-396D-C54C-96D6-F14968D7AE70}" srcOrd="0" destOrd="0" presId="urn:microsoft.com/office/officeart/2008/layout/BendingPictureCaption"/>
    <dgm:cxn modelId="{EFFB7EFE-9762-4542-9429-AE3AB0F4F7CA}" type="presParOf" srcId="{899F65CA-252B-9045-943E-8CABC210C37F}" destId="{026E2462-D734-5444-870B-5C6B75B929D5}" srcOrd="1" destOrd="0" presId="urn:microsoft.com/office/officeart/2008/layout/BendingPictureCaption"/>
    <dgm:cxn modelId="{9E936718-5009-2044-ADC2-06862C26D137}" type="presParOf" srcId="{C4B63273-9F91-284F-A5B3-E88B3A2EA6DA}" destId="{A387F377-51A2-794E-83ED-58A9D12BC704}" srcOrd="7" destOrd="0" presId="urn:microsoft.com/office/officeart/2008/layout/BendingPictureCaption"/>
    <dgm:cxn modelId="{21751818-89E8-DF44-AB4F-0C2E00BC55CA}" type="presParOf" srcId="{C4B63273-9F91-284F-A5B3-E88B3A2EA6DA}" destId="{38E0C7DF-1D9F-F94E-BF84-64D413C7C0B2}" srcOrd="8" destOrd="0" presId="urn:microsoft.com/office/officeart/2008/layout/BendingPictureCaption"/>
    <dgm:cxn modelId="{160DDECD-25F9-F34C-9339-94F890F9D037}" type="presParOf" srcId="{38E0C7DF-1D9F-F94E-BF84-64D413C7C0B2}" destId="{15B6B776-1EB3-1F48-83EA-A5AA1339ADD5}" srcOrd="0" destOrd="0" presId="urn:microsoft.com/office/officeart/2008/layout/BendingPictureCaption"/>
    <dgm:cxn modelId="{BE746C9F-33AE-9141-8512-96B3CA9C0F2D}" type="presParOf" srcId="{38E0C7DF-1D9F-F94E-BF84-64D413C7C0B2}" destId="{9867A95C-BA5E-614F-A9C9-2605B07D62CE}" srcOrd="1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8.xml><?xml version="1.0" encoding="utf-8"?>
<dgm:dataModel xmlns:dgm="http://schemas.openxmlformats.org/drawingml/2006/diagram" xmlns:a="http://schemas.openxmlformats.org/drawingml/2006/main">
  <dgm:ptLst>
    <dgm:pt modelId="{B7E45DB0-46B3-42F4-BC44-3932B3B4B8DF}" type="doc">
      <dgm:prSet loTypeId="urn:microsoft.com/office/officeart/2011/layout/Picture Frame" qsTypeId="urn:microsoft.com/office/officeart/2005/8/quickstyle/simple2" csTypeId="urn:microsoft.com/office/officeart/2005/8/colors/accent1_2"/>
      <dgm:spPr/>
    </dgm:pt>
    <dgm:pt modelId="{DF4CB4A2-EA9A-4AFA-97E0-7E3F0DF26C9E}">
      <dgm:prSet/>
      <dgm:spPr/>
      <dgm:t>
        <a:bodyPr/>
        <a:lstStyle/>
        <a:p>
          <a:r>
            <a:t>Research</a:t>
          </a:r>
        </a:p>
      </dgm:t>
    </dgm:pt>
    <dgm:pt modelId="{20E4E514-C2A0-4141-AAFB-3B49B82CCEC6}" type="parTrans" cxnId="{A0BA4AB1-5F52-4573-AB5D-5169FFDE39F9}">
      <dgm:prSet/>
      <dgm:spPr/>
      <dgm:t>
        <a:bodyPr/>
        <a:lstStyle/>
        <a:p>
          <a:endParaRPr/>
        </a:p>
      </dgm:t>
    </dgm:pt>
    <dgm:pt modelId="{C8A138F8-E7BE-470B-B30E-09DFB5E8917F}" type="sibTrans" cxnId="{A0BA4AB1-5F52-4573-AB5D-5169FFDE39F9}">
      <dgm:prSet/>
      <dgm:spPr/>
      <dgm:t>
        <a:bodyPr/>
        <a:lstStyle/>
        <a:p>
          <a:endParaRPr/>
        </a:p>
      </dgm:t>
    </dgm:pt>
    <dgm:pt modelId="{F26F04FC-1B8E-4C56-9815-64B10FA4C3E3}">
      <dgm:prSet/>
      <dgm:spPr/>
      <dgm:t>
        <a:bodyPr/>
        <a:lstStyle/>
        <a:p>
          <a:r>
            <a:t>Workshop</a:t>
          </a:r>
        </a:p>
      </dgm:t>
    </dgm:pt>
    <dgm:pt modelId="{EFABD2ED-12FC-4172-999F-4FA4AB5DA1FA}" type="parTrans" cxnId="{97B481C4-99BD-4025-975F-22AC8C94D044}">
      <dgm:prSet/>
      <dgm:spPr/>
      <dgm:t>
        <a:bodyPr/>
        <a:lstStyle/>
        <a:p>
          <a:endParaRPr/>
        </a:p>
      </dgm:t>
    </dgm:pt>
    <dgm:pt modelId="{6648F0A1-EA9A-4ABB-A100-9A0E03C64566}" type="sibTrans" cxnId="{97B481C4-99BD-4025-975F-22AC8C94D044}">
      <dgm:prSet/>
      <dgm:spPr/>
      <dgm:t>
        <a:bodyPr/>
        <a:lstStyle/>
        <a:p>
          <a:endParaRPr/>
        </a:p>
      </dgm:t>
    </dgm:pt>
    <dgm:pt modelId="{C7B1BA91-BA53-45C5-B5ED-C557BDE88BCD}">
      <dgm:prSet/>
      <dgm:spPr/>
      <dgm:t>
        <a:bodyPr/>
        <a:lstStyle/>
        <a:p>
          <a:r>
            <a:t>Prototype</a:t>
          </a:r>
        </a:p>
      </dgm:t>
    </dgm:pt>
    <dgm:pt modelId="{A93E35D2-EB99-4812-B7E8-FBC9312D5CF3}" type="parTrans" cxnId="{4F81AE08-26DC-4E92-A9AD-B25EFE3E9FC3}">
      <dgm:prSet/>
      <dgm:spPr/>
      <dgm:t>
        <a:bodyPr/>
        <a:lstStyle/>
        <a:p>
          <a:endParaRPr/>
        </a:p>
      </dgm:t>
    </dgm:pt>
    <dgm:pt modelId="{1FE6AFA2-BDA8-418A-9D4F-C2E82B61DA9E}" type="sibTrans" cxnId="{4F81AE08-26DC-4E92-A9AD-B25EFE3E9FC3}">
      <dgm:prSet/>
      <dgm:spPr/>
      <dgm:t>
        <a:bodyPr/>
        <a:lstStyle/>
        <a:p>
          <a:endParaRPr/>
        </a:p>
      </dgm:t>
    </dgm:pt>
    <dgm:pt modelId="{4E1B1777-4CD8-4AAA-B3A2-6B0E6E6BE8F5}">
      <dgm:prSet/>
      <dgm:spPr/>
      <dgm:t>
        <a:bodyPr/>
        <a:lstStyle/>
        <a:p>
          <a:r>
            <a:t>Delivery</a:t>
          </a:r>
        </a:p>
      </dgm:t>
    </dgm:pt>
    <dgm:pt modelId="{9A57854C-AC52-493A-83FC-D1AF047902AC}" type="parTrans" cxnId="{624C94F7-8D7E-48B3-BA9B-47254513B624}">
      <dgm:prSet/>
      <dgm:spPr/>
      <dgm:t>
        <a:bodyPr/>
        <a:lstStyle/>
        <a:p>
          <a:endParaRPr/>
        </a:p>
      </dgm:t>
    </dgm:pt>
    <dgm:pt modelId="{96874017-6CE0-4261-B11E-0F157A77F2FB}" type="sibTrans" cxnId="{624C94F7-8D7E-48B3-BA9B-47254513B624}">
      <dgm:prSet/>
      <dgm:spPr/>
      <dgm:t>
        <a:bodyPr/>
        <a:lstStyle/>
        <a:p>
          <a:endParaRPr/>
        </a:p>
      </dgm:t>
    </dgm:pt>
    <dgm:pt modelId="{83068CFA-468E-447A-BFFE-8DF4D9CCF599}">
      <dgm:prSet/>
      <dgm:spPr/>
      <dgm:t>
        <a:bodyPr/>
        <a:lstStyle/>
        <a:p>
          <a:r>
            <a:t>Learning</a:t>
          </a:r>
        </a:p>
      </dgm:t>
    </dgm:pt>
    <dgm:pt modelId="{FE3BD611-9035-467F-8423-1439F564E4A8}" type="parTrans" cxnId="{99F817D0-83A7-4273-A030-B40B5D6AFE4A}">
      <dgm:prSet/>
      <dgm:spPr/>
      <dgm:t>
        <a:bodyPr/>
        <a:lstStyle/>
        <a:p>
          <a:endParaRPr/>
        </a:p>
      </dgm:t>
    </dgm:pt>
    <dgm:pt modelId="{6ED7AEE8-71F0-40F9-B176-33FE160D2451}" type="sibTrans" cxnId="{99F817D0-83A7-4273-A030-B40B5D6AFE4A}">
      <dgm:prSet/>
      <dgm:spPr/>
      <dgm:t>
        <a:bodyPr/>
        <a:lstStyle/>
        <a:p>
          <a:endParaRPr/>
        </a:p>
      </dgm:t>
    </dgm:pt>
    <dgm:pt modelId="{2A1B3A95-145B-4385-B740-D0E9AC8EA57A}" type="pres">
      <dgm:prSet presAssocID="{B7E45DB0-46B3-42F4-BC44-3932B3B4B8DF}" presName="Name0" presStyleCnt="0">
        <dgm:presLayoutVars>
          <dgm:chMax/>
          <dgm:chPref/>
          <dgm:dir/>
        </dgm:presLayoutVars>
      </dgm:prSet>
      <dgm:spPr/>
    </dgm:pt>
    <dgm:pt modelId="{455240D0-6754-4715-AC99-FCCA6149607A}" type="pres">
      <dgm:prSet presAssocID="{DF4CB4A2-EA9A-4AFA-97E0-7E3F0DF26C9E}" presName="composite" presStyleCnt="0"/>
      <dgm:spPr/>
    </dgm:pt>
    <dgm:pt modelId="{764FD0A3-BF0D-4E8E-B955-27847CD97D51}" type="pres">
      <dgm:prSet presAssocID="{DF4CB4A2-EA9A-4AFA-97E0-7E3F0DF26C9E}" presName="Image" presStyleLbl="alignImgPlace1" presStyleIdx="0" presStyleCnt="5"/>
      <dgm:spPr>
        <a:blipFill>
          <a:blip xmlns:r="http://schemas.openxmlformats.org/officeDocument/2006/relationships" r:embed="rId1"/>
          <a:srcRect/>
          <a:stretch>
            <a:fillRect t="-3947" b="-3947"/>
          </a:stretch>
        </a:blipFill>
      </dgm:spPr>
    </dgm:pt>
    <dgm:pt modelId="{6D74882E-074F-45C7-9837-578AD0EBDCF9}" type="pres">
      <dgm:prSet presAssocID="{DF4CB4A2-EA9A-4AFA-97E0-7E3F0DF26C9E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C4358FBB-6082-DF4C-B8E8-5BAE9520DF34}" type="pres">
      <dgm:prSet presAssocID="{DF4CB4A2-EA9A-4AFA-97E0-7E3F0DF26C9E}" presName="Accent1" presStyleLbl="parChTrans1D1" presStyleIdx="0" presStyleCnt="5"/>
      <dgm:spPr/>
    </dgm:pt>
    <dgm:pt modelId="{C44CE2CD-839D-43FC-AC65-B0D62F404AF3}" type="pres">
      <dgm:prSet presAssocID="{C8A138F8-E7BE-470B-B30E-09DFB5E8917F}" presName="sibTrans" presStyleCnt="0"/>
      <dgm:spPr/>
    </dgm:pt>
    <dgm:pt modelId="{93D7A2F5-E712-4B8C-9069-157723F9F8B4}" type="pres">
      <dgm:prSet presAssocID="{F26F04FC-1B8E-4C56-9815-64B10FA4C3E3}" presName="composite" presStyleCnt="0"/>
      <dgm:spPr/>
    </dgm:pt>
    <dgm:pt modelId="{4BF44481-9A93-49BC-8DEF-6D14DC7DC26E}" type="pres">
      <dgm:prSet presAssocID="{F26F04FC-1B8E-4C56-9815-64B10FA4C3E3}" presName="Image" presStyleLbl="alignImgPlace1" presStyleIdx="1" presStyleCnt="5"/>
      <dgm:spPr>
        <a:blipFill>
          <a:blip xmlns:r="http://schemas.openxmlformats.org/officeDocument/2006/relationships" r:embed="rId2"/>
          <a:srcRect/>
          <a:stretch>
            <a:fillRect t="-3947" b="-3947"/>
          </a:stretch>
        </a:blipFill>
      </dgm:spPr>
    </dgm:pt>
    <dgm:pt modelId="{6BA5AF3E-79BD-4ECF-AD0D-3E3DF5558266}" type="pres">
      <dgm:prSet presAssocID="{F26F04FC-1B8E-4C56-9815-64B10FA4C3E3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313F584B-3B84-3D4D-968D-2F7940B91318}" type="pres">
      <dgm:prSet presAssocID="{F26F04FC-1B8E-4C56-9815-64B10FA4C3E3}" presName="Accent1" presStyleLbl="parChTrans1D1" presStyleIdx="1" presStyleCnt="5"/>
      <dgm:spPr/>
    </dgm:pt>
    <dgm:pt modelId="{1BAAF5BA-2738-4F9B-B0CA-A0EA89870EEC}" type="pres">
      <dgm:prSet presAssocID="{6648F0A1-EA9A-4ABB-A100-9A0E03C64566}" presName="sibTrans" presStyleCnt="0"/>
      <dgm:spPr/>
    </dgm:pt>
    <dgm:pt modelId="{DCE2FFF9-DC01-4BD5-AD42-8219E2BB8A2B}" type="pres">
      <dgm:prSet presAssocID="{C7B1BA91-BA53-45C5-B5ED-C557BDE88BCD}" presName="composite" presStyleCnt="0"/>
      <dgm:spPr/>
    </dgm:pt>
    <dgm:pt modelId="{63BAFD93-ED4E-451C-9435-B808853F6635}" type="pres">
      <dgm:prSet presAssocID="{C7B1BA91-BA53-45C5-B5ED-C557BDE88BCD}" presName="Image" presStyleLbl="alignImgPlace1" presStyleIdx="2" presStyleCnt="5"/>
      <dgm:spPr>
        <a:blipFill>
          <a:blip xmlns:r="http://schemas.openxmlformats.org/officeDocument/2006/relationships" r:embed="rId3"/>
          <a:srcRect/>
          <a:stretch>
            <a:fillRect t="-3947" b="-3947"/>
          </a:stretch>
        </a:blipFill>
      </dgm:spPr>
    </dgm:pt>
    <dgm:pt modelId="{0B5F0802-F9DF-473D-B81A-36CA43CB2197}" type="pres">
      <dgm:prSet presAssocID="{C7B1BA91-BA53-45C5-B5ED-C557BDE88BCD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F14BCB03-2F83-E747-BA1A-507AE33324BA}" type="pres">
      <dgm:prSet presAssocID="{C7B1BA91-BA53-45C5-B5ED-C557BDE88BCD}" presName="Accent1" presStyleLbl="parChTrans1D1" presStyleIdx="2" presStyleCnt="5"/>
      <dgm:spPr/>
    </dgm:pt>
    <dgm:pt modelId="{B598B5A6-5DDD-48ED-BA1D-644C8B719840}" type="pres">
      <dgm:prSet presAssocID="{1FE6AFA2-BDA8-418A-9D4F-C2E82B61DA9E}" presName="sibTrans" presStyleCnt="0"/>
      <dgm:spPr/>
    </dgm:pt>
    <dgm:pt modelId="{52CD5F5D-8D86-46F7-ACFA-A7B002E70D3F}" type="pres">
      <dgm:prSet presAssocID="{4E1B1777-4CD8-4AAA-B3A2-6B0E6E6BE8F5}" presName="composite" presStyleCnt="0"/>
      <dgm:spPr/>
    </dgm:pt>
    <dgm:pt modelId="{78A5E35C-A8B3-42A4-B92D-B804FEE94332}" type="pres">
      <dgm:prSet presAssocID="{4E1B1777-4CD8-4AAA-B3A2-6B0E6E6BE8F5}" presName="Image" presStyleLbl="alignImgPlace1" presStyleIdx="3" presStyleCnt="5"/>
      <dgm:spPr>
        <a:blipFill>
          <a:blip xmlns:r="http://schemas.openxmlformats.org/officeDocument/2006/relationships" r:embed="rId4"/>
          <a:srcRect/>
          <a:stretch>
            <a:fillRect t="-3947" b="-3947"/>
          </a:stretch>
        </a:blipFill>
      </dgm:spPr>
    </dgm:pt>
    <dgm:pt modelId="{4067E87C-EEC8-4C62-8929-AAF67831CB45}" type="pres">
      <dgm:prSet presAssocID="{4E1B1777-4CD8-4AAA-B3A2-6B0E6E6BE8F5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59DC6727-6240-6245-A9E3-5678A3EE72EE}" type="pres">
      <dgm:prSet presAssocID="{4E1B1777-4CD8-4AAA-B3A2-6B0E6E6BE8F5}" presName="Accent1" presStyleLbl="parChTrans1D1" presStyleIdx="3" presStyleCnt="5"/>
      <dgm:spPr/>
    </dgm:pt>
    <dgm:pt modelId="{A1A77C6C-7102-4164-B069-68C45E29C81E}" type="pres">
      <dgm:prSet presAssocID="{96874017-6CE0-4261-B11E-0F157A77F2FB}" presName="sibTrans" presStyleCnt="0"/>
      <dgm:spPr/>
    </dgm:pt>
    <dgm:pt modelId="{955CC6C2-3F17-4291-874B-E5AF6C9E811A}" type="pres">
      <dgm:prSet presAssocID="{83068CFA-468E-447A-BFFE-8DF4D9CCF599}" presName="composite" presStyleCnt="0"/>
      <dgm:spPr/>
    </dgm:pt>
    <dgm:pt modelId="{73826C37-7E99-4E0E-810D-FC4D07B072BB}" type="pres">
      <dgm:prSet presAssocID="{83068CFA-468E-447A-BFFE-8DF4D9CCF599}" presName="Image" presStyleLbl="alignImgPlace1" presStyleIdx="4" presStyleCnt="5"/>
      <dgm:spPr>
        <a:blipFill>
          <a:blip xmlns:r="http://schemas.openxmlformats.org/officeDocument/2006/relationships" r:embed="rId5"/>
          <a:srcRect/>
          <a:stretch>
            <a:fillRect t="-3947" b="-3947"/>
          </a:stretch>
        </a:blipFill>
      </dgm:spPr>
    </dgm:pt>
    <dgm:pt modelId="{3C5C9C3F-F4F2-4E49-ABD2-FCEF68C42C26}" type="pres">
      <dgm:prSet presAssocID="{83068CFA-468E-447A-BFFE-8DF4D9CCF599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51ACC8F9-C63C-3E46-A7E6-590D8C95CF18}" type="pres">
      <dgm:prSet presAssocID="{83068CFA-468E-447A-BFFE-8DF4D9CCF599}" presName="Accent1" presStyleLbl="parChTrans1D1" presStyleIdx="4" presStyleCnt="5"/>
      <dgm:spPr/>
    </dgm:pt>
  </dgm:ptLst>
  <dgm:cxnLst>
    <dgm:cxn modelId="{A8255207-6FFD-4076-8305-42F822E1D9A6}" type="presOf" srcId="{B7E45DB0-46B3-42F4-BC44-3932B3B4B8DF}" destId="{2A1B3A95-145B-4385-B740-D0E9AC8EA57A}" srcOrd="0" destOrd="0" presId="urn:microsoft.com/office/officeart/2011/layout/Picture Frame"/>
    <dgm:cxn modelId="{4F81AE08-26DC-4E92-A9AD-B25EFE3E9FC3}" srcId="{B7E45DB0-46B3-42F4-BC44-3932B3B4B8DF}" destId="{C7B1BA91-BA53-45C5-B5ED-C557BDE88BCD}" srcOrd="2" destOrd="0" parTransId="{A93E35D2-EB99-4812-B7E8-FBC9312D5CF3}" sibTransId="{1FE6AFA2-BDA8-418A-9D4F-C2E82B61DA9E}"/>
    <dgm:cxn modelId="{D7848E1D-CDDA-40AA-A997-FA96B3CAD011}" type="presOf" srcId="{F26F04FC-1B8E-4C56-9815-64B10FA4C3E3}" destId="{6BA5AF3E-79BD-4ECF-AD0D-3E3DF5558266}" srcOrd="0" destOrd="0" presId="urn:microsoft.com/office/officeart/2011/layout/Picture Frame"/>
    <dgm:cxn modelId="{CEC4AD51-79AF-4525-848B-5FAD207A1714}" type="presOf" srcId="{83068CFA-468E-447A-BFFE-8DF4D9CCF599}" destId="{3C5C9C3F-F4F2-4E49-ABD2-FCEF68C42C26}" srcOrd="0" destOrd="0" presId="urn:microsoft.com/office/officeart/2011/layout/Picture Frame"/>
    <dgm:cxn modelId="{5B249D59-38B8-45BD-A18E-0E0E13D8BF6D}" type="presOf" srcId="{4E1B1777-4CD8-4AAA-B3A2-6B0E6E6BE8F5}" destId="{4067E87C-EEC8-4C62-8929-AAF67831CB45}" srcOrd="0" destOrd="0" presId="urn:microsoft.com/office/officeart/2011/layout/Picture Frame"/>
    <dgm:cxn modelId="{A0BA4AB1-5F52-4573-AB5D-5169FFDE39F9}" srcId="{B7E45DB0-46B3-42F4-BC44-3932B3B4B8DF}" destId="{DF4CB4A2-EA9A-4AFA-97E0-7E3F0DF26C9E}" srcOrd="0" destOrd="0" parTransId="{20E4E514-C2A0-4141-AAFB-3B49B82CCEC6}" sibTransId="{C8A138F8-E7BE-470B-B30E-09DFB5E8917F}"/>
    <dgm:cxn modelId="{72759CBB-FC17-4456-B7E6-6303433B78C5}" type="presOf" srcId="{C7B1BA91-BA53-45C5-B5ED-C557BDE88BCD}" destId="{0B5F0802-F9DF-473D-B81A-36CA43CB2197}" srcOrd="0" destOrd="0" presId="urn:microsoft.com/office/officeart/2011/layout/Picture Frame"/>
    <dgm:cxn modelId="{97B481C4-99BD-4025-975F-22AC8C94D044}" srcId="{B7E45DB0-46B3-42F4-BC44-3932B3B4B8DF}" destId="{F26F04FC-1B8E-4C56-9815-64B10FA4C3E3}" srcOrd="1" destOrd="0" parTransId="{EFABD2ED-12FC-4172-999F-4FA4AB5DA1FA}" sibTransId="{6648F0A1-EA9A-4ABB-A100-9A0E03C64566}"/>
    <dgm:cxn modelId="{99F817D0-83A7-4273-A030-B40B5D6AFE4A}" srcId="{B7E45DB0-46B3-42F4-BC44-3932B3B4B8DF}" destId="{83068CFA-468E-447A-BFFE-8DF4D9CCF599}" srcOrd="4" destOrd="0" parTransId="{FE3BD611-9035-467F-8423-1439F564E4A8}" sibTransId="{6ED7AEE8-71F0-40F9-B176-33FE160D2451}"/>
    <dgm:cxn modelId="{73AAE5D7-98EA-49BD-9093-29B611F89E79}" type="presOf" srcId="{DF4CB4A2-EA9A-4AFA-97E0-7E3F0DF26C9E}" destId="{6D74882E-074F-45C7-9837-578AD0EBDCF9}" srcOrd="0" destOrd="0" presId="urn:microsoft.com/office/officeart/2011/layout/Picture Frame"/>
    <dgm:cxn modelId="{624C94F7-8D7E-48B3-BA9B-47254513B624}" srcId="{B7E45DB0-46B3-42F4-BC44-3932B3B4B8DF}" destId="{4E1B1777-4CD8-4AAA-B3A2-6B0E6E6BE8F5}" srcOrd="3" destOrd="0" parTransId="{9A57854C-AC52-493A-83FC-D1AF047902AC}" sibTransId="{96874017-6CE0-4261-B11E-0F157A77F2FB}"/>
    <dgm:cxn modelId="{9B6AE674-234C-48AE-8BC9-C295567C6FCE}" type="presParOf" srcId="{2A1B3A95-145B-4385-B740-D0E9AC8EA57A}" destId="{455240D0-6754-4715-AC99-FCCA6149607A}" srcOrd="0" destOrd="0" presId="urn:microsoft.com/office/officeart/2011/layout/Picture Frame"/>
    <dgm:cxn modelId="{0C9DB046-7CE2-400B-8B8F-0F05F305D060}" type="presParOf" srcId="{455240D0-6754-4715-AC99-FCCA6149607A}" destId="{764FD0A3-BF0D-4E8E-B955-27847CD97D51}" srcOrd="0" destOrd="0" presId="urn:microsoft.com/office/officeart/2011/layout/Picture Frame"/>
    <dgm:cxn modelId="{15270C49-BA50-4FF0-9C3B-D5AD04108A32}" type="presParOf" srcId="{455240D0-6754-4715-AC99-FCCA6149607A}" destId="{6D74882E-074F-45C7-9837-578AD0EBDCF9}" srcOrd="1" destOrd="0" presId="urn:microsoft.com/office/officeart/2011/layout/Picture Frame"/>
    <dgm:cxn modelId="{D61B7059-56CF-0F41-B733-9209C88FE9F7}" type="presParOf" srcId="{455240D0-6754-4715-AC99-FCCA6149607A}" destId="{C4358FBB-6082-DF4C-B8E8-5BAE9520DF34}" srcOrd="2" destOrd="0" presId="urn:microsoft.com/office/officeart/2011/layout/Picture Frame"/>
    <dgm:cxn modelId="{3DD9E28C-DA4C-4E3C-98A4-CCE9983E1EB2}" type="presParOf" srcId="{2A1B3A95-145B-4385-B740-D0E9AC8EA57A}" destId="{C44CE2CD-839D-43FC-AC65-B0D62F404AF3}" srcOrd="1" destOrd="0" presId="urn:microsoft.com/office/officeart/2011/layout/Picture Frame"/>
    <dgm:cxn modelId="{E897E52C-A7BC-4067-A26B-1AC3647EDA4C}" type="presParOf" srcId="{2A1B3A95-145B-4385-B740-D0E9AC8EA57A}" destId="{93D7A2F5-E712-4B8C-9069-157723F9F8B4}" srcOrd="2" destOrd="0" presId="urn:microsoft.com/office/officeart/2011/layout/Picture Frame"/>
    <dgm:cxn modelId="{FA841D2F-DC35-4071-940E-56ECA442B9E1}" type="presParOf" srcId="{93D7A2F5-E712-4B8C-9069-157723F9F8B4}" destId="{4BF44481-9A93-49BC-8DEF-6D14DC7DC26E}" srcOrd="0" destOrd="0" presId="urn:microsoft.com/office/officeart/2011/layout/Picture Frame"/>
    <dgm:cxn modelId="{76D8733D-94A4-45A5-812B-065DF1701D0E}" type="presParOf" srcId="{93D7A2F5-E712-4B8C-9069-157723F9F8B4}" destId="{6BA5AF3E-79BD-4ECF-AD0D-3E3DF5558266}" srcOrd="1" destOrd="0" presId="urn:microsoft.com/office/officeart/2011/layout/Picture Frame"/>
    <dgm:cxn modelId="{508C31EE-AD79-0543-935A-999C069550F8}" type="presParOf" srcId="{93D7A2F5-E712-4B8C-9069-157723F9F8B4}" destId="{313F584B-3B84-3D4D-968D-2F7940B91318}" srcOrd="2" destOrd="0" presId="urn:microsoft.com/office/officeart/2011/layout/Picture Frame"/>
    <dgm:cxn modelId="{9D51EEAC-DE2C-47D2-B9FA-1A26FCAC17C3}" type="presParOf" srcId="{2A1B3A95-145B-4385-B740-D0E9AC8EA57A}" destId="{1BAAF5BA-2738-4F9B-B0CA-A0EA89870EEC}" srcOrd="3" destOrd="0" presId="urn:microsoft.com/office/officeart/2011/layout/Picture Frame"/>
    <dgm:cxn modelId="{37CF9E8A-88DC-4149-B5B6-C11EBE87E8EA}" type="presParOf" srcId="{2A1B3A95-145B-4385-B740-D0E9AC8EA57A}" destId="{DCE2FFF9-DC01-4BD5-AD42-8219E2BB8A2B}" srcOrd="4" destOrd="0" presId="urn:microsoft.com/office/officeart/2011/layout/Picture Frame"/>
    <dgm:cxn modelId="{54D2AC3A-23C1-4716-A5C0-58081EB68D4F}" type="presParOf" srcId="{DCE2FFF9-DC01-4BD5-AD42-8219E2BB8A2B}" destId="{63BAFD93-ED4E-451C-9435-B808853F6635}" srcOrd="0" destOrd="0" presId="urn:microsoft.com/office/officeart/2011/layout/Picture Frame"/>
    <dgm:cxn modelId="{25B861A5-0A1D-4450-89DB-D045D2AB8A10}" type="presParOf" srcId="{DCE2FFF9-DC01-4BD5-AD42-8219E2BB8A2B}" destId="{0B5F0802-F9DF-473D-B81A-36CA43CB2197}" srcOrd="1" destOrd="0" presId="urn:microsoft.com/office/officeart/2011/layout/Picture Frame"/>
    <dgm:cxn modelId="{B134B759-7643-834B-95AC-4BAE3D0E2227}" type="presParOf" srcId="{DCE2FFF9-DC01-4BD5-AD42-8219E2BB8A2B}" destId="{F14BCB03-2F83-E747-BA1A-507AE33324BA}" srcOrd="2" destOrd="0" presId="urn:microsoft.com/office/officeart/2011/layout/Picture Frame"/>
    <dgm:cxn modelId="{444FF4FC-DBDD-4538-A8C8-0F27B95CFAD4}" type="presParOf" srcId="{2A1B3A95-145B-4385-B740-D0E9AC8EA57A}" destId="{B598B5A6-5DDD-48ED-BA1D-644C8B719840}" srcOrd="5" destOrd="0" presId="urn:microsoft.com/office/officeart/2011/layout/Picture Frame"/>
    <dgm:cxn modelId="{15A26BE9-5CCB-4EBD-8C85-FA7037B94161}" type="presParOf" srcId="{2A1B3A95-145B-4385-B740-D0E9AC8EA57A}" destId="{52CD5F5D-8D86-46F7-ACFA-A7B002E70D3F}" srcOrd="6" destOrd="0" presId="urn:microsoft.com/office/officeart/2011/layout/Picture Frame"/>
    <dgm:cxn modelId="{2DC80192-FDF1-4C2C-946A-8D2AAAAC5507}" type="presParOf" srcId="{52CD5F5D-8D86-46F7-ACFA-A7B002E70D3F}" destId="{78A5E35C-A8B3-42A4-B92D-B804FEE94332}" srcOrd="0" destOrd="0" presId="urn:microsoft.com/office/officeart/2011/layout/Picture Frame"/>
    <dgm:cxn modelId="{5C9DBFC5-5D81-41F4-AD04-5A80C7BD7F45}" type="presParOf" srcId="{52CD5F5D-8D86-46F7-ACFA-A7B002E70D3F}" destId="{4067E87C-EEC8-4C62-8929-AAF67831CB45}" srcOrd="1" destOrd="0" presId="urn:microsoft.com/office/officeart/2011/layout/Picture Frame"/>
    <dgm:cxn modelId="{505F49AB-6F33-3D4E-A060-4F454E56BCD6}" type="presParOf" srcId="{52CD5F5D-8D86-46F7-ACFA-A7B002E70D3F}" destId="{59DC6727-6240-6245-A9E3-5678A3EE72EE}" srcOrd="2" destOrd="0" presId="urn:microsoft.com/office/officeart/2011/layout/Picture Frame"/>
    <dgm:cxn modelId="{FE643725-EA27-4B7B-8348-447CCE82E99A}" type="presParOf" srcId="{2A1B3A95-145B-4385-B740-D0E9AC8EA57A}" destId="{A1A77C6C-7102-4164-B069-68C45E29C81E}" srcOrd="7" destOrd="0" presId="urn:microsoft.com/office/officeart/2011/layout/Picture Frame"/>
    <dgm:cxn modelId="{72BFD086-6F3E-4C1F-855C-2E48E2E2483E}" type="presParOf" srcId="{2A1B3A95-145B-4385-B740-D0E9AC8EA57A}" destId="{955CC6C2-3F17-4291-874B-E5AF6C9E811A}" srcOrd="8" destOrd="0" presId="urn:microsoft.com/office/officeart/2011/layout/Picture Frame"/>
    <dgm:cxn modelId="{CB44BAEC-AB81-4450-90F5-CEAF2258796F}" type="presParOf" srcId="{955CC6C2-3F17-4291-874B-E5AF6C9E811A}" destId="{73826C37-7E99-4E0E-810D-FC4D07B072BB}" srcOrd="0" destOrd="0" presId="urn:microsoft.com/office/officeart/2011/layout/Picture Frame"/>
    <dgm:cxn modelId="{3CBB8C71-4BE6-4EB0-B65E-84F69F33CDFE}" type="presParOf" srcId="{955CC6C2-3F17-4291-874B-E5AF6C9E811A}" destId="{3C5C9C3F-F4F2-4E49-ABD2-FCEF68C42C26}" srcOrd="1" destOrd="0" presId="urn:microsoft.com/office/officeart/2011/layout/Picture Frame"/>
    <dgm:cxn modelId="{3F25C1C9-DA23-3843-813A-1423B9AAA2EF}" type="presParOf" srcId="{955CC6C2-3F17-4291-874B-E5AF6C9E811A}" destId="{51ACC8F9-C63C-3E46-A7E6-590D8C95CF18}" srcOrd="2" destOrd="0" presId="urn:microsoft.com/office/officeart/2011/layout/Picture Fram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9.xml><?xml version="1.0" encoding="utf-8"?>
<dgm:dataModel xmlns:dgm="http://schemas.openxmlformats.org/drawingml/2006/diagram" xmlns:a="http://schemas.openxmlformats.org/drawingml/2006/main">
  <dgm:ptLst>
    <dgm:pt modelId="{26E1CC13-00AE-42D1-A74A-D69DBD4970B6}" type="doc">
      <dgm:prSet loTypeId="urn:microsoft.com/office/officeart/2008/layout/BendingPictureSemiTransparentText" qsTypeId="urn:microsoft.com/office/officeart/2005/8/quickstyle/simple2" csTypeId="urn:microsoft.com/office/officeart/2005/8/colors/accent1_2"/>
      <dgm:spPr/>
    </dgm:pt>
    <dgm:pt modelId="{4D42BA9E-1A74-4CC3-A48F-FC7375B5AC81}">
      <dgm:prSet/>
      <dgm:spPr/>
      <dgm:t>
        <a:bodyPr/>
        <a:lstStyle/>
        <a:p>
          <a:r>
            <a:t>Research</a:t>
          </a:r>
        </a:p>
      </dgm:t>
    </dgm:pt>
    <dgm:pt modelId="{06625880-341B-4D4F-9A66-B4A1A3EE780C}" type="parTrans" cxnId="{58DC7CE5-3660-4D50-9539-4567DA5664B5}">
      <dgm:prSet/>
      <dgm:spPr/>
      <dgm:t>
        <a:bodyPr/>
        <a:lstStyle/>
        <a:p>
          <a:endParaRPr/>
        </a:p>
      </dgm:t>
    </dgm:pt>
    <dgm:pt modelId="{0AB551D1-9EC1-4FE6-B8A4-BEBB8D920C6F}" type="sibTrans" cxnId="{58DC7CE5-3660-4D50-9539-4567DA5664B5}">
      <dgm:prSet/>
      <dgm:spPr/>
      <dgm:t>
        <a:bodyPr/>
        <a:lstStyle/>
        <a:p>
          <a:endParaRPr/>
        </a:p>
      </dgm:t>
    </dgm:pt>
    <dgm:pt modelId="{9CDEA146-7818-47E7-BFAF-C46FF161DFE3}">
      <dgm:prSet/>
      <dgm:spPr/>
      <dgm:t>
        <a:bodyPr/>
        <a:lstStyle/>
        <a:p>
          <a:r>
            <a:t>Workshop</a:t>
          </a:r>
        </a:p>
      </dgm:t>
    </dgm:pt>
    <dgm:pt modelId="{B8F4C8E5-15AF-424A-9452-042E52F247E5}" type="parTrans" cxnId="{184D99A3-08F6-4C02-9C6D-12584F5E8232}">
      <dgm:prSet/>
      <dgm:spPr/>
      <dgm:t>
        <a:bodyPr/>
        <a:lstStyle/>
        <a:p>
          <a:endParaRPr/>
        </a:p>
      </dgm:t>
    </dgm:pt>
    <dgm:pt modelId="{0E19BC80-F8B3-4474-8978-DE567ADA0C5F}" type="sibTrans" cxnId="{184D99A3-08F6-4C02-9C6D-12584F5E8232}">
      <dgm:prSet/>
      <dgm:spPr/>
      <dgm:t>
        <a:bodyPr/>
        <a:lstStyle/>
        <a:p>
          <a:endParaRPr/>
        </a:p>
      </dgm:t>
    </dgm:pt>
    <dgm:pt modelId="{57AE777E-A099-4601-9CD0-B2EFB5052485}">
      <dgm:prSet/>
      <dgm:spPr/>
      <dgm:t>
        <a:bodyPr/>
        <a:lstStyle/>
        <a:p>
          <a:r>
            <a:t>Prototype</a:t>
          </a:r>
        </a:p>
      </dgm:t>
    </dgm:pt>
    <dgm:pt modelId="{050BB185-77A0-479E-8E3C-B9BDE3B9A0A1}" type="parTrans" cxnId="{F960CD1D-19A2-4220-9DDB-CD0F7FDA0BC8}">
      <dgm:prSet/>
      <dgm:spPr/>
      <dgm:t>
        <a:bodyPr/>
        <a:lstStyle/>
        <a:p>
          <a:endParaRPr/>
        </a:p>
      </dgm:t>
    </dgm:pt>
    <dgm:pt modelId="{244C286A-7AC4-42B0-8707-0879B450C337}" type="sibTrans" cxnId="{F960CD1D-19A2-4220-9DDB-CD0F7FDA0BC8}">
      <dgm:prSet/>
      <dgm:spPr/>
      <dgm:t>
        <a:bodyPr/>
        <a:lstStyle/>
        <a:p>
          <a:endParaRPr/>
        </a:p>
      </dgm:t>
    </dgm:pt>
    <dgm:pt modelId="{B7E44713-E1D8-46C4-9831-F634BC21A22F}">
      <dgm:prSet/>
      <dgm:spPr/>
      <dgm:t>
        <a:bodyPr/>
        <a:lstStyle/>
        <a:p>
          <a:r>
            <a:t>Delivery</a:t>
          </a:r>
        </a:p>
      </dgm:t>
    </dgm:pt>
    <dgm:pt modelId="{B9271C70-828F-4C14-96B8-9DBE04D1625B}" type="parTrans" cxnId="{9D6C3E80-0159-48B6-8983-B28DC952D162}">
      <dgm:prSet/>
      <dgm:spPr/>
      <dgm:t>
        <a:bodyPr/>
        <a:lstStyle/>
        <a:p>
          <a:endParaRPr/>
        </a:p>
      </dgm:t>
    </dgm:pt>
    <dgm:pt modelId="{F29317C6-639E-472E-9EAD-28F3B6D4D310}" type="sibTrans" cxnId="{9D6C3E80-0159-48B6-8983-B28DC952D162}">
      <dgm:prSet/>
      <dgm:spPr/>
      <dgm:t>
        <a:bodyPr/>
        <a:lstStyle/>
        <a:p>
          <a:endParaRPr/>
        </a:p>
      </dgm:t>
    </dgm:pt>
    <dgm:pt modelId="{90FB1A3B-ECF3-40B6-8DE2-D4BC2D4B8183}">
      <dgm:prSet/>
      <dgm:spPr/>
      <dgm:t>
        <a:bodyPr/>
        <a:lstStyle/>
        <a:p>
          <a:r>
            <a:t>Learning</a:t>
          </a:r>
        </a:p>
      </dgm:t>
    </dgm:pt>
    <dgm:pt modelId="{158F9C93-0EA5-4207-BDB6-D4389E6CFFB8}" type="parTrans" cxnId="{5B2C99F3-73FC-4D94-B3E7-BFB7C89CC9F3}">
      <dgm:prSet/>
      <dgm:spPr/>
      <dgm:t>
        <a:bodyPr/>
        <a:lstStyle/>
        <a:p>
          <a:endParaRPr/>
        </a:p>
      </dgm:t>
    </dgm:pt>
    <dgm:pt modelId="{45615302-C75C-4DBD-8B9A-7EDE25E099BD}" type="sibTrans" cxnId="{5B2C99F3-73FC-4D94-B3E7-BFB7C89CC9F3}">
      <dgm:prSet/>
      <dgm:spPr/>
      <dgm:t>
        <a:bodyPr/>
        <a:lstStyle/>
        <a:p>
          <a:endParaRPr/>
        </a:p>
      </dgm:t>
    </dgm:pt>
    <dgm:pt modelId="{1387153B-99BE-E64D-B7B8-DB47B192BEBD}" type="pres">
      <dgm:prSet presAssocID="{26E1CC13-00AE-42D1-A74A-D69DBD4970B6}" presName="Name0" presStyleCnt="0">
        <dgm:presLayoutVars>
          <dgm:dir/>
          <dgm:resizeHandles val="exact"/>
        </dgm:presLayoutVars>
      </dgm:prSet>
      <dgm:spPr/>
    </dgm:pt>
    <dgm:pt modelId="{68FD3083-3D38-0946-B438-F1614C468F62}" type="pres">
      <dgm:prSet presAssocID="{4D42BA9E-1A74-4CC3-A48F-FC7375B5AC81}" presName="composite" presStyleCnt="0"/>
      <dgm:spPr/>
    </dgm:pt>
    <dgm:pt modelId="{3EDF7F2D-633E-6849-9918-C84A7B7A5999}" type="pres">
      <dgm:prSet presAssocID="{4D42BA9E-1A74-4CC3-A48F-FC7375B5AC81}" presName="rect1" presStyleLbl="bgShp" presStyleIdx="0" presStyleCnt="5"/>
      <dgm:spPr/>
    </dgm:pt>
    <dgm:pt modelId="{4F9E7A3A-E7CC-5240-B715-DF0941659D04}" type="pres">
      <dgm:prSet presAssocID="{4D42BA9E-1A74-4CC3-A48F-FC7375B5AC81}" presName="rect2" presStyleLbl="trBgShp" presStyleIdx="0" presStyleCnt="5">
        <dgm:presLayoutVars>
          <dgm:bulletEnabled val="1"/>
        </dgm:presLayoutVars>
      </dgm:prSet>
      <dgm:spPr/>
    </dgm:pt>
    <dgm:pt modelId="{A3896929-6B3C-464E-AB30-0433F0FB9F30}" type="pres">
      <dgm:prSet presAssocID="{0AB551D1-9EC1-4FE6-B8A4-BEBB8D920C6F}" presName="sibTrans" presStyleCnt="0"/>
      <dgm:spPr/>
    </dgm:pt>
    <dgm:pt modelId="{2BBAB1EE-B70B-2644-B68C-DF7B17C9357A}" type="pres">
      <dgm:prSet presAssocID="{9CDEA146-7818-47E7-BFAF-C46FF161DFE3}" presName="composite" presStyleCnt="0"/>
      <dgm:spPr/>
    </dgm:pt>
    <dgm:pt modelId="{F535848C-C927-5D42-9171-6E493983DF57}" type="pres">
      <dgm:prSet presAssocID="{9CDEA146-7818-47E7-BFAF-C46FF161DFE3}" presName="rect1" presStyleLbl="bgShp" presStyleIdx="1" presStyleCnt="5"/>
      <dgm:spPr/>
    </dgm:pt>
    <dgm:pt modelId="{35E1276C-7744-A74F-B9A0-B88D048384C0}" type="pres">
      <dgm:prSet presAssocID="{9CDEA146-7818-47E7-BFAF-C46FF161DFE3}" presName="rect2" presStyleLbl="trBgShp" presStyleIdx="1" presStyleCnt="5">
        <dgm:presLayoutVars>
          <dgm:bulletEnabled val="1"/>
        </dgm:presLayoutVars>
      </dgm:prSet>
      <dgm:spPr/>
    </dgm:pt>
    <dgm:pt modelId="{62EADA8F-C056-504D-8DCE-CD7ADA1E5F56}" type="pres">
      <dgm:prSet presAssocID="{0E19BC80-F8B3-4474-8978-DE567ADA0C5F}" presName="sibTrans" presStyleCnt="0"/>
      <dgm:spPr/>
    </dgm:pt>
    <dgm:pt modelId="{35D29662-B74F-724D-B8E0-A3AAEEA9758B}" type="pres">
      <dgm:prSet presAssocID="{57AE777E-A099-4601-9CD0-B2EFB5052485}" presName="composite" presStyleCnt="0"/>
      <dgm:spPr/>
    </dgm:pt>
    <dgm:pt modelId="{4D44F3FF-1F1C-9644-8150-B9791D282429}" type="pres">
      <dgm:prSet presAssocID="{57AE777E-A099-4601-9CD0-B2EFB5052485}" presName="rect1" presStyleLbl="bgShp" presStyleIdx="2" presStyleCnt="5"/>
      <dgm:spPr/>
    </dgm:pt>
    <dgm:pt modelId="{5115D830-15C3-D541-81DA-770C12F97B25}" type="pres">
      <dgm:prSet presAssocID="{57AE777E-A099-4601-9CD0-B2EFB5052485}" presName="rect2" presStyleLbl="trBgShp" presStyleIdx="2" presStyleCnt="5">
        <dgm:presLayoutVars>
          <dgm:bulletEnabled val="1"/>
        </dgm:presLayoutVars>
      </dgm:prSet>
      <dgm:spPr/>
    </dgm:pt>
    <dgm:pt modelId="{0EE582AD-16A5-D24C-BC2E-F8DF1E4B168F}" type="pres">
      <dgm:prSet presAssocID="{244C286A-7AC4-42B0-8707-0879B450C337}" presName="sibTrans" presStyleCnt="0"/>
      <dgm:spPr/>
    </dgm:pt>
    <dgm:pt modelId="{61017329-F314-6C49-B115-491B12400E93}" type="pres">
      <dgm:prSet presAssocID="{B7E44713-E1D8-46C4-9831-F634BC21A22F}" presName="composite" presStyleCnt="0"/>
      <dgm:spPr/>
    </dgm:pt>
    <dgm:pt modelId="{E44F1390-6E73-F047-B3C8-4B7C3A69DBAA}" type="pres">
      <dgm:prSet presAssocID="{B7E44713-E1D8-46C4-9831-F634BC21A22F}" presName="rect1" presStyleLbl="bgShp" presStyleIdx="3" presStyleCnt="5"/>
      <dgm:spPr/>
    </dgm:pt>
    <dgm:pt modelId="{9367D9A9-E9AB-6C40-BEBC-7F0416FEB526}" type="pres">
      <dgm:prSet presAssocID="{B7E44713-E1D8-46C4-9831-F634BC21A22F}" presName="rect2" presStyleLbl="trBgShp" presStyleIdx="3" presStyleCnt="5">
        <dgm:presLayoutVars>
          <dgm:bulletEnabled val="1"/>
        </dgm:presLayoutVars>
      </dgm:prSet>
      <dgm:spPr/>
    </dgm:pt>
    <dgm:pt modelId="{1A75360A-8EC1-3044-B61E-AF06A0533681}" type="pres">
      <dgm:prSet presAssocID="{F29317C6-639E-472E-9EAD-28F3B6D4D310}" presName="sibTrans" presStyleCnt="0"/>
      <dgm:spPr/>
    </dgm:pt>
    <dgm:pt modelId="{298EA643-835D-C84C-83A0-06F0B659B57F}" type="pres">
      <dgm:prSet presAssocID="{90FB1A3B-ECF3-40B6-8DE2-D4BC2D4B8183}" presName="composite" presStyleCnt="0"/>
      <dgm:spPr/>
    </dgm:pt>
    <dgm:pt modelId="{AB7CB002-2BEB-A749-9CBC-5F9FAB46E5AB}" type="pres">
      <dgm:prSet presAssocID="{90FB1A3B-ECF3-40B6-8DE2-D4BC2D4B8183}" presName="rect1" presStyleLbl="bgShp" presStyleIdx="4" presStyleCnt="5"/>
      <dgm:spPr/>
    </dgm:pt>
    <dgm:pt modelId="{E8385F02-5100-7940-AFE6-F9929E9D6D64}" type="pres">
      <dgm:prSet presAssocID="{90FB1A3B-ECF3-40B6-8DE2-D4BC2D4B8183}" presName="rect2" presStyleLbl="trBgShp" presStyleIdx="4" presStyleCnt="5">
        <dgm:presLayoutVars>
          <dgm:bulletEnabled val="1"/>
        </dgm:presLayoutVars>
      </dgm:prSet>
      <dgm:spPr/>
    </dgm:pt>
  </dgm:ptLst>
  <dgm:cxnLst>
    <dgm:cxn modelId="{F960CD1D-19A2-4220-9DDB-CD0F7FDA0BC8}" srcId="{26E1CC13-00AE-42D1-A74A-D69DBD4970B6}" destId="{57AE777E-A099-4601-9CD0-B2EFB5052485}" srcOrd="2" destOrd="0" parTransId="{050BB185-77A0-479E-8E3C-B9BDE3B9A0A1}" sibTransId="{244C286A-7AC4-42B0-8707-0879B450C337}"/>
    <dgm:cxn modelId="{C171D81E-ED95-7343-AB51-104C827A5262}" type="presOf" srcId="{57AE777E-A099-4601-9CD0-B2EFB5052485}" destId="{5115D830-15C3-D541-81DA-770C12F97B25}" srcOrd="0" destOrd="0" presId="urn:microsoft.com/office/officeart/2008/layout/BendingPictureSemiTransparentText"/>
    <dgm:cxn modelId="{ED146D59-0081-924D-9F56-466B280C9994}" type="presOf" srcId="{90FB1A3B-ECF3-40B6-8DE2-D4BC2D4B8183}" destId="{E8385F02-5100-7940-AFE6-F9929E9D6D64}" srcOrd="0" destOrd="0" presId="urn:microsoft.com/office/officeart/2008/layout/BendingPictureSemiTransparentText"/>
    <dgm:cxn modelId="{9D6C3E80-0159-48B6-8983-B28DC952D162}" srcId="{26E1CC13-00AE-42D1-A74A-D69DBD4970B6}" destId="{B7E44713-E1D8-46C4-9831-F634BC21A22F}" srcOrd="3" destOrd="0" parTransId="{B9271C70-828F-4C14-96B8-9DBE04D1625B}" sibTransId="{F29317C6-639E-472E-9EAD-28F3B6D4D310}"/>
    <dgm:cxn modelId="{7117F482-79D6-B743-8219-696B05EB9506}" type="presOf" srcId="{4D42BA9E-1A74-4CC3-A48F-FC7375B5AC81}" destId="{4F9E7A3A-E7CC-5240-B715-DF0941659D04}" srcOrd="0" destOrd="0" presId="urn:microsoft.com/office/officeart/2008/layout/BendingPictureSemiTransparentText"/>
    <dgm:cxn modelId="{184D99A3-08F6-4C02-9C6D-12584F5E8232}" srcId="{26E1CC13-00AE-42D1-A74A-D69DBD4970B6}" destId="{9CDEA146-7818-47E7-BFAF-C46FF161DFE3}" srcOrd="1" destOrd="0" parTransId="{B8F4C8E5-15AF-424A-9452-042E52F247E5}" sibTransId="{0E19BC80-F8B3-4474-8978-DE567ADA0C5F}"/>
    <dgm:cxn modelId="{6E78BDA6-1347-3E4A-8E90-62869D926495}" type="presOf" srcId="{9CDEA146-7818-47E7-BFAF-C46FF161DFE3}" destId="{35E1276C-7744-A74F-B9A0-B88D048384C0}" srcOrd="0" destOrd="0" presId="urn:microsoft.com/office/officeart/2008/layout/BendingPictureSemiTransparentText"/>
    <dgm:cxn modelId="{58DC7CE5-3660-4D50-9539-4567DA5664B5}" srcId="{26E1CC13-00AE-42D1-A74A-D69DBD4970B6}" destId="{4D42BA9E-1A74-4CC3-A48F-FC7375B5AC81}" srcOrd="0" destOrd="0" parTransId="{06625880-341B-4D4F-9A66-B4A1A3EE780C}" sibTransId="{0AB551D1-9EC1-4FE6-B8A4-BEBB8D920C6F}"/>
    <dgm:cxn modelId="{4F56C3F0-7432-2343-B0C2-24227B002D4C}" type="presOf" srcId="{B7E44713-E1D8-46C4-9831-F634BC21A22F}" destId="{9367D9A9-E9AB-6C40-BEBC-7F0416FEB526}" srcOrd="0" destOrd="0" presId="urn:microsoft.com/office/officeart/2008/layout/BendingPictureSemiTransparentText"/>
    <dgm:cxn modelId="{5B2C99F3-73FC-4D94-B3E7-BFB7C89CC9F3}" srcId="{26E1CC13-00AE-42D1-A74A-D69DBD4970B6}" destId="{90FB1A3B-ECF3-40B6-8DE2-D4BC2D4B8183}" srcOrd="4" destOrd="0" parTransId="{158F9C93-0EA5-4207-BDB6-D4389E6CFFB8}" sibTransId="{45615302-C75C-4DBD-8B9A-7EDE25E099BD}"/>
    <dgm:cxn modelId="{84B16EFD-29F9-5947-BDA5-2E0ADD2182E2}" type="presOf" srcId="{26E1CC13-00AE-42D1-A74A-D69DBD4970B6}" destId="{1387153B-99BE-E64D-B7B8-DB47B192BEBD}" srcOrd="0" destOrd="0" presId="urn:microsoft.com/office/officeart/2008/layout/BendingPictureSemiTransparentText"/>
    <dgm:cxn modelId="{2C3D0550-0B2D-F848-AA95-3C305E716925}" type="presParOf" srcId="{1387153B-99BE-E64D-B7B8-DB47B192BEBD}" destId="{68FD3083-3D38-0946-B438-F1614C468F62}" srcOrd="0" destOrd="0" presId="urn:microsoft.com/office/officeart/2008/layout/BendingPictureSemiTransparentText"/>
    <dgm:cxn modelId="{90390033-44F5-E242-81DA-CAA2BAA63320}" type="presParOf" srcId="{68FD3083-3D38-0946-B438-F1614C468F62}" destId="{3EDF7F2D-633E-6849-9918-C84A7B7A5999}" srcOrd="0" destOrd="0" presId="urn:microsoft.com/office/officeart/2008/layout/BendingPictureSemiTransparentText"/>
    <dgm:cxn modelId="{BE6D360E-C16F-FB4F-916A-857CD2FCCC8B}" type="presParOf" srcId="{68FD3083-3D38-0946-B438-F1614C468F62}" destId="{4F9E7A3A-E7CC-5240-B715-DF0941659D04}" srcOrd="1" destOrd="0" presId="urn:microsoft.com/office/officeart/2008/layout/BendingPictureSemiTransparentText"/>
    <dgm:cxn modelId="{5291CF93-8A78-5E4F-BD03-15313D6CA4E7}" type="presParOf" srcId="{1387153B-99BE-E64D-B7B8-DB47B192BEBD}" destId="{A3896929-6B3C-464E-AB30-0433F0FB9F30}" srcOrd="1" destOrd="0" presId="urn:microsoft.com/office/officeart/2008/layout/BendingPictureSemiTransparentText"/>
    <dgm:cxn modelId="{8C287554-7AA1-3A43-8799-0580B9C341F1}" type="presParOf" srcId="{1387153B-99BE-E64D-B7B8-DB47B192BEBD}" destId="{2BBAB1EE-B70B-2644-B68C-DF7B17C9357A}" srcOrd="2" destOrd="0" presId="urn:microsoft.com/office/officeart/2008/layout/BendingPictureSemiTransparentText"/>
    <dgm:cxn modelId="{9B6EDDA8-87D5-384D-85ED-8BF5B317DAEE}" type="presParOf" srcId="{2BBAB1EE-B70B-2644-B68C-DF7B17C9357A}" destId="{F535848C-C927-5D42-9171-6E493983DF57}" srcOrd="0" destOrd="0" presId="urn:microsoft.com/office/officeart/2008/layout/BendingPictureSemiTransparentText"/>
    <dgm:cxn modelId="{8753684E-84A2-6143-9F78-18F48E158168}" type="presParOf" srcId="{2BBAB1EE-B70B-2644-B68C-DF7B17C9357A}" destId="{35E1276C-7744-A74F-B9A0-B88D048384C0}" srcOrd="1" destOrd="0" presId="urn:microsoft.com/office/officeart/2008/layout/BendingPictureSemiTransparentText"/>
    <dgm:cxn modelId="{E75D9371-E240-854C-AFD3-8C184EAD2A3E}" type="presParOf" srcId="{1387153B-99BE-E64D-B7B8-DB47B192BEBD}" destId="{62EADA8F-C056-504D-8DCE-CD7ADA1E5F56}" srcOrd="3" destOrd="0" presId="urn:microsoft.com/office/officeart/2008/layout/BendingPictureSemiTransparentText"/>
    <dgm:cxn modelId="{01A7D585-5602-0E42-B43A-63076432807D}" type="presParOf" srcId="{1387153B-99BE-E64D-B7B8-DB47B192BEBD}" destId="{35D29662-B74F-724D-B8E0-A3AAEEA9758B}" srcOrd="4" destOrd="0" presId="urn:microsoft.com/office/officeart/2008/layout/BendingPictureSemiTransparentText"/>
    <dgm:cxn modelId="{4E074611-6960-4E4E-A5F5-0F7121B6B217}" type="presParOf" srcId="{35D29662-B74F-724D-B8E0-A3AAEEA9758B}" destId="{4D44F3FF-1F1C-9644-8150-B9791D282429}" srcOrd="0" destOrd="0" presId="urn:microsoft.com/office/officeart/2008/layout/BendingPictureSemiTransparentText"/>
    <dgm:cxn modelId="{36260223-B715-B14A-A036-564F60318A34}" type="presParOf" srcId="{35D29662-B74F-724D-B8E0-A3AAEEA9758B}" destId="{5115D830-15C3-D541-81DA-770C12F97B25}" srcOrd="1" destOrd="0" presId="urn:microsoft.com/office/officeart/2008/layout/BendingPictureSemiTransparentText"/>
    <dgm:cxn modelId="{F0644E43-364F-F941-B676-DEBA0C4A51F6}" type="presParOf" srcId="{1387153B-99BE-E64D-B7B8-DB47B192BEBD}" destId="{0EE582AD-16A5-D24C-BC2E-F8DF1E4B168F}" srcOrd="5" destOrd="0" presId="urn:microsoft.com/office/officeart/2008/layout/BendingPictureSemiTransparentText"/>
    <dgm:cxn modelId="{CCA1DDA4-5299-B44C-AED0-E6C2CC6A7DD9}" type="presParOf" srcId="{1387153B-99BE-E64D-B7B8-DB47B192BEBD}" destId="{61017329-F314-6C49-B115-491B12400E93}" srcOrd="6" destOrd="0" presId="urn:microsoft.com/office/officeart/2008/layout/BendingPictureSemiTransparentText"/>
    <dgm:cxn modelId="{AEBDCE51-BCE6-5848-A91A-9EC2DE9F5E62}" type="presParOf" srcId="{61017329-F314-6C49-B115-491B12400E93}" destId="{E44F1390-6E73-F047-B3C8-4B7C3A69DBAA}" srcOrd="0" destOrd="0" presId="urn:microsoft.com/office/officeart/2008/layout/BendingPictureSemiTransparentText"/>
    <dgm:cxn modelId="{A6DB67D8-C4A8-2D46-92C0-9BECE5D55C4C}" type="presParOf" srcId="{61017329-F314-6C49-B115-491B12400E93}" destId="{9367D9A9-E9AB-6C40-BEBC-7F0416FEB526}" srcOrd="1" destOrd="0" presId="urn:microsoft.com/office/officeart/2008/layout/BendingPictureSemiTransparentText"/>
    <dgm:cxn modelId="{3233C901-2E16-074E-B69C-441B12EB4DD1}" type="presParOf" srcId="{1387153B-99BE-E64D-B7B8-DB47B192BEBD}" destId="{1A75360A-8EC1-3044-B61E-AF06A0533681}" srcOrd="7" destOrd="0" presId="urn:microsoft.com/office/officeart/2008/layout/BendingPictureSemiTransparentText"/>
    <dgm:cxn modelId="{E05B0833-C2A6-164E-A654-88130DC927BE}" type="presParOf" srcId="{1387153B-99BE-E64D-B7B8-DB47B192BEBD}" destId="{298EA643-835D-C84C-83A0-06F0B659B57F}" srcOrd="8" destOrd="0" presId="urn:microsoft.com/office/officeart/2008/layout/BendingPictureSemiTransparentText"/>
    <dgm:cxn modelId="{E8604B2B-01A6-8242-AD2D-6E198115EB8A}" type="presParOf" srcId="{298EA643-835D-C84C-83A0-06F0B659B57F}" destId="{AB7CB002-2BEB-A749-9CBC-5F9FAB46E5AB}" srcOrd="0" destOrd="0" presId="urn:microsoft.com/office/officeart/2008/layout/BendingPictureSemiTransparentText"/>
    <dgm:cxn modelId="{F560E603-AC64-D141-B6E4-CA5D75A2C668}" type="presParOf" srcId="{298EA643-835D-C84C-83A0-06F0B659B57F}" destId="{E8385F02-5100-7940-AFE6-F9929E9D6D64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0.xml><?xml version="1.0" encoding="utf-8"?>
<dgm:dataModel xmlns:dgm="http://schemas.openxmlformats.org/drawingml/2006/diagram" xmlns:a="http://schemas.openxmlformats.org/drawingml/2006/main">
  <dgm:ptLst>
    <dgm:pt modelId="{2F17B75F-42BA-403C-BD8E-B99151827000}" type="doc">
      <dgm:prSet loTypeId="urn:microsoft.com/office/officeart/2008/layout/BendingPictureBlocks" qsTypeId="urn:microsoft.com/office/officeart/2005/8/quickstyle/simple2" csTypeId="urn:microsoft.com/office/officeart/2005/8/colors/accent1_2"/>
      <dgm:spPr/>
    </dgm:pt>
    <dgm:pt modelId="{40A5D03A-E856-407D-8236-2A7028743DB0}">
      <dgm:prSet/>
      <dgm:spPr/>
      <dgm:t>
        <a:bodyPr/>
        <a:lstStyle/>
        <a:p>
          <a:r>
            <a:t>Research</a:t>
          </a:r>
        </a:p>
      </dgm:t>
    </dgm:pt>
    <dgm:pt modelId="{8A29B7D8-BCDB-43D3-AD7C-2E337D9AA828}" type="parTrans" cxnId="{8CFC09C7-EA26-4920-8A60-24CB7CF86234}">
      <dgm:prSet/>
      <dgm:spPr/>
      <dgm:t>
        <a:bodyPr/>
        <a:lstStyle/>
        <a:p>
          <a:endParaRPr/>
        </a:p>
      </dgm:t>
    </dgm:pt>
    <dgm:pt modelId="{DB9FEDA0-3B5D-4484-AAF2-10A813AA5041}" type="sibTrans" cxnId="{8CFC09C7-EA26-4920-8A60-24CB7CF86234}">
      <dgm:prSet/>
      <dgm:spPr/>
      <dgm:t>
        <a:bodyPr/>
        <a:lstStyle/>
        <a:p>
          <a:endParaRPr/>
        </a:p>
      </dgm:t>
    </dgm:pt>
    <dgm:pt modelId="{A3BE0371-AEBC-4531-8117-042032F3164C}">
      <dgm:prSet/>
      <dgm:spPr/>
      <dgm:t>
        <a:bodyPr/>
        <a:lstStyle/>
        <a:p>
          <a:r>
            <a:t>Workshop</a:t>
          </a:r>
        </a:p>
      </dgm:t>
    </dgm:pt>
    <dgm:pt modelId="{24959396-5134-4BF7-80DA-A0F302C76A47}" type="parTrans" cxnId="{65D86F7F-CC0B-448C-AF07-6765968B031B}">
      <dgm:prSet/>
      <dgm:spPr/>
      <dgm:t>
        <a:bodyPr/>
        <a:lstStyle/>
        <a:p>
          <a:endParaRPr/>
        </a:p>
      </dgm:t>
    </dgm:pt>
    <dgm:pt modelId="{8FDA4CB7-9C1D-457B-B3A6-36A7123C2B9E}" type="sibTrans" cxnId="{65D86F7F-CC0B-448C-AF07-6765968B031B}">
      <dgm:prSet/>
      <dgm:spPr/>
      <dgm:t>
        <a:bodyPr/>
        <a:lstStyle/>
        <a:p>
          <a:endParaRPr/>
        </a:p>
      </dgm:t>
    </dgm:pt>
    <dgm:pt modelId="{C30553E5-3981-4E55-8BC8-C6F783123A12}">
      <dgm:prSet/>
      <dgm:spPr/>
      <dgm:t>
        <a:bodyPr/>
        <a:lstStyle/>
        <a:p>
          <a:r>
            <a:t>Prototype</a:t>
          </a:r>
        </a:p>
      </dgm:t>
    </dgm:pt>
    <dgm:pt modelId="{505178C9-4B21-4F67-9066-146C4A3AF5CD}" type="parTrans" cxnId="{0E4823B3-5C2C-465E-9730-4A8CEB160979}">
      <dgm:prSet/>
      <dgm:spPr/>
      <dgm:t>
        <a:bodyPr/>
        <a:lstStyle/>
        <a:p>
          <a:endParaRPr/>
        </a:p>
      </dgm:t>
    </dgm:pt>
    <dgm:pt modelId="{B7E529CF-5B73-4B5A-B583-9CEB32E89405}" type="sibTrans" cxnId="{0E4823B3-5C2C-465E-9730-4A8CEB160979}">
      <dgm:prSet/>
      <dgm:spPr/>
      <dgm:t>
        <a:bodyPr/>
        <a:lstStyle/>
        <a:p>
          <a:endParaRPr/>
        </a:p>
      </dgm:t>
    </dgm:pt>
    <dgm:pt modelId="{BD3BB442-C05D-4935-9725-A1A8C545923D}">
      <dgm:prSet/>
      <dgm:spPr/>
      <dgm:t>
        <a:bodyPr/>
        <a:lstStyle/>
        <a:p>
          <a:r>
            <a:t>Delivery</a:t>
          </a:r>
        </a:p>
      </dgm:t>
    </dgm:pt>
    <dgm:pt modelId="{C52F5B74-BCE1-4743-B46B-B170ABB7F175}" type="parTrans" cxnId="{FF74A95F-ECCD-4EB9-AB31-F5DC5784FB64}">
      <dgm:prSet/>
      <dgm:spPr/>
      <dgm:t>
        <a:bodyPr/>
        <a:lstStyle/>
        <a:p>
          <a:endParaRPr/>
        </a:p>
      </dgm:t>
    </dgm:pt>
    <dgm:pt modelId="{ACA7DF3B-D1E0-43BB-8E6F-FAA4F0189E46}" type="sibTrans" cxnId="{FF74A95F-ECCD-4EB9-AB31-F5DC5784FB64}">
      <dgm:prSet/>
      <dgm:spPr/>
      <dgm:t>
        <a:bodyPr/>
        <a:lstStyle/>
        <a:p>
          <a:endParaRPr/>
        </a:p>
      </dgm:t>
    </dgm:pt>
    <dgm:pt modelId="{294CEB54-867E-436A-B712-182AD74B61D6}">
      <dgm:prSet/>
      <dgm:spPr/>
      <dgm:t>
        <a:bodyPr/>
        <a:lstStyle/>
        <a:p>
          <a:r>
            <a:t>Learning</a:t>
          </a:r>
        </a:p>
      </dgm:t>
    </dgm:pt>
    <dgm:pt modelId="{35A0DEE9-36D4-4E94-815E-C4175B43F3ED}" type="parTrans" cxnId="{16EF47A6-6B61-46F0-9B93-948DFDDD2C6A}">
      <dgm:prSet/>
      <dgm:spPr/>
      <dgm:t>
        <a:bodyPr/>
        <a:lstStyle/>
        <a:p>
          <a:endParaRPr/>
        </a:p>
      </dgm:t>
    </dgm:pt>
    <dgm:pt modelId="{9EF468A8-CEBE-438D-9200-ADD3D47B0DE5}" type="sibTrans" cxnId="{16EF47A6-6B61-46F0-9B93-948DFDDD2C6A}">
      <dgm:prSet/>
      <dgm:spPr/>
      <dgm:t>
        <a:bodyPr/>
        <a:lstStyle/>
        <a:p>
          <a:endParaRPr/>
        </a:p>
      </dgm:t>
    </dgm:pt>
    <dgm:pt modelId="{F4D02158-6430-4F2E-8DC4-225792647F95}" type="pres">
      <dgm:prSet presAssocID="{2F17B75F-42BA-403C-BD8E-B99151827000}" presName="Name0" presStyleCnt="0">
        <dgm:presLayoutVars>
          <dgm:dir/>
          <dgm:resizeHandles/>
        </dgm:presLayoutVars>
      </dgm:prSet>
      <dgm:spPr/>
    </dgm:pt>
    <dgm:pt modelId="{D96B6EDD-14D6-4718-9F31-510A2F758F79}" type="pres">
      <dgm:prSet presAssocID="{40A5D03A-E856-407D-8236-2A7028743DB0}" presName="composite" presStyleCnt="0"/>
      <dgm:spPr/>
    </dgm:pt>
    <dgm:pt modelId="{232A33EE-4944-4459-8E70-A9DCB771207E}" type="pres">
      <dgm:prSet presAssocID="{40A5D03A-E856-407D-8236-2A7028743DB0}" presName="rect1" presStyleLbl="bgImgPlace1" presStyleIdx="0" presStyleCnt="5"/>
      <dgm:spPr>
        <a:blipFill>
          <a:blip xmlns:r="http://schemas.openxmlformats.org/officeDocument/2006/relationships" r:embed="rId1"/>
          <a:srcRect/>
          <a:stretch>
            <a:fillRect l="-13139" r="-13139"/>
          </a:stretch>
        </a:blipFill>
      </dgm:spPr>
    </dgm:pt>
    <dgm:pt modelId="{F76128DE-29A2-4B31-8790-B15CA2C825CF}" type="pres">
      <dgm:prSet presAssocID="{40A5D03A-E856-407D-8236-2A7028743DB0}" presName="rect2" presStyleLbl="node1" presStyleIdx="0" presStyleCnt="5">
        <dgm:presLayoutVars>
          <dgm:bulletEnabled val="1"/>
        </dgm:presLayoutVars>
      </dgm:prSet>
      <dgm:spPr/>
    </dgm:pt>
    <dgm:pt modelId="{DF654EC2-5211-495F-8668-767296CCEE43}" type="pres">
      <dgm:prSet presAssocID="{DB9FEDA0-3B5D-4484-AAF2-10A813AA5041}" presName="sibTrans" presStyleCnt="0"/>
      <dgm:spPr/>
    </dgm:pt>
    <dgm:pt modelId="{D77A7A5F-4B7C-4738-9DBF-8158AE787CDB}" type="pres">
      <dgm:prSet presAssocID="{A3BE0371-AEBC-4531-8117-042032F3164C}" presName="composite" presStyleCnt="0"/>
      <dgm:spPr/>
    </dgm:pt>
    <dgm:pt modelId="{47431063-6E3F-4D60-A467-51E16FEBA00B}" type="pres">
      <dgm:prSet presAssocID="{A3BE0371-AEBC-4531-8117-042032F3164C}" presName="rect1" presStyleLbl="bgImgPlace1" presStyleIdx="1" presStyleCnt="5"/>
      <dgm:spPr>
        <a:blipFill>
          <a:blip xmlns:r="http://schemas.openxmlformats.org/officeDocument/2006/relationships" r:embed="rId2"/>
          <a:srcRect/>
          <a:stretch>
            <a:fillRect l="-13139" r="-13139"/>
          </a:stretch>
        </a:blipFill>
      </dgm:spPr>
    </dgm:pt>
    <dgm:pt modelId="{87DF1270-C13B-4B8F-9067-693772FA668A}" type="pres">
      <dgm:prSet presAssocID="{A3BE0371-AEBC-4531-8117-042032F3164C}" presName="rect2" presStyleLbl="node1" presStyleIdx="1" presStyleCnt="5">
        <dgm:presLayoutVars>
          <dgm:bulletEnabled val="1"/>
        </dgm:presLayoutVars>
      </dgm:prSet>
      <dgm:spPr/>
    </dgm:pt>
    <dgm:pt modelId="{4BA273FB-7C43-418E-98F6-3EDC7A8F4789}" type="pres">
      <dgm:prSet presAssocID="{8FDA4CB7-9C1D-457B-B3A6-36A7123C2B9E}" presName="sibTrans" presStyleCnt="0"/>
      <dgm:spPr/>
    </dgm:pt>
    <dgm:pt modelId="{F518EC30-E1E8-42A9-9B5E-E3E2E6932E8F}" type="pres">
      <dgm:prSet presAssocID="{C30553E5-3981-4E55-8BC8-C6F783123A12}" presName="composite" presStyleCnt="0"/>
      <dgm:spPr/>
    </dgm:pt>
    <dgm:pt modelId="{9F492866-7A87-4910-BF06-C412B616699D}" type="pres">
      <dgm:prSet presAssocID="{C30553E5-3981-4E55-8BC8-C6F783123A12}" presName="rect1" presStyleLbl="bgImgPlace1" presStyleIdx="2" presStyleCnt="5"/>
      <dgm:spPr>
        <a:blipFill>
          <a:blip xmlns:r="http://schemas.openxmlformats.org/officeDocument/2006/relationships" r:embed="rId3"/>
          <a:srcRect/>
          <a:stretch>
            <a:fillRect l="-13139" r="-13139"/>
          </a:stretch>
        </a:blipFill>
      </dgm:spPr>
    </dgm:pt>
    <dgm:pt modelId="{B22BCC71-0455-4E4E-9DC3-4129B0E92656}" type="pres">
      <dgm:prSet presAssocID="{C30553E5-3981-4E55-8BC8-C6F783123A12}" presName="rect2" presStyleLbl="node1" presStyleIdx="2" presStyleCnt="5">
        <dgm:presLayoutVars>
          <dgm:bulletEnabled val="1"/>
        </dgm:presLayoutVars>
      </dgm:prSet>
      <dgm:spPr/>
    </dgm:pt>
    <dgm:pt modelId="{CE4022AF-41E9-42A6-A7FB-79DC8BA93007}" type="pres">
      <dgm:prSet presAssocID="{B7E529CF-5B73-4B5A-B583-9CEB32E89405}" presName="sibTrans" presStyleCnt="0"/>
      <dgm:spPr/>
    </dgm:pt>
    <dgm:pt modelId="{511E5ED7-0207-4613-AE97-8A4BF5B92913}" type="pres">
      <dgm:prSet presAssocID="{BD3BB442-C05D-4935-9725-A1A8C545923D}" presName="composite" presStyleCnt="0"/>
      <dgm:spPr/>
    </dgm:pt>
    <dgm:pt modelId="{E637FF03-70D0-4645-9752-533E7C64ED24}" type="pres">
      <dgm:prSet presAssocID="{BD3BB442-C05D-4935-9725-A1A8C545923D}" presName="rect1" presStyleLbl="bgImgPlace1" presStyleIdx="3" presStyleCnt="5"/>
      <dgm:spPr>
        <a:blipFill>
          <a:blip xmlns:r="http://schemas.openxmlformats.org/officeDocument/2006/relationships" r:embed="rId4"/>
          <a:srcRect/>
          <a:stretch>
            <a:fillRect l="-13139" r="-13139"/>
          </a:stretch>
        </a:blipFill>
      </dgm:spPr>
    </dgm:pt>
    <dgm:pt modelId="{D6B7CAC1-AAB9-482C-ADAD-4A73924E37A4}" type="pres">
      <dgm:prSet presAssocID="{BD3BB442-C05D-4935-9725-A1A8C545923D}" presName="rect2" presStyleLbl="node1" presStyleIdx="3" presStyleCnt="5">
        <dgm:presLayoutVars>
          <dgm:bulletEnabled val="1"/>
        </dgm:presLayoutVars>
      </dgm:prSet>
      <dgm:spPr/>
    </dgm:pt>
    <dgm:pt modelId="{288D3CE0-0634-47B8-ADAC-83FBA02BD0CB}" type="pres">
      <dgm:prSet presAssocID="{ACA7DF3B-D1E0-43BB-8E6F-FAA4F0189E46}" presName="sibTrans" presStyleCnt="0"/>
      <dgm:spPr/>
    </dgm:pt>
    <dgm:pt modelId="{81753442-54BB-42C6-9E1A-4894DFB853B3}" type="pres">
      <dgm:prSet presAssocID="{294CEB54-867E-436A-B712-182AD74B61D6}" presName="composite" presStyleCnt="0"/>
      <dgm:spPr/>
    </dgm:pt>
    <dgm:pt modelId="{0D84F9C2-E8AF-4345-9926-42C3F8558AE9}" type="pres">
      <dgm:prSet presAssocID="{294CEB54-867E-436A-B712-182AD74B61D6}" presName="rect1" presStyleLbl="bgImgPlace1" presStyleIdx="4" presStyleCnt="5"/>
      <dgm:spPr>
        <a:blipFill>
          <a:blip xmlns:r="http://schemas.openxmlformats.org/officeDocument/2006/relationships" r:embed="rId5"/>
          <a:srcRect/>
          <a:stretch>
            <a:fillRect l="-13139" r="-13139"/>
          </a:stretch>
        </a:blipFill>
      </dgm:spPr>
    </dgm:pt>
    <dgm:pt modelId="{FAA64982-48EB-4918-BDB3-221F800D21B1}" type="pres">
      <dgm:prSet presAssocID="{294CEB54-867E-436A-B712-182AD74B61D6}" presName="rect2" presStyleLbl="node1" presStyleIdx="4" presStyleCnt="5">
        <dgm:presLayoutVars>
          <dgm:bulletEnabled val="1"/>
        </dgm:presLayoutVars>
      </dgm:prSet>
      <dgm:spPr/>
    </dgm:pt>
  </dgm:ptLst>
  <dgm:cxnLst>
    <dgm:cxn modelId="{D2964208-F8B7-412A-A020-27CBAC805862}" type="presOf" srcId="{40A5D03A-E856-407D-8236-2A7028743DB0}" destId="{F76128DE-29A2-4B31-8790-B15CA2C825CF}" srcOrd="0" destOrd="0" presId="urn:microsoft.com/office/officeart/2008/layout/BendingPictureBlocks"/>
    <dgm:cxn modelId="{73E36117-3DAC-42B6-9C35-9FCE564C33E7}" type="presOf" srcId="{2F17B75F-42BA-403C-BD8E-B99151827000}" destId="{F4D02158-6430-4F2E-8DC4-225792647F95}" srcOrd="0" destOrd="0" presId="urn:microsoft.com/office/officeart/2008/layout/BendingPictureBlocks"/>
    <dgm:cxn modelId="{FF74A95F-ECCD-4EB9-AB31-F5DC5784FB64}" srcId="{2F17B75F-42BA-403C-BD8E-B99151827000}" destId="{BD3BB442-C05D-4935-9725-A1A8C545923D}" srcOrd="3" destOrd="0" parTransId="{C52F5B74-BCE1-4743-B46B-B170ABB7F175}" sibTransId="{ACA7DF3B-D1E0-43BB-8E6F-FAA4F0189E46}"/>
    <dgm:cxn modelId="{DC063C65-63FC-4730-AEE6-602070FC5BAB}" type="presOf" srcId="{294CEB54-867E-436A-B712-182AD74B61D6}" destId="{FAA64982-48EB-4918-BDB3-221F800D21B1}" srcOrd="0" destOrd="0" presId="urn:microsoft.com/office/officeart/2008/layout/BendingPictureBlocks"/>
    <dgm:cxn modelId="{DBF5E469-5B06-4B9C-8120-1CF5FE7440D4}" type="presOf" srcId="{C30553E5-3981-4E55-8BC8-C6F783123A12}" destId="{B22BCC71-0455-4E4E-9DC3-4129B0E92656}" srcOrd="0" destOrd="0" presId="urn:microsoft.com/office/officeart/2008/layout/BendingPictureBlocks"/>
    <dgm:cxn modelId="{32903D73-1A00-47EC-A804-30156A5E3E23}" type="presOf" srcId="{BD3BB442-C05D-4935-9725-A1A8C545923D}" destId="{D6B7CAC1-AAB9-482C-ADAD-4A73924E37A4}" srcOrd="0" destOrd="0" presId="urn:microsoft.com/office/officeart/2008/layout/BendingPictureBlocks"/>
    <dgm:cxn modelId="{65D86F7F-CC0B-448C-AF07-6765968B031B}" srcId="{2F17B75F-42BA-403C-BD8E-B99151827000}" destId="{A3BE0371-AEBC-4531-8117-042032F3164C}" srcOrd="1" destOrd="0" parTransId="{24959396-5134-4BF7-80DA-A0F302C76A47}" sibTransId="{8FDA4CB7-9C1D-457B-B3A6-36A7123C2B9E}"/>
    <dgm:cxn modelId="{93B8B398-B69E-4FF3-B323-F55BD8805F52}" type="presOf" srcId="{A3BE0371-AEBC-4531-8117-042032F3164C}" destId="{87DF1270-C13B-4B8F-9067-693772FA668A}" srcOrd="0" destOrd="0" presId="urn:microsoft.com/office/officeart/2008/layout/BendingPictureBlocks"/>
    <dgm:cxn modelId="{16EF47A6-6B61-46F0-9B93-948DFDDD2C6A}" srcId="{2F17B75F-42BA-403C-BD8E-B99151827000}" destId="{294CEB54-867E-436A-B712-182AD74B61D6}" srcOrd="4" destOrd="0" parTransId="{35A0DEE9-36D4-4E94-815E-C4175B43F3ED}" sibTransId="{9EF468A8-CEBE-438D-9200-ADD3D47B0DE5}"/>
    <dgm:cxn modelId="{0E4823B3-5C2C-465E-9730-4A8CEB160979}" srcId="{2F17B75F-42BA-403C-BD8E-B99151827000}" destId="{C30553E5-3981-4E55-8BC8-C6F783123A12}" srcOrd="2" destOrd="0" parTransId="{505178C9-4B21-4F67-9066-146C4A3AF5CD}" sibTransId="{B7E529CF-5B73-4B5A-B583-9CEB32E89405}"/>
    <dgm:cxn modelId="{8CFC09C7-EA26-4920-8A60-24CB7CF86234}" srcId="{2F17B75F-42BA-403C-BD8E-B99151827000}" destId="{40A5D03A-E856-407D-8236-2A7028743DB0}" srcOrd="0" destOrd="0" parTransId="{8A29B7D8-BCDB-43D3-AD7C-2E337D9AA828}" sibTransId="{DB9FEDA0-3B5D-4484-AAF2-10A813AA5041}"/>
    <dgm:cxn modelId="{649803A4-2CF5-4023-8818-A819B2ECC2C9}" type="presParOf" srcId="{F4D02158-6430-4F2E-8DC4-225792647F95}" destId="{D96B6EDD-14D6-4718-9F31-510A2F758F79}" srcOrd="0" destOrd="0" presId="urn:microsoft.com/office/officeart/2008/layout/BendingPictureBlocks"/>
    <dgm:cxn modelId="{619508CB-10B7-40C8-87F5-F63D02896EAE}" type="presParOf" srcId="{D96B6EDD-14D6-4718-9F31-510A2F758F79}" destId="{232A33EE-4944-4459-8E70-A9DCB771207E}" srcOrd="0" destOrd="0" presId="urn:microsoft.com/office/officeart/2008/layout/BendingPictureBlocks"/>
    <dgm:cxn modelId="{FA435628-E7A0-4628-9CDF-2AD805A5E175}" type="presParOf" srcId="{D96B6EDD-14D6-4718-9F31-510A2F758F79}" destId="{F76128DE-29A2-4B31-8790-B15CA2C825CF}" srcOrd="1" destOrd="0" presId="urn:microsoft.com/office/officeart/2008/layout/BendingPictureBlocks"/>
    <dgm:cxn modelId="{839AFF34-2784-43FA-A8EE-B06C00CA08E3}" type="presParOf" srcId="{F4D02158-6430-4F2E-8DC4-225792647F95}" destId="{DF654EC2-5211-495F-8668-767296CCEE43}" srcOrd="1" destOrd="0" presId="urn:microsoft.com/office/officeart/2008/layout/BendingPictureBlocks"/>
    <dgm:cxn modelId="{D1F9818A-86C9-4C52-A33C-6DAE1883AB45}" type="presParOf" srcId="{F4D02158-6430-4F2E-8DC4-225792647F95}" destId="{D77A7A5F-4B7C-4738-9DBF-8158AE787CDB}" srcOrd="2" destOrd="0" presId="urn:microsoft.com/office/officeart/2008/layout/BendingPictureBlocks"/>
    <dgm:cxn modelId="{3D0C9734-747F-408E-B0B2-D3B32DE3EBC4}" type="presParOf" srcId="{D77A7A5F-4B7C-4738-9DBF-8158AE787CDB}" destId="{47431063-6E3F-4D60-A467-51E16FEBA00B}" srcOrd="0" destOrd="0" presId="urn:microsoft.com/office/officeart/2008/layout/BendingPictureBlocks"/>
    <dgm:cxn modelId="{0634D42B-4D08-4CEE-9CE4-9B364C694742}" type="presParOf" srcId="{D77A7A5F-4B7C-4738-9DBF-8158AE787CDB}" destId="{87DF1270-C13B-4B8F-9067-693772FA668A}" srcOrd="1" destOrd="0" presId="urn:microsoft.com/office/officeart/2008/layout/BendingPictureBlocks"/>
    <dgm:cxn modelId="{317E8F80-6B36-4580-90F8-EEF3D3C850F3}" type="presParOf" srcId="{F4D02158-6430-4F2E-8DC4-225792647F95}" destId="{4BA273FB-7C43-418E-98F6-3EDC7A8F4789}" srcOrd="3" destOrd="0" presId="urn:microsoft.com/office/officeart/2008/layout/BendingPictureBlocks"/>
    <dgm:cxn modelId="{98FE2E81-B711-480B-B48F-BF8258CB7C87}" type="presParOf" srcId="{F4D02158-6430-4F2E-8DC4-225792647F95}" destId="{F518EC30-E1E8-42A9-9B5E-E3E2E6932E8F}" srcOrd="4" destOrd="0" presId="urn:microsoft.com/office/officeart/2008/layout/BendingPictureBlocks"/>
    <dgm:cxn modelId="{391353C1-06AA-4B14-BB41-332D84EB64C5}" type="presParOf" srcId="{F518EC30-E1E8-42A9-9B5E-E3E2E6932E8F}" destId="{9F492866-7A87-4910-BF06-C412B616699D}" srcOrd="0" destOrd="0" presId="urn:microsoft.com/office/officeart/2008/layout/BendingPictureBlocks"/>
    <dgm:cxn modelId="{5B758563-8BBE-45C5-92CF-417E9CACA5E4}" type="presParOf" srcId="{F518EC30-E1E8-42A9-9B5E-E3E2E6932E8F}" destId="{B22BCC71-0455-4E4E-9DC3-4129B0E92656}" srcOrd="1" destOrd="0" presId="urn:microsoft.com/office/officeart/2008/layout/BendingPictureBlocks"/>
    <dgm:cxn modelId="{2AF2C017-DC10-4C6F-8851-9CCB7A785777}" type="presParOf" srcId="{F4D02158-6430-4F2E-8DC4-225792647F95}" destId="{CE4022AF-41E9-42A6-A7FB-79DC8BA93007}" srcOrd="5" destOrd="0" presId="urn:microsoft.com/office/officeart/2008/layout/BendingPictureBlocks"/>
    <dgm:cxn modelId="{B69E9CEE-008C-4E0E-A058-C167A6E86A93}" type="presParOf" srcId="{F4D02158-6430-4F2E-8DC4-225792647F95}" destId="{511E5ED7-0207-4613-AE97-8A4BF5B92913}" srcOrd="6" destOrd="0" presId="urn:microsoft.com/office/officeart/2008/layout/BendingPictureBlocks"/>
    <dgm:cxn modelId="{35600AE3-167B-4C6B-AE9A-F91B6B89863E}" type="presParOf" srcId="{511E5ED7-0207-4613-AE97-8A4BF5B92913}" destId="{E637FF03-70D0-4645-9752-533E7C64ED24}" srcOrd="0" destOrd="0" presId="urn:microsoft.com/office/officeart/2008/layout/BendingPictureBlocks"/>
    <dgm:cxn modelId="{BE374A56-B321-4BBE-ADF5-B09A24A48F70}" type="presParOf" srcId="{511E5ED7-0207-4613-AE97-8A4BF5B92913}" destId="{D6B7CAC1-AAB9-482C-ADAD-4A73924E37A4}" srcOrd="1" destOrd="0" presId="urn:microsoft.com/office/officeart/2008/layout/BendingPictureBlocks"/>
    <dgm:cxn modelId="{A53A3E74-BD6A-453F-8739-B748083F57CA}" type="presParOf" srcId="{F4D02158-6430-4F2E-8DC4-225792647F95}" destId="{288D3CE0-0634-47B8-ADAC-83FBA02BD0CB}" srcOrd="7" destOrd="0" presId="urn:microsoft.com/office/officeart/2008/layout/BendingPictureBlocks"/>
    <dgm:cxn modelId="{B8ED6A51-FA9E-4E78-ADCF-E2B97068F9EB}" type="presParOf" srcId="{F4D02158-6430-4F2E-8DC4-225792647F95}" destId="{81753442-54BB-42C6-9E1A-4894DFB853B3}" srcOrd="8" destOrd="0" presId="urn:microsoft.com/office/officeart/2008/layout/BendingPictureBlocks"/>
    <dgm:cxn modelId="{DD4C1B75-FC94-4557-8ADB-18EBAA5B2F93}" type="presParOf" srcId="{81753442-54BB-42C6-9E1A-4894DFB853B3}" destId="{0D84F9C2-E8AF-4345-9926-42C3F8558AE9}" srcOrd="0" destOrd="0" presId="urn:microsoft.com/office/officeart/2008/layout/BendingPictureBlocks"/>
    <dgm:cxn modelId="{B1602FAA-C099-4A60-A446-15DC3AAE5B18}" type="presParOf" srcId="{81753442-54BB-42C6-9E1A-4894DFB853B3}" destId="{FAA64982-48EB-4918-BDB3-221F800D21B1}" srcOrd="1" destOrd="0" presId="urn:microsoft.com/office/officeart/2008/layout/Bend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1.xml><?xml version="1.0" encoding="utf-8"?>
<dgm:dataModel xmlns:dgm="http://schemas.openxmlformats.org/drawingml/2006/diagram" xmlns:a="http://schemas.openxmlformats.org/drawingml/2006/main">
  <dgm:ptLst>
    <dgm:pt modelId="{1E9B0418-F25B-4FC2-BA35-D00258D9A0D7}" type="doc">
      <dgm:prSet loTypeId="urn:microsoft.com/office/officeart/2008/layout/BendingPictureCaptionList" qsTypeId="urn:microsoft.com/office/officeart/2005/8/quickstyle/simple2" csTypeId="urn:microsoft.com/office/officeart/2005/8/colors/accent1_2"/>
      <dgm:spPr/>
    </dgm:pt>
    <dgm:pt modelId="{374DCCC1-114B-4CE6-BFD6-001F70E6957B}">
      <dgm:prSet/>
      <dgm:spPr/>
      <dgm:t>
        <a:bodyPr/>
        <a:lstStyle/>
        <a:p>
          <a:r>
            <a:t>Research</a:t>
          </a:r>
        </a:p>
      </dgm:t>
    </dgm:pt>
    <dgm:pt modelId="{17889C7D-2FD8-4FC8-A34C-BF15C72E8647}" type="parTrans" cxnId="{4824FC62-BB13-4AFA-BEA0-F64CF3D111B7}">
      <dgm:prSet/>
      <dgm:spPr/>
      <dgm:t>
        <a:bodyPr/>
        <a:lstStyle/>
        <a:p>
          <a:endParaRPr/>
        </a:p>
      </dgm:t>
    </dgm:pt>
    <dgm:pt modelId="{8B0AE204-119D-4B4C-AA73-B7209043E6FB}" type="sibTrans" cxnId="{4824FC62-BB13-4AFA-BEA0-F64CF3D111B7}">
      <dgm:prSet/>
      <dgm:spPr/>
      <dgm:t>
        <a:bodyPr/>
        <a:lstStyle/>
        <a:p>
          <a:endParaRPr/>
        </a:p>
      </dgm:t>
    </dgm:pt>
    <dgm:pt modelId="{12365B4D-6BAD-484E-9791-EB69F0F61588}">
      <dgm:prSet/>
      <dgm:spPr/>
      <dgm:t>
        <a:bodyPr/>
        <a:lstStyle/>
        <a:p>
          <a:r>
            <a:t>Workshop</a:t>
          </a:r>
        </a:p>
      </dgm:t>
    </dgm:pt>
    <dgm:pt modelId="{4D66E8B1-628C-4AF0-A1F8-4C58E00A140D}" type="parTrans" cxnId="{70B14889-C9D8-4EC7-981D-BEE94FD8ED14}">
      <dgm:prSet/>
      <dgm:spPr/>
      <dgm:t>
        <a:bodyPr/>
        <a:lstStyle/>
        <a:p>
          <a:endParaRPr/>
        </a:p>
      </dgm:t>
    </dgm:pt>
    <dgm:pt modelId="{1CCF5175-4FCD-4AB2-B003-46A66A0E4C0A}" type="sibTrans" cxnId="{70B14889-C9D8-4EC7-981D-BEE94FD8ED14}">
      <dgm:prSet/>
      <dgm:spPr/>
      <dgm:t>
        <a:bodyPr/>
        <a:lstStyle/>
        <a:p>
          <a:endParaRPr/>
        </a:p>
      </dgm:t>
    </dgm:pt>
    <dgm:pt modelId="{BB2D2533-D99F-434C-89C8-BE445DBC041C}">
      <dgm:prSet/>
      <dgm:spPr/>
      <dgm:t>
        <a:bodyPr/>
        <a:lstStyle/>
        <a:p>
          <a:r>
            <a:t>Prototype</a:t>
          </a:r>
        </a:p>
      </dgm:t>
    </dgm:pt>
    <dgm:pt modelId="{81BCF2A7-EB46-4DA9-B161-4AD5C75C3547}" type="parTrans" cxnId="{6B631EBF-F01C-4EC7-A951-3A6CC41E9CA3}">
      <dgm:prSet/>
      <dgm:spPr/>
      <dgm:t>
        <a:bodyPr/>
        <a:lstStyle/>
        <a:p>
          <a:endParaRPr/>
        </a:p>
      </dgm:t>
    </dgm:pt>
    <dgm:pt modelId="{C70445DE-4A24-4B0C-A711-F7DD3FF36DAF}" type="sibTrans" cxnId="{6B631EBF-F01C-4EC7-A951-3A6CC41E9CA3}">
      <dgm:prSet/>
      <dgm:spPr/>
      <dgm:t>
        <a:bodyPr/>
        <a:lstStyle/>
        <a:p>
          <a:endParaRPr/>
        </a:p>
      </dgm:t>
    </dgm:pt>
    <dgm:pt modelId="{3EE561A1-1AC6-4CCE-A570-E99308CDF50B}">
      <dgm:prSet/>
      <dgm:spPr/>
      <dgm:t>
        <a:bodyPr/>
        <a:lstStyle/>
        <a:p>
          <a:r>
            <a:t>Delivery</a:t>
          </a:r>
        </a:p>
      </dgm:t>
    </dgm:pt>
    <dgm:pt modelId="{71C3E295-E801-4EC1-B6E2-D6A17439D244}" type="parTrans" cxnId="{8C0EE388-4DC3-492E-8B17-FA675DD665C1}">
      <dgm:prSet/>
      <dgm:spPr/>
      <dgm:t>
        <a:bodyPr/>
        <a:lstStyle/>
        <a:p>
          <a:endParaRPr/>
        </a:p>
      </dgm:t>
    </dgm:pt>
    <dgm:pt modelId="{9E54C7E7-AF54-4126-A2F9-B4644183DFD5}" type="sibTrans" cxnId="{8C0EE388-4DC3-492E-8B17-FA675DD665C1}">
      <dgm:prSet/>
      <dgm:spPr/>
      <dgm:t>
        <a:bodyPr/>
        <a:lstStyle/>
        <a:p>
          <a:endParaRPr/>
        </a:p>
      </dgm:t>
    </dgm:pt>
    <dgm:pt modelId="{27FDE1BD-9417-4EF3-BBF6-835514C49261}">
      <dgm:prSet/>
      <dgm:spPr/>
      <dgm:t>
        <a:bodyPr/>
        <a:lstStyle/>
        <a:p>
          <a:r>
            <a:t>Learning</a:t>
          </a:r>
        </a:p>
      </dgm:t>
    </dgm:pt>
    <dgm:pt modelId="{434F06BB-A4F2-4F06-B39A-BF28FDBF334F}" type="parTrans" cxnId="{CCE8B3EF-DEC6-40DF-88D8-00C9C2CD0C0B}">
      <dgm:prSet/>
      <dgm:spPr/>
      <dgm:t>
        <a:bodyPr/>
        <a:lstStyle/>
        <a:p>
          <a:endParaRPr/>
        </a:p>
      </dgm:t>
    </dgm:pt>
    <dgm:pt modelId="{FE04CBD1-E72D-4A03-927C-9A23DA6EFABF}" type="sibTrans" cxnId="{CCE8B3EF-DEC6-40DF-88D8-00C9C2CD0C0B}">
      <dgm:prSet/>
      <dgm:spPr/>
      <dgm:t>
        <a:bodyPr/>
        <a:lstStyle/>
        <a:p>
          <a:endParaRPr/>
        </a:p>
      </dgm:t>
    </dgm:pt>
    <dgm:pt modelId="{C68C2511-E63E-42D8-8C9F-83AD58BB29A2}" type="pres">
      <dgm:prSet presAssocID="{1E9B0418-F25B-4FC2-BA35-D00258D9A0D7}" presName="Name0" presStyleCnt="0">
        <dgm:presLayoutVars>
          <dgm:dir/>
          <dgm:resizeHandles val="exact"/>
        </dgm:presLayoutVars>
      </dgm:prSet>
      <dgm:spPr/>
    </dgm:pt>
    <dgm:pt modelId="{3C17144E-3FEC-4C90-9086-66BB9B94C568}" type="pres">
      <dgm:prSet presAssocID="{374DCCC1-114B-4CE6-BFD6-001F70E6957B}" presName="composite" presStyleCnt="0"/>
      <dgm:spPr/>
    </dgm:pt>
    <dgm:pt modelId="{75402251-04F5-46F1-980B-F2722ED7CDD8}" type="pres">
      <dgm:prSet presAssocID="{374DCCC1-114B-4CE6-BFD6-001F70E6957B}" presName="rect1" presStyleLbl="bgImgPlace1" presStyleIdx="0" presStyleCnt="5"/>
      <dgm:spPr>
        <a:blipFill>
          <a:blip xmlns:r="http://schemas.openxmlformats.org/officeDocument/2006/relationships" r:embed="rId1"/>
          <a:srcRect/>
          <a:stretch>
            <a:fillRect l="-10058" r="-10058"/>
          </a:stretch>
        </a:blipFill>
      </dgm:spPr>
    </dgm:pt>
    <dgm:pt modelId="{C39F00E4-5EEF-4E03-BA42-1874C2AD018F}" type="pres">
      <dgm:prSet presAssocID="{374DCCC1-114B-4CE6-BFD6-001F70E6957B}" presName="wedgeRectCallout1" presStyleLbl="node1" presStyleIdx="0" presStyleCnt="5">
        <dgm:presLayoutVars>
          <dgm:bulletEnabled val="1"/>
        </dgm:presLayoutVars>
      </dgm:prSet>
      <dgm:spPr/>
    </dgm:pt>
    <dgm:pt modelId="{3D68E68F-D0A9-42E2-B0FF-8291B6A921A0}" type="pres">
      <dgm:prSet presAssocID="{8B0AE204-119D-4B4C-AA73-B7209043E6FB}" presName="sibTrans" presStyleCnt="0"/>
      <dgm:spPr/>
    </dgm:pt>
    <dgm:pt modelId="{CDBFC572-0CD2-46C8-8A81-A18858FAA8A4}" type="pres">
      <dgm:prSet presAssocID="{12365B4D-6BAD-484E-9791-EB69F0F61588}" presName="composite" presStyleCnt="0"/>
      <dgm:spPr/>
    </dgm:pt>
    <dgm:pt modelId="{5CFAE154-CCE3-4F82-921E-333A0EB33C91}" type="pres">
      <dgm:prSet presAssocID="{12365B4D-6BAD-484E-9791-EB69F0F61588}" presName="rect1" presStyleLbl="bgImgPlace1" presStyleIdx="1" presStyleCnt="5"/>
      <dgm:spPr>
        <a:blipFill>
          <a:blip xmlns:r="http://schemas.openxmlformats.org/officeDocument/2006/relationships" r:embed="rId2"/>
          <a:srcRect/>
          <a:stretch>
            <a:fillRect l="-10058" r="-10058"/>
          </a:stretch>
        </a:blipFill>
      </dgm:spPr>
    </dgm:pt>
    <dgm:pt modelId="{EB2B7F5C-893F-4456-A2AD-AAE7B23616FE}" type="pres">
      <dgm:prSet presAssocID="{12365B4D-6BAD-484E-9791-EB69F0F61588}" presName="wedgeRectCallout1" presStyleLbl="node1" presStyleIdx="1" presStyleCnt="5">
        <dgm:presLayoutVars>
          <dgm:bulletEnabled val="1"/>
        </dgm:presLayoutVars>
      </dgm:prSet>
      <dgm:spPr/>
    </dgm:pt>
    <dgm:pt modelId="{044C1105-12C4-49AB-8CB3-939E57CFAA13}" type="pres">
      <dgm:prSet presAssocID="{1CCF5175-4FCD-4AB2-B003-46A66A0E4C0A}" presName="sibTrans" presStyleCnt="0"/>
      <dgm:spPr/>
    </dgm:pt>
    <dgm:pt modelId="{554FC176-A366-413D-B1D2-8DBC486F9DDC}" type="pres">
      <dgm:prSet presAssocID="{BB2D2533-D99F-434C-89C8-BE445DBC041C}" presName="composite" presStyleCnt="0"/>
      <dgm:spPr/>
    </dgm:pt>
    <dgm:pt modelId="{D8AE1F42-1E52-4A80-814C-8743744024C2}" type="pres">
      <dgm:prSet presAssocID="{BB2D2533-D99F-434C-89C8-BE445DBC041C}" presName="rect1" presStyleLbl="bgImgPlace1" presStyleIdx="2" presStyleCnt="5"/>
      <dgm:spPr>
        <a:blipFill>
          <a:blip xmlns:r="http://schemas.openxmlformats.org/officeDocument/2006/relationships" r:embed="rId3"/>
          <a:srcRect/>
          <a:stretch>
            <a:fillRect l="-10058" r="-10058"/>
          </a:stretch>
        </a:blipFill>
      </dgm:spPr>
    </dgm:pt>
    <dgm:pt modelId="{E74D50AA-AC5E-4863-AAD6-F37055A68EAE}" type="pres">
      <dgm:prSet presAssocID="{BB2D2533-D99F-434C-89C8-BE445DBC041C}" presName="wedgeRectCallout1" presStyleLbl="node1" presStyleIdx="2" presStyleCnt="5">
        <dgm:presLayoutVars>
          <dgm:bulletEnabled val="1"/>
        </dgm:presLayoutVars>
      </dgm:prSet>
      <dgm:spPr/>
    </dgm:pt>
    <dgm:pt modelId="{7DFDE1A1-C7ED-4375-A328-19EE7717A66F}" type="pres">
      <dgm:prSet presAssocID="{C70445DE-4A24-4B0C-A711-F7DD3FF36DAF}" presName="sibTrans" presStyleCnt="0"/>
      <dgm:spPr/>
    </dgm:pt>
    <dgm:pt modelId="{B59E4DA3-2145-43BF-8538-AE01758F8FA5}" type="pres">
      <dgm:prSet presAssocID="{3EE561A1-1AC6-4CCE-A570-E99308CDF50B}" presName="composite" presStyleCnt="0"/>
      <dgm:spPr/>
    </dgm:pt>
    <dgm:pt modelId="{F819C35C-B8C5-47A0-81F9-EA9D2E34C1F5}" type="pres">
      <dgm:prSet presAssocID="{3EE561A1-1AC6-4CCE-A570-E99308CDF50B}" presName="rect1" presStyleLbl="bgImgPlace1" presStyleIdx="3" presStyleCnt="5"/>
      <dgm:spPr>
        <a:blipFill>
          <a:blip xmlns:r="http://schemas.openxmlformats.org/officeDocument/2006/relationships" r:embed="rId4"/>
          <a:srcRect/>
          <a:stretch>
            <a:fillRect l="-10058" r="-10058"/>
          </a:stretch>
        </a:blipFill>
      </dgm:spPr>
    </dgm:pt>
    <dgm:pt modelId="{58D86BBC-BFC2-409C-B839-2FA3A10EF30E}" type="pres">
      <dgm:prSet presAssocID="{3EE561A1-1AC6-4CCE-A570-E99308CDF50B}" presName="wedgeRectCallout1" presStyleLbl="node1" presStyleIdx="3" presStyleCnt="5">
        <dgm:presLayoutVars>
          <dgm:bulletEnabled val="1"/>
        </dgm:presLayoutVars>
      </dgm:prSet>
      <dgm:spPr/>
    </dgm:pt>
    <dgm:pt modelId="{5734475B-2817-4B93-93F1-71F68384E8F3}" type="pres">
      <dgm:prSet presAssocID="{9E54C7E7-AF54-4126-A2F9-B4644183DFD5}" presName="sibTrans" presStyleCnt="0"/>
      <dgm:spPr/>
    </dgm:pt>
    <dgm:pt modelId="{1FCED521-81FA-4380-B443-E0AE161942C7}" type="pres">
      <dgm:prSet presAssocID="{27FDE1BD-9417-4EF3-BBF6-835514C49261}" presName="composite" presStyleCnt="0"/>
      <dgm:spPr/>
    </dgm:pt>
    <dgm:pt modelId="{B699AE82-6A50-48F4-895B-D8546983B68F}" type="pres">
      <dgm:prSet presAssocID="{27FDE1BD-9417-4EF3-BBF6-835514C49261}" presName="rect1" presStyleLbl="bgImgPlace1" presStyleIdx="4" presStyleCnt="5"/>
      <dgm:spPr>
        <a:blipFill>
          <a:blip xmlns:r="http://schemas.openxmlformats.org/officeDocument/2006/relationships" r:embed="rId5"/>
          <a:srcRect/>
          <a:stretch>
            <a:fillRect l="-10058" r="-10058"/>
          </a:stretch>
        </a:blipFill>
      </dgm:spPr>
    </dgm:pt>
    <dgm:pt modelId="{5748B691-ED69-4546-924D-2814A25FADD4}" type="pres">
      <dgm:prSet presAssocID="{27FDE1BD-9417-4EF3-BBF6-835514C49261}" presName="wedgeRectCallout1" presStyleLbl="node1" presStyleIdx="4" presStyleCnt="5">
        <dgm:presLayoutVars>
          <dgm:bulletEnabled val="1"/>
        </dgm:presLayoutVars>
      </dgm:prSet>
      <dgm:spPr/>
    </dgm:pt>
  </dgm:ptLst>
  <dgm:cxnLst>
    <dgm:cxn modelId="{11406700-6657-4547-A1B9-C523F9308D6F}" type="presOf" srcId="{1E9B0418-F25B-4FC2-BA35-D00258D9A0D7}" destId="{C68C2511-E63E-42D8-8C9F-83AD58BB29A2}" srcOrd="0" destOrd="0" presId="urn:microsoft.com/office/officeart/2008/layout/BendingPictureCaptionList"/>
    <dgm:cxn modelId="{65E0CF25-95C9-403D-8B4F-5CBC6B30CD61}" type="presOf" srcId="{27FDE1BD-9417-4EF3-BBF6-835514C49261}" destId="{5748B691-ED69-4546-924D-2814A25FADD4}" srcOrd="0" destOrd="0" presId="urn:microsoft.com/office/officeart/2008/layout/BendingPictureCaptionList"/>
    <dgm:cxn modelId="{86A0E62B-583A-4DBC-95DD-57CAC9F8CCBE}" type="presOf" srcId="{374DCCC1-114B-4CE6-BFD6-001F70E6957B}" destId="{C39F00E4-5EEF-4E03-BA42-1874C2AD018F}" srcOrd="0" destOrd="0" presId="urn:microsoft.com/office/officeart/2008/layout/BendingPictureCaptionList"/>
    <dgm:cxn modelId="{602A4F36-30C0-4306-9D40-9C9B0B2B1C24}" type="presOf" srcId="{3EE561A1-1AC6-4CCE-A570-E99308CDF50B}" destId="{58D86BBC-BFC2-409C-B839-2FA3A10EF30E}" srcOrd="0" destOrd="0" presId="urn:microsoft.com/office/officeart/2008/layout/BendingPictureCaptionList"/>
    <dgm:cxn modelId="{227D8B62-ED78-41F2-810C-EF2367A29B51}" type="presOf" srcId="{12365B4D-6BAD-484E-9791-EB69F0F61588}" destId="{EB2B7F5C-893F-4456-A2AD-AAE7B23616FE}" srcOrd="0" destOrd="0" presId="urn:microsoft.com/office/officeart/2008/layout/BendingPictureCaptionList"/>
    <dgm:cxn modelId="{4824FC62-BB13-4AFA-BEA0-F64CF3D111B7}" srcId="{1E9B0418-F25B-4FC2-BA35-D00258D9A0D7}" destId="{374DCCC1-114B-4CE6-BFD6-001F70E6957B}" srcOrd="0" destOrd="0" parTransId="{17889C7D-2FD8-4FC8-A34C-BF15C72E8647}" sibTransId="{8B0AE204-119D-4B4C-AA73-B7209043E6FB}"/>
    <dgm:cxn modelId="{C9E0C187-BE3F-4D02-8B43-582C8C5FEE39}" type="presOf" srcId="{BB2D2533-D99F-434C-89C8-BE445DBC041C}" destId="{E74D50AA-AC5E-4863-AAD6-F37055A68EAE}" srcOrd="0" destOrd="0" presId="urn:microsoft.com/office/officeart/2008/layout/BendingPictureCaptionList"/>
    <dgm:cxn modelId="{8C0EE388-4DC3-492E-8B17-FA675DD665C1}" srcId="{1E9B0418-F25B-4FC2-BA35-D00258D9A0D7}" destId="{3EE561A1-1AC6-4CCE-A570-E99308CDF50B}" srcOrd="3" destOrd="0" parTransId="{71C3E295-E801-4EC1-B6E2-D6A17439D244}" sibTransId="{9E54C7E7-AF54-4126-A2F9-B4644183DFD5}"/>
    <dgm:cxn modelId="{70B14889-C9D8-4EC7-981D-BEE94FD8ED14}" srcId="{1E9B0418-F25B-4FC2-BA35-D00258D9A0D7}" destId="{12365B4D-6BAD-484E-9791-EB69F0F61588}" srcOrd="1" destOrd="0" parTransId="{4D66E8B1-628C-4AF0-A1F8-4C58E00A140D}" sibTransId="{1CCF5175-4FCD-4AB2-B003-46A66A0E4C0A}"/>
    <dgm:cxn modelId="{6B631EBF-F01C-4EC7-A951-3A6CC41E9CA3}" srcId="{1E9B0418-F25B-4FC2-BA35-D00258D9A0D7}" destId="{BB2D2533-D99F-434C-89C8-BE445DBC041C}" srcOrd="2" destOrd="0" parTransId="{81BCF2A7-EB46-4DA9-B161-4AD5C75C3547}" sibTransId="{C70445DE-4A24-4B0C-A711-F7DD3FF36DAF}"/>
    <dgm:cxn modelId="{CCE8B3EF-DEC6-40DF-88D8-00C9C2CD0C0B}" srcId="{1E9B0418-F25B-4FC2-BA35-D00258D9A0D7}" destId="{27FDE1BD-9417-4EF3-BBF6-835514C49261}" srcOrd="4" destOrd="0" parTransId="{434F06BB-A4F2-4F06-B39A-BF28FDBF334F}" sibTransId="{FE04CBD1-E72D-4A03-927C-9A23DA6EFABF}"/>
    <dgm:cxn modelId="{E102523D-58E5-44EF-88B4-0F870D1B7EB0}" type="presParOf" srcId="{C68C2511-E63E-42D8-8C9F-83AD58BB29A2}" destId="{3C17144E-3FEC-4C90-9086-66BB9B94C568}" srcOrd="0" destOrd="0" presId="urn:microsoft.com/office/officeart/2008/layout/BendingPictureCaptionList"/>
    <dgm:cxn modelId="{2D80A7E4-88C5-4D64-B5C5-DCE20569339D}" type="presParOf" srcId="{3C17144E-3FEC-4C90-9086-66BB9B94C568}" destId="{75402251-04F5-46F1-980B-F2722ED7CDD8}" srcOrd="0" destOrd="0" presId="urn:microsoft.com/office/officeart/2008/layout/BendingPictureCaptionList"/>
    <dgm:cxn modelId="{64070768-2176-4285-B7FE-94563EAE7A0C}" type="presParOf" srcId="{3C17144E-3FEC-4C90-9086-66BB9B94C568}" destId="{C39F00E4-5EEF-4E03-BA42-1874C2AD018F}" srcOrd="1" destOrd="0" presId="urn:microsoft.com/office/officeart/2008/layout/BendingPictureCaptionList"/>
    <dgm:cxn modelId="{4FEC95CA-67A2-44E3-AC91-8AD5BAD3A212}" type="presParOf" srcId="{C68C2511-E63E-42D8-8C9F-83AD58BB29A2}" destId="{3D68E68F-D0A9-42E2-B0FF-8291B6A921A0}" srcOrd="1" destOrd="0" presId="urn:microsoft.com/office/officeart/2008/layout/BendingPictureCaptionList"/>
    <dgm:cxn modelId="{EE32E5E5-59DD-4386-928D-0529E2E83694}" type="presParOf" srcId="{C68C2511-E63E-42D8-8C9F-83AD58BB29A2}" destId="{CDBFC572-0CD2-46C8-8A81-A18858FAA8A4}" srcOrd="2" destOrd="0" presId="urn:microsoft.com/office/officeart/2008/layout/BendingPictureCaptionList"/>
    <dgm:cxn modelId="{7AD2952D-06DE-4AE3-BDED-CA2E6E652785}" type="presParOf" srcId="{CDBFC572-0CD2-46C8-8A81-A18858FAA8A4}" destId="{5CFAE154-CCE3-4F82-921E-333A0EB33C91}" srcOrd="0" destOrd="0" presId="urn:microsoft.com/office/officeart/2008/layout/BendingPictureCaptionList"/>
    <dgm:cxn modelId="{BB25B494-B81E-4E0F-BDD5-8DF26857B97B}" type="presParOf" srcId="{CDBFC572-0CD2-46C8-8A81-A18858FAA8A4}" destId="{EB2B7F5C-893F-4456-A2AD-AAE7B23616FE}" srcOrd="1" destOrd="0" presId="urn:microsoft.com/office/officeart/2008/layout/BendingPictureCaptionList"/>
    <dgm:cxn modelId="{AC0FEADF-F2B8-4367-B5D0-8DF4218EFFCA}" type="presParOf" srcId="{C68C2511-E63E-42D8-8C9F-83AD58BB29A2}" destId="{044C1105-12C4-49AB-8CB3-939E57CFAA13}" srcOrd="3" destOrd="0" presId="urn:microsoft.com/office/officeart/2008/layout/BendingPictureCaptionList"/>
    <dgm:cxn modelId="{7EFB8371-393D-453D-B6B3-3039021E5050}" type="presParOf" srcId="{C68C2511-E63E-42D8-8C9F-83AD58BB29A2}" destId="{554FC176-A366-413D-B1D2-8DBC486F9DDC}" srcOrd="4" destOrd="0" presId="urn:microsoft.com/office/officeart/2008/layout/BendingPictureCaptionList"/>
    <dgm:cxn modelId="{5A5F27CA-809C-4134-8449-CDC720069929}" type="presParOf" srcId="{554FC176-A366-413D-B1D2-8DBC486F9DDC}" destId="{D8AE1F42-1E52-4A80-814C-8743744024C2}" srcOrd="0" destOrd="0" presId="urn:microsoft.com/office/officeart/2008/layout/BendingPictureCaptionList"/>
    <dgm:cxn modelId="{08EFD91F-49F7-4BF3-A282-F54D51DB382F}" type="presParOf" srcId="{554FC176-A366-413D-B1D2-8DBC486F9DDC}" destId="{E74D50AA-AC5E-4863-AAD6-F37055A68EAE}" srcOrd="1" destOrd="0" presId="urn:microsoft.com/office/officeart/2008/layout/BendingPictureCaptionList"/>
    <dgm:cxn modelId="{E6CD1B2A-15D7-4D23-89E8-3A07841DC773}" type="presParOf" srcId="{C68C2511-E63E-42D8-8C9F-83AD58BB29A2}" destId="{7DFDE1A1-C7ED-4375-A328-19EE7717A66F}" srcOrd="5" destOrd="0" presId="urn:microsoft.com/office/officeart/2008/layout/BendingPictureCaptionList"/>
    <dgm:cxn modelId="{261AD785-2BA1-4BCC-91CF-562DDA51F185}" type="presParOf" srcId="{C68C2511-E63E-42D8-8C9F-83AD58BB29A2}" destId="{B59E4DA3-2145-43BF-8538-AE01758F8FA5}" srcOrd="6" destOrd="0" presId="urn:microsoft.com/office/officeart/2008/layout/BendingPictureCaptionList"/>
    <dgm:cxn modelId="{1145F0AD-C804-4F74-BBE9-C9CCA0E0C1B3}" type="presParOf" srcId="{B59E4DA3-2145-43BF-8538-AE01758F8FA5}" destId="{F819C35C-B8C5-47A0-81F9-EA9D2E34C1F5}" srcOrd="0" destOrd="0" presId="urn:microsoft.com/office/officeart/2008/layout/BendingPictureCaptionList"/>
    <dgm:cxn modelId="{1177538C-26E0-4DF4-9F50-323B38423A42}" type="presParOf" srcId="{B59E4DA3-2145-43BF-8538-AE01758F8FA5}" destId="{58D86BBC-BFC2-409C-B839-2FA3A10EF30E}" srcOrd="1" destOrd="0" presId="urn:microsoft.com/office/officeart/2008/layout/BendingPictureCaptionList"/>
    <dgm:cxn modelId="{321AEE6D-0E79-4566-9483-66AD9DF9D0D9}" type="presParOf" srcId="{C68C2511-E63E-42D8-8C9F-83AD58BB29A2}" destId="{5734475B-2817-4B93-93F1-71F68384E8F3}" srcOrd="7" destOrd="0" presId="urn:microsoft.com/office/officeart/2008/layout/BendingPictureCaptionList"/>
    <dgm:cxn modelId="{BBA101D5-835B-4A0C-82D0-CC57E5E16305}" type="presParOf" srcId="{C68C2511-E63E-42D8-8C9F-83AD58BB29A2}" destId="{1FCED521-81FA-4380-B443-E0AE161942C7}" srcOrd="8" destOrd="0" presId="urn:microsoft.com/office/officeart/2008/layout/BendingPictureCaptionList"/>
    <dgm:cxn modelId="{F1156067-806D-4907-B32B-111BD99670D9}" type="presParOf" srcId="{1FCED521-81FA-4380-B443-E0AE161942C7}" destId="{B699AE82-6A50-48F4-895B-D8546983B68F}" srcOrd="0" destOrd="0" presId="urn:microsoft.com/office/officeart/2008/layout/BendingPictureCaptionList"/>
    <dgm:cxn modelId="{E5A0684A-E4AD-4C71-8A25-13DB0146D9E1}" type="presParOf" srcId="{1FCED521-81FA-4380-B443-E0AE161942C7}" destId="{5748B691-ED69-4546-924D-2814A25FADD4}" srcOrd="1" destOrd="0" presId="urn:microsoft.com/office/officeart/2008/layout/BendingPictureCa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2.xml><?xml version="1.0" encoding="utf-8"?>
<dgm:dataModel xmlns:dgm="http://schemas.openxmlformats.org/drawingml/2006/diagram" xmlns:a="http://schemas.openxmlformats.org/drawingml/2006/main">
  <dgm:ptLst>
    <dgm:pt modelId="{09A3F37A-C8F2-4581-8817-367FD866204E}" type="doc">
      <dgm:prSet loTypeId="urn:microsoft.com/office/officeart/2008/layout/TitledPictureBlocks" qsTypeId="urn:microsoft.com/office/officeart/2005/8/quickstyle/simple2" csTypeId="urn:microsoft.com/office/officeart/2005/8/colors/accent1_2"/>
      <dgm:spPr/>
    </dgm:pt>
    <dgm:pt modelId="{30757658-87AF-4F4A-BE1A-D4667F9FA65B}">
      <dgm:prSet/>
      <dgm:spPr/>
      <dgm:t>
        <a:bodyPr/>
        <a:lstStyle/>
        <a:p>
          <a:r>
            <a:t>Research</a:t>
          </a:r>
        </a:p>
      </dgm:t>
    </dgm:pt>
    <dgm:pt modelId="{7B45845E-A93E-4CE3-85B3-334C8AD73F0F}" type="parTrans" cxnId="{AEC291E3-465C-42E1-ACB1-7AB8B015C581}">
      <dgm:prSet/>
      <dgm:spPr/>
      <dgm:t>
        <a:bodyPr/>
        <a:lstStyle/>
        <a:p>
          <a:endParaRPr/>
        </a:p>
      </dgm:t>
    </dgm:pt>
    <dgm:pt modelId="{B6880CC8-3B0E-4940-9E4E-3A301A7A85B4}" type="sibTrans" cxnId="{AEC291E3-465C-42E1-ACB1-7AB8B015C581}">
      <dgm:prSet/>
      <dgm:spPr/>
      <dgm:t>
        <a:bodyPr/>
        <a:lstStyle/>
        <a:p>
          <a:endParaRPr/>
        </a:p>
      </dgm:t>
    </dgm:pt>
    <dgm:pt modelId="{B9DD0718-9BCE-4247-AEB6-D40CEC6C3A0B}">
      <dgm:prSet/>
      <dgm:spPr/>
      <dgm:t>
        <a:bodyPr/>
        <a:lstStyle/>
        <a:p>
          <a:r>
            <a:t>Workshop</a:t>
          </a:r>
        </a:p>
      </dgm:t>
    </dgm:pt>
    <dgm:pt modelId="{85CB3DB7-4CBB-43F2-903B-1F77888B0CE2}" type="parTrans" cxnId="{3B3A52C8-9716-42FF-82C2-FF2F052F7499}">
      <dgm:prSet/>
      <dgm:spPr/>
      <dgm:t>
        <a:bodyPr/>
        <a:lstStyle/>
        <a:p>
          <a:endParaRPr/>
        </a:p>
      </dgm:t>
    </dgm:pt>
    <dgm:pt modelId="{113134CC-E808-44D3-936B-54077E19DEEA}" type="sibTrans" cxnId="{3B3A52C8-9716-42FF-82C2-FF2F052F7499}">
      <dgm:prSet/>
      <dgm:spPr/>
      <dgm:t>
        <a:bodyPr/>
        <a:lstStyle/>
        <a:p>
          <a:endParaRPr/>
        </a:p>
      </dgm:t>
    </dgm:pt>
    <dgm:pt modelId="{205D6B83-CE94-4A3A-8AF4-87AA0F17028F}">
      <dgm:prSet/>
      <dgm:spPr/>
      <dgm:t>
        <a:bodyPr/>
        <a:lstStyle/>
        <a:p>
          <a:r>
            <a:t>Prototype</a:t>
          </a:r>
        </a:p>
      </dgm:t>
    </dgm:pt>
    <dgm:pt modelId="{D8AE1C89-CE61-4971-B36F-281143D8CE63}" type="parTrans" cxnId="{ACE5DEBD-DB1E-4DF7-9C3A-2CE5F90ED3FA}">
      <dgm:prSet/>
      <dgm:spPr/>
      <dgm:t>
        <a:bodyPr/>
        <a:lstStyle/>
        <a:p>
          <a:endParaRPr/>
        </a:p>
      </dgm:t>
    </dgm:pt>
    <dgm:pt modelId="{750CF5A4-8890-438A-A9CE-6291A8B043A5}" type="sibTrans" cxnId="{ACE5DEBD-DB1E-4DF7-9C3A-2CE5F90ED3FA}">
      <dgm:prSet/>
      <dgm:spPr/>
      <dgm:t>
        <a:bodyPr/>
        <a:lstStyle/>
        <a:p>
          <a:endParaRPr/>
        </a:p>
      </dgm:t>
    </dgm:pt>
    <dgm:pt modelId="{79125B90-8D63-4442-AAE6-4D6AE4A43CB1}">
      <dgm:prSet/>
      <dgm:spPr/>
      <dgm:t>
        <a:bodyPr/>
        <a:lstStyle/>
        <a:p>
          <a:r>
            <a:t>Delivery</a:t>
          </a:r>
        </a:p>
      </dgm:t>
    </dgm:pt>
    <dgm:pt modelId="{0E58D00F-C040-4C7B-B87B-A618FD72DD44}" type="parTrans" cxnId="{1100D094-107D-4BB6-BFFF-2E434CA5478E}">
      <dgm:prSet/>
      <dgm:spPr/>
      <dgm:t>
        <a:bodyPr/>
        <a:lstStyle/>
        <a:p>
          <a:endParaRPr/>
        </a:p>
      </dgm:t>
    </dgm:pt>
    <dgm:pt modelId="{D072E5C8-FA93-45A8-84EC-488241637200}" type="sibTrans" cxnId="{1100D094-107D-4BB6-BFFF-2E434CA5478E}">
      <dgm:prSet/>
      <dgm:spPr/>
      <dgm:t>
        <a:bodyPr/>
        <a:lstStyle/>
        <a:p>
          <a:endParaRPr/>
        </a:p>
      </dgm:t>
    </dgm:pt>
    <dgm:pt modelId="{B93F344C-117F-4931-B8FD-ACC77A5F912E}">
      <dgm:prSet/>
      <dgm:spPr/>
      <dgm:t>
        <a:bodyPr/>
        <a:lstStyle/>
        <a:p>
          <a:r>
            <a:t>Learning</a:t>
          </a:r>
        </a:p>
      </dgm:t>
    </dgm:pt>
    <dgm:pt modelId="{D744B7FE-7098-4A41-A161-1B795D12AC32}" type="parTrans" cxnId="{1BCDF70A-E4B9-49CC-B0D6-5371883E3B59}">
      <dgm:prSet/>
      <dgm:spPr/>
      <dgm:t>
        <a:bodyPr/>
        <a:lstStyle/>
        <a:p>
          <a:endParaRPr/>
        </a:p>
      </dgm:t>
    </dgm:pt>
    <dgm:pt modelId="{4D1E2492-70F0-4C31-AFFD-8970663FC7D9}" type="sibTrans" cxnId="{1BCDF70A-E4B9-49CC-B0D6-5371883E3B59}">
      <dgm:prSet/>
      <dgm:spPr/>
      <dgm:t>
        <a:bodyPr/>
        <a:lstStyle/>
        <a:p>
          <a:endParaRPr/>
        </a:p>
      </dgm:t>
    </dgm:pt>
    <dgm:pt modelId="{357B5B84-B2D0-42E2-87A2-2B38B8A87386}" type="pres">
      <dgm:prSet presAssocID="{09A3F37A-C8F2-4581-8817-367FD866204E}" presName="rootNode" presStyleCnt="0">
        <dgm:presLayoutVars>
          <dgm:chMax/>
          <dgm:chPref/>
          <dgm:dir/>
          <dgm:animLvl val="lvl"/>
        </dgm:presLayoutVars>
      </dgm:prSet>
      <dgm:spPr/>
    </dgm:pt>
    <dgm:pt modelId="{CC18812C-330F-41CC-943A-946FD6CE099C}" type="pres">
      <dgm:prSet presAssocID="{30757658-87AF-4F4A-BE1A-D4667F9FA65B}" presName="composite" presStyleCnt="0"/>
      <dgm:spPr/>
    </dgm:pt>
    <dgm:pt modelId="{FA5C406F-742D-4A3C-9CE3-291E19AD86F2}" type="pres">
      <dgm:prSet presAssocID="{30757658-87AF-4F4A-BE1A-D4667F9FA65B}" presName="Image" presStyleLbl="bgImgPlace1" presStyleIdx="0" presStyleCnt="5"/>
      <dgm:spPr>
        <a:blipFill>
          <a:blip xmlns:r="http://schemas.openxmlformats.org/officeDocument/2006/relationships" r:embed="rId1"/>
          <a:srcRect/>
          <a:stretch>
            <a:fillRect l="-13621" r="-13621"/>
          </a:stretch>
        </a:blipFill>
      </dgm:spPr>
    </dgm:pt>
    <dgm:pt modelId="{FE4A7265-E6F7-4966-80CD-5DC6E1FE7267}" type="pres">
      <dgm:prSet presAssocID="{30757658-87AF-4F4A-BE1A-D4667F9FA65B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D133F2D2-64AD-C140-B305-5A8441475824}" type="pres">
      <dgm:prSet presAssocID="{30757658-87AF-4F4A-BE1A-D4667F9FA65B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98EF62CA-725F-4265-ADEE-EB928E8BE703}" type="pres">
      <dgm:prSet presAssocID="{B6880CC8-3B0E-4940-9E4E-3A301A7A85B4}" presName="sibTrans" presStyleCnt="0"/>
      <dgm:spPr/>
    </dgm:pt>
    <dgm:pt modelId="{22E0391B-64F6-41E8-A74D-75DB501EE48A}" type="pres">
      <dgm:prSet presAssocID="{B9DD0718-9BCE-4247-AEB6-D40CEC6C3A0B}" presName="composite" presStyleCnt="0"/>
      <dgm:spPr/>
    </dgm:pt>
    <dgm:pt modelId="{FD1B5580-B990-4778-BC81-147FF0422A27}" type="pres">
      <dgm:prSet presAssocID="{B9DD0718-9BCE-4247-AEB6-D40CEC6C3A0B}" presName="Image" presStyleLbl="bgImgPlace1" presStyleIdx="1" presStyleCnt="5"/>
      <dgm:spPr>
        <a:blipFill>
          <a:blip xmlns:r="http://schemas.openxmlformats.org/officeDocument/2006/relationships" r:embed="rId2"/>
          <a:srcRect/>
          <a:stretch>
            <a:fillRect l="-13621" r="-13621"/>
          </a:stretch>
        </a:blipFill>
      </dgm:spPr>
    </dgm:pt>
    <dgm:pt modelId="{FCF62E63-C200-4D90-9C1C-497C4F396CBF}" type="pres">
      <dgm:prSet presAssocID="{B9DD0718-9BCE-4247-AEB6-D40CEC6C3A0B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94AB754B-4E67-1640-9195-D3C48874EBE1}" type="pres">
      <dgm:prSet presAssocID="{B9DD0718-9BCE-4247-AEB6-D40CEC6C3A0B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02F6488C-B6AA-4E84-A76A-892A1AD33566}" type="pres">
      <dgm:prSet presAssocID="{113134CC-E808-44D3-936B-54077E19DEEA}" presName="sibTrans" presStyleCnt="0"/>
      <dgm:spPr/>
    </dgm:pt>
    <dgm:pt modelId="{BCBA07AB-4A78-4566-9D0D-784BB26987B3}" type="pres">
      <dgm:prSet presAssocID="{205D6B83-CE94-4A3A-8AF4-87AA0F17028F}" presName="composite" presStyleCnt="0"/>
      <dgm:spPr/>
    </dgm:pt>
    <dgm:pt modelId="{C7DFAF5A-8B72-4E9B-95CB-905C3C30DE80}" type="pres">
      <dgm:prSet presAssocID="{205D6B83-CE94-4A3A-8AF4-87AA0F17028F}" presName="Image" presStyleLbl="bgImgPlace1" presStyleIdx="2" presStyleCnt="5"/>
      <dgm:spPr>
        <a:blipFill>
          <a:blip xmlns:r="http://schemas.openxmlformats.org/officeDocument/2006/relationships" r:embed="rId3"/>
          <a:srcRect/>
          <a:stretch>
            <a:fillRect l="-13621" r="-13621"/>
          </a:stretch>
        </a:blipFill>
      </dgm:spPr>
    </dgm:pt>
    <dgm:pt modelId="{3A9EF595-E8C5-4F68-9D84-913B43F1B3EA}" type="pres">
      <dgm:prSet presAssocID="{205D6B83-CE94-4A3A-8AF4-87AA0F17028F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246E9910-628C-EF44-8FB5-51CAD09B2345}" type="pres">
      <dgm:prSet presAssocID="{205D6B83-CE94-4A3A-8AF4-87AA0F17028F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28B143B8-7825-482F-84C1-456B5857160E}" type="pres">
      <dgm:prSet presAssocID="{750CF5A4-8890-438A-A9CE-6291A8B043A5}" presName="sibTrans" presStyleCnt="0"/>
      <dgm:spPr/>
    </dgm:pt>
    <dgm:pt modelId="{694C8987-4020-4F8E-B918-DECFF48072D7}" type="pres">
      <dgm:prSet presAssocID="{79125B90-8D63-4442-AAE6-4D6AE4A43CB1}" presName="composite" presStyleCnt="0"/>
      <dgm:spPr/>
    </dgm:pt>
    <dgm:pt modelId="{9B2E8A21-253F-4A1F-9C65-FF1FC7D335BC}" type="pres">
      <dgm:prSet presAssocID="{79125B90-8D63-4442-AAE6-4D6AE4A43CB1}" presName="Image" presStyleLbl="bgImgPlace1" presStyleIdx="3" presStyleCnt="5"/>
      <dgm:spPr>
        <a:blipFill>
          <a:blip xmlns:r="http://schemas.openxmlformats.org/officeDocument/2006/relationships" r:embed="rId4"/>
          <a:srcRect/>
          <a:stretch>
            <a:fillRect l="-13621" r="-13621"/>
          </a:stretch>
        </a:blipFill>
      </dgm:spPr>
    </dgm:pt>
    <dgm:pt modelId="{964E6211-6DAA-49C2-942E-F7494A468BEB}" type="pres">
      <dgm:prSet presAssocID="{79125B90-8D63-4442-AAE6-4D6AE4A43CB1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49B9E111-0E97-8445-9616-CACCA1CA8D27}" type="pres">
      <dgm:prSet presAssocID="{79125B90-8D63-4442-AAE6-4D6AE4A43CB1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FA81B501-BB8D-47F1-A120-694DBDB7242C}" type="pres">
      <dgm:prSet presAssocID="{D072E5C8-FA93-45A8-84EC-488241637200}" presName="sibTrans" presStyleCnt="0"/>
      <dgm:spPr/>
    </dgm:pt>
    <dgm:pt modelId="{ACEC808A-1244-4700-837B-E3AEC61AA7C3}" type="pres">
      <dgm:prSet presAssocID="{B93F344C-117F-4931-B8FD-ACC77A5F912E}" presName="composite" presStyleCnt="0"/>
      <dgm:spPr/>
    </dgm:pt>
    <dgm:pt modelId="{E033FC31-2626-40B7-8457-E1FAE669460F}" type="pres">
      <dgm:prSet presAssocID="{B93F344C-117F-4931-B8FD-ACC77A5F912E}" presName="Image" presStyleLbl="bgImgPlace1" presStyleIdx="4" presStyleCnt="5"/>
      <dgm:spPr>
        <a:blipFill>
          <a:blip xmlns:r="http://schemas.openxmlformats.org/officeDocument/2006/relationships" r:embed="rId5"/>
          <a:srcRect/>
          <a:stretch>
            <a:fillRect l="-13621" r="-13621"/>
          </a:stretch>
        </a:blipFill>
      </dgm:spPr>
    </dgm:pt>
    <dgm:pt modelId="{58646BC9-FEBE-4194-93A3-7C13DFF6BB33}" type="pres">
      <dgm:prSet presAssocID="{B93F344C-117F-4931-B8FD-ACC77A5F912E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  <dgm:pt modelId="{65DF0E3F-F32C-2646-989A-FD52183DD78C}" type="pres">
      <dgm:prSet presAssocID="{B93F344C-117F-4931-B8FD-ACC77A5F912E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1BCDF70A-E4B9-49CC-B0D6-5371883E3B59}" srcId="{09A3F37A-C8F2-4581-8817-367FD866204E}" destId="{B93F344C-117F-4931-B8FD-ACC77A5F912E}" srcOrd="4" destOrd="0" parTransId="{D744B7FE-7098-4A41-A161-1B795D12AC32}" sibTransId="{4D1E2492-70F0-4C31-AFFD-8970663FC7D9}"/>
    <dgm:cxn modelId="{19BD4D38-035E-4EDB-81DE-C23A7E875F7C}" type="presOf" srcId="{205D6B83-CE94-4A3A-8AF4-87AA0F17028F}" destId="{3A9EF595-E8C5-4F68-9D84-913B43F1B3EA}" srcOrd="0" destOrd="0" presId="urn:microsoft.com/office/officeart/2008/layout/TitledPictureBlocks"/>
    <dgm:cxn modelId="{5FF1FE91-DED3-4005-B5EF-6ACDF6799B26}" type="presOf" srcId="{30757658-87AF-4F4A-BE1A-D4667F9FA65B}" destId="{FE4A7265-E6F7-4966-80CD-5DC6E1FE7267}" srcOrd="0" destOrd="0" presId="urn:microsoft.com/office/officeart/2008/layout/TitledPictureBlocks"/>
    <dgm:cxn modelId="{1100D094-107D-4BB6-BFFF-2E434CA5478E}" srcId="{09A3F37A-C8F2-4581-8817-367FD866204E}" destId="{79125B90-8D63-4442-AAE6-4D6AE4A43CB1}" srcOrd="3" destOrd="0" parTransId="{0E58D00F-C040-4C7B-B87B-A618FD72DD44}" sibTransId="{D072E5C8-FA93-45A8-84EC-488241637200}"/>
    <dgm:cxn modelId="{246F3AA1-ADD1-4705-A350-CDA6965A7E33}" type="presOf" srcId="{79125B90-8D63-4442-AAE6-4D6AE4A43CB1}" destId="{964E6211-6DAA-49C2-942E-F7494A468BEB}" srcOrd="0" destOrd="0" presId="urn:microsoft.com/office/officeart/2008/layout/TitledPictureBlocks"/>
    <dgm:cxn modelId="{337E38AE-69DA-4DD8-8BBA-38D4443A3731}" type="presOf" srcId="{09A3F37A-C8F2-4581-8817-367FD866204E}" destId="{357B5B84-B2D0-42E2-87A2-2B38B8A87386}" srcOrd="0" destOrd="0" presId="urn:microsoft.com/office/officeart/2008/layout/TitledPictureBlocks"/>
    <dgm:cxn modelId="{ACE5DEBD-DB1E-4DF7-9C3A-2CE5F90ED3FA}" srcId="{09A3F37A-C8F2-4581-8817-367FD866204E}" destId="{205D6B83-CE94-4A3A-8AF4-87AA0F17028F}" srcOrd="2" destOrd="0" parTransId="{D8AE1C89-CE61-4971-B36F-281143D8CE63}" sibTransId="{750CF5A4-8890-438A-A9CE-6291A8B043A5}"/>
    <dgm:cxn modelId="{3B3A52C8-9716-42FF-82C2-FF2F052F7499}" srcId="{09A3F37A-C8F2-4581-8817-367FD866204E}" destId="{B9DD0718-9BCE-4247-AEB6-D40CEC6C3A0B}" srcOrd="1" destOrd="0" parTransId="{85CB3DB7-4CBB-43F2-903B-1F77888B0CE2}" sibTransId="{113134CC-E808-44D3-936B-54077E19DEEA}"/>
    <dgm:cxn modelId="{AEC291E3-465C-42E1-ACB1-7AB8B015C581}" srcId="{09A3F37A-C8F2-4581-8817-367FD866204E}" destId="{30757658-87AF-4F4A-BE1A-D4667F9FA65B}" srcOrd="0" destOrd="0" parTransId="{7B45845E-A93E-4CE3-85B3-334C8AD73F0F}" sibTransId="{B6880CC8-3B0E-4940-9E4E-3A301A7A85B4}"/>
    <dgm:cxn modelId="{BA8B20E8-3BBE-4ABF-A3C4-73CBF9FB9E1F}" type="presOf" srcId="{B93F344C-117F-4931-B8FD-ACC77A5F912E}" destId="{58646BC9-FEBE-4194-93A3-7C13DFF6BB33}" srcOrd="0" destOrd="0" presId="urn:microsoft.com/office/officeart/2008/layout/TitledPictureBlocks"/>
    <dgm:cxn modelId="{48D234F0-8C20-48AB-9843-1108CEF30C27}" type="presOf" srcId="{B9DD0718-9BCE-4247-AEB6-D40CEC6C3A0B}" destId="{FCF62E63-C200-4D90-9C1C-497C4F396CBF}" srcOrd="0" destOrd="0" presId="urn:microsoft.com/office/officeart/2008/layout/TitledPictureBlocks"/>
    <dgm:cxn modelId="{C3C30AB4-F1DF-4CEC-8B5D-1AE91E85CE97}" type="presParOf" srcId="{357B5B84-B2D0-42E2-87A2-2B38B8A87386}" destId="{CC18812C-330F-41CC-943A-946FD6CE099C}" srcOrd="0" destOrd="0" presId="urn:microsoft.com/office/officeart/2008/layout/TitledPictureBlocks"/>
    <dgm:cxn modelId="{F274B77C-997A-4024-8F62-7966C990E01A}" type="presParOf" srcId="{CC18812C-330F-41CC-943A-946FD6CE099C}" destId="{FA5C406F-742D-4A3C-9CE3-291E19AD86F2}" srcOrd="0" destOrd="0" presId="urn:microsoft.com/office/officeart/2008/layout/TitledPictureBlocks"/>
    <dgm:cxn modelId="{8AB5BEAC-EEAC-4260-B56E-605EDCFC5D7A}" type="presParOf" srcId="{CC18812C-330F-41CC-943A-946FD6CE099C}" destId="{FE4A7265-E6F7-4966-80CD-5DC6E1FE7267}" srcOrd="1" destOrd="0" presId="urn:microsoft.com/office/officeart/2008/layout/TitledPictureBlocks"/>
    <dgm:cxn modelId="{C36012AB-F8B8-994E-8AB0-AD6657C73E3D}" type="presParOf" srcId="{CC18812C-330F-41CC-943A-946FD6CE099C}" destId="{D133F2D2-64AD-C140-B305-5A8441475824}" srcOrd="2" destOrd="0" presId="urn:microsoft.com/office/officeart/2008/layout/TitledPictureBlocks"/>
    <dgm:cxn modelId="{B2B9A93F-0D86-4DF8-A7EB-4A4A27D99560}" type="presParOf" srcId="{357B5B84-B2D0-42E2-87A2-2B38B8A87386}" destId="{98EF62CA-725F-4265-ADEE-EB928E8BE703}" srcOrd="1" destOrd="0" presId="urn:microsoft.com/office/officeart/2008/layout/TitledPictureBlocks"/>
    <dgm:cxn modelId="{C12C4D22-4067-4BEA-8EC3-74DE4A33D1F1}" type="presParOf" srcId="{357B5B84-B2D0-42E2-87A2-2B38B8A87386}" destId="{22E0391B-64F6-41E8-A74D-75DB501EE48A}" srcOrd="2" destOrd="0" presId="urn:microsoft.com/office/officeart/2008/layout/TitledPictureBlocks"/>
    <dgm:cxn modelId="{90775673-185F-4812-82EA-87DF11192E0C}" type="presParOf" srcId="{22E0391B-64F6-41E8-A74D-75DB501EE48A}" destId="{FD1B5580-B990-4778-BC81-147FF0422A27}" srcOrd="0" destOrd="0" presId="urn:microsoft.com/office/officeart/2008/layout/TitledPictureBlocks"/>
    <dgm:cxn modelId="{E7692B25-8597-4624-9F33-028D3CCBBA52}" type="presParOf" srcId="{22E0391B-64F6-41E8-A74D-75DB501EE48A}" destId="{FCF62E63-C200-4D90-9C1C-497C4F396CBF}" srcOrd="1" destOrd="0" presId="urn:microsoft.com/office/officeart/2008/layout/TitledPictureBlocks"/>
    <dgm:cxn modelId="{7D25D042-AB32-B043-83E7-C4CA9BDD19F9}" type="presParOf" srcId="{22E0391B-64F6-41E8-A74D-75DB501EE48A}" destId="{94AB754B-4E67-1640-9195-D3C48874EBE1}" srcOrd="2" destOrd="0" presId="urn:microsoft.com/office/officeart/2008/layout/TitledPictureBlocks"/>
    <dgm:cxn modelId="{E214E94C-63AE-4E79-8AB5-1A4A4611309D}" type="presParOf" srcId="{357B5B84-B2D0-42E2-87A2-2B38B8A87386}" destId="{02F6488C-B6AA-4E84-A76A-892A1AD33566}" srcOrd="3" destOrd="0" presId="urn:microsoft.com/office/officeart/2008/layout/TitledPictureBlocks"/>
    <dgm:cxn modelId="{CAD50E15-3EFB-41AB-9494-71120E48ED44}" type="presParOf" srcId="{357B5B84-B2D0-42E2-87A2-2B38B8A87386}" destId="{BCBA07AB-4A78-4566-9D0D-784BB26987B3}" srcOrd="4" destOrd="0" presId="urn:microsoft.com/office/officeart/2008/layout/TitledPictureBlocks"/>
    <dgm:cxn modelId="{8D591EB1-37B0-4A9C-A473-FCFB6EC09EF2}" type="presParOf" srcId="{BCBA07AB-4A78-4566-9D0D-784BB26987B3}" destId="{C7DFAF5A-8B72-4E9B-95CB-905C3C30DE80}" srcOrd="0" destOrd="0" presId="urn:microsoft.com/office/officeart/2008/layout/TitledPictureBlocks"/>
    <dgm:cxn modelId="{445DF1A4-1815-4F50-A51D-078C6B11993D}" type="presParOf" srcId="{BCBA07AB-4A78-4566-9D0D-784BB26987B3}" destId="{3A9EF595-E8C5-4F68-9D84-913B43F1B3EA}" srcOrd="1" destOrd="0" presId="urn:microsoft.com/office/officeart/2008/layout/TitledPictureBlocks"/>
    <dgm:cxn modelId="{E1453D15-3C26-D64F-8092-496DEBC31240}" type="presParOf" srcId="{BCBA07AB-4A78-4566-9D0D-784BB26987B3}" destId="{246E9910-628C-EF44-8FB5-51CAD09B2345}" srcOrd="2" destOrd="0" presId="urn:microsoft.com/office/officeart/2008/layout/TitledPictureBlocks"/>
    <dgm:cxn modelId="{C1A7DBBC-1DDA-49DA-8270-810C1006E4D5}" type="presParOf" srcId="{357B5B84-B2D0-42E2-87A2-2B38B8A87386}" destId="{28B143B8-7825-482F-84C1-456B5857160E}" srcOrd="5" destOrd="0" presId="urn:microsoft.com/office/officeart/2008/layout/TitledPictureBlocks"/>
    <dgm:cxn modelId="{DFFAE15E-2A55-49C6-BCD6-8B342289A1A2}" type="presParOf" srcId="{357B5B84-B2D0-42E2-87A2-2B38B8A87386}" destId="{694C8987-4020-4F8E-B918-DECFF48072D7}" srcOrd="6" destOrd="0" presId="urn:microsoft.com/office/officeart/2008/layout/TitledPictureBlocks"/>
    <dgm:cxn modelId="{5DC10AAA-F616-4D91-BAA3-8B9C09DEA08C}" type="presParOf" srcId="{694C8987-4020-4F8E-B918-DECFF48072D7}" destId="{9B2E8A21-253F-4A1F-9C65-FF1FC7D335BC}" srcOrd="0" destOrd="0" presId="urn:microsoft.com/office/officeart/2008/layout/TitledPictureBlocks"/>
    <dgm:cxn modelId="{35C92D5F-3922-4985-A032-83B6434F578E}" type="presParOf" srcId="{694C8987-4020-4F8E-B918-DECFF48072D7}" destId="{964E6211-6DAA-49C2-942E-F7494A468BEB}" srcOrd="1" destOrd="0" presId="urn:microsoft.com/office/officeart/2008/layout/TitledPictureBlocks"/>
    <dgm:cxn modelId="{A6AF90A3-1DA3-864E-ADA9-3E59B9E5D395}" type="presParOf" srcId="{694C8987-4020-4F8E-B918-DECFF48072D7}" destId="{49B9E111-0E97-8445-9616-CACCA1CA8D27}" srcOrd="2" destOrd="0" presId="urn:microsoft.com/office/officeart/2008/layout/TitledPictureBlocks"/>
    <dgm:cxn modelId="{6C502358-20D8-4358-BB78-6ABD2BB97E54}" type="presParOf" srcId="{357B5B84-B2D0-42E2-87A2-2B38B8A87386}" destId="{FA81B501-BB8D-47F1-A120-694DBDB7242C}" srcOrd="7" destOrd="0" presId="urn:microsoft.com/office/officeart/2008/layout/TitledPictureBlocks"/>
    <dgm:cxn modelId="{6ECA0D44-A986-4740-8E7A-3385D6BC2599}" type="presParOf" srcId="{357B5B84-B2D0-42E2-87A2-2B38B8A87386}" destId="{ACEC808A-1244-4700-837B-E3AEC61AA7C3}" srcOrd="8" destOrd="0" presId="urn:microsoft.com/office/officeart/2008/layout/TitledPictureBlocks"/>
    <dgm:cxn modelId="{AC4A8A0C-FB29-40C3-B246-DD8C660DF0F8}" type="presParOf" srcId="{ACEC808A-1244-4700-837B-E3AEC61AA7C3}" destId="{E033FC31-2626-40B7-8457-E1FAE669460F}" srcOrd="0" destOrd="0" presId="urn:microsoft.com/office/officeart/2008/layout/TitledPictureBlocks"/>
    <dgm:cxn modelId="{1BBC221E-432D-4AA0-8211-2C45D88D5AA0}" type="presParOf" srcId="{ACEC808A-1244-4700-837B-E3AEC61AA7C3}" destId="{58646BC9-FEBE-4194-93A3-7C13DFF6BB33}" srcOrd="1" destOrd="0" presId="urn:microsoft.com/office/officeart/2008/layout/TitledPictureBlocks"/>
    <dgm:cxn modelId="{97A091D2-FAED-964A-A458-FD94E5EA5960}" type="presParOf" srcId="{ACEC808A-1244-4700-837B-E3AEC61AA7C3}" destId="{65DF0E3F-F32C-2646-989A-FD52183DD78C}" srcOrd="2" destOrd="0" presId="urn:microsoft.com/office/officeart/2008/layout/Titled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3.xml><?xml version="1.0" encoding="utf-8"?>
<dgm:dataModel xmlns:dgm="http://schemas.openxmlformats.org/drawingml/2006/diagram" xmlns:a="http://schemas.openxmlformats.org/drawingml/2006/main">
  <dgm:ptLst>
    <dgm:pt modelId="{B13C6144-D86E-4266-B9F8-FA66751CD38A}" type="doc">
      <dgm:prSet loTypeId="urn:microsoft.com/office/officeart/2008/layout/PictureGrid" qsTypeId="urn:microsoft.com/office/officeart/2005/8/quickstyle/simple2" csTypeId="urn:microsoft.com/office/officeart/2005/8/colors/accent1_2"/>
      <dgm:spPr/>
    </dgm:pt>
    <dgm:pt modelId="{9BDE78BA-3961-43EE-9625-352DB0F191F5}">
      <dgm:prSet/>
      <dgm:spPr/>
      <dgm:t>
        <a:bodyPr/>
        <a:lstStyle/>
        <a:p>
          <a:r>
            <a:t>Research</a:t>
          </a:r>
        </a:p>
      </dgm:t>
    </dgm:pt>
    <dgm:pt modelId="{1A892798-E3DC-488B-B997-CC34958343DB}" type="parTrans" cxnId="{CACE105E-F53B-433A-9B15-B9B139074F70}">
      <dgm:prSet/>
      <dgm:spPr/>
      <dgm:t>
        <a:bodyPr/>
        <a:lstStyle/>
        <a:p>
          <a:endParaRPr/>
        </a:p>
      </dgm:t>
    </dgm:pt>
    <dgm:pt modelId="{568FD627-02F5-4AA8-B7E2-964F8285EB8D}" type="sibTrans" cxnId="{CACE105E-F53B-433A-9B15-B9B139074F70}">
      <dgm:prSet/>
      <dgm:spPr/>
      <dgm:t>
        <a:bodyPr/>
        <a:lstStyle/>
        <a:p>
          <a:endParaRPr/>
        </a:p>
      </dgm:t>
    </dgm:pt>
    <dgm:pt modelId="{DA4F4CE4-9E75-43F6-BB6D-7F7DA56A3958}">
      <dgm:prSet/>
      <dgm:spPr/>
      <dgm:t>
        <a:bodyPr/>
        <a:lstStyle/>
        <a:p>
          <a:r>
            <a:t>Workshop</a:t>
          </a:r>
        </a:p>
      </dgm:t>
    </dgm:pt>
    <dgm:pt modelId="{153B6CAC-C5A7-49DF-B0BD-236628C61BFC}" type="parTrans" cxnId="{DBEFABC3-B297-47AC-B1FE-1B9E11CCEFB3}">
      <dgm:prSet/>
      <dgm:spPr/>
      <dgm:t>
        <a:bodyPr/>
        <a:lstStyle/>
        <a:p>
          <a:endParaRPr/>
        </a:p>
      </dgm:t>
    </dgm:pt>
    <dgm:pt modelId="{C115055A-B74D-4FCB-8371-751DDA797F33}" type="sibTrans" cxnId="{DBEFABC3-B297-47AC-B1FE-1B9E11CCEFB3}">
      <dgm:prSet/>
      <dgm:spPr/>
      <dgm:t>
        <a:bodyPr/>
        <a:lstStyle/>
        <a:p>
          <a:endParaRPr/>
        </a:p>
      </dgm:t>
    </dgm:pt>
    <dgm:pt modelId="{F42592CA-E655-4BCE-BA8C-76F81666CCEF}">
      <dgm:prSet/>
      <dgm:spPr/>
      <dgm:t>
        <a:bodyPr/>
        <a:lstStyle/>
        <a:p>
          <a:r>
            <a:t>Prototype</a:t>
          </a:r>
        </a:p>
      </dgm:t>
    </dgm:pt>
    <dgm:pt modelId="{01263D43-9BFD-4340-8E4A-73C9910016A0}" type="parTrans" cxnId="{BD487A31-5F16-4D5F-A59D-D504D0744AF2}">
      <dgm:prSet/>
      <dgm:spPr/>
      <dgm:t>
        <a:bodyPr/>
        <a:lstStyle/>
        <a:p>
          <a:endParaRPr/>
        </a:p>
      </dgm:t>
    </dgm:pt>
    <dgm:pt modelId="{B3E21877-07A0-4107-B9CE-202C355922C4}" type="sibTrans" cxnId="{BD487A31-5F16-4D5F-A59D-D504D0744AF2}">
      <dgm:prSet/>
      <dgm:spPr/>
      <dgm:t>
        <a:bodyPr/>
        <a:lstStyle/>
        <a:p>
          <a:endParaRPr/>
        </a:p>
      </dgm:t>
    </dgm:pt>
    <dgm:pt modelId="{0B920905-32E8-474C-962F-D3C9182FD5D9}">
      <dgm:prSet/>
      <dgm:spPr/>
      <dgm:t>
        <a:bodyPr/>
        <a:lstStyle/>
        <a:p>
          <a:r>
            <a:t>Delivery</a:t>
          </a:r>
        </a:p>
      </dgm:t>
    </dgm:pt>
    <dgm:pt modelId="{3C28748E-1AE1-4714-8846-DC0D258AAAEB}" type="parTrans" cxnId="{2958C0E0-B15F-448E-8817-96F81D17B0DB}">
      <dgm:prSet/>
      <dgm:spPr/>
      <dgm:t>
        <a:bodyPr/>
        <a:lstStyle/>
        <a:p>
          <a:endParaRPr/>
        </a:p>
      </dgm:t>
    </dgm:pt>
    <dgm:pt modelId="{E289D06B-200B-4F69-A3A1-0AF6018C7663}" type="sibTrans" cxnId="{2958C0E0-B15F-448E-8817-96F81D17B0DB}">
      <dgm:prSet/>
      <dgm:spPr/>
      <dgm:t>
        <a:bodyPr/>
        <a:lstStyle/>
        <a:p>
          <a:endParaRPr/>
        </a:p>
      </dgm:t>
    </dgm:pt>
    <dgm:pt modelId="{C4A83FFC-7101-4B15-8730-870B3F84E8F6}">
      <dgm:prSet/>
      <dgm:spPr/>
      <dgm:t>
        <a:bodyPr/>
        <a:lstStyle/>
        <a:p>
          <a:r>
            <a:t>Learning</a:t>
          </a:r>
        </a:p>
      </dgm:t>
    </dgm:pt>
    <dgm:pt modelId="{DEB9C798-62F6-4F42-9C92-C36CC6F95CEC}" type="parTrans" cxnId="{3708E400-DEE9-43A6-8687-05449F4363AE}">
      <dgm:prSet/>
      <dgm:spPr/>
      <dgm:t>
        <a:bodyPr/>
        <a:lstStyle/>
        <a:p>
          <a:endParaRPr/>
        </a:p>
      </dgm:t>
    </dgm:pt>
    <dgm:pt modelId="{9EDA3663-6AC6-40BD-BD35-D9CAF623071E}" type="sibTrans" cxnId="{3708E400-DEE9-43A6-8687-05449F4363AE}">
      <dgm:prSet/>
      <dgm:spPr/>
      <dgm:t>
        <a:bodyPr/>
        <a:lstStyle/>
        <a:p>
          <a:endParaRPr/>
        </a:p>
      </dgm:t>
    </dgm:pt>
    <dgm:pt modelId="{85F3B7BC-A2B7-495D-AE57-926111E7EE3A}" type="pres">
      <dgm:prSet presAssocID="{B13C6144-D86E-4266-B9F8-FA66751CD38A}" presName="Name0" presStyleCnt="0">
        <dgm:presLayoutVars>
          <dgm:dir/>
        </dgm:presLayoutVars>
      </dgm:prSet>
      <dgm:spPr/>
    </dgm:pt>
    <dgm:pt modelId="{D8A11C71-1A05-4F09-A17F-040DB590A4D6}" type="pres">
      <dgm:prSet presAssocID="{9BDE78BA-3961-43EE-9625-352DB0F191F5}" presName="composite" presStyleCnt="0"/>
      <dgm:spPr/>
    </dgm:pt>
    <dgm:pt modelId="{BAB14481-79C4-4A17-8C41-36D05B81132E}" type="pres">
      <dgm:prSet presAssocID="{9BDE78BA-3961-43EE-9625-352DB0F191F5}" presName="rect1" presStyleLbl="alignImgPlace1" presStyleIdx="0" presStyleCnt="5"/>
      <dgm:spPr>
        <a:blipFill>
          <a:blip xmlns:r="http://schemas.openxmlformats.org/officeDocument/2006/relationships" r:embed="rId1"/>
          <a:srcRect/>
          <a:stretch>
            <a:fillRect l="-25073" r="-25073"/>
          </a:stretch>
        </a:blipFill>
      </dgm:spPr>
    </dgm:pt>
    <dgm:pt modelId="{97AD1E3A-F2C3-4DEA-9592-FEAA7928B060}" type="pres">
      <dgm:prSet presAssocID="{9BDE78BA-3961-43EE-9625-352DB0F191F5}" presName="rect2" presStyleLbl="revTx" presStyleIdx="0" presStyleCnt="5">
        <dgm:presLayoutVars>
          <dgm:bulletEnabled val="1"/>
        </dgm:presLayoutVars>
      </dgm:prSet>
      <dgm:spPr/>
    </dgm:pt>
    <dgm:pt modelId="{7ADAA942-2736-409B-89B2-AEBA35250734}" type="pres">
      <dgm:prSet presAssocID="{568FD627-02F5-4AA8-B7E2-964F8285EB8D}" presName="sibTrans" presStyleCnt="0"/>
      <dgm:spPr/>
    </dgm:pt>
    <dgm:pt modelId="{D6F1183D-F67A-444E-8FB5-5E30EECBF102}" type="pres">
      <dgm:prSet presAssocID="{DA4F4CE4-9E75-43F6-BB6D-7F7DA56A3958}" presName="composite" presStyleCnt="0"/>
      <dgm:spPr/>
    </dgm:pt>
    <dgm:pt modelId="{1C2A8743-F63E-4109-AC35-FEE365ADDE7B}" type="pres">
      <dgm:prSet presAssocID="{DA4F4CE4-9E75-43F6-BB6D-7F7DA56A3958}" presName="rect1" presStyleLbl="alignImgPlace1" presStyleIdx="1" presStyleCnt="5"/>
      <dgm:spPr>
        <a:blipFill>
          <a:blip xmlns:r="http://schemas.openxmlformats.org/officeDocument/2006/relationships" r:embed="rId2"/>
          <a:srcRect/>
          <a:stretch>
            <a:fillRect l="-25073" r="-25073"/>
          </a:stretch>
        </a:blipFill>
      </dgm:spPr>
    </dgm:pt>
    <dgm:pt modelId="{2A265FB0-6406-4321-A1BE-BAD1163A12F0}" type="pres">
      <dgm:prSet presAssocID="{DA4F4CE4-9E75-43F6-BB6D-7F7DA56A3958}" presName="rect2" presStyleLbl="revTx" presStyleIdx="1" presStyleCnt="5">
        <dgm:presLayoutVars>
          <dgm:bulletEnabled val="1"/>
        </dgm:presLayoutVars>
      </dgm:prSet>
      <dgm:spPr/>
    </dgm:pt>
    <dgm:pt modelId="{3678F0A2-F5FE-46D7-AC1F-7CEC614CA35C}" type="pres">
      <dgm:prSet presAssocID="{C115055A-B74D-4FCB-8371-751DDA797F33}" presName="sibTrans" presStyleCnt="0"/>
      <dgm:spPr/>
    </dgm:pt>
    <dgm:pt modelId="{42ACA218-D9F4-4905-A8CF-02F8793E8E3F}" type="pres">
      <dgm:prSet presAssocID="{F42592CA-E655-4BCE-BA8C-76F81666CCEF}" presName="composite" presStyleCnt="0"/>
      <dgm:spPr/>
    </dgm:pt>
    <dgm:pt modelId="{D5A32D94-077A-41A9-A91F-145429A8637C}" type="pres">
      <dgm:prSet presAssocID="{F42592CA-E655-4BCE-BA8C-76F81666CCEF}" presName="rect1" presStyleLbl="alignImgPlace1" presStyleIdx="2" presStyleCnt="5"/>
      <dgm:spPr>
        <a:blipFill>
          <a:blip xmlns:r="http://schemas.openxmlformats.org/officeDocument/2006/relationships" r:embed="rId3"/>
          <a:srcRect/>
          <a:stretch>
            <a:fillRect l="-25073" r="-25073"/>
          </a:stretch>
        </a:blipFill>
      </dgm:spPr>
    </dgm:pt>
    <dgm:pt modelId="{B9319F2A-D8CC-4DF9-8ABA-C37920A8E27A}" type="pres">
      <dgm:prSet presAssocID="{F42592CA-E655-4BCE-BA8C-76F81666CCEF}" presName="rect2" presStyleLbl="revTx" presStyleIdx="2" presStyleCnt="5">
        <dgm:presLayoutVars>
          <dgm:bulletEnabled val="1"/>
        </dgm:presLayoutVars>
      </dgm:prSet>
      <dgm:spPr/>
    </dgm:pt>
    <dgm:pt modelId="{C3B93E04-F3C0-462C-8642-F8DF964958D1}" type="pres">
      <dgm:prSet presAssocID="{B3E21877-07A0-4107-B9CE-202C355922C4}" presName="sibTrans" presStyleCnt="0"/>
      <dgm:spPr/>
    </dgm:pt>
    <dgm:pt modelId="{3CBDFA51-98BE-41BD-8016-01FE21B2CFD7}" type="pres">
      <dgm:prSet presAssocID="{0B920905-32E8-474C-962F-D3C9182FD5D9}" presName="composite" presStyleCnt="0"/>
      <dgm:spPr/>
    </dgm:pt>
    <dgm:pt modelId="{4C9A238D-E711-45C6-ACCE-6A7029C28B13}" type="pres">
      <dgm:prSet presAssocID="{0B920905-32E8-474C-962F-D3C9182FD5D9}" presName="rect1" presStyleLbl="alignImgPlace1" presStyleIdx="3" presStyleCnt="5"/>
      <dgm:spPr>
        <a:blipFill>
          <a:blip xmlns:r="http://schemas.openxmlformats.org/officeDocument/2006/relationships" r:embed="rId4"/>
          <a:srcRect/>
          <a:stretch>
            <a:fillRect l="-25073" r="-25073"/>
          </a:stretch>
        </a:blipFill>
      </dgm:spPr>
    </dgm:pt>
    <dgm:pt modelId="{22CFA22A-995B-44D5-A9F5-4881E351F334}" type="pres">
      <dgm:prSet presAssocID="{0B920905-32E8-474C-962F-D3C9182FD5D9}" presName="rect2" presStyleLbl="revTx" presStyleIdx="3" presStyleCnt="5">
        <dgm:presLayoutVars>
          <dgm:bulletEnabled val="1"/>
        </dgm:presLayoutVars>
      </dgm:prSet>
      <dgm:spPr/>
    </dgm:pt>
    <dgm:pt modelId="{7FD45D99-FCE2-42BC-B667-2D5FBA763E7D}" type="pres">
      <dgm:prSet presAssocID="{E289D06B-200B-4F69-A3A1-0AF6018C7663}" presName="sibTrans" presStyleCnt="0"/>
      <dgm:spPr/>
    </dgm:pt>
    <dgm:pt modelId="{419012B9-26E2-4FE3-BDED-22798C452CC0}" type="pres">
      <dgm:prSet presAssocID="{C4A83FFC-7101-4B15-8730-870B3F84E8F6}" presName="composite" presStyleCnt="0"/>
      <dgm:spPr/>
    </dgm:pt>
    <dgm:pt modelId="{B815C4BC-EE6E-44BE-A7D6-B62BCCFDCE79}" type="pres">
      <dgm:prSet presAssocID="{C4A83FFC-7101-4B15-8730-870B3F84E8F6}" presName="rect1" presStyleLbl="alignImgPlace1" presStyleIdx="4" presStyleCnt="5"/>
      <dgm:spPr>
        <a:blipFill>
          <a:blip xmlns:r="http://schemas.openxmlformats.org/officeDocument/2006/relationships" r:embed="rId5"/>
          <a:srcRect/>
          <a:stretch>
            <a:fillRect l="-25073" r="-25073"/>
          </a:stretch>
        </a:blipFill>
      </dgm:spPr>
    </dgm:pt>
    <dgm:pt modelId="{F2563409-41C2-47F3-86A9-80FA11DE438D}" type="pres">
      <dgm:prSet presAssocID="{C4A83FFC-7101-4B15-8730-870B3F84E8F6}" presName="rect2" presStyleLbl="revTx" presStyleIdx="4" presStyleCnt="5">
        <dgm:presLayoutVars>
          <dgm:bulletEnabled val="1"/>
        </dgm:presLayoutVars>
      </dgm:prSet>
      <dgm:spPr/>
    </dgm:pt>
  </dgm:ptLst>
  <dgm:cxnLst>
    <dgm:cxn modelId="{3708E400-DEE9-43A6-8687-05449F4363AE}" srcId="{B13C6144-D86E-4266-B9F8-FA66751CD38A}" destId="{C4A83FFC-7101-4B15-8730-870B3F84E8F6}" srcOrd="4" destOrd="0" parTransId="{DEB9C798-62F6-4F42-9C92-C36CC6F95CEC}" sibTransId="{9EDA3663-6AC6-40BD-BD35-D9CAF623071E}"/>
    <dgm:cxn modelId="{A9221117-036E-4F56-8D2A-62432E8E7463}" type="presOf" srcId="{C4A83FFC-7101-4B15-8730-870B3F84E8F6}" destId="{F2563409-41C2-47F3-86A9-80FA11DE438D}" srcOrd="0" destOrd="0" presId="urn:microsoft.com/office/officeart/2008/layout/PictureGrid"/>
    <dgm:cxn modelId="{93D7B527-F571-4F6B-8B3D-0C5B6F659FF5}" type="presOf" srcId="{DA4F4CE4-9E75-43F6-BB6D-7F7DA56A3958}" destId="{2A265FB0-6406-4321-A1BE-BAD1163A12F0}" srcOrd="0" destOrd="0" presId="urn:microsoft.com/office/officeart/2008/layout/PictureGrid"/>
    <dgm:cxn modelId="{9EDB212B-70D5-48FB-90D9-0C7894E5DAF9}" type="presOf" srcId="{9BDE78BA-3961-43EE-9625-352DB0F191F5}" destId="{97AD1E3A-F2C3-4DEA-9592-FEAA7928B060}" srcOrd="0" destOrd="0" presId="urn:microsoft.com/office/officeart/2008/layout/PictureGrid"/>
    <dgm:cxn modelId="{BD487A31-5F16-4D5F-A59D-D504D0744AF2}" srcId="{B13C6144-D86E-4266-B9F8-FA66751CD38A}" destId="{F42592CA-E655-4BCE-BA8C-76F81666CCEF}" srcOrd="2" destOrd="0" parTransId="{01263D43-9BFD-4340-8E4A-73C9910016A0}" sibTransId="{B3E21877-07A0-4107-B9CE-202C355922C4}"/>
    <dgm:cxn modelId="{CACE105E-F53B-433A-9B15-B9B139074F70}" srcId="{B13C6144-D86E-4266-B9F8-FA66751CD38A}" destId="{9BDE78BA-3961-43EE-9625-352DB0F191F5}" srcOrd="0" destOrd="0" parTransId="{1A892798-E3DC-488B-B997-CC34958343DB}" sibTransId="{568FD627-02F5-4AA8-B7E2-964F8285EB8D}"/>
    <dgm:cxn modelId="{DC4B8592-500C-4745-BCE6-9EF093D7EE91}" type="presOf" srcId="{F42592CA-E655-4BCE-BA8C-76F81666CCEF}" destId="{B9319F2A-D8CC-4DF9-8ABA-C37920A8E27A}" srcOrd="0" destOrd="0" presId="urn:microsoft.com/office/officeart/2008/layout/PictureGrid"/>
    <dgm:cxn modelId="{9268C9A1-63F3-459E-AF00-0409369ADD05}" type="presOf" srcId="{0B920905-32E8-474C-962F-D3C9182FD5D9}" destId="{22CFA22A-995B-44D5-A9F5-4881E351F334}" srcOrd="0" destOrd="0" presId="urn:microsoft.com/office/officeart/2008/layout/PictureGrid"/>
    <dgm:cxn modelId="{EAC3A0BC-8C3A-4709-8020-17B45E7B001A}" type="presOf" srcId="{B13C6144-D86E-4266-B9F8-FA66751CD38A}" destId="{85F3B7BC-A2B7-495D-AE57-926111E7EE3A}" srcOrd="0" destOrd="0" presId="urn:microsoft.com/office/officeart/2008/layout/PictureGrid"/>
    <dgm:cxn modelId="{DBEFABC3-B297-47AC-B1FE-1B9E11CCEFB3}" srcId="{B13C6144-D86E-4266-B9F8-FA66751CD38A}" destId="{DA4F4CE4-9E75-43F6-BB6D-7F7DA56A3958}" srcOrd="1" destOrd="0" parTransId="{153B6CAC-C5A7-49DF-B0BD-236628C61BFC}" sibTransId="{C115055A-B74D-4FCB-8371-751DDA797F33}"/>
    <dgm:cxn modelId="{2958C0E0-B15F-448E-8817-96F81D17B0DB}" srcId="{B13C6144-D86E-4266-B9F8-FA66751CD38A}" destId="{0B920905-32E8-474C-962F-D3C9182FD5D9}" srcOrd="3" destOrd="0" parTransId="{3C28748E-1AE1-4714-8846-DC0D258AAAEB}" sibTransId="{E289D06B-200B-4F69-A3A1-0AF6018C7663}"/>
    <dgm:cxn modelId="{C8B62064-A7B4-45C9-9178-8017294D6C73}" type="presParOf" srcId="{85F3B7BC-A2B7-495D-AE57-926111E7EE3A}" destId="{D8A11C71-1A05-4F09-A17F-040DB590A4D6}" srcOrd="0" destOrd="0" presId="urn:microsoft.com/office/officeart/2008/layout/PictureGrid"/>
    <dgm:cxn modelId="{9FF1FF1A-DF2D-4E4F-A7EA-1670178E1847}" type="presParOf" srcId="{D8A11C71-1A05-4F09-A17F-040DB590A4D6}" destId="{BAB14481-79C4-4A17-8C41-36D05B81132E}" srcOrd="0" destOrd="0" presId="urn:microsoft.com/office/officeart/2008/layout/PictureGrid"/>
    <dgm:cxn modelId="{CEFF6EA5-AFD6-4BAE-9090-20DFA9A08B59}" type="presParOf" srcId="{D8A11C71-1A05-4F09-A17F-040DB590A4D6}" destId="{97AD1E3A-F2C3-4DEA-9592-FEAA7928B060}" srcOrd="1" destOrd="0" presId="urn:microsoft.com/office/officeart/2008/layout/PictureGrid"/>
    <dgm:cxn modelId="{FBC50BC7-17B9-4C4B-A0DA-D9442D3094BD}" type="presParOf" srcId="{85F3B7BC-A2B7-495D-AE57-926111E7EE3A}" destId="{7ADAA942-2736-409B-89B2-AEBA35250734}" srcOrd="1" destOrd="0" presId="urn:microsoft.com/office/officeart/2008/layout/PictureGrid"/>
    <dgm:cxn modelId="{10D937F4-1F7B-4EB7-850F-296219260130}" type="presParOf" srcId="{85F3B7BC-A2B7-495D-AE57-926111E7EE3A}" destId="{D6F1183D-F67A-444E-8FB5-5E30EECBF102}" srcOrd="2" destOrd="0" presId="urn:microsoft.com/office/officeart/2008/layout/PictureGrid"/>
    <dgm:cxn modelId="{B8D0B818-8D8E-487A-B246-9854AE4262EF}" type="presParOf" srcId="{D6F1183D-F67A-444E-8FB5-5E30EECBF102}" destId="{1C2A8743-F63E-4109-AC35-FEE365ADDE7B}" srcOrd="0" destOrd="0" presId="urn:microsoft.com/office/officeart/2008/layout/PictureGrid"/>
    <dgm:cxn modelId="{8765AD20-971B-4F17-A8C2-70D0DE0899BD}" type="presParOf" srcId="{D6F1183D-F67A-444E-8FB5-5E30EECBF102}" destId="{2A265FB0-6406-4321-A1BE-BAD1163A12F0}" srcOrd="1" destOrd="0" presId="urn:microsoft.com/office/officeart/2008/layout/PictureGrid"/>
    <dgm:cxn modelId="{9C9568CC-C67E-4A5B-96F2-ACC4E0C8894C}" type="presParOf" srcId="{85F3B7BC-A2B7-495D-AE57-926111E7EE3A}" destId="{3678F0A2-F5FE-46D7-AC1F-7CEC614CA35C}" srcOrd="3" destOrd="0" presId="urn:microsoft.com/office/officeart/2008/layout/PictureGrid"/>
    <dgm:cxn modelId="{09AB1931-D7B0-4928-9A54-1096EFABF976}" type="presParOf" srcId="{85F3B7BC-A2B7-495D-AE57-926111E7EE3A}" destId="{42ACA218-D9F4-4905-A8CF-02F8793E8E3F}" srcOrd="4" destOrd="0" presId="urn:microsoft.com/office/officeart/2008/layout/PictureGrid"/>
    <dgm:cxn modelId="{7ADF1096-A4E3-416B-BEBF-5170D54F8D7D}" type="presParOf" srcId="{42ACA218-D9F4-4905-A8CF-02F8793E8E3F}" destId="{D5A32D94-077A-41A9-A91F-145429A8637C}" srcOrd="0" destOrd="0" presId="urn:microsoft.com/office/officeart/2008/layout/PictureGrid"/>
    <dgm:cxn modelId="{04E8666E-67DD-41EF-8105-3BF832E41CC2}" type="presParOf" srcId="{42ACA218-D9F4-4905-A8CF-02F8793E8E3F}" destId="{B9319F2A-D8CC-4DF9-8ABA-C37920A8E27A}" srcOrd="1" destOrd="0" presId="urn:microsoft.com/office/officeart/2008/layout/PictureGrid"/>
    <dgm:cxn modelId="{5CE3492E-719F-4E40-ABE3-6F8E6840F983}" type="presParOf" srcId="{85F3B7BC-A2B7-495D-AE57-926111E7EE3A}" destId="{C3B93E04-F3C0-462C-8642-F8DF964958D1}" srcOrd="5" destOrd="0" presId="urn:microsoft.com/office/officeart/2008/layout/PictureGrid"/>
    <dgm:cxn modelId="{4193B9B1-A168-4F2A-A7E1-96A85BA8D973}" type="presParOf" srcId="{85F3B7BC-A2B7-495D-AE57-926111E7EE3A}" destId="{3CBDFA51-98BE-41BD-8016-01FE21B2CFD7}" srcOrd="6" destOrd="0" presId="urn:microsoft.com/office/officeart/2008/layout/PictureGrid"/>
    <dgm:cxn modelId="{A9A7CBC4-EFB5-44B9-B63F-EABCC5BA7CF4}" type="presParOf" srcId="{3CBDFA51-98BE-41BD-8016-01FE21B2CFD7}" destId="{4C9A238D-E711-45C6-ACCE-6A7029C28B13}" srcOrd="0" destOrd="0" presId="urn:microsoft.com/office/officeart/2008/layout/PictureGrid"/>
    <dgm:cxn modelId="{3415347A-EBFB-4A7D-B97F-A37723479CAF}" type="presParOf" srcId="{3CBDFA51-98BE-41BD-8016-01FE21B2CFD7}" destId="{22CFA22A-995B-44D5-A9F5-4881E351F334}" srcOrd="1" destOrd="0" presId="urn:microsoft.com/office/officeart/2008/layout/PictureGrid"/>
    <dgm:cxn modelId="{A3DFB95F-6B2E-47AC-AEE7-A5F7A5814F7F}" type="presParOf" srcId="{85F3B7BC-A2B7-495D-AE57-926111E7EE3A}" destId="{7FD45D99-FCE2-42BC-B667-2D5FBA763E7D}" srcOrd="7" destOrd="0" presId="urn:microsoft.com/office/officeart/2008/layout/PictureGrid"/>
    <dgm:cxn modelId="{0F78F357-7D98-4D31-87B6-A2C668F0EADB}" type="presParOf" srcId="{85F3B7BC-A2B7-495D-AE57-926111E7EE3A}" destId="{419012B9-26E2-4FE3-BDED-22798C452CC0}" srcOrd="8" destOrd="0" presId="urn:microsoft.com/office/officeart/2008/layout/PictureGrid"/>
    <dgm:cxn modelId="{1532B20C-CB24-4954-B2F7-48589F2C0A15}" type="presParOf" srcId="{419012B9-26E2-4FE3-BDED-22798C452CC0}" destId="{B815C4BC-EE6E-44BE-A7D6-B62BCCFDCE79}" srcOrd="0" destOrd="0" presId="urn:microsoft.com/office/officeart/2008/layout/PictureGrid"/>
    <dgm:cxn modelId="{EF3AF074-A899-4005-8B2D-AFEBCA21DB92}" type="presParOf" srcId="{419012B9-26E2-4FE3-BDED-22798C452CC0}" destId="{F2563409-41C2-47F3-86A9-80FA11DE438D}" srcOrd="1" destOrd="0" presId="urn:microsoft.com/office/officeart/2008/layout/PictureGri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4.xml><?xml version="1.0" encoding="utf-8"?>
<dgm:dataModel xmlns:dgm="http://schemas.openxmlformats.org/drawingml/2006/diagram" xmlns:a="http://schemas.openxmlformats.org/drawingml/2006/main">
  <dgm:ptLst>
    <dgm:pt modelId="{AA27FB0F-1172-4A9B-8481-E62DF8B03C78}" type="doc">
      <dgm:prSet loTypeId="urn:microsoft.com/office/officeart/2008/layout/PictureAccentBlocks" qsTypeId="urn:microsoft.com/office/officeart/2005/8/quickstyle/simple2" csTypeId="urn:microsoft.com/office/officeart/2005/8/colors/accent1_2"/>
      <dgm:spPr/>
    </dgm:pt>
    <dgm:pt modelId="{884CDCE6-37B5-495C-99F7-8BFA078FD4FB}">
      <dgm:prSet/>
      <dgm:spPr/>
      <dgm:t>
        <a:bodyPr/>
        <a:lstStyle/>
        <a:p>
          <a:r>
            <a:t>Research</a:t>
          </a:r>
        </a:p>
      </dgm:t>
    </dgm:pt>
    <dgm:pt modelId="{8FB8DE0D-0777-480B-9F20-743FB91D1354}" type="parTrans" cxnId="{E385851F-D717-42DA-9CE6-DCB13CED0D90}">
      <dgm:prSet/>
      <dgm:spPr/>
      <dgm:t>
        <a:bodyPr/>
        <a:lstStyle/>
        <a:p>
          <a:endParaRPr/>
        </a:p>
      </dgm:t>
    </dgm:pt>
    <dgm:pt modelId="{30957B52-4ACD-4D12-A033-7C78E8AD5F6C}" type="sibTrans" cxnId="{E385851F-D717-42DA-9CE6-DCB13CED0D90}">
      <dgm:prSet/>
      <dgm:spPr/>
      <dgm:t>
        <a:bodyPr/>
        <a:lstStyle/>
        <a:p>
          <a:endParaRPr/>
        </a:p>
      </dgm:t>
    </dgm:pt>
    <dgm:pt modelId="{37F5DE1A-6B82-4BC7-AB5F-E138B930C4C3}">
      <dgm:prSet/>
      <dgm:spPr/>
      <dgm:t>
        <a:bodyPr/>
        <a:lstStyle/>
        <a:p>
          <a:r>
            <a:t>Workshop</a:t>
          </a:r>
        </a:p>
      </dgm:t>
    </dgm:pt>
    <dgm:pt modelId="{9CD609B7-4BF0-4915-A1C0-3321B547E2CE}" type="parTrans" cxnId="{13A3BA8B-F813-489C-8B22-5601BDC11FD0}">
      <dgm:prSet/>
      <dgm:spPr/>
      <dgm:t>
        <a:bodyPr/>
        <a:lstStyle/>
        <a:p>
          <a:endParaRPr/>
        </a:p>
      </dgm:t>
    </dgm:pt>
    <dgm:pt modelId="{40E312DA-2675-4E40-86B9-A2FBFDA7D05C}" type="sibTrans" cxnId="{13A3BA8B-F813-489C-8B22-5601BDC11FD0}">
      <dgm:prSet/>
      <dgm:spPr/>
      <dgm:t>
        <a:bodyPr/>
        <a:lstStyle/>
        <a:p>
          <a:endParaRPr/>
        </a:p>
      </dgm:t>
    </dgm:pt>
    <dgm:pt modelId="{B713444F-E2AC-42CF-9374-2A7E282AA37F}">
      <dgm:prSet/>
      <dgm:spPr/>
      <dgm:t>
        <a:bodyPr/>
        <a:lstStyle/>
        <a:p>
          <a:r>
            <a:t>Prototype</a:t>
          </a:r>
        </a:p>
      </dgm:t>
    </dgm:pt>
    <dgm:pt modelId="{21EEA82B-C7EF-49FC-BA51-EAB1671908C9}" type="parTrans" cxnId="{D70EDB31-658B-46DD-B6AF-E74E73103AF1}">
      <dgm:prSet/>
      <dgm:spPr/>
      <dgm:t>
        <a:bodyPr/>
        <a:lstStyle/>
        <a:p>
          <a:endParaRPr/>
        </a:p>
      </dgm:t>
    </dgm:pt>
    <dgm:pt modelId="{0C50EDD8-8C8E-4F02-B5B5-124176350D68}" type="sibTrans" cxnId="{D70EDB31-658B-46DD-B6AF-E74E73103AF1}">
      <dgm:prSet/>
      <dgm:spPr/>
      <dgm:t>
        <a:bodyPr/>
        <a:lstStyle/>
        <a:p>
          <a:endParaRPr/>
        </a:p>
      </dgm:t>
    </dgm:pt>
    <dgm:pt modelId="{21E9D706-F6F2-4180-889C-493428880B72}">
      <dgm:prSet/>
      <dgm:spPr/>
      <dgm:t>
        <a:bodyPr/>
        <a:lstStyle/>
        <a:p>
          <a:r>
            <a:t>Delivery</a:t>
          </a:r>
        </a:p>
      </dgm:t>
    </dgm:pt>
    <dgm:pt modelId="{FF7E1AA0-39E0-4E70-BDF4-D33403D65BF5}" type="parTrans" cxnId="{2B68E7B9-3E81-41F2-8B9F-7AFBD25DABE9}">
      <dgm:prSet/>
      <dgm:spPr/>
      <dgm:t>
        <a:bodyPr/>
        <a:lstStyle/>
        <a:p>
          <a:endParaRPr/>
        </a:p>
      </dgm:t>
    </dgm:pt>
    <dgm:pt modelId="{75A9A0B2-B4D6-47E5-A32C-9DAAF68C2D5B}" type="sibTrans" cxnId="{2B68E7B9-3E81-41F2-8B9F-7AFBD25DABE9}">
      <dgm:prSet/>
      <dgm:spPr/>
      <dgm:t>
        <a:bodyPr/>
        <a:lstStyle/>
        <a:p>
          <a:endParaRPr/>
        </a:p>
      </dgm:t>
    </dgm:pt>
    <dgm:pt modelId="{CA64D088-A9C1-4BC1-9F59-E1A5BBCA2980}">
      <dgm:prSet/>
      <dgm:spPr/>
      <dgm:t>
        <a:bodyPr/>
        <a:lstStyle/>
        <a:p>
          <a:r>
            <a:t>Learning</a:t>
          </a:r>
        </a:p>
      </dgm:t>
    </dgm:pt>
    <dgm:pt modelId="{0146334F-F640-45BB-8EAD-2126128E45D7}" type="parTrans" cxnId="{B526D7A3-9AAA-4493-9B1F-ADEBDB31A26F}">
      <dgm:prSet/>
      <dgm:spPr/>
      <dgm:t>
        <a:bodyPr/>
        <a:lstStyle/>
        <a:p>
          <a:endParaRPr/>
        </a:p>
      </dgm:t>
    </dgm:pt>
    <dgm:pt modelId="{1A8CA6D0-B087-4A16-B662-D383D0349EA6}" type="sibTrans" cxnId="{B526D7A3-9AAA-4493-9B1F-ADEBDB31A26F}">
      <dgm:prSet/>
      <dgm:spPr/>
      <dgm:t>
        <a:bodyPr/>
        <a:lstStyle/>
        <a:p>
          <a:endParaRPr/>
        </a:p>
      </dgm:t>
    </dgm:pt>
    <dgm:pt modelId="{6A96FFB1-CA4A-1042-B1BE-260E61F1293C}" type="pres">
      <dgm:prSet presAssocID="{AA27FB0F-1172-4A9B-8481-E62DF8B03C78}" presName="Name0" presStyleCnt="0">
        <dgm:presLayoutVars>
          <dgm:dir/>
        </dgm:presLayoutVars>
      </dgm:prSet>
      <dgm:spPr/>
    </dgm:pt>
    <dgm:pt modelId="{8D7FBEDF-4D15-7743-A23A-400862E2D8F3}" type="pres">
      <dgm:prSet presAssocID="{884CDCE6-37B5-495C-99F7-8BFA078FD4FB}" presName="composite" presStyleCnt="0"/>
      <dgm:spPr/>
    </dgm:pt>
    <dgm:pt modelId="{F134C267-F10E-0348-9E0D-EEB56DB58CE8}" type="pres">
      <dgm:prSet presAssocID="{884CDCE6-37B5-495C-99F7-8BFA078FD4FB}" presName="Image" presStyleLbl="alignNode1" presStyleIdx="0" presStyleCnt="5"/>
      <dgm:spPr/>
    </dgm:pt>
    <dgm:pt modelId="{1F2725FB-8556-6748-8E7A-7DA139B1D291}" type="pres">
      <dgm:prSet presAssocID="{884CDCE6-37B5-495C-99F7-8BFA078FD4FB}" presName="Parent" presStyleLbl="revTx" presStyleIdx="0" presStyleCnt="5">
        <dgm:presLayoutVars>
          <dgm:bulletEnabled val="1"/>
        </dgm:presLayoutVars>
      </dgm:prSet>
      <dgm:spPr/>
    </dgm:pt>
    <dgm:pt modelId="{21AD560D-1A10-8C47-BE57-2C73F41E75F2}" type="pres">
      <dgm:prSet presAssocID="{30957B52-4ACD-4D12-A033-7C78E8AD5F6C}" presName="sibTrans" presStyleCnt="0"/>
      <dgm:spPr/>
    </dgm:pt>
    <dgm:pt modelId="{CC94EC6E-6927-FF4B-B26C-301425D52DE2}" type="pres">
      <dgm:prSet presAssocID="{37F5DE1A-6B82-4BC7-AB5F-E138B930C4C3}" presName="composite" presStyleCnt="0"/>
      <dgm:spPr/>
    </dgm:pt>
    <dgm:pt modelId="{3C9C944A-3EAE-264E-A635-B9A97498BB8B}" type="pres">
      <dgm:prSet presAssocID="{37F5DE1A-6B82-4BC7-AB5F-E138B930C4C3}" presName="Image" presStyleLbl="alignNode1" presStyleIdx="1" presStyleCnt="5"/>
      <dgm:spPr/>
    </dgm:pt>
    <dgm:pt modelId="{C7655B3A-0CC2-3C46-8784-8DA9AABD85F0}" type="pres">
      <dgm:prSet presAssocID="{37F5DE1A-6B82-4BC7-AB5F-E138B930C4C3}" presName="Parent" presStyleLbl="revTx" presStyleIdx="1" presStyleCnt="5">
        <dgm:presLayoutVars>
          <dgm:bulletEnabled val="1"/>
        </dgm:presLayoutVars>
      </dgm:prSet>
      <dgm:spPr/>
    </dgm:pt>
    <dgm:pt modelId="{D54D0114-CF9D-EC42-BAA7-AD01C6FA0622}" type="pres">
      <dgm:prSet presAssocID="{40E312DA-2675-4E40-86B9-A2FBFDA7D05C}" presName="sibTrans" presStyleCnt="0"/>
      <dgm:spPr/>
    </dgm:pt>
    <dgm:pt modelId="{1BEF06D9-7D77-8945-B7F8-6FF1ABC27816}" type="pres">
      <dgm:prSet presAssocID="{B713444F-E2AC-42CF-9374-2A7E282AA37F}" presName="composite" presStyleCnt="0"/>
      <dgm:spPr/>
    </dgm:pt>
    <dgm:pt modelId="{25296A10-12E9-7149-AC1E-EC6B408F42C2}" type="pres">
      <dgm:prSet presAssocID="{B713444F-E2AC-42CF-9374-2A7E282AA37F}" presName="Image" presStyleLbl="alignNode1" presStyleIdx="2" presStyleCnt="5"/>
      <dgm:spPr/>
    </dgm:pt>
    <dgm:pt modelId="{5F6635BC-268C-7B4B-A7AF-F5DE48C17E9A}" type="pres">
      <dgm:prSet presAssocID="{B713444F-E2AC-42CF-9374-2A7E282AA37F}" presName="Parent" presStyleLbl="revTx" presStyleIdx="2" presStyleCnt="5">
        <dgm:presLayoutVars>
          <dgm:bulletEnabled val="1"/>
        </dgm:presLayoutVars>
      </dgm:prSet>
      <dgm:spPr/>
    </dgm:pt>
    <dgm:pt modelId="{2049500E-5F68-BF48-B889-1B8C046298FC}" type="pres">
      <dgm:prSet presAssocID="{0C50EDD8-8C8E-4F02-B5B5-124176350D68}" presName="sibTrans" presStyleCnt="0"/>
      <dgm:spPr/>
    </dgm:pt>
    <dgm:pt modelId="{1A7D3BBB-1647-C64E-BCF8-4D85792176A7}" type="pres">
      <dgm:prSet presAssocID="{21E9D706-F6F2-4180-889C-493428880B72}" presName="composite" presStyleCnt="0"/>
      <dgm:spPr/>
    </dgm:pt>
    <dgm:pt modelId="{1BC8527D-212A-A64F-B76F-8D21A01D17EE}" type="pres">
      <dgm:prSet presAssocID="{21E9D706-F6F2-4180-889C-493428880B72}" presName="Image" presStyleLbl="alignNode1" presStyleIdx="3" presStyleCnt="5"/>
      <dgm:spPr/>
    </dgm:pt>
    <dgm:pt modelId="{9F33626B-1951-F740-A813-F1F5A07128F5}" type="pres">
      <dgm:prSet presAssocID="{21E9D706-F6F2-4180-889C-493428880B72}" presName="Parent" presStyleLbl="revTx" presStyleIdx="3" presStyleCnt="5">
        <dgm:presLayoutVars>
          <dgm:bulletEnabled val="1"/>
        </dgm:presLayoutVars>
      </dgm:prSet>
      <dgm:spPr/>
    </dgm:pt>
    <dgm:pt modelId="{1F865D6B-6A06-EC40-97FB-9C1D566D27F4}" type="pres">
      <dgm:prSet presAssocID="{75A9A0B2-B4D6-47E5-A32C-9DAAF68C2D5B}" presName="sibTrans" presStyleCnt="0"/>
      <dgm:spPr/>
    </dgm:pt>
    <dgm:pt modelId="{62EBEFB7-E17E-BF4D-A8E3-3C857EB03B4B}" type="pres">
      <dgm:prSet presAssocID="{CA64D088-A9C1-4BC1-9F59-E1A5BBCA2980}" presName="composite" presStyleCnt="0"/>
      <dgm:spPr/>
    </dgm:pt>
    <dgm:pt modelId="{B9108362-CF30-F242-B609-5E2F6B3811C8}" type="pres">
      <dgm:prSet presAssocID="{CA64D088-A9C1-4BC1-9F59-E1A5BBCA2980}" presName="Image" presStyleLbl="alignNode1" presStyleIdx="4" presStyleCnt="5"/>
      <dgm:spPr/>
    </dgm:pt>
    <dgm:pt modelId="{5BAD96B7-4B53-8546-86E1-C79350919E7B}" type="pres">
      <dgm:prSet presAssocID="{CA64D088-A9C1-4BC1-9F59-E1A5BBCA2980}" presName="Parent" presStyleLbl="revTx" presStyleIdx="4" presStyleCnt="5">
        <dgm:presLayoutVars>
          <dgm:bulletEnabled val="1"/>
        </dgm:presLayoutVars>
      </dgm:prSet>
      <dgm:spPr/>
    </dgm:pt>
  </dgm:ptLst>
  <dgm:cxnLst>
    <dgm:cxn modelId="{EF65C21E-AED8-8949-B628-D486545E8A06}" type="presOf" srcId="{37F5DE1A-6B82-4BC7-AB5F-E138B930C4C3}" destId="{C7655B3A-0CC2-3C46-8784-8DA9AABD85F0}" srcOrd="0" destOrd="0" presId="urn:microsoft.com/office/officeart/2008/layout/PictureAccentBlocks"/>
    <dgm:cxn modelId="{E385851F-D717-42DA-9CE6-DCB13CED0D90}" srcId="{AA27FB0F-1172-4A9B-8481-E62DF8B03C78}" destId="{884CDCE6-37B5-495C-99F7-8BFA078FD4FB}" srcOrd="0" destOrd="0" parTransId="{8FB8DE0D-0777-480B-9F20-743FB91D1354}" sibTransId="{30957B52-4ACD-4D12-A033-7C78E8AD5F6C}"/>
    <dgm:cxn modelId="{D70EDB31-658B-46DD-B6AF-E74E73103AF1}" srcId="{AA27FB0F-1172-4A9B-8481-E62DF8B03C78}" destId="{B713444F-E2AC-42CF-9374-2A7E282AA37F}" srcOrd="2" destOrd="0" parTransId="{21EEA82B-C7EF-49FC-BA51-EAB1671908C9}" sibTransId="{0C50EDD8-8C8E-4F02-B5B5-124176350D68}"/>
    <dgm:cxn modelId="{9ED84649-F0C8-3F46-9CA2-FF725A3E5047}" type="presOf" srcId="{B713444F-E2AC-42CF-9374-2A7E282AA37F}" destId="{5F6635BC-268C-7B4B-A7AF-F5DE48C17E9A}" srcOrd="0" destOrd="0" presId="urn:microsoft.com/office/officeart/2008/layout/PictureAccentBlocks"/>
    <dgm:cxn modelId="{501FE950-D156-4B48-BE59-503023AD2867}" type="presOf" srcId="{CA64D088-A9C1-4BC1-9F59-E1A5BBCA2980}" destId="{5BAD96B7-4B53-8546-86E1-C79350919E7B}" srcOrd="0" destOrd="0" presId="urn:microsoft.com/office/officeart/2008/layout/PictureAccentBlocks"/>
    <dgm:cxn modelId="{54DF9F78-D6CA-D746-BD3A-7461A9CADC29}" type="presOf" srcId="{884CDCE6-37B5-495C-99F7-8BFA078FD4FB}" destId="{1F2725FB-8556-6748-8E7A-7DA139B1D291}" srcOrd="0" destOrd="0" presId="urn:microsoft.com/office/officeart/2008/layout/PictureAccentBlocks"/>
    <dgm:cxn modelId="{13A3BA8B-F813-489C-8B22-5601BDC11FD0}" srcId="{AA27FB0F-1172-4A9B-8481-E62DF8B03C78}" destId="{37F5DE1A-6B82-4BC7-AB5F-E138B930C4C3}" srcOrd="1" destOrd="0" parTransId="{9CD609B7-4BF0-4915-A1C0-3321B547E2CE}" sibTransId="{40E312DA-2675-4E40-86B9-A2FBFDA7D05C}"/>
    <dgm:cxn modelId="{778FF78B-5FB8-5D44-8104-E628A3FB6313}" type="presOf" srcId="{AA27FB0F-1172-4A9B-8481-E62DF8B03C78}" destId="{6A96FFB1-CA4A-1042-B1BE-260E61F1293C}" srcOrd="0" destOrd="0" presId="urn:microsoft.com/office/officeart/2008/layout/PictureAccentBlocks"/>
    <dgm:cxn modelId="{B526D7A3-9AAA-4493-9B1F-ADEBDB31A26F}" srcId="{AA27FB0F-1172-4A9B-8481-E62DF8B03C78}" destId="{CA64D088-A9C1-4BC1-9F59-E1A5BBCA2980}" srcOrd="4" destOrd="0" parTransId="{0146334F-F640-45BB-8EAD-2126128E45D7}" sibTransId="{1A8CA6D0-B087-4A16-B662-D383D0349EA6}"/>
    <dgm:cxn modelId="{2B68E7B9-3E81-41F2-8B9F-7AFBD25DABE9}" srcId="{AA27FB0F-1172-4A9B-8481-E62DF8B03C78}" destId="{21E9D706-F6F2-4180-889C-493428880B72}" srcOrd="3" destOrd="0" parTransId="{FF7E1AA0-39E0-4E70-BDF4-D33403D65BF5}" sibTransId="{75A9A0B2-B4D6-47E5-A32C-9DAAF68C2D5B}"/>
    <dgm:cxn modelId="{6B76F4EF-04E7-0F48-AB01-0B7827857A0E}" type="presOf" srcId="{21E9D706-F6F2-4180-889C-493428880B72}" destId="{9F33626B-1951-F740-A813-F1F5A07128F5}" srcOrd="0" destOrd="0" presId="urn:microsoft.com/office/officeart/2008/layout/PictureAccentBlocks"/>
    <dgm:cxn modelId="{8D978D36-8CC2-A642-AC6F-DC20F7BF26B9}" type="presParOf" srcId="{6A96FFB1-CA4A-1042-B1BE-260E61F1293C}" destId="{8D7FBEDF-4D15-7743-A23A-400862E2D8F3}" srcOrd="0" destOrd="0" presId="urn:microsoft.com/office/officeart/2008/layout/PictureAccentBlocks"/>
    <dgm:cxn modelId="{6D447C25-A053-004E-97FB-6DC101C66ED9}" type="presParOf" srcId="{8D7FBEDF-4D15-7743-A23A-400862E2D8F3}" destId="{F134C267-F10E-0348-9E0D-EEB56DB58CE8}" srcOrd="0" destOrd="0" presId="urn:microsoft.com/office/officeart/2008/layout/PictureAccentBlocks"/>
    <dgm:cxn modelId="{178F5E3F-C46C-E948-84E9-0E092A3BA2DB}" type="presParOf" srcId="{8D7FBEDF-4D15-7743-A23A-400862E2D8F3}" destId="{1F2725FB-8556-6748-8E7A-7DA139B1D291}" srcOrd="1" destOrd="0" presId="urn:microsoft.com/office/officeart/2008/layout/PictureAccentBlocks"/>
    <dgm:cxn modelId="{25B678AF-BA1E-2040-93C1-3DF2E613D01D}" type="presParOf" srcId="{6A96FFB1-CA4A-1042-B1BE-260E61F1293C}" destId="{21AD560D-1A10-8C47-BE57-2C73F41E75F2}" srcOrd="1" destOrd="0" presId="urn:microsoft.com/office/officeart/2008/layout/PictureAccentBlocks"/>
    <dgm:cxn modelId="{0DB4091A-6B50-5B44-938D-2E8330FF77E2}" type="presParOf" srcId="{6A96FFB1-CA4A-1042-B1BE-260E61F1293C}" destId="{CC94EC6E-6927-FF4B-B26C-301425D52DE2}" srcOrd="2" destOrd="0" presId="urn:microsoft.com/office/officeart/2008/layout/PictureAccentBlocks"/>
    <dgm:cxn modelId="{7135FA3C-C510-AB42-96D1-C03CAB166D93}" type="presParOf" srcId="{CC94EC6E-6927-FF4B-B26C-301425D52DE2}" destId="{3C9C944A-3EAE-264E-A635-B9A97498BB8B}" srcOrd="0" destOrd="0" presId="urn:microsoft.com/office/officeart/2008/layout/PictureAccentBlocks"/>
    <dgm:cxn modelId="{F5659CF7-4175-CF4B-9B30-2F468BA723EB}" type="presParOf" srcId="{CC94EC6E-6927-FF4B-B26C-301425D52DE2}" destId="{C7655B3A-0CC2-3C46-8784-8DA9AABD85F0}" srcOrd="1" destOrd="0" presId="urn:microsoft.com/office/officeart/2008/layout/PictureAccentBlocks"/>
    <dgm:cxn modelId="{86308D81-55A1-B749-BAD1-008E741BBFDD}" type="presParOf" srcId="{6A96FFB1-CA4A-1042-B1BE-260E61F1293C}" destId="{D54D0114-CF9D-EC42-BAA7-AD01C6FA0622}" srcOrd="3" destOrd="0" presId="urn:microsoft.com/office/officeart/2008/layout/PictureAccentBlocks"/>
    <dgm:cxn modelId="{1A1448E7-2E9A-154E-A9DA-3FC806E01C12}" type="presParOf" srcId="{6A96FFB1-CA4A-1042-B1BE-260E61F1293C}" destId="{1BEF06D9-7D77-8945-B7F8-6FF1ABC27816}" srcOrd="4" destOrd="0" presId="urn:microsoft.com/office/officeart/2008/layout/PictureAccentBlocks"/>
    <dgm:cxn modelId="{EA3D7EF1-0507-FC47-9B16-C00A2DB1F28C}" type="presParOf" srcId="{1BEF06D9-7D77-8945-B7F8-6FF1ABC27816}" destId="{25296A10-12E9-7149-AC1E-EC6B408F42C2}" srcOrd="0" destOrd="0" presId="urn:microsoft.com/office/officeart/2008/layout/PictureAccentBlocks"/>
    <dgm:cxn modelId="{67A837D4-52E9-6144-A1FB-E7A2E5CF5E98}" type="presParOf" srcId="{1BEF06D9-7D77-8945-B7F8-6FF1ABC27816}" destId="{5F6635BC-268C-7B4B-A7AF-F5DE48C17E9A}" srcOrd="1" destOrd="0" presId="urn:microsoft.com/office/officeart/2008/layout/PictureAccentBlocks"/>
    <dgm:cxn modelId="{2AD4C88B-C710-5542-862E-15C2D4C7E147}" type="presParOf" srcId="{6A96FFB1-CA4A-1042-B1BE-260E61F1293C}" destId="{2049500E-5F68-BF48-B889-1B8C046298FC}" srcOrd="5" destOrd="0" presId="urn:microsoft.com/office/officeart/2008/layout/PictureAccentBlocks"/>
    <dgm:cxn modelId="{31CA747A-96FA-2C4B-A2FB-6F343ECAF2DB}" type="presParOf" srcId="{6A96FFB1-CA4A-1042-B1BE-260E61F1293C}" destId="{1A7D3BBB-1647-C64E-BCF8-4D85792176A7}" srcOrd="6" destOrd="0" presId="urn:microsoft.com/office/officeart/2008/layout/PictureAccentBlocks"/>
    <dgm:cxn modelId="{73969419-8777-8247-8400-2DBBED33C6E9}" type="presParOf" srcId="{1A7D3BBB-1647-C64E-BCF8-4D85792176A7}" destId="{1BC8527D-212A-A64F-B76F-8D21A01D17EE}" srcOrd="0" destOrd="0" presId="urn:microsoft.com/office/officeart/2008/layout/PictureAccentBlocks"/>
    <dgm:cxn modelId="{23F00E62-869D-7343-986C-7A2E9464B86A}" type="presParOf" srcId="{1A7D3BBB-1647-C64E-BCF8-4D85792176A7}" destId="{9F33626B-1951-F740-A813-F1F5A07128F5}" srcOrd="1" destOrd="0" presId="urn:microsoft.com/office/officeart/2008/layout/PictureAccentBlocks"/>
    <dgm:cxn modelId="{9A043321-0269-6748-853E-856597E10605}" type="presParOf" srcId="{6A96FFB1-CA4A-1042-B1BE-260E61F1293C}" destId="{1F865D6B-6A06-EC40-97FB-9C1D566D27F4}" srcOrd="7" destOrd="0" presId="urn:microsoft.com/office/officeart/2008/layout/PictureAccentBlocks"/>
    <dgm:cxn modelId="{19739CF5-7BCE-3144-BF69-5EBFFA2ACFC5}" type="presParOf" srcId="{6A96FFB1-CA4A-1042-B1BE-260E61F1293C}" destId="{62EBEFB7-E17E-BF4D-A8E3-3C857EB03B4B}" srcOrd="8" destOrd="0" presId="urn:microsoft.com/office/officeart/2008/layout/PictureAccentBlocks"/>
    <dgm:cxn modelId="{6AC87E6D-F00D-D441-AC4F-F9301C512C08}" type="presParOf" srcId="{62EBEFB7-E17E-BF4D-A8E3-3C857EB03B4B}" destId="{B9108362-CF30-F242-B609-5E2F6B3811C8}" srcOrd="0" destOrd="0" presId="urn:microsoft.com/office/officeart/2008/layout/PictureAccentBlocks"/>
    <dgm:cxn modelId="{E36D838D-A57A-E344-8169-7C50285790CC}" type="presParOf" srcId="{62EBEFB7-E17E-BF4D-A8E3-3C857EB03B4B}" destId="{5BAD96B7-4B53-8546-86E1-C79350919E7B}" srcOrd="1" destOrd="0" presId="urn:microsoft.com/office/officeart/2008/layout/PictureAccent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5.xml><?xml version="1.0" encoding="utf-8"?>
<dgm:dataModel xmlns:dgm="http://schemas.openxmlformats.org/drawingml/2006/diagram" xmlns:a="http://schemas.openxmlformats.org/drawingml/2006/main">
  <dgm:ptLst>
    <dgm:pt modelId="{3E17908E-8DBA-4F3B-A9F3-227B22D89FCC}" type="doc">
      <dgm:prSet loTypeId="urn:microsoft.com/office/officeart/2011/layout/ThemePictureAccent" qsTypeId="urn:microsoft.com/office/officeart/2005/8/quickstyle/simple2" csTypeId="urn:microsoft.com/office/officeart/2005/8/colors/accent1_2"/>
      <dgm:spPr/>
    </dgm:pt>
    <dgm:pt modelId="{C2862DE3-B8E9-4C69-86F5-290440BDF85C}">
      <dgm:prSet/>
      <dgm:spPr/>
      <dgm:t>
        <a:bodyPr/>
        <a:lstStyle/>
        <a:p>
          <a:r>
            <a:t>Research</a:t>
          </a:r>
        </a:p>
      </dgm:t>
    </dgm:pt>
    <dgm:pt modelId="{801CAD04-3F82-483A-B49F-7C60A83A0F73}" type="parTrans" cxnId="{1AF4F2C3-5EA1-49D1-BC6F-C0C57D5486C3}">
      <dgm:prSet/>
      <dgm:spPr/>
      <dgm:t>
        <a:bodyPr/>
        <a:lstStyle/>
        <a:p>
          <a:endParaRPr/>
        </a:p>
      </dgm:t>
    </dgm:pt>
    <dgm:pt modelId="{EA928D56-2203-4538-B6BA-2E285EFC7ADB}" type="sibTrans" cxnId="{1AF4F2C3-5EA1-49D1-BC6F-C0C57D5486C3}">
      <dgm:prSet/>
      <dgm:spPr/>
      <dgm:t>
        <a:bodyPr/>
        <a:lstStyle/>
        <a:p>
          <a:endParaRPr/>
        </a:p>
      </dgm:t>
    </dgm:pt>
    <dgm:pt modelId="{802AFD3F-B48C-4085-A24B-6378DF0DFD4A}">
      <dgm:prSet/>
      <dgm:spPr/>
      <dgm:t>
        <a:bodyPr/>
        <a:lstStyle/>
        <a:p>
          <a:r>
            <a:t>Workshop</a:t>
          </a:r>
        </a:p>
      </dgm:t>
    </dgm:pt>
    <dgm:pt modelId="{7073BE01-2BE3-417E-BE97-CAA4371CBBFB}" type="parTrans" cxnId="{FB8CF430-1163-421C-8669-7E0DC5FC32B4}">
      <dgm:prSet/>
      <dgm:spPr/>
      <dgm:t>
        <a:bodyPr/>
        <a:lstStyle/>
        <a:p>
          <a:endParaRPr/>
        </a:p>
      </dgm:t>
    </dgm:pt>
    <dgm:pt modelId="{A44C1C8A-3A19-4766-8FC5-CDEC3F6920C5}" type="sibTrans" cxnId="{FB8CF430-1163-421C-8669-7E0DC5FC32B4}">
      <dgm:prSet/>
      <dgm:spPr/>
      <dgm:t>
        <a:bodyPr/>
        <a:lstStyle/>
        <a:p>
          <a:endParaRPr/>
        </a:p>
      </dgm:t>
    </dgm:pt>
    <dgm:pt modelId="{FCE7B9D6-BA93-4994-B560-BF5EFC518C02}">
      <dgm:prSet/>
      <dgm:spPr/>
      <dgm:t>
        <a:bodyPr/>
        <a:lstStyle/>
        <a:p>
          <a:r>
            <a:t>Prototype</a:t>
          </a:r>
        </a:p>
      </dgm:t>
    </dgm:pt>
    <dgm:pt modelId="{E09AA737-C0B4-4997-92A6-54E1883AC9BB}" type="parTrans" cxnId="{826ED76B-D892-4EC8-AF14-3FF0CBF15344}">
      <dgm:prSet/>
      <dgm:spPr/>
      <dgm:t>
        <a:bodyPr/>
        <a:lstStyle/>
        <a:p>
          <a:endParaRPr/>
        </a:p>
      </dgm:t>
    </dgm:pt>
    <dgm:pt modelId="{FB8F8C3C-2FE1-4EA9-A683-96957E347C42}" type="sibTrans" cxnId="{826ED76B-D892-4EC8-AF14-3FF0CBF15344}">
      <dgm:prSet/>
      <dgm:spPr/>
      <dgm:t>
        <a:bodyPr/>
        <a:lstStyle/>
        <a:p>
          <a:endParaRPr/>
        </a:p>
      </dgm:t>
    </dgm:pt>
    <dgm:pt modelId="{20C981E5-5FF3-4E61-BCE0-3F6B949A0A49}">
      <dgm:prSet/>
      <dgm:spPr/>
      <dgm:t>
        <a:bodyPr/>
        <a:lstStyle/>
        <a:p>
          <a:r>
            <a:t>Delivery</a:t>
          </a:r>
        </a:p>
      </dgm:t>
    </dgm:pt>
    <dgm:pt modelId="{42E5EE4F-8A88-4B31-A44A-1F107EFE6F0B}" type="parTrans" cxnId="{E75D577E-7CC1-4F1F-A318-99ECC6CCAB05}">
      <dgm:prSet/>
      <dgm:spPr/>
      <dgm:t>
        <a:bodyPr/>
        <a:lstStyle/>
        <a:p>
          <a:endParaRPr/>
        </a:p>
      </dgm:t>
    </dgm:pt>
    <dgm:pt modelId="{A214604E-47D7-4F26-B3F7-E635F4EE1326}" type="sibTrans" cxnId="{E75D577E-7CC1-4F1F-A318-99ECC6CCAB05}">
      <dgm:prSet/>
      <dgm:spPr/>
      <dgm:t>
        <a:bodyPr/>
        <a:lstStyle/>
        <a:p>
          <a:endParaRPr/>
        </a:p>
      </dgm:t>
    </dgm:pt>
    <dgm:pt modelId="{2BF48DC4-8C57-4E18-9BC7-7CC8721AB75E}">
      <dgm:prSet/>
      <dgm:spPr/>
      <dgm:t>
        <a:bodyPr/>
        <a:lstStyle/>
        <a:p>
          <a:r>
            <a:t>Learning</a:t>
          </a:r>
        </a:p>
      </dgm:t>
    </dgm:pt>
    <dgm:pt modelId="{91593B5A-7234-44AC-B20A-E5046A40715B}" type="parTrans" cxnId="{ECC8B37D-985C-4223-B893-45E19EF343C5}">
      <dgm:prSet/>
      <dgm:spPr/>
      <dgm:t>
        <a:bodyPr/>
        <a:lstStyle/>
        <a:p>
          <a:endParaRPr/>
        </a:p>
      </dgm:t>
    </dgm:pt>
    <dgm:pt modelId="{DB55E022-D882-404A-B02D-8D108F581C68}" type="sibTrans" cxnId="{ECC8B37D-985C-4223-B893-45E19EF343C5}">
      <dgm:prSet/>
      <dgm:spPr/>
      <dgm:t>
        <a:bodyPr/>
        <a:lstStyle/>
        <a:p>
          <a:endParaRPr/>
        </a:p>
      </dgm:t>
    </dgm:pt>
    <dgm:pt modelId="{DD0DC067-F3C0-4FA7-8B0C-F3735181D52A}" type="pres">
      <dgm:prSet presAssocID="{3E17908E-8DBA-4F3B-A9F3-227B22D89FCC}" presName="Name0" presStyleCnt="0">
        <dgm:presLayoutVars>
          <dgm:chMax val="6"/>
          <dgm:chPref val="6"/>
          <dgm:dir/>
        </dgm:presLayoutVars>
      </dgm:prSet>
      <dgm:spPr/>
    </dgm:pt>
    <dgm:pt modelId="{3F61380C-2D15-E44A-8ED7-0093170CB68F}" type="pres">
      <dgm:prSet presAssocID="{C2862DE3-B8E9-4C69-86F5-290440BDF85C}" presName="Image1" presStyleCnt="0"/>
      <dgm:spPr/>
    </dgm:pt>
    <dgm:pt modelId="{B04FAB82-E728-409F-85A5-DE2ED303DB19}" type="pres">
      <dgm:prSet presAssocID="{C2862DE3-B8E9-4C69-86F5-290440BDF85C}" presName="Image" presStyleLbl="alignImgPlace1" presStyleIdx="0" presStyleCnt="5"/>
      <dgm:spPr>
        <a:blipFill>
          <a:blip xmlns:r="http://schemas.openxmlformats.org/officeDocument/2006/relationships" r:embed="rId1"/>
          <a:srcRect/>
          <a:stretch>
            <a:fillRect t="-47001" b="-47001"/>
          </a:stretch>
        </a:blipFill>
      </dgm:spPr>
    </dgm:pt>
    <dgm:pt modelId="{6B938EE7-A25C-2D4F-9C86-76B2528A5818}" type="pres">
      <dgm:prSet presAssocID="{C2862DE3-B8E9-4C69-86F5-290440BDF85C}" presName="Accent1" presStyleCnt="0"/>
      <dgm:spPr/>
    </dgm:pt>
    <dgm:pt modelId="{F09ADB4C-41B1-4DDB-860D-B060376A1168}" type="pres">
      <dgm:prSet presAssocID="{C2862DE3-B8E9-4C69-86F5-290440BDF85C}" presName="Accent" presStyleLbl="parChTrans1D1" presStyleIdx="0" presStyleCnt="5"/>
      <dgm:spPr/>
    </dgm:pt>
    <dgm:pt modelId="{AC967AE6-AD64-451B-B12E-D0FFC6436BBD}" type="pres">
      <dgm:prSet presAssocID="{C2862DE3-B8E9-4C69-86F5-290440BDF85C}" presName="Text1" presStyleLbl="alignImgPlace1" presStyleIdx="0" presStyleCnt="5">
        <dgm:presLayoutVars>
          <dgm:chMax val="0"/>
          <dgm:chPref val="0"/>
          <dgm:bulletEnabled val="1"/>
        </dgm:presLayoutVars>
      </dgm:prSet>
      <dgm:spPr/>
    </dgm:pt>
    <dgm:pt modelId="{CC7FFE3E-E811-4D47-93EB-7F780ECD692B}" type="pres">
      <dgm:prSet presAssocID="{802AFD3F-B48C-4085-A24B-6378DF0DFD4A}" presName="Image2" presStyleCnt="0"/>
      <dgm:spPr/>
    </dgm:pt>
    <dgm:pt modelId="{A2F2509A-C422-4D38-834C-BA8E077A4DE4}" type="pres">
      <dgm:prSet presAssocID="{802AFD3F-B48C-4085-A24B-6378DF0DFD4A}" presName="Image" presStyleLbl="alignImgPlace1" presStyleIdx="1" presStyleCnt="5"/>
      <dgm:spPr>
        <a:blipFill>
          <a:blip xmlns:r="http://schemas.openxmlformats.org/officeDocument/2006/relationships" r:embed="rId2"/>
          <a:srcRect/>
          <a:stretch>
            <a:fillRect t="-8654" b="-8654"/>
          </a:stretch>
        </a:blipFill>
      </dgm:spPr>
    </dgm:pt>
    <dgm:pt modelId="{13161807-FFDA-DA42-960B-3EC99864C8EB}" type="pres">
      <dgm:prSet presAssocID="{802AFD3F-B48C-4085-A24B-6378DF0DFD4A}" presName="Accent2" presStyleCnt="0"/>
      <dgm:spPr/>
    </dgm:pt>
    <dgm:pt modelId="{CB08B037-7D1E-411D-B877-5C9D5C20E064}" type="pres">
      <dgm:prSet presAssocID="{802AFD3F-B48C-4085-A24B-6378DF0DFD4A}" presName="Accent" presStyleLbl="parChTrans1D1" presStyleIdx="1" presStyleCnt="5"/>
      <dgm:spPr/>
    </dgm:pt>
    <dgm:pt modelId="{B1CDF2E5-9C54-43B1-97E3-347244D4A15E}" type="pres">
      <dgm:prSet presAssocID="{802AFD3F-B48C-4085-A24B-6378DF0DFD4A}" presName="Text2" presStyleLbl="alignImgPlace1" presStyleIdx="1" presStyleCnt="5">
        <dgm:presLayoutVars>
          <dgm:chMax val="0"/>
          <dgm:chPref val="0"/>
          <dgm:bulletEnabled val="1"/>
        </dgm:presLayoutVars>
      </dgm:prSet>
      <dgm:spPr/>
    </dgm:pt>
    <dgm:pt modelId="{097A7908-2425-984F-BABF-C9E5AB94AF94}" type="pres">
      <dgm:prSet presAssocID="{FCE7B9D6-BA93-4994-B560-BF5EFC518C02}" presName="Image3" presStyleCnt="0"/>
      <dgm:spPr/>
    </dgm:pt>
    <dgm:pt modelId="{A740310F-AB5F-4D14-ADA6-5661D2A362BD}" type="pres">
      <dgm:prSet presAssocID="{FCE7B9D6-BA93-4994-B560-BF5EFC518C02}" presName="Image" presStyleLbl="alignImgPlace1" presStyleIdx="2" presStyleCnt="5"/>
      <dgm:spPr>
        <a:blipFill>
          <a:blip xmlns:r="http://schemas.openxmlformats.org/officeDocument/2006/relationships" r:embed="rId3"/>
          <a:srcRect/>
          <a:stretch>
            <a:fillRect t="-46809" b="-46809"/>
          </a:stretch>
        </a:blipFill>
      </dgm:spPr>
    </dgm:pt>
    <dgm:pt modelId="{5103EAD9-AC86-DE4B-870F-F160AE7D4116}" type="pres">
      <dgm:prSet presAssocID="{FCE7B9D6-BA93-4994-B560-BF5EFC518C02}" presName="Accent3" presStyleCnt="0"/>
      <dgm:spPr/>
    </dgm:pt>
    <dgm:pt modelId="{1F3B00A4-AA33-4252-9F41-D155552FFF74}" type="pres">
      <dgm:prSet presAssocID="{FCE7B9D6-BA93-4994-B560-BF5EFC518C02}" presName="Accent" presStyleLbl="parChTrans1D1" presStyleIdx="2" presStyleCnt="5"/>
      <dgm:spPr/>
    </dgm:pt>
    <dgm:pt modelId="{51036A1B-9AF7-4CA4-B182-7DDFB009C438}" type="pres">
      <dgm:prSet presAssocID="{FCE7B9D6-BA93-4994-B560-BF5EFC518C02}" presName="Text3" presStyleLbl="alignImgPlace1" presStyleIdx="2" presStyleCnt="5">
        <dgm:presLayoutVars>
          <dgm:chMax val="0"/>
          <dgm:chPref val="0"/>
          <dgm:bulletEnabled val="1"/>
        </dgm:presLayoutVars>
      </dgm:prSet>
      <dgm:spPr/>
    </dgm:pt>
    <dgm:pt modelId="{F0344044-F7FC-E648-BD95-A8812E847DE6}" type="pres">
      <dgm:prSet presAssocID="{20C981E5-5FF3-4E61-BCE0-3F6B949A0A49}" presName="Image4" presStyleCnt="0"/>
      <dgm:spPr/>
    </dgm:pt>
    <dgm:pt modelId="{51DAD80F-52BC-4732-A405-C7DD440E7DDA}" type="pres">
      <dgm:prSet presAssocID="{20C981E5-5FF3-4E61-BCE0-3F6B949A0A49}" presName="Image" presStyleLbl="alignImgPlace1" presStyleIdx="3" presStyleCnt="5"/>
      <dgm:spPr>
        <a:blipFill>
          <a:blip xmlns:r="http://schemas.openxmlformats.org/officeDocument/2006/relationships" r:embed="rId4"/>
          <a:srcRect/>
          <a:stretch>
            <a:fillRect t="-8904" b="-8904"/>
          </a:stretch>
        </a:blipFill>
      </dgm:spPr>
    </dgm:pt>
    <dgm:pt modelId="{B0A5CDCB-6737-7149-80C6-117D592A5E81}" type="pres">
      <dgm:prSet presAssocID="{20C981E5-5FF3-4E61-BCE0-3F6B949A0A49}" presName="Accent4" presStyleCnt="0"/>
      <dgm:spPr/>
    </dgm:pt>
    <dgm:pt modelId="{41278C5D-8B67-4267-834B-24D5622A3D5A}" type="pres">
      <dgm:prSet presAssocID="{20C981E5-5FF3-4E61-BCE0-3F6B949A0A49}" presName="Accent" presStyleLbl="parChTrans1D1" presStyleIdx="3" presStyleCnt="5"/>
      <dgm:spPr/>
    </dgm:pt>
    <dgm:pt modelId="{A04C3A8F-8816-4D97-B36D-FFB1A5D84833}" type="pres">
      <dgm:prSet presAssocID="{20C981E5-5FF3-4E61-BCE0-3F6B949A0A49}" presName="Text4" presStyleLbl="alignImgPlace1" presStyleIdx="3" presStyleCnt="5">
        <dgm:presLayoutVars>
          <dgm:chMax val="0"/>
          <dgm:chPref val="0"/>
          <dgm:bulletEnabled val="1"/>
        </dgm:presLayoutVars>
      </dgm:prSet>
      <dgm:spPr/>
    </dgm:pt>
    <dgm:pt modelId="{98422BA3-5B09-364B-AEA4-6FFB09C0199F}" type="pres">
      <dgm:prSet presAssocID="{2BF48DC4-8C57-4E18-9BC7-7CC8721AB75E}" presName="Image5" presStyleCnt="0"/>
      <dgm:spPr/>
    </dgm:pt>
    <dgm:pt modelId="{1891F62E-F552-4394-AF2F-4685227B6013}" type="pres">
      <dgm:prSet presAssocID="{2BF48DC4-8C57-4E18-9BC7-7CC8721AB75E}" presName="Image" presStyleLbl="alignImgPlace1" presStyleIdx="4" presStyleCnt="5"/>
      <dgm:spPr>
        <a:blipFill>
          <a:blip xmlns:r="http://schemas.openxmlformats.org/officeDocument/2006/relationships" r:embed="rId5"/>
          <a:srcRect/>
          <a:stretch>
            <a:fillRect t="-11660" b="-11660"/>
          </a:stretch>
        </a:blipFill>
      </dgm:spPr>
    </dgm:pt>
    <dgm:pt modelId="{C8B276DB-974A-5746-81FB-602C90D6421B}" type="pres">
      <dgm:prSet presAssocID="{2BF48DC4-8C57-4E18-9BC7-7CC8721AB75E}" presName="Accent5" presStyleCnt="0"/>
      <dgm:spPr/>
    </dgm:pt>
    <dgm:pt modelId="{AD572BB2-F71C-40A7-B986-1DEAD20FF8B7}" type="pres">
      <dgm:prSet presAssocID="{2BF48DC4-8C57-4E18-9BC7-7CC8721AB75E}" presName="Accent" presStyleLbl="parChTrans1D1" presStyleIdx="4" presStyleCnt="5"/>
      <dgm:spPr/>
    </dgm:pt>
    <dgm:pt modelId="{9683C36D-36F4-4BD4-96FD-C270FC0D952B}" type="pres">
      <dgm:prSet presAssocID="{2BF48DC4-8C57-4E18-9BC7-7CC8721AB75E}" presName="Text5" presStyleLbl="alignImgPlac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B8CF430-1163-421C-8669-7E0DC5FC32B4}" srcId="{3E17908E-8DBA-4F3B-A9F3-227B22D89FCC}" destId="{802AFD3F-B48C-4085-A24B-6378DF0DFD4A}" srcOrd="1" destOrd="0" parTransId="{7073BE01-2BE3-417E-BE97-CAA4371CBBFB}" sibTransId="{A44C1C8A-3A19-4766-8FC5-CDEC3F6920C5}"/>
    <dgm:cxn modelId="{1ADBB066-E82D-D740-AE21-9FF9AC7164AC}" type="presOf" srcId="{2BF48DC4-8C57-4E18-9BC7-7CC8721AB75E}" destId="{9683C36D-36F4-4BD4-96FD-C270FC0D952B}" srcOrd="0" destOrd="0" presId="urn:microsoft.com/office/officeart/2011/layout/ThemePictureAccent"/>
    <dgm:cxn modelId="{826ED76B-D892-4EC8-AF14-3FF0CBF15344}" srcId="{3E17908E-8DBA-4F3B-A9F3-227B22D89FCC}" destId="{FCE7B9D6-BA93-4994-B560-BF5EFC518C02}" srcOrd="2" destOrd="0" parTransId="{E09AA737-C0B4-4997-92A6-54E1883AC9BB}" sibTransId="{FB8F8C3C-2FE1-4EA9-A683-96957E347C42}"/>
    <dgm:cxn modelId="{CF58CD7A-3552-4044-945C-82E0EFF9C8D6}" type="presOf" srcId="{20C981E5-5FF3-4E61-BCE0-3F6B949A0A49}" destId="{A04C3A8F-8816-4D97-B36D-FFB1A5D84833}" srcOrd="0" destOrd="0" presId="urn:microsoft.com/office/officeart/2011/layout/ThemePictureAccent"/>
    <dgm:cxn modelId="{ECC8B37D-985C-4223-B893-45E19EF343C5}" srcId="{3E17908E-8DBA-4F3B-A9F3-227B22D89FCC}" destId="{2BF48DC4-8C57-4E18-9BC7-7CC8721AB75E}" srcOrd="4" destOrd="0" parTransId="{91593B5A-7234-44AC-B20A-E5046A40715B}" sibTransId="{DB55E022-D882-404A-B02D-8D108F581C68}"/>
    <dgm:cxn modelId="{E75D577E-7CC1-4F1F-A318-99ECC6CCAB05}" srcId="{3E17908E-8DBA-4F3B-A9F3-227B22D89FCC}" destId="{20C981E5-5FF3-4E61-BCE0-3F6B949A0A49}" srcOrd="3" destOrd="0" parTransId="{42E5EE4F-8A88-4B31-A44A-1F107EFE6F0B}" sibTransId="{A214604E-47D7-4F26-B3F7-E635F4EE1326}"/>
    <dgm:cxn modelId="{11529A80-1034-7D41-8478-C7B66D013FB9}" type="presOf" srcId="{802AFD3F-B48C-4085-A24B-6378DF0DFD4A}" destId="{B1CDF2E5-9C54-43B1-97E3-347244D4A15E}" srcOrd="0" destOrd="0" presId="urn:microsoft.com/office/officeart/2011/layout/ThemePictureAccent"/>
    <dgm:cxn modelId="{08AC8D94-0394-450E-B112-C576188F80B9}" type="presOf" srcId="{3E17908E-8DBA-4F3B-A9F3-227B22D89FCC}" destId="{DD0DC067-F3C0-4FA7-8B0C-F3735181D52A}" srcOrd="0" destOrd="0" presId="urn:microsoft.com/office/officeart/2011/layout/ThemePictureAccent"/>
    <dgm:cxn modelId="{191B2195-C85E-E349-A7E2-D52BB3CBBF15}" type="presOf" srcId="{FCE7B9D6-BA93-4994-B560-BF5EFC518C02}" destId="{51036A1B-9AF7-4CA4-B182-7DDFB009C438}" srcOrd="0" destOrd="0" presId="urn:microsoft.com/office/officeart/2011/layout/ThemePictureAccent"/>
    <dgm:cxn modelId="{D8B0DF9B-431E-F748-9A0D-6A9D80502384}" type="presOf" srcId="{C2862DE3-B8E9-4C69-86F5-290440BDF85C}" destId="{AC967AE6-AD64-451B-B12E-D0FFC6436BBD}" srcOrd="0" destOrd="0" presId="urn:microsoft.com/office/officeart/2011/layout/ThemePictureAccent"/>
    <dgm:cxn modelId="{1AF4F2C3-5EA1-49D1-BC6F-C0C57D5486C3}" srcId="{3E17908E-8DBA-4F3B-A9F3-227B22D89FCC}" destId="{C2862DE3-B8E9-4C69-86F5-290440BDF85C}" srcOrd="0" destOrd="0" parTransId="{801CAD04-3F82-483A-B49F-7C60A83A0F73}" sibTransId="{EA928D56-2203-4538-B6BA-2E285EFC7ADB}"/>
    <dgm:cxn modelId="{8E841BAD-DFD3-A545-9794-2FBF73B38D6E}" type="presParOf" srcId="{DD0DC067-F3C0-4FA7-8B0C-F3735181D52A}" destId="{3F61380C-2D15-E44A-8ED7-0093170CB68F}" srcOrd="0" destOrd="0" presId="urn:microsoft.com/office/officeart/2011/layout/ThemePictureAccent"/>
    <dgm:cxn modelId="{3A246988-DE51-7A49-91C4-BF404EB42494}" type="presParOf" srcId="{3F61380C-2D15-E44A-8ED7-0093170CB68F}" destId="{B04FAB82-E728-409F-85A5-DE2ED303DB19}" srcOrd="0" destOrd="0" presId="urn:microsoft.com/office/officeart/2011/layout/ThemePictureAccent"/>
    <dgm:cxn modelId="{4ECF5CB8-C907-1447-B887-D696F982F11A}" type="presParOf" srcId="{DD0DC067-F3C0-4FA7-8B0C-F3735181D52A}" destId="{6B938EE7-A25C-2D4F-9C86-76B2528A5818}" srcOrd="1" destOrd="0" presId="urn:microsoft.com/office/officeart/2011/layout/ThemePictureAccent"/>
    <dgm:cxn modelId="{20B204DA-AA7C-7D41-A20A-4E82C9035057}" type="presParOf" srcId="{6B938EE7-A25C-2D4F-9C86-76B2528A5818}" destId="{F09ADB4C-41B1-4DDB-860D-B060376A1168}" srcOrd="0" destOrd="0" presId="urn:microsoft.com/office/officeart/2011/layout/ThemePictureAccent"/>
    <dgm:cxn modelId="{36681877-6577-4422-A503-3F3BAAFC965F}" type="presParOf" srcId="{DD0DC067-F3C0-4FA7-8B0C-F3735181D52A}" destId="{AC967AE6-AD64-451B-B12E-D0FFC6436BBD}" srcOrd="2" destOrd="0" presId="urn:microsoft.com/office/officeart/2011/layout/ThemePictureAccent"/>
    <dgm:cxn modelId="{2658B959-F9AE-874A-83FD-91DC282CB45F}" type="presParOf" srcId="{DD0DC067-F3C0-4FA7-8B0C-F3735181D52A}" destId="{CC7FFE3E-E811-4D47-93EB-7F780ECD692B}" srcOrd="3" destOrd="0" presId="urn:microsoft.com/office/officeart/2011/layout/ThemePictureAccent"/>
    <dgm:cxn modelId="{90AB9A99-A079-0948-BADA-450E7BF73A20}" type="presParOf" srcId="{CC7FFE3E-E811-4D47-93EB-7F780ECD692B}" destId="{A2F2509A-C422-4D38-834C-BA8E077A4DE4}" srcOrd="0" destOrd="0" presId="urn:microsoft.com/office/officeart/2011/layout/ThemePictureAccent"/>
    <dgm:cxn modelId="{939439E8-1414-864B-8304-5B2FFD1D03FB}" type="presParOf" srcId="{DD0DC067-F3C0-4FA7-8B0C-F3735181D52A}" destId="{13161807-FFDA-DA42-960B-3EC99864C8EB}" srcOrd="4" destOrd="0" presId="urn:microsoft.com/office/officeart/2011/layout/ThemePictureAccent"/>
    <dgm:cxn modelId="{0CAEF518-BF6C-F14D-AE79-C00C2E2C01DD}" type="presParOf" srcId="{13161807-FFDA-DA42-960B-3EC99864C8EB}" destId="{CB08B037-7D1E-411D-B877-5C9D5C20E064}" srcOrd="0" destOrd="0" presId="urn:microsoft.com/office/officeart/2011/layout/ThemePictureAccent"/>
    <dgm:cxn modelId="{DFDE3FD1-B808-4F03-A07F-801541E55362}" type="presParOf" srcId="{DD0DC067-F3C0-4FA7-8B0C-F3735181D52A}" destId="{B1CDF2E5-9C54-43B1-97E3-347244D4A15E}" srcOrd="5" destOrd="0" presId="urn:microsoft.com/office/officeart/2011/layout/ThemePictureAccent"/>
    <dgm:cxn modelId="{49E212B9-8633-CB4F-8AAE-0421E1373322}" type="presParOf" srcId="{DD0DC067-F3C0-4FA7-8B0C-F3735181D52A}" destId="{097A7908-2425-984F-BABF-C9E5AB94AF94}" srcOrd="6" destOrd="0" presId="urn:microsoft.com/office/officeart/2011/layout/ThemePictureAccent"/>
    <dgm:cxn modelId="{6DF1D976-4090-4F48-8E50-C3B3C0D5C03F}" type="presParOf" srcId="{097A7908-2425-984F-BABF-C9E5AB94AF94}" destId="{A740310F-AB5F-4D14-ADA6-5661D2A362BD}" srcOrd="0" destOrd="0" presId="urn:microsoft.com/office/officeart/2011/layout/ThemePictureAccent"/>
    <dgm:cxn modelId="{796F6208-623C-864E-96C7-AE697528D570}" type="presParOf" srcId="{DD0DC067-F3C0-4FA7-8B0C-F3735181D52A}" destId="{5103EAD9-AC86-DE4B-870F-F160AE7D4116}" srcOrd="7" destOrd="0" presId="urn:microsoft.com/office/officeart/2011/layout/ThemePictureAccent"/>
    <dgm:cxn modelId="{520C668F-4BD1-8249-8B66-334A51B8D8C6}" type="presParOf" srcId="{5103EAD9-AC86-DE4B-870F-F160AE7D4116}" destId="{1F3B00A4-AA33-4252-9F41-D155552FFF74}" srcOrd="0" destOrd="0" presId="urn:microsoft.com/office/officeart/2011/layout/ThemePictureAccent"/>
    <dgm:cxn modelId="{9D7D74E5-FC02-41CC-91B5-25A64262615B}" type="presParOf" srcId="{DD0DC067-F3C0-4FA7-8B0C-F3735181D52A}" destId="{51036A1B-9AF7-4CA4-B182-7DDFB009C438}" srcOrd="8" destOrd="0" presId="urn:microsoft.com/office/officeart/2011/layout/ThemePictureAccent"/>
    <dgm:cxn modelId="{A45234EA-17B6-EA45-A942-CDA5ECAB1D64}" type="presParOf" srcId="{DD0DC067-F3C0-4FA7-8B0C-F3735181D52A}" destId="{F0344044-F7FC-E648-BD95-A8812E847DE6}" srcOrd="9" destOrd="0" presId="urn:microsoft.com/office/officeart/2011/layout/ThemePictureAccent"/>
    <dgm:cxn modelId="{328520CB-237D-4C4A-982F-1B7C02B61172}" type="presParOf" srcId="{F0344044-F7FC-E648-BD95-A8812E847DE6}" destId="{51DAD80F-52BC-4732-A405-C7DD440E7DDA}" srcOrd="0" destOrd="0" presId="urn:microsoft.com/office/officeart/2011/layout/ThemePictureAccent"/>
    <dgm:cxn modelId="{07B14090-6914-0B4C-AEDA-005C2EA81A80}" type="presParOf" srcId="{DD0DC067-F3C0-4FA7-8B0C-F3735181D52A}" destId="{B0A5CDCB-6737-7149-80C6-117D592A5E81}" srcOrd="10" destOrd="0" presId="urn:microsoft.com/office/officeart/2011/layout/ThemePictureAccent"/>
    <dgm:cxn modelId="{B036B2CA-E0CF-4B43-9EF9-4F9A6AD8C090}" type="presParOf" srcId="{B0A5CDCB-6737-7149-80C6-117D592A5E81}" destId="{41278C5D-8B67-4267-834B-24D5622A3D5A}" srcOrd="0" destOrd="0" presId="urn:microsoft.com/office/officeart/2011/layout/ThemePictureAccent"/>
    <dgm:cxn modelId="{6B0C2379-1DD5-4B8F-86A2-B1971ED4E929}" type="presParOf" srcId="{DD0DC067-F3C0-4FA7-8B0C-F3735181D52A}" destId="{A04C3A8F-8816-4D97-B36D-FFB1A5D84833}" srcOrd="11" destOrd="0" presId="urn:microsoft.com/office/officeart/2011/layout/ThemePictureAccent"/>
    <dgm:cxn modelId="{ABFBC59A-BA37-ED4D-B400-7882E706C6BF}" type="presParOf" srcId="{DD0DC067-F3C0-4FA7-8B0C-F3735181D52A}" destId="{98422BA3-5B09-364B-AEA4-6FFB09C0199F}" srcOrd="12" destOrd="0" presId="urn:microsoft.com/office/officeart/2011/layout/ThemePictureAccent"/>
    <dgm:cxn modelId="{6522AF11-B72F-624C-B800-F3594B092D97}" type="presParOf" srcId="{98422BA3-5B09-364B-AEA4-6FFB09C0199F}" destId="{1891F62E-F552-4394-AF2F-4685227B6013}" srcOrd="0" destOrd="0" presId="urn:microsoft.com/office/officeart/2011/layout/ThemePictureAccent"/>
    <dgm:cxn modelId="{7DD58C7E-9978-CD4D-BB44-E74B120EE749}" type="presParOf" srcId="{DD0DC067-F3C0-4FA7-8B0C-F3735181D52A}" destId="{C8B276DB-974A-5746-81FB-602C90D6421B}" srcOrd="13" destOrd="0" presId="urn:microsoft.com/office/officeart/2011/layout/ThemePictureAccent"/>
    <dgm:cxn modelId="{EF283684-DF60-9846-A7DF-BF525DAEF1E0}" type="presParOf" srcId="{C8B276DB-974A-5746-81FB-602C90D6421B}" destId="{AD572BB2-F71C-40A7-B986-1DEAD20FF8B7}" srcOrd="0" destOrd="0" presId="urn:microsoft.com/office/officeart/2011/layout/ThemePictureAccent"/>
    <dgm:cxn modelId="{6BB87ECF-9023-412D-9DB8-040842C8772D}" type="presParOf" srcId="{DD0DC067-F3C0-4FA7-8B0C-F3735181D52A}" destId="{9683C36D-36F4-4BD4-96FD-C270FC0D952B}" srcOrd="14" destOrd="0" presId="urn:microsoft.com/office/officeart/2011/layout/ThemePictureAccen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6.xml><?xml version="1.0" encoding="utf-8"?>
<dgm:dataModel xmlns:dgm="http://schemas.openxmlformats.org/drawingml/2006/diagram" xmlns:a="http://schemas.openxmlformats.org/drawingml/2006/main">
  <dgm:ptLst>
    <dgm:pt modelId="{6C6E6C63-2808-410F-9073-332B56F5EF99}" type="doc">
      <dgm:prSet loTypeId="urn:microsoft.com/office/officeart/2011/layout/ThemePictureGrid" qsTypeId="urn:microsoft.com/office/officeart/2005/8/quickstyle/simple2" csTypeId="urn:microsoft.com/office/officeart/2005/8/colors/accent1_2"/>
      <dgm:spPr/>
    </dgm:pt>
    <dgm:pt modelId="{C1A62825-8C53-400B-9566-4FDE0969263A}">
      <dgm:prSet/>
      <dgm:spPr/>
      <dgm:t>
        <a:bodyPr/>
        <a:lstStyle/>
        <a:p>
          <a:r>
            <a:t>Research</a:t>
          </a:r>
        </a:p>
      </dgm:t>
    </dgm:pt>
    <dgm:pt modelId="{0845EFFF-2CF1-4F62-9A40-204AA0EF4391}" type="parTrans" cxnId="{18A27F09-C4CA-481B-80CD-BABFFDE29E20}">
      <dgm:prSet/>
      <dgm:spPr/>
      <dgm:t>
        <a:bodyPr/>
        <a:lstStyle/>
        <a:p>
          <a:endParaRPr/>
        </a:p>
      </dgm:t>
    </dgm:pt>
    <dgm:pt modelId="{25D4AD5B-F911-4E22-850B-D057BE16A326}" type="sibTrans" cxnId="{18A27F09-C4CA-481B-80CD-BABFFDE29E20}">
      <dgm:prSet/>
      <dgm:spPr/>
      <dgm:t>
        <a:bodyPr/>
        <a:lstStyle/>
        <a:p>
          <a:endParaRPr/>
        </a:p>
      </dgm:t>
    </dgm:pt>
    <dgm:pt modelId="{5C26B596-3D08-44AF-B473-7EA173621A8C}">
      <dgm:prSet/>
      <dgm:spPr/>
      <dgm:t>
        <a:bodyPr/>
        <a:lstStyle/>
        <a:p>
          <a:r>
            <a:t>Workshop</a:t>
          </a:r>
        </a:p>
      </dgm:t>
    </dgm:pt>
    <dgm:pt modelId="{5CBFA486-1F17-4BC1-9DFC-36908EC86ED3}" type="parTrans" cxnId="{3EE906F2-5206-4044-8D14-E83B5C719B39}">
      <dgm:prSet/>
      <dgm:spPr/>
      <dgm:t>
        <a:bodyPr/>
        <a:lstStyle/>
        <a:p>
          <a:endParaRPr/>
        </a:p>
      </dgm:t>
    </dgm:pt>
    <dgm:pt modelId="{3EB3DCDA-531D-425B-B4F2-8DD5C55D472C}" type="sibTrans" cxnId="{3EE906F2-5206-4044-8D14-E83B5C719B39}">
      <dgm:prSet/>
      <dgm:spPr/>
      <dgm:t>
        <a:bodyPr/>
        <a:lstStyle/>
        <a:p>
          <a:endParaRPr/>
        </a:p>
      </dgm:t>
    </dgm:pt>
    <dgm:pt modelId="{9E9A6116-90A9-410E-AC44-6190486BC2F4}">
      <dgm:prSet/>
      <dgm:spPr/>
      <dgm:t>
        <a:bodyPr/>
        <a:lstStyle/>
        <a:p>
          <a:r>
            <a:t>Prototype</a:t>
          </a:r>
        </a:p>
      </dgm:t>
    </dgm:pt>
    <dgm:pt modelId="{0DA8E09A-ABC6-47D8-9D84-C5DE11B54D60}" type="parTrans" cxnId="{A8545FE9-C197-42CE-B159-D0AD34433A21}">
      <dgm:prSet/>
      <dgm:spPr/>
      <dgm:t>
        <a:bodyPr/>
        <a:lstStyle/>
        <a:p>
          <a:endParaRPr/>
        </a:p>
      </dgm:t>
    </dgm:pt>
    <dgm:pt modelId="{D88BB727-2ED8-440C-9B79-2BC4B9B97E68}" type="sibTrans" cxnId="{A8545FE9-C197-42CE-B159-D0AD34433A21}">
      <dgm:prSet/>
      <dgm:spPr/>
      <dgm:t>
        <a:bodyPr/>
        <a:lstStyle/>
        <a:p>
          <a:endParaRPr/>
        </a:p>
      </dgm:t>
    </dgm:pt>
    <dgm:pt modelId="{F42DF744-087E-4C7B-8561-22CDE9F3B54F}">
      <dgm:prSet/>
      <dgm:spPr/>
      <dgm:t>
        <a:bodyPr/>
        <a:lstStyle/>
        <a:p>
          <a:r>
            <a:t>Delivery</a:t>
          </a:r>
        </a:p>
      </dgm:t>
    </dgm:pt>
    <dgm:pt modelId="{61C67136-D942-4472-B4FF-3B32C4C77BAA}" type="parTrans" cxnId="{B5F6E6C0-2ED5-4924-B11C-02E456C0B3D9}">
      <dgm:prSet/>
      <dgm:spPr/>
      <dgm:t>
        <a:bodyPr/>
        <a:lstStyle/>
        <a:p>
          <a:endParaRPr/>
        </a:p>
      </dgm:t>
    </dgm:pt>
    <dgm:pt modelId="{A7D4A813-BD6B-4AE6-A41F-6319D6920243}" type="sibTrans" cxnId="{B5F6E6C0-2ED5-4924-B11C-02E456C0B3D9}">
      <dgm:prSet/>
      <dgm:spPr/>
      <dgm:t>
        <a:bodyPr/>
        <a:lstStyle/>
        <a:p>
          <a:endParaRPr/>
        </a:p>
      </dgm:t>
    </dgm:pt>
    <dgm:pt modelId="{5BC259A9-CE83-4E33-855E-8629AA6DE3F6}">
      <dgm:prSet/>
      <dgm:spPr/>
      <dgm:t>
        <a:bodyPr/>
        <a:lstStyle/>
        <a:p>
          <a:r>
            <a:t>Learning</a:t>
          </a:r>
        </a:p>
      </dgm:t>
    </dgm:pt>
    <dgm:pt modelId="{D607CB40-DD04-4908-87B9-3E32880A111B}" type="parTrans" cxnId="{5BD163E3-6365-4BC2-B572-878C9A92ADD5}">
      <dgm:prSet/>
      <dgm:spPr/>
      <dgm:t>
        <a:bodyPr/>
        <a:lstStyle/>
        <a:p>
          <a:endParaRPr/>
        </a:p>
      </dgm:t>
    </dgm:pt>
    <dgm:pt modelId="{B1D35297-AFBB-4480-B61B-6722C174085F}" type="sibTrans" cxnId="{5BD163E3-6365-4BC2-B572-878C9A92ADD5}">
      <dgm:prSet/>
      <dgm:spPr/>
      <dgm:t>
        <a:bodyPr/>
        <a:lstStyle/>
        <a:p>
          <a:endParaRPr/>
        </a:p>
      </dgm:t>
    </dgm:pt>
    <dgm:pt modelId="{8FE040AF-C4E4-4E21-8526-E42C8E16C342}" type="pres">
      <dgm:prSet presAssocID="{6C6E6C63-2808-410F-9073-332B56F5EF99}" presName="Name0" presStyleCnt="0">
        <dgm:presLayoutVars>
          <dgm:chMax val="5"/>
          <dgm:chPref val="5"/>
          <dgm:dir/>
        </dgm:presLayoutVars>
      </dgm:prSet>
      <dgm:spPr/>
    </dgm:pt>
    <dgm:pt modelId="{C1652BD3-F640-C24F-A978-8E83EAC24725}" type="pres">
      <dgm:prSet presAssocID="{C1A62825-8C53-400B-9566-4FDE0969263A}" presName="picture1" presStyleCnt="0"/>
      <dgm:spPr/>
    </dgm:pt>
    <dgm:pt modelId="{2B4852E5-EDD2-4993-9E00-1D7A3DA2703A}" type="pres">
      <dgm:prSet presAssocID="{C1A62825-8C53-400B-9566-4FDE0969263A}" presName="picture" presStyleLbl="bgImgPlace1" presStyleIdx="0" presStyleCnt="5"/>
      <dgm:spPr>
        <a:blipFill>
          <a:blip xmlns:r="http://schemas.openxmlformats.org/officeDocument/2006/relationships" r:embed="rId1"/>
          <a:srcRect/>
          <a:stretch>
            <a:fillRect t="-92345" b="-92345"/>
          </a:stretch>
        </a:blipFill>
      </dgm:spPr>
    </dgm:pt>
    <dgm:pt modelId="{E016547D-9045-441F-B96D-9CD505010771}" type="pres">
      <dgm:prSet presAssocID="{C1A62825-8C53-400B-9566-4FDE0969263A}" presName="accent1" presStyleLbl="parChTrans1D1" presStyleIdx="0" presStyleCnt="1"/>
      <dgm:spPr/>
    </dgm:pt>
    <dgm:pt modelId="{47B11EA7-F174-4041-8F57-4BA9C0346455}" type="pres">
      <dgm:prSet presAssocID="{C1A62825-8C53-400B-9566-4FDE0969263A}" presName="parent1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1CCDD920-B677-4243-B185-2626EFE96CE9}" type="pres">
      <dgm:prSet presAssocID="{5C26B596-3D08-44AF-B473-7EA173621A8C}" presName="picture2" presStyleCnt="0"/>
      <dgm:spPr/>
    </dgm:pt>
    <dgm:pt modelId="{F1738A84-ECFF-4EF3-B49A-7D998D78B593}" type="pres">
      <dgm:prSet presAssocID="{5C26B596-3D08-44AF-B473-7EA173621A8C}" presName="picture" presStyleLbl="bgImgPlace1" presStyleIdx="1" presStyleCnt="5"/>
      <dgm:spPr>
        <a:blipFill>
          <a:blip xmlns:r="http://schemas.openxmlformats.org/officeDocument/2006/relationships" r:embed="rId2"/>
          <a:srcRect/>
          <a:stretch>
            <a:fillRect t="-92187" b="-92187"/>
          </a:stretch>
        </a:blipFill>
      </dgm:spPr>
    </dgm:pt>
    <dgm:pt modelId="{2A532E60-403B-45BA-A1D2-A48070E65194}" type="pres">
      <dgm:prSet presAssocID="{5C26B596-3D08-44AF-B473-7EA173621A8C}" presName="parent2" presStyleLbl="trBgShp" presStyleIdx="0" presStyleCnt="4">
        <dgm:presLayoutVars>
          <dgm:chMax val="0"/>
          <dgm:chPref val="0"/>
          <dgm:bulletEnabled val="1"/>
        </dgm:presLayoutVars>
      </dgm:prSet>
      <dgm:spPr/>
    </dgm:pt>
    <dgm:pt modelId="{D4039EF4-41C4-7146-820B-DABEEACBDDF3}" type="pres">
      <dgm:prSet presAssocID="{9E9A6116-90A9-410E-AC44-6190486BC2F4}" presName="picture3" presStyleCnt="0"/>
      <dgm:spPr/>
    </dgm:pt>
    <dgm:pt modelId="{F91AE15D-E6F2-4739-96D4-B89B53D790ED}" type="pres">
      <dgm:prSet presAssocID="{9E9A6116-90A9-410E-AC44-6190486BC2F4}" presName="picture" presStyleLbl="bgImgPlace1" presStyleIdx="2" presStyleCnt="5"/>
      <dgm:spPr>
        <a:blipFill>
          <a:blip xmlns:r="http://schemas.openxmlformats.org/officeDocument/2006/relationships" r:embed="rId3"/>
          <a:srcRect/>
          <a:stretch>
            <a:fillRect t="-92378" b="-92378"/>
          </a:stretch>
        </a:blipFill>
      </dgm:spPr>
    </dgm:pt>
    <dgm:pt modelId="{E805E929-ABAE-4C1D-B74A-D7C1EEAA6D25}" type="pres">
      <dgm:prSet presAssocID="{9E9A6116-90A9-410E-AC44-6190486BC2F4}" presName="parent3" presStyleLbl="trBgShp" presStyleIdx="1" presStyleCnt="4">
        <dgm:presLayoutVars>
          <dgm:chMax val="0"/>
          <dgm:chPref val="0"/>
          <dgm:bulletEnabled val="1"/>
        </dgm:presLayoutVars>
      </dgm:prSet>
      <dgm:spPr/>
    </dgm:pt>
    <dgm:pt modelId="{FBBA266A-A1B4-8C4D-B6B2-DC8AD3C49003}" type="pres">
      <dgm:prSet presAssocID="{F42DF744-087E-4C7B-8561-22CDE9F3B54F}" presName="picture4" presStyleCnt="0"/>
      <dgm:spPr/>
    </dgm:pt>
    <dgm:pt modelId="{385FD030-5844-4A63-B5A3-11DDAD0A6AC9}" type="pres">
      <dgm:prSet presAssocID="{F42DF744-087E-4C7B-8561-22CDE9F3B54F}" presName="picture" presStyleLbl="bgImgPlace1" presStyleIdx="3" presStyleCnt="5"/>
      <dgm:spPr>
        <a:blipFill>
          <a:blip xmlns:r="http://schemas.openxmlformats.org/officeDocument/2006/relationships" r:embed="rId4"/>
          <a:srcRect/>
          <a:stretch>
            <a:fillRect t="-92187" b="-92187"/>
          </a:stretch>
        </a:blipFill>
      </dgm:spPr>
    </dgm:pt>
    <dgm:pt modelId="{2717BFE3-AF60-4AA6-8C71-AB06F09673E2}" type="pres">
      <dgm:prSet presAssocID="{F42DF744-087E-4C7B-8561-22CDE9F3B54F}" presName="parent4" presStyleLbl="trBgShp" presStyleIdx="2" presStyleCnt="4">
        <dgm:presLayoutVars>
          <dgm:chMax val="0"/>
          <dgm:chPref val="0"/>
          <dgm:bulletEnabled val="1"/>
        </dgm:presLayoutVars>
      </dgm:prSet>
      <dgm:spPr/>
    </dgm:pt>
    <dgm:pt modelId="{0B057FCF-CE98-C54A-A021-276008B28F25}" type="pres">
      <dgm:prSet presAssocID="{5BC259A9-CE83-4E33-855E-8629AA6DE3F6}" presName="picture5" presStyleCnt="0"/>
      <dgm:spPr/>
    </dgm:pt>
    <dgm:pt modelId="{593D9528-2FE3-4B1A-9672-21ED673C8D97}" type="pres">
      <dgm:prSet presAssocID="{5BC259A9-CE83-4E33-855E-8629AA6DE3F6}" presName="picture" presStyleLbl="bgImgPlace1" presStyleIdx="4" presStyleCnt="5"/>
      <dgm:spPr>
        <a:blipFill>
          <a:blip xmlns:r="http://schemas.openxmlformats.org/officeDocument/2006/relationships" r:embed="rId5"/>
          <a:srcRect/>
          <a:stretch>
            <a:fillRect t="-92378" b="-92378"/>
          </a:stretch>
        </a:blipFill>
      </dgm:spPr>
    </dgm:pt>
    <dgm:pt modelId="{6FA19855-4C83-4948-8D20-07AD84DB1FC0}" type="pres">
      <dgm:prSet presAssocID="{5BC259A9-CE83-4E33-855E-8629AA6DE3F6}" presName="parent5" presStyleLbl="trBgShp" presStyleIdx="3" presStyleCnt="4">
        <dgm:presLayoutVars>
          <dgm:chMax val="0"/>
          <dgm:chPref val="0"/>
        </dgm:presLayoutVars>
      </dgm:prSet>
      <dgm:spPr/>
    </dgm:pt>
  </dgm:ptLst>
  <dgm:cxnLst>
    <dgm:cxn modelId="{18A27F09-C4CA-481B-80CD-BABFFDE29E20}" srcId="{6C6E6C63-2808-410F-9073-332B56F5EF99}" destId="{C1A62825-8C53-400B-9566-4FDE0969263A}" srcOrd="0" destOrd="0" parTransId="{0845EFFF-2CF1-4F62-9A40-204AA0EF4391}" sibTransId="{25D4AD5B-F911-4E22-850B-D057BE16A326}"/>
    <dgm:cxn modelId="{C9F7502C-DBF8-5D4A-A2A5-3E02258C1739}" type="presOf" srcId="{F42DF744-087E-4C7B-8561-22CDE9F3B54F}" destId="{2717BFE3-AF60-4AA6-8C71-AB06F09673E2}" srcOrd="0" destOrd="0" presId="urn:microsoft.com/office/officeart/2011/layout/ThemePictureGrid"/>
    <dgm:cxn modelId="{EB05D543-247B-0A4A-BB23-55640853206D}" type="presOf" srcId="{5BC259A9-CE83-4E33-855E-8629AA6DE3F6}" destId="{6FA19855-4C83-4948-8D20-07AD84DB1FC0}" srcOrd="0" destOrd="0" presId="urn:microsoft.com/office/officeart/2011/layout/ThemePictureGrid"/>
    <dgm:cxn modelId="{2824B165-8A74-194F-B7D0-E8E72703F8D7}" type="presOf" srcId="{5C26B596-3D08-44AF-B473-7EA173621A8C}" destId="{2A532E60-403B-45BA-A1D2-A48070E65194}" srcOrd="0" destOrd="0" presId="urn:microsoft.com/office/officeart/2011/layout/ThemePictureGrid"/>
    <dgm:cxn modelId="{32F019A7-1A07-C541-B08E-93D43C459029}" type="presOf" srcId="{C1A62825-8C53-400B-9566-4FDE0969263A}" destId="{47B11EA7-F174-4041-8F57-4BA9C0346455}" srcOrd="0" destOrd="0" presId="urn:microsoft.com/office/officeart/2011/layout/ThemePictureGrid"/>
    <dgm:cxn modelId="{B5F6E6C0-2ED5-4924-B11C-02E456C0B3D9}" srcId="{6C6E6C63-2808-410F-9073-332B56F5EF99}" destId="{F42DF744-087E-4C7B-8561-22CDE9F3B54F}" srcOrd="3" destOrd="0" parTransId="{61C67136-D942-4472-B4FF-3B32C4C77BAA}" sibTransId="{A7D4A813-BD6B-4AE6-A41F-6319D6920243}"/>
    <dgm:cxn modelId="{AEC503C3-61A7-4174-9AB9-C739FDF74189}" type="presOf" srcId="{6C6E6C63-2808-410F-9073-332B56F5EF99}" destId="{8FE040AF-C4E4-4E21-8526-E42C8E16C342}" srcOrd="0" destOrd="0" presId="urn:microsoft.com/office/officeart/2011/layout/ThemePictureGrid"/>
    <dgm:cxn modelId="{5BD163E3-6365-4BC2-B572-878C9A92ADD5}" srcId="{6C6E6C63-2808-410F-9073-332B56F5EF99}" destId="{5BC259A9-CE83-4E33-855E-8629AA6DE3F6}" srcOrd="4" destOrd="0" parTransId="{D607CB40-DD04-4908-87B9-3E32880A111B}" sibTransId="{B1D35297-AFBB-4480-B61B-6722C174085F}"/>
    <dgm:cxn modelId="{A8545FE9-C197-42CE-B159-D0AD34433A21}" srcId="{6C6E6C63-2808-410F-9073-332B56F5EF99}" destId="{9E9A6116-90A9-410E-AC44-6190486BC2F4}" srcOrd="2" destOrd="0" parTransId="{0DA8E09A-ABC6-47D8-9D84-C5DE11B54D60}" sibTransId="{D88BB727-2ED8-440C-9B79-2BC4B9B97E68}"/>
    <dgm:cxn modelId="{3EE906F2-5206-4044-8D14-E83B5C719B39}" srcId="{6C6E6C63-2808-410F-9073-332B56F5EF99}" destId="{5C26B596-3D08-44AF-B473-7EA173621A8C}" srcOrd="1" destOrd="0" parTransId="{5CBFA486-1F17-4BC1-9DFC-36908EC86ED3}" sibTransId="{3EB3DCDA-531D-425B-B4F2-8DD5C55D472C}"/>
    <dgm:cxn modelId="{6E0B38F3-2313-7E4A-8135-C09C5B573AA1}" type="presOf" srcId="{9E9A6116-90A9-410E-AC44-6190486BC2F4}" destId="{E805E929-ABAE-4C1D-B74A-D7C1EEAA6D25}" srcOrd="0" destOrd="0" presId="urn:microsoft.com/office/officeart/2011/layout/ThemePictureGrid"/>
    <dgm:cxn modelId="{A431E5F8-B318-D14F-AF1B-22443E48E818}" type="presParOf" srcId="{8FE040AF-C4E4-4E21-8526-E42C8E16C342}" destId="{C1652BD3-F640-C24F-A978-8E83EAC24725}" srcOrd="0" destOrd="0" presId="urn:microsoft.com/office/officeart/2011/layout/ThemePictureGrid"/>
    <dgm:cxn modelId="{57DD5E53-BDEB-8949-A1A0-956C944BDE5B}" type="presParOf" srcId="{C1652BD3-F640-C24F-A978-8E83EAC24725}" destId="{2B4852E5-EDD2-4993-9E00-1D7A3DA2703A}" srcOrd="0" destOrd="0" presId="urn:microsoft.com/office/officeart/2011/layout/ThemePictureGrid"/>
    <dgm:cxn modelId="{F3A6F212-1501-4E8C-927E-367DBA25A40B}" type="presParOf" srcId="{8FE040AF-C4E4-4E21-8526-E42C8E16C342}" destId="{E016547D-9045-441F-B96D-9CD505010771}" srcOrd="1" destOrd="0" presId="urn:microsoft.com/office/officeart/2011/layout/ThemePictureGrid"/>
    <dgm:cxn modelId="{D07CF5BF-F12F-4496-AD04-D4C8A7AB06E6}" type="presParOf" srcId="{8FE040AF-C4E4-4E21-8526-E42C8E16C342}" destId="{47B11EA7-F174-4041-8F57-4BA9C0346455}" srcOrd="2" destOrd="0" presId="urn:microsoft.com/office/officeart/2011/layout/ThemePictureGrid"/>
    <dgm:cxn modelId="{BE9F5807-E11E-554A-81B8-F370E16CF83D}" type="presParOf" srcId="{8FE040AF-C4E4-4E21-8526-E42C8E16C342}" destId="{1CCDD920-B677-4243-B185-2626EFE96CE9}" srcOrd="3" destOrd="0" presId="urn:microsoft.com/office/officeart/2011/layout/ThemePictureGrid"/>
    <dgm:cxn modelId="{B6047E9A-4DC3-024E-985A-94771930EEE4}" type="presParOf" srcId="{1CCDD920-B677-4243-B185-2626EFE96CE9}" destId="{F1738A84-ECFF-4EF3-B49A-7D998D78B593}" srcOrd="0" destOrd="0" presId="urn:microsoft.com/office/officeart/2011/layout/ThemePictureGrid"/>
    <dgm:cxn modelId="{30B6D092-FBBF-4036-9745-B3468DFCEFCF}" type="presParOf" srcId="{8FE040AF-C4E4-4E21-8526-E42C8E16C342}" destId="{2A532E60-403B-45BA-A1D2-A48070E65194}" srcOrd="4" destOrd="0" presId="urn:microsoft.com/office/officeart/2011/layout/ThemePictureGrid"/>
    <dgm:cxn modelId="{EDB61D4F-E0D7-B641-A6B9-5579E65FCEDA}" type="presParOf" srcId="{8FE040AF-C4E4-4E21-8526-E42C8E16C342}" destId="{D4039EF4-41C4-7146-820B-DABEEACBDDF3}" srcOrd="5" destOrd="0" presId="urn:microsoft.com/office/officeart/2011/layout/ThemePictureGrid"/>
    <dgm:cxn modelId="{DA4BC89B-5B9A-DD48-A79D-FE1103B7A23D}" type="presParOf" srcId="{D4039EF4-41C4-7146-820B-DABEEACBDDF3}" destId="{F91AE15D-E6F2-4739-96D4-B89B53D790ED}" srcOrd="0" destOrd="0" presId="urn:microsoft.com/office/officeart/2011/layout/ThemePictureGrid"/>
    <dgm:cxn modelId="{850CF933-537E-4553-AA37-F34ABA5CCD1A}" type="presParOf" srcId="{8FE040AF-C4E4-4E21-8526-E42C8E16C342}" destId="{E805E929-ABAE-4C1D-B74A-D7C1EEAA6D25}" srcOrd="6" destOrd="0" presId="urn:microsoft.com/office/officeart/2011/layout/ThemePictureGrid"/>
    <dgm:cxn modelId="{271071A5-C4FF-D64C-BB03-7BFFC13E0720}" type="presParOf" srcId="{8FE040AF-C4E4-4E21-8526-E42C8E16C342}" destId="{FBBA266A-A1B4-8C4D-B6B2-DC8AD3C49003}" srcOrd="7" destOrd="0" presId="urn:microsoft.com/office/officeart/2011/layout/ThemePictureGrid"/>
    <dgm:cxn modelId="{C02888D8-EE7E-F44A-86C7-ACFC51FCC99C}" type="presParOf" srcId="{FBBA266A-A1B4-8C4D-B6B2-DC8AD3C49003}" destId="{385FD030-5844-4A63-B5A3-11DDAD0A6AC9}" srcOrd="0" destOrd="0" presId="urn:microsoft.com/office/officeart/2011/layout/ThemePictureGrid"/>
    <dgm:cxn modelId="{78DF4A0E-4194-48AD-991B-94BB70FBDA4F}" type="presParOf" srcId="{8FE040AF-C4E4-4E21-8526-E42C8E16C342}" destId="{2717BFE3-AF60-4AA6-8C71-AB06F09673E2}" srcOrd="8" destOrd="0" presId="urn:microsoft.com/office/officeart/2011/layout/ThemePictureGrid"/>
    <dgm:cxn modelId="{86C2BDDF-EA5F-6C43-A32A-9EDC90B155AF}" type="presParOf" srcId="{8FE040AF-C4E4-4E21-8526-E42C8E16C342}" destId="{0B057FCF-CE98-C54A-A021-276008B28F25}" srcOrd="9" destOrd="0" presId="urn:microsoft.com/office/officeart/2011/layout/ThemePictureGrid"/>
    <dgm:cxn modelId="{D8D68BC8-78F2-A04F-BAD9-F70792ACA6D9}" type="presParOf" srcId="{0B057FCF-CE98-C54A-A021-276008B28F25}" destId="{593D9528-2FE3-4B1A-9672-21ED673C8D97}" srcOrd="0" destOrd="0" presId="urn:microsoft.com/office/officeart/2011/layout/ThemePictureGrid"/>
    <dgm:cxn modelId="{CB338BBD-D234-4612-A3D3-35B3D3C77341}" type="presParOf" srcId="{8FE040AF-C4E4-4E21-8526-E42C8E16C342}" destId="{6FA19855-4C83-4948-8D20-07AD84DB1FC0}" srcOrd="10" destOrd="0" presId="urn:microsoft.com/office/officeart/2011/layout/ThemePictureGri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7.xml><?xml version="1.0" encoding="utf-8"?>
<dgm:dataModel xmlns:dgm="http://schemas.openxmlformats.org/drawingml/2006/diagram" xmlns:a="http://schemas.openxmlformats.org/drawingml/2006/main">
  <dgm:ptLst>
    <dgm:pt modelId="{CAC4658C-1C0E-4D00-8DA6-4FA49FE41E66}" type="doc">
      <dgm:prSet loTypeId="urn:microsoft.com/office/officeart/2011/layout/ThemePictureAlternatingAccent" qsTypeId="urn:microsoft.com/office/officeart/2005/8/quickstyle/simple2" csTypeId="urn:microsoft.com/office/officeart/2005/8/colors/accent1_2"/>
      <dgm:spPr/>
    </dgm:pt>
    <dgm:pt modelId="{A04604CE-9BD2-4F6A-A578-4A0E42B2EED6}">
      <dgm:prSet/>
      <dgm:spPr/>
      <dgm:t>
        <a:bodyPr/>
        <a:lstStyle/>
        <a:p>
          <a:r>
            <a:t>Research</a:t>
          </a:r>
        </a:p>
      </dgm:t>
    </dgm:pt>
    <dgm:pt modelId="{D1E98428-5D60-4328-8A3F-71BC48C58CC2}" type="parTrans" cxnId="{78E16295-0790-49AA-8381-43E9E64C48EF}">
      <dgm:prSet/>
      <dgm:spPr/>
      <dgm:t>
        <a:bodyPr/>
        <a:lstStyle/>
        <a:p>
          <a:endParaRPr/>
        </a:p>
      </dgm:t>
    </dgm:pt>
    <dgm:pt modelId="{51EE2CC9-01FB-4C5D-AADD-A5131CA3C117}" type="sibTrans" cxnId="{78E16295-0790-49AA-8381-43E9E64C48EF}">
      <dgm:prSet/>
      <dgm:spPr/>
      <dgm:t>
        <a:bodyPr/>
        <a:lstStyle/>
        <a:p>
          <a:endParaRPr/>
        </a:p>
      </dgm:t>
    </dgm:pt>
    <dgm:pt modelId="{F221B10E-7C2F-49AE-9AF5-66C4C1B3180A}">
      <dgm:prSet/>
      <dgm:spPr/>
      <dgm:t>
        <a:bodyPr/>
        <a:lstStyle/>
        <a:p>
          <a:r>
            <a:t>Workshop</a:t>
          </a:r>
        </a:p>
      </dgm:t>
    </dgm:pt>
    <dgm:pt modelId="{24A88B57-9834-419E-A7FE-DCF2F23C4304}" type="parTrans" cxnId="{ADA6B549-6DA8-405E-B16C-256A975FF6BD}">
      <dgm:prSet/>
      <dgm:spPr/>
      <dgm:t>
        <a:bodyPr/>
        <a:lstStyle/>
        <a:p>
          <a:endParaRPr/>
        </a:p>
      </dgm:t>
    </dgm:pt>
    <dgm:pt modelId="{07B30546-73E7-45BA-9E98-CA1734CFC7D0}" type="sibTrans" cxnId="{ADA6B549-6DA8-405E-B16C-256A975FF6BD}">
      <dgm:prSet/>
      <dgm:spPr/>
      <dgm:t>
        <a:bodyPr/>
        <a:lstStyle/>
        <a:p>
          <a:endParaRPr/>
        </a:p>
      </dgm:t>
    </dgm:pt>
    <dgm:pt modelId="{968F703B-E936-4BE6-A41D-DD06B1EE24D3}">
      <dgm:prSet/>
      <dgm:spPr/>
      <dgm:t>
        <a:bodyPr/>
        <a:lstStyle/>
        <a:p>
          <a:r>
            <a:t>Prototype</a:t>
          </a:r>
        </a:p>
      </dgm:t>
    </dgm:pt>
    <dgm:pt modelId="{7CF75259-1327-49C7-B1D2-E0DB50B97AA1}" type="parTrans" cxnId="{8EC97A2C-5EEC-46D9-AA49-D50CC4CD68C0}">
      <dgm:prSet/>
      <dgm:spPr/>
      <dgm:t>
        <a:bodyPr/>
        <a:lstStyle/>
        <a:p>
          <a:endParaRPr/>
        </a:p>
      </dgm:t>
    </dgm:pt>
    <dgm:pt modelId="{820E0660-2FFC-4440-9AE1-6F3F058575B7}" type="sibTrans" cxnId="{8EC97A2C-5EEC-46D9-AA49-D50CC4CD68C0}">
      <dgm:prSet/>
      <dgm:spPr/>
      <dgm:t>
        <a:bodyPr/>
        <a:lstStyle/>
        <a:p>
          <a:endParaRPr/>
        </a:p>
      </dgm:t>
    </dgm:pt>
    <dgm:pt modelId="{622AB48E-11C1-4F0C-9C54-0F53FF413186}">
      <dgm:prSet/>
      <dgm:spPr/>
      <dgm:t>
        <a:bodyPr/>
        <a:lstStyle/>
        <a:p>
          <a:r>
            <a:t>Delivery</a:t>
          </a:r>
        </a:p>
      </dgm:t>
    </dgm:pt>
    <dgm:pt modelId="{20DB5354-F81E-4CBA-AB0D-965A806C0078}" type="parTrans" cxnId="{D8E0F674-6218-4CC2-B681-921A9725CC30}">
      <dgm:prSet/>
      <dgm:spPr/>
      <dgm:t>
        <a:bodyPr/>
        <a:lstStyle/>
        <a:p>
          <a:endParaRPr/>
        </a:p>
      </dgm:t>
    </dgm:pt>
    <dgm:pt modelId="{04295156-3AEB-4DA2-BF8D-AF74D4B14449}" type="sibTrans" cxnId="{D8E0F674-6218-4CC2-B681-921A9725CC30}">
      <dgm:prSet/>
      <dgm:spPr/>
      <dgm:t>
        <a:bodyPr/>
        <a:lstStyle/>
        <a:p>
          <a:endParaRPr/>
        </a:p>
      </dgm:t>
    </dgm:pt>
    <dgm:pt modelId="{88FBFEB7-8A09-42E6-8E20-BD38BCE2A408}">
      <dgm:prSet/>
      <dgm:spPr/>
      <dgm:t>
        <a:bodyPr/>
        <a:lstStyle/>
        <a:p>
          <a:r>
            <a:t>Learning</a:t>
          </a:r>
        </a:p>
      </dgm:t>
    </dgm:pt>
    <dgm:pt modelId="{C0F16BF5-7445-4AC9-8EC5-C851C9F0BFF7}" type="parTrans" cxnId="{8FA2C60E-5915-4D30-ABCF-5DE3E9480CCD}">
      <dgm:prSet/>
      <dgm:spPr/>
      <dgm:t>
        <a:bodyPr/>
        <a:lstStyle/>
        <a:p>
          <a:endParaRPr/>
        </a:p>
      </dgm:t>
    </dgm:pt>
    <dgm:pt modelId="{44E1E75D-050D-4BB8-9434-21AA8E372D59}" type="sibTrans" cxnId="{8FA2C60E-5915-4D30-ABCF-5DE3E9480CCD}">
      <dgm:prSet/>
      <dgm:spPr/>
      <dgm:t>
        <a:bodyPr/>
        <a:lstStyle/>
        <a:p>
          <a:endParaRPr/>
        </a:p>
      </dgm:t>
    </dgm:pt>
    <dgm:pt modelId="{728D58FF-1C1E-4CA0-BDE5-604D19142BD3}" type="pres">
      <dgm:prSet presAssocID="{CAC4658C-1C0E-4D00-8DA6-4FA49FE41E66}" presName="Name0" presStyleCnt="0">
        <dgm:presLayoutVars>
          <dgm:chMax val="9"/>
          <dgm:chPref val="9"/>
        </dgm:presLayoutVars>
      </dgm:prSet>
      <dgm:spPr/>
    </dgm:pt>
    <dgm:pt modelId="{C1B34AD0-892A-2F49-820D-3BADAF08818F}" type="pres">
      <dgm:prSet presAssocID="{A04604CE-9BD2-4F6A-A578-4A0E42B2EED6}" presName="picture1" presStyleCnt="0"/>
      <dgm:spPr/>
    </dgm:pt>
    <dgm:pt modelId="{915C4C3E-1157-4282-AD27-7F9A767740B6}" type="pres">
      <dgm:prSet presAssocID="{A04604CE-9BD2-4F6A-A578-4A0E42B2EED6}" presName="picture" presStyleLbl="alignImgPlace1" presStyleIdx="0" presStyleCnt="5"/>
      <dgm:spPr>
        <a:blipFill>
          <a:blip xmlns:r="http://schemas.openxmlformats.org/officeDocument/2006/relationships" r:embed="rId1"/>
          <a:srcRect/>
          <a:stretch>
            <a:fillRect t="-102985" b="-102985"/>
          </a:stretch>
        </a:blipFill>
      </dgm:spPr>
    </dgm:pt>
    <dgm:pt modelId="{13FEA72A-46BD-4C0D-98DE-241F140F03EF}" type="pres">
      <dgm:prSet presAssocID="{A04604CE-9BD2-4F6A-A578-4A0E42B2EED6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0E41B24-57DD-E74E-8471-661F0896A4E1}" type="pres">
      <dgm:prSet presAssocID="{F221B10E-7C2F-49AE-9AF5-66C4C1B3180A}" presName="picture2" presStyleCnt="0"/>
      <dgm:spPr/>
    </dgm:pt>
    <dgm:pt modelId="{01BACD99-95BF-471D-862C-8B7167CD5C40}" type="pres">
      <dgm:prSet presAssocID="{F221B10E-7C2F-49AE-9AF5-66C4C1B3180A}" presName="picture" presStyleLbl="alignImgPlace1" presStyleIdx="1" presStyleCnt="5"/>
      <dgm:spPr>
        <a:blipFill>
          <a:blip xmlns:r="http://schemas.openxmlformats.org/officeDocument/2006/relationships" r:embed="rId2"/>
          <a:srcRect/>
          <a:stretch>
            <a:fillRect t="-130921" b="-130921"/>
          </a:stretch>
        </a:blipFill>
      </dgm:spPr>
    </dgm:pt>
    <dgm:pt modelId="{2EC72E2F-8FAC-4748-ACE6-49076CBF7A42}" type="pres">
      <dgm:prSet presAssocID="{F221B10E-7C2F-49AE-9AF5-66C4C1B3180A}" presName="parent2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B883FFE-5B54-0849-9C6A-1C02B9274AB8}" type="pres">
      <dgm:prSet presAssocID="{968F703B-E936-4BE6-A41D-DD06B1EE24D3}" presName="picture3" presStyleCnt="0"/>
      <dgm:spPr/>
    </dgm:pt>
    <dgm:pt modelId="{AE95B13C-31DC-4363-83E4-DFEF55301C52}" type="pres">
      <dgm:prSet presAssocID="{968F703B-E936-4BE6-A41D-DD06B1EE24D3}" presName="picture" presStyleLbl="alignImgPlace1" presStyleIdx="2" presStyleCnt="5"/>
      <dgm:spPr>
        <a:blipFill>
          <a:blip xmlns:r="http://schemas.openxmlformats.org/officeDocument/2006/relationships" r:embed="rId3"/>
          <a:srcRect/>
          <a:stretch>
            <a:fillRect t="-50295" b="-50295"/>
          </a:stretch>
        </a:blipFill>
      </dgm:spPr>
    </dgm:pt>
    <dgm:pt modelId="{A4166EE4-CA69-4086-AAF5-581D4CD03BE3}" type="pres">
      <dgm:prSet presAssocID="{968F703B-E936-4BE6-A41D-DD06B1EE24D3}" presName="parent3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D600EC3-99BA-EF47-85AF-27398C100DF4}" type="pres">
      <dgm:prSet presAssocID="{622AB48E-11C1-4F0C-9C54-0F53FF413186}" presName="picture4" presStyleCnt="0"/>
      <dgm:spPr/>
    </dgm:pt>
    <dgm:pt modelId="{CD18A1C1-0741-4A5D-B917-CD79C7FB1B88}" type="pres">
      <dgm:prSet presAssocID="{622AB48E-11C1-4F0C-9C54-0F53FF413186}" presName="picture" presStyleLbl="alignImgPlace1" presStyleIdx="3" presStyleCnt="5"/>
      <dgm:spPr>
        <a:blipFill>
          <a:blip xmlns:r="http://schemas.openxmlformats.org/officeDocument/2006/relationships" r:embed="rId4"/>
          <a:srcRect/>
          <a:stretch>
            <a:fillRect t="-50295" b="-50295"/>
          </a:stretch>
        </a:blipFill>
      </dgm:spPr>
    </dgm:pt>
    <dgm:pt modelId="{27EBDD0B-CBB9-448C-B35E-FEC4FBB62271}" type="pres">
      <dgm:prSet presAssocID="{622AB48E-11C1-4F0C-9C54-0F53FF413186}" presName="parent4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41B6490-EEE1-074D-A3D4-639A365DAFAC}" type="pres">
      <dgm:prSet presAssocID="{88FBFEB7-8A09-42E6-8E20-BD38BCE2A408}" presName="picture5" presStyleCnt="0"/>
      <dgm:spPr/>
    </dgm:pt>
    <dgm:pt modelId="{7B0D7E94-406C-405F-9005-712C323568CB}" type="pres">
      <dgm:prSet presAssocID="{88FBFEB7-8A09-42E6-8E20-BD38BCE2A408}" presName="picture" presStyleLbl="alignImgPlace1" presStyleIdx="4" presStyleCnt="5"/>
      <dgm:spPr>
        <a:blipFill>
          <a:blip xmlns:r="http://schemas.openxmlformats.org/officeDocument/2006/relationships" r:embed="rId5"/>
          <a:srcRect/>
          <a:stretch>
            <a:fillRect t="-130921" b="-130921"/>
          </a:stretch>
        </a:blipFill>
      </dgm:spPr>
    </dgm:pt>
    <dgm:pt modelId="{C853A1E5-C324-471E-A614-98F62B134C80}" type="pres">
      <dgm:prSet presAssocID="{88FBFEB7-8A09-42E6-8E20-BD38BCE2A408}" presName="parent5" presStyleLbl="node1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FA2C60E-5915-4D30-ABCF-5DE3E9480CCD}" srcId="{CAC4658C-1C0E-4D00-8DA6-4FA49FE41E66}" destId="{88FBFEB7-8A09-42E6-8E20-BD38BCE2A408}" srcOrd="4" destOrd="0" parTransId="{C0F16BF5-7445-4AC9-8EC5-C851C9F0BFF7}" sibTransId="{44E1E75D-050D-4BB8-9434-21AA8E372D59}"/>
    <dgm:cxn modelId="{8EC97A2C-5EEC-46D9-AA49-D50CC4CD68C0}" srcId="{CAC4658C-1C0E-4D00-8DA6-4FA49FE41E66}" destId="{968F703B-E936-4BE6-A41D-DD06B1EE24D3}" srcOrd="2" destOrd="0" parTransId="{7CF75259-1327-49C7-B1D2-E0DB50B97AA1}" sibTransId="{820E0660-2FFC-4440-9AE1-6F3F058575B7}"/>
    <dgm:cxn modelId="{D37C372F-3C00-D340-AA9C-47AFF989B0E1}" type="presOf" srcId="{88FBFEB7-8A09-42E6-8E20-BD38BCE2A408}" destId="{C853A1E5-C324-471E-A614-98F62B134C80}" srcOrd="0" destOrd="0" presId="urn:microsoft.com/office/officeart/2011/layout/ThemePictureAlternatingAccent"/>
    <dgm:cxn modelId="{3EB22532-3B50-BF4B-AD3F-2D626C86946B}" type="presOf" srcId="{622AB48E-11C1-4F0C-9C54-0F53FF413186}" destId="{27EBDD0B-CBB9-448C-B35E-FEC4FBB62271}" srcOrd="0" destOrd="0" presId="urn:microsoft.com/office/officeart/2011/layout/ThemePictureAlternatingAccent"/>
    <dgm:cxn modelId="{ADA6B549-6DA8-405E-B16C-256A975FF6BD}" srcId="{CAC4658C-1C0E-4D00-8DA6-4FA49FE41E66}" destId="{F221B10E-7C2F-49AE-9AF5-66C4C1B3180A}" srcOrd="1" destOrd="0" parTransId="{24A88B57-9834-419E-A7FE-DCF2F23C4304}" sibTransId="{07B30546-73E7-45BA-9E98-CA1734CFC7D0}"/>
    <dgm:cxn modelId="{580E244F-DF97-A849-B4F0-4ED9AA0E2716}" type="presOf" srcId="{F221B10E-7C2F-49AE-9AF5-66C4C1B3180A}" destId="{2EC72E2F-8FAC-4748-ACE6-49076CBF7A42}" srcOrd="0" destOrd="0" presId="urn:microsoft.com/office/officeart/2011/layout/ThemePictureAlternatingAccent"/>
    <dgm:cxn modelId="{D8E0F674-6218-4CC2-B681-921A9725CC30}" srcId="{CAC4658C-1C0E-4D00-8DA6-4FA49FE41E66}" destId="{622AB48E-11C1-4F0C-9C54-0F53FF413186}" srcOrd="3" destOrd="0" parTransId="{20DB5354-F81E-4CBA-AB0D-965A806C0078}" sibTransId="{04295156-3AEB-4DA2-BF8D-AF74D4B14449}"/>
    <dgm:cxn modelId="{78E16295-0790-49AA-8381-43E9E64C48EF}" srcId="{CAC4658C-1C0E-4D00-8DA6-4FA49FE41E66}" destId="{A04604CE-9BD2-4F6A-A578-4A0E42B2EED6}" srcOrd="0" destOrd="0" parTransId="{D1E98428-5D60-4328-8A3F-71BC48C58CC2}" sibTransId="{51EE2CC9-01FB-4C5D-AADD-A5131CA3C117}"/>
    <dgm:cxn modelId="{985C149D-B49A-4050-B7CA-D40EA43B8B08}" type="presOf" srcId="{CAC4658C-1C0E-4D00-8DA6-4FA49FE41E66}" destId="{728D58FF-1C1E-4CA0-BDE5-604D19142BD3}" srcOrd="0" destOrd="0" presId="urn:microsoft.com/office/officeart/2011/layout/ThemePictureAlternatingAccent"/>
    <dgm:cxn modelId="{E78215BF-27C9-DE49-8FA9-7FFF099C26C5}" type="presOf" srcId="{968F703B-E936-4BE6-A41D-DD06B1EE24D3}" destId="{A4166EE4-CA69-4086-AAF5-581D4CD03BE3}" srcOrd="0" destOrd="0" presId="urn:microsoft.com/office/officeart/2011/layout/ThemePictureAlternatingAccent"/>
    <dgm:cxn modelId="{67F4B6F5-1723-6B4F-B93A-59BC8246ADF1}" type="presOf" srcId="{A04604CE-9BD2-4F6A-A578-4A0E42B2EED6}" destId="{13FEA72A-46BD-4C0D-98DE-241F140F03EF}" srcOrd="0" destOrd="0" presId="urn:microsoft.com/office/officeart/2011/layout/ThemePictureAlternatingAccent"/>
    <dgm:cxn modelId="{823BE905-37B2-0A49-88CB-A245246280EA}" type="presParOf" srcId="{728D58FF-1C1E-4CA0-BDE5-604D19142BD3}" destId="{C1B34AD0-892A-2F49-820D-3BADAF08818F}" srcOrd="0" destOrd="0" presId="urn:microsoft.com/office/officeart/2011/layout/ThemePictureAlternatingAccent"/>
    <dgm:cxn modelId="{96C4682D-1155-E947-8198-AB4AF2B0FF34}" type="presParOf" srcId="{C1B34AD0-892A-2F49-820D-3BADAF08818F}" destId="{915C4C3E-1157-4282-AD27-7F9A767740B6}" srcOrd="0" destOrd="0" presId="urn:microsoft.com/office/officeart/2011/layout/ThemePictureAlternatingAccent"/>
    <dgm:cxn modelId="{6D51C9FA-5E10-4C81-978C-BF6B93F76F95}" type="presParOf" srcId="{728D58FF-1C1E-4CA0-BDE5-604D19142BD3}" destId="{13FEA72A-46BD-4C0D-98DE-241F140F03EF}" srcOrd="1" destOrd="0" presId="urn:microsoft.com/office/officeart/2011/layout/ThemePictureAlternatingAccent"/>
    <dgm:cxn modelId="{A3B9EC6A-6B88-AD4B-AC0E-9D285E4B2294}" type="presParOf" srcId="{728D58FF-1C1E-4CA0-BDE5-604D19142BD3}" destId="{E0E41B24-57DD-E74E-8471-661F0896A4E1}" srcOrd="2" destOrd="0" presId="urn:microsoft.com/office/officeart/2011/layout/ThemePictureAlternatingAccent"/>
    <dgm:cxn modelId="{052C7117-B936-524C-8426-81BDE0BF4A0A}" type="presParOf" srcId="{E0E41B24-57DD-E74E-8471-661F0896A4E1}" destId="{01BACD99-95BF-471D-862C-8B7167CD5C40}" srcOrd="0" destOrd="0" presId="urn:microsoft.com/office/officeart/2011/layout/ThemePictureAlternatingAccent"/>
    <dgm:cxn modelId="{535D3DEA-58D8-4249-B3CA-2CE6CFFAE039}" type="presParOf" srcId="{728D58FF-1C1E-4CA0-BDE5-604D19142BD3}" destId="{2EC72E2F-8FAC-4748-ACE6-49076CBF7A42}" srcOrd="3" destOrd="0" presId="urn:microsoft.com/office/officeart/2011/layout/ThemePictureAlternatingAccent"/>
    <dgm:cxn modelId="{DB44FD1F-D126-8F4F-980D-825FA2920364}" type="presParOf" srcId="{728D58FF-1C1E-4CA0-BDE5-604D19142BD3}" destId="{3B883FFE-5B54-0849-9C6A-1C02B9274AB8}" srcOrd="4" destOrd="0" presId="urn:microsoft.com/office/officeart/2011/layout/ThemePictureAlternatingAccent"/>
    <dgm:cxn modelId="{0630FCB1-A974-8945-8658-83A30CD5BF5F}" type="presParOf" srcId="{3B883FFE-5B54-0849-9C6A-1C02B9274AB8}" destId="{AE95B13C-31DC-4363-83E4-DFEF55301C52}" srcOrd="0" destOrd="0" presId="urn:microsoft.com/office/officeart/2011/layout/ThemePictureAlternatingAccent"/>
    <dgm:cxn modelId="{B9A77698-C19F-4167-A912-228F14ADE007}" type="presParOf" srcId="{728D58FF-1C1E-4CA0-BDE5-604D19142BD3}" destId="{A4166EE4-CA69-4086-AAF5-581D4CD03BE3}" srcOrd="5" destOrd="0" presId="urn:microsoft.com/office/officeart/2011/layout/ThemePictureAlternatingAccent"/>
    <dgm:cxn modelId="{BCDA77A8-FAE0-9241-98A7-F1272EA643F9}" type="presParOf" srcId="{728D58FF-1C1E-4CA0-BDE5-604D19142BD3}" destId="{FD600EC3-99BA-EF47-85AF-27398C100DF4}" srcOrd="6" destOrd="0" presId="urn:microsoft.com/office/officeart/2011/layout/ThemePictureAlternatingAccent"/>
    <dgm:cxn modelId="{FC4C5B51-BD4F-754B-9BA7-8F04FA747764}" type="presParOf" srcId="{FD600EC3-99BA-EF47-85AF-27398C100DF4}" destId="{CD18A1C1-0741-4A5D-B917-CD79C7FB1B88}" srcOrd="0" destOrd="0" presId="urn:microsoft.com/office/officeart/2011/layout/ThemePictureAlternatingAccent"/>
    <dgm:cxn modelId="{AB618FD8-F588-4342-BED3-DF63DDCCC448}" type="presParOf" srcId="{728D58FF-1C1E-4CA0-BDE5-604D19142BD3}" destId="{27EBDD0B-CBB9-448C-B35E-FEC4FBB62271}" srcOrd="7" destOrd="0" presId="urn:microsoft.com/office/officeart/2011/layout/ThemePictureAlternatingAccent"/>
    <dgm:cxn modelId="{F536BA29-B644-AF45-B03B-423A7EC34EFD}" type="presParOf" srcId="{728D58FF-1C1E-4CA0-BDE5-604D19142BD3}" destId="{D41B6490-EEE1-074D-A3D4-639A365DAFAC}" srcOrd="8" destOrd="0" presId="urn:microsoft.com/office/officeart/2011/layout/ThemePictureAlternatingAccent"/>
    <dgm:cxn modelId="{A1FF4E22-0928-C142-911E-62BA1BD3A90E}" type="presParOf" srcId="{D41B6490-EEE1-074D-A3D4-639A365DAFAC}" destId="{7B0D7E94-406C-405F-9005-712C323568CB}" srcOrd="0" destOrd="0" presId="urn:microsoft.com/office/officeart/2011/layout/ThemePictureAlternatingAccent"/>
    <dgm:cxn modelId="{0581EB5B-E0AF-4653-8403-FD6306A7F0FC}" type="presParOf" srcId="{728D58FF-1C1E-4CA0-BDE5-604D19142BD3}" destId="{C853A1E5-C324-471E-A614-98F62B134C80}" srcOrd="9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8.xml><?xml version="1.0" encoding="utf-8"?>
<dgm:dataModel xmlns:dgm="http://schemas.openxmlformats.org/drawingml/2006/diagram" xmlns:a="http://schemas.openxmlformats.org/drawingml/2006/main">
  <dgm:ptLst>
    <dgm:pt modelId="{3817CB9E-2F6F-48F7-9847-92EC17E845AB}" type="doc">
      <dgm:prSet loTypeId="urn:microsoft.com/office/officeart/2008/layout/AlternatingPictureCircles" qsTypeId="urn:microsoft.com/office/officeart/2005/8/quickstyle/simple2" csTypeId="urn:microsoft.com/office/officeart/2005/8/colors/accent1_2"/>
      <dgm:spPr/>
    </dgm:pt>
    <dgm:pt modelId="{FCFFC181-8CB3-436E-9919-40DCFC81FA53}">
      <dgm:prSet/>
      <dgm:spPr/>
      <dgm:t>
        <a:bodyPr/>
        <a:lstStyle/>
        <a:p>
          <a:r>
            <a:t>Research</a:t>
          </a:r>
        </a:p>
      </dgm:t>
    </dgm:pt>
    <dgm:pt modelId="{82FF3660-C109-49BF-B15A-5B6F01DAD72E}" type="parTrans" cxnId="{42FFD314-4AF9-4B8E-AC7F-2CDFE9EA6DB0}">
      <dgm:prSet/>
      <dgm:spPr/>
      <dgm:t>
        <a:bodyPr/>
        <a:lstStyle/>
        <a:p>
          <a:endParaRPr/>
        </a:p>
      </dgm:t>
    </dgm:pt>
    <dgm:pt modelId="{6E764B78-153F-4111-99B9-67716F5777B1}" type="sibTrans" cxnId="{42FFD314-4AF9-4B8E-AC7F-2CDFE9EA6DB0}">
      <dgm:prSet/>
      <dgm:spPr/>
      <dgm:t>
        <a:bodyPr/>
        <a:lstStyle/>
        <a:p>
          <a:endParaRPr/>
        </a:p>
      </dgm:t>
    </dgm:pt>
    <dgm:pt modelId="{4FF8DF17-2BFD-47E2-9014-F301DEB136EC}">
      <dgm:prSet/>
      <dgm:spPr/>
      <dgm:t>
        <a:bodyPr/>
        <a:lstStyle/>
        <a:p>
          <a:r>
            <a:t>Workshop</a:t>
          </a:r>
        </a:p>
      </dgm:t>
    </dgm:pt>
    <dgm:pt modelId="{EA1BE8FD-586E-42ED-B0F6-185947C424EE}" type="parTrans" cxnId="{6DE5EBDE-E615-452B-9F87-9B2C4DDECC66}">
      <dgm:prSet/>
      <dgm:spPr/>
      <dgm:t>
        <a:bodyPr/>
        <a:lstStyle/>
        <a:p>
          <a:endParaRPr/>
        </a:p>
      </dgm:t>
    </dgm:pt>
    <dgm:pt modelId="{226DA9E2-7D09-4A92-B4CA-4B9AF62A8139}" type="sibTrans" cxnId="{6DE5EBDE-E615-452B-9F87-9B2C4DDECC66}">
      <dgm:prSet/>
      <dgm:spPr/>
      <dgm:t>
        <a:bodyPr/>
        <a:lstStyle/>
        <a:p>
          <a:endParaRPr/>
        </a:p>
      </dgm:t>
    </dgm:pt>
    <dgm:pt modelId="{F655D9EF-4766-422F-A496-4939B100DFE8}">
      <dgm:prSet/>
      <dgm:spPr/>
      <dgm:t>
        <a:bodyPr/>
        <a:lstStyle/>
        <a:p>
          <a:r>
            <a:t>Prototype</a:t>
          </a:r>
        </a:p>
      </dgm:t>
    </dgm:pt>
    <dgm:pt modelId="{F0647A27-F1C4-4214-A809-C3D5EE138B71}" type="parTrans" cxnId="{3C6DF09C-49CF-492D-B4E4-A0C5E8DE70EF}">
      <dgm:prSet/>
      <dgm:spPr/>
      <dgm:t>
        <a:bodyPr/>
        <a:lstStyle/>
        <a:p>
          <a:endParaRPr/>
        </a:p>
      </dgm:t>
    </dgm:pt>
    <dgm:pt modelId="{C991A7CA-C951-47DC-A33A-7D244A4FF0FD}" type="sibTrans" cxnId="{3C6DF09C-49CF-492D-B4E4-A0C5E8DE70EF}">
      <dgm:prSet/>
      <dgm:spPr/>
      <dgm:t>
        <a:bodyPr/>
        <a:lstStyle/>
        <a:p>
          <a:endParaRPr/>
        </a:p>
      </dgm:t>
    </dgm:pt>
    <dgm:pt modelId="{92E0389C-CACB-4353-B282-6DB195111A94}">
      <dgm:prSet/>
      <dgm:spPr/>
      <dgm:t>
        <a:bodyPr/>
        <a:lstStyle/>
        <a:p>
          <a:r>
            <a:t>Delivery</a:t>
          </a:r>
        </a:p>
      </dgm:t>
    </dgm:pt>
    <dgm:pt modelId="{2951FA19-9E8D-4221-A9AF-733820245E2D}" type="parTrans" cxnId="{DE37CBEB-3937-44B3-B5F8-D5C168B9408F}">
      <dgm:prSet/>
      <dgm:spPr/>
      <dgm:t>
        <a:bodyPr/>
        <a:lstStyle/>
        <a:p>
          <a:endParaRPr/>
        </a:p>
      </dgm:t>
    </dgm:pt>
    <dgm:pt modelId="{FDC30176-12BC-4A12-A29D-0159BFE3C443}" type="sibTrans" cxnId="{DE37CBEB-3937-44B3-B5F8-D5C168B9408F}">
      <dgm:prSet/>
      <dgm:spPr/>
      <dgm:t>
        <a:bodyPr/>
        <a:lstStyle/>
        <a:p>
          <a:endParaRPr/>
        </a:p>
      </dgm:t>
    </dgm:pt>
    <dgm:pt modelId="{C96806C8-DA25-4031-83D2-C9A4253BEBB3}">
      <dgm:prSet/>
      <dgm:spPr/>
      <dgm:t>
        <a:bodyPr/>
        <a:lstStyle/>
        <a:p>
          <a:r>
            <a:t>Learning</a:t>
          </a:r>
        </a:p>
      </dgm:t>
    </dgm:pt>
    <dgm:pt modelId="{523F3C2F-DC9D-4E6B-AB18-DE76EC1416A7}" type="parTrans" cxnId="{D0514F8A-0865-4D22-B1B9-D0AAB24516EB}">
      <dgm:prSet/>
      <dgm:spPr/>
      <dgm:t>
        <a:bodyPr/>
        <a:lstStyle/>
        <a:p>
          <a:endParaRPr/>
        </a:p>
      </dgm:t>
    </dgm:pt>
    <dgm:pt modelId="{9B50C007-8BF0-406D-A988-411D03C68187}" type="sibTrans" cxnId="{D0514F8A-0865-4D22-B1B9-D0AAB24516EB}">
      <dgm:prSet/>
      <dgm:spPr/>
      <dgm:t>
        <a:bodyPr/>
        <a:lstStyle/>
        <a:p>
          <a:endParaRPr/>
        </a:p>
      </dgm:t>
    </dgm:pt>
    <dgm:pt modelId="{7A45A578-A685-4C3D-927E-17BF91DC9B7C}" type="pres">
      <dgm:prSet presAssocID="{3817CB9E-2F6F-48F7-9847-92EC17E845AB}" presName="Name0" presStyleCnt="0">
        <dgm:presLayoutVars>
          <dgm:chMax/>
          <dgm:chPref/>
          <dgm:dir/>
        </dgm:presLayoutVars>
      </dgm:prSet>
      <dgm:spPr/>
    </dgm:pt>
    <dgm:pt modelId="{DC1650FF-86E1-4DE4-A2B9-7D612DBE89BB}" type="pres">
      <dgm:prSet presAssocID="{FCFFC181-8CB3-436E-9919-40DCFC81FA53}" presName="composite" presStyleCnt="0"/>
      <dgm:spPr/>
    </dgm:pt>
    <dgm:pt modelId="{4C25A73D-644E-441D-8EF4-8EEA1C5463D6}" type="pres">
      <dgm:prSet presAssocID="{FCFFC181-8CB3-436E-9919-40DCFC81FA53}" presName="Accent" presStyleLbl="alignNode1" presStyleIdx="0" presStyleCnt="9">
        <dgm:presLayoutVars>
          <dgm:chMax val="0"/>
          <dgm:chPref val="0"/>
        </dgm:presLayoutVars>
      </dgm:prSet>
      <dgm:spPr/>
    </dgm:pt>
    <dgm:pt modelId="{0738219A-85C9-470A-A3D2-88185D23475C}" type="pres">
      <dgm:prSet presAssocID="{FCFFC181-8CB3-436E-9919-40DCFC81FA53}" presName="Image" presStyleLbl="bgImgPlace1" presStyleIdx="0" presStyleCnt="5">
        <dgm:presLayoutVars>
          <dgm:chMax val="0"/>
          <dgm:chPref val="0"/>
          <dgm:bulletEnabled val="1"/>
        </dgm:presLayoutVars>
      </dgm:prSet>
      <dgm:spPr>
        <a:blipFill>
          <a:blip xmlns:r="http://schemas.openxmlformats.org/officeDocument/2006/relationships" r:embed="rId1"/>
          <a:srcRect/>
          <a:stretch>
            <a:fillRect t="-15774" b="-15774"/>
          </a:stretch>
        </a:blipFill>
      </dgm:spPr>
    </dgm:pt>
    <dgm:pt modelId="{1DFEB23E-46B6-4B45-BF4A-A61E28002292}" type="pres">
      <dgm:prSet presAssocID="{FCFFC181-8CB3-436E-9919-40DCFC81FA53}" presName="Parent" presStyleLbl="fgAccFollowNode1" presStyleIdx="0" presStyleCnt="5">
        <dgm:presLayoutVars>
          <dgm:chMax val="0"/>
          <dgm:chPref val="0"/>
          <dgm:bulletEnabled val="1"/>
        </dgm:presLayoutVars>
      </dgm:prSet>
      <dgm:spPr/>
    </dgm:pt>
    <dgm:pt modelId="{BD8B608C-2303-4396-A1DC-DC803F9FB9F2}" type="pres">
      <dgm:prSet presAssocID="{FCFFC181-8CB3-436E-9919-40DCFC81FA53}" presName="Space" presStyleIdx="0" presStyleCnt="0">
        <dgm:presLayoutVars>
          <dgm:chMax val="0"/>
          <dgm:chPref val="0"/>
        </dgm:presLayoutVars>
      </dgm:prSet>
      <dgm:spPr/>
    </dgm:pt>
    <dgm:pt modelId="{551A4A58-9079-EA45-879F-3F964D337FAE}" type="pres">
      <dgm:prSet presAssocID="{6E764B78-153F-4111-99B9-67716F5777B1}" presName="ConnectorComposite" presStyleCnt="0"/>
      <dgm:spPr/>
    </dgm:pt>
    <dgm:pt modelId="{2C3D9EC7-CD47-F643-95E0-08DADC091F86}" type="pres">
      <dgm:prSet presAssocID="{6E764B78-153F-4111-99B9-67716F5777B1}" presName="TopSpacing" presStyleCnt="0"/>
      <dgm:spPr/>
    </dgm:pt>
    <dgm:pt modelId="{F1427536-AA58-7C4F-B998-94B0804B51D0}" type="pres">
      <dgm:prSet presAssocID="{6E764B78-153F-4111-99B9-67716F5777B1}" presName="Connector" presStyleLbl="alignNode1" presStyleIdx="1" presStyleCnt="9"/>
      <dgm:spPr/>
    </dgm:pt>
    <dgm:pt modelId="{91BD9EC4-2784-0F44-BD1A-5AADFA956439}" type="pres">
      <dgm:prSet presAssocID="{6E764B78-153F-4111-99B9-67716F5777B1}" presName="BottomSpacing" presStyleCnt="0"/>
      <dgm:spPr/>
    </dgm:pt>
    <dgm:pt modelId="{A2DDB394-B175-4A67-A07B-07ACAFA09BDC}" type="pres">
      <dgm:prSet presAssocID="{4FF8DF17-2BFD-47E2-9014-F301DEB136EC}" presName="composite" presStyleCnt="0"/>
      <dgm:spPr/>
    </dgm:pt>
    <dgm:pt modelId="{9CE19781-1871-42A8-94C9-4A37788D9E14}" type="pres">
      <dgm:prSet presAssocID="{4FF8DF17-2BFD-47E2-9014-F301DEB136EC}" presName="Accent" presStyleLbl="alignNode1" presStyleIdx="2" presStyleCnt="9">
        <dgm:presLayoutVars>
          <dgm:chMax val="0"/>
          <dgm:chPref val="0"/>
        </dgm:presLayoutVars>
      </dgm:prSet>
      <dgm:spPr/>
    </dgm:pt>
    <dgm:pt modelId="{842AD6B6-EBD1-4CE5-8455-52352B060B48}" type="pres">
      <dgm:prSet presAssocID="{4FF8DF17-2BFD-47E2-9014-F301DEB136EC}" presName="Image" presStyleLbl="bgImgPlace1" presStyleIdx="1" presStyleCnt="5">
        <dgm:presLayoutVars>
          <dgm:chMax val="0"/>
          <dgm:chPref val="0"/>
          <dgm:bulletEnabled val="1"/>
        </dgm:presLayoutVars>
      </dgm:prSet>
      <dgm:spPr>
        <a:blipFill>
          <a:blip xmlns:r="http://schemas.openxmlformats.org/officeDocument/2006/relationships" r:embed="rId2"/>
          <a:srcRect/>
          <a:stretch>
            <a:fillRect l="-6771" r="-6771"/>
          </a:stretch>
        </a:blipFill>
      </dgm:spPr>
    </dgm:pt>
    <dgm:pt modelId="{7EC4E422-09F2-4053-B64D-A547C0500DCC}" type="pres">
      <dgm:prSet presAssocID="{4FF8DF17-2BFD-47E2-9014-F301DEB136EC}" presName="Parent" presStyleLbl="fgAccFollowNode1" presStyleIdx="1" presStyleCnt="5">
        <dgm:presLayoutVars>
          <dgm:chMax val="0"/>
          <dgm:chPref val="0"/>
          <dgm:bulletEnabled val="1"/>
        </dgm:presLayoutVars>
      </dgm:prSet>
      <dgm:spPr/>
    </dgm:pt>
    <dgm:pt modelId="{4592D1D2-EBCA-4CE7-B895-7688D4A0364E}" type="pres">
      <dgm:prSet presAssocID="{4FF8DF17-2BFD-47E2-9014-F301DEB136EC}" presName="Space" presStyleIdx="1" presStyleCnt="0">
        <dgm:presLayoutVars>
          <dgm:chMax val="0"/>
          <dgm:chPref val="0"/>
        </dgm:presLayoutVars>
      </dgm:prSet>
      <dgm:spPr/>
    </dgm:pt>
    <dgm:pt modelId="{763077E6-56BC-A647-BEC7-68ED76F30520}" type="pres">
      <dgm:prSet presAssocID="{226DA9E2-7D09-4A92-B4CA-4B9AF62A8139}" presName="ConnectorComposite" presStyleCnt="0"/>
      <dgm:spPr/>
    </dgm:pt>
    <dgm:pt modelId="{EF2D7974-787E-BD4F-A9DA-55576DA4FECF}" type="pres">
      <dgm:prSet presAssocID="{226DA9E2-7D09-4A92-B4CA-4B9AF62A8139}" presName="TopSpacing" presStyleCnt="0"/>
      <dgm:spPr/>
    </dgm:pt>
    <dgm:pt modelId="{BD17CAC7-5657-2D4E-97BD-A0A746E63C30}" type="pres">
      <dgm:prSet presAssocID="{226DA9E2-7D09-4A92-B4CA-4B9AF62A8139}" presName="Connector" presStyleLbl="alignNode1" presStyleIdx="3" presStyleCnt="9"/>
      <dgm:spPr/>
    </dgm:pt>
    <dgm:pt modelId="{877BFEFB-9951-7D4D-8229-8CFB3C889FEA}" type="pres">
      <dgm:prSet presAssocID="{226DA9E2-7D09-4A92-B4CA-4B9AF62A8139}" presName="BottomSpacing" presStyleCnt="0"/>
      <dgm:spPr/>
    </dgm:pt>
    <dgm:pt modelId="{F2E0B277-5596-4357-82D6-8126EC26CC5A}" type="pres">
      <dgm:prSet presAssocID="{F655D9EF-4766-422F-A496-4939B100DFE8}" presName="composite" presStyleCnt="0"/>
      <dgm:spPr/>
    </dgm:pt>
    <dgm:pt modelId="{045AE36B-01EA-4D37-B37D-276709B79AC1}" type="pres">
      <dgm:prSet presAssocID="{F655D9EF-4766-422F-A496-4939B100DFE8}" presName="Accent" presStyleLbl="alignNode1" presStyleIdx="4" presStyleCnt="9">
        <dgm:presLayoutVars>
          <dgm:chMax val="0"/>
          <dgm:chPref val="0"/>
        </dgm:presLayoutVars>
      </dgm:prSet>
      <dgm:spPr/>
    </dgm:pt>
    <dgm:pt modelId="{3AD4C9D6-92A2-44C1-9F61-81E6700E63D3}" type="pres">
      <dgm:prSet presAssocID="{F655D9EF-4766-422F-A496-4939B100DFE8}" presName="Image" presStyleLbl="bgImgPlace1" presStyleIdx="2" presStyleCnt="5">
        <dgm:presLayoutVars>
          <dgm:chMax val="0"/>
          <dgm:chPref val="0"/>
          <dgm:bulletEnabled val="1"/>
        </dgm:presLayoutVars>
      </dgm:prSet>
      <dgm:spPr>
        <a:blipFill>
          <a:blip xmlns:r="http://schemas.openxmlformats.org/officeDocument/2006/relationships" r:embed="rId3"/>
          <a:srcRect/>
          <a:stretch>
            <a:fillRect t="-15774" b="-15774"/>
          </a:stretch>
        </a:blipFill>
      </dgm:spPr>
    </dgm:pt>
    <dgm:pt modelId="{B560838E-486D-4A0D-969F-12AD9FD230CA}" type="pres">
      <dgm:prSet presAssocID="{F655D9EF-4766-422F-A496-4939B100DFE8}" presName="Parent" presStyleLbl="fgAccFollowNode1" presStyleIdx="2" presStyleCnt="5">
        <dgm:presLayoutVars>
          <dgm:chMax val="0"/>
          <dgm:chPref val="0"/>
          <dgm:bulletEnabled val="1"/>
        </dgm:presLayoutVars>
      </dgm:prSet>
      <dgm:spPr/>
    </dgm:pt>
    <dgm:pt modelId="{DD170255-2F71-4BF3-87BE-229DA346B96E}" type="pres">
      <dgm:prSet presAssocID="{F655D9EF-4766-422F-A496-4939B100DFE8}" presName="Space" presStyleIdx="2" presStyleCnt="0">
        <dgm:presLayoutVars>
          <dgm:chMax val="0"/>
          <dgm:chPref val="0"/>
        </dgm:presLayoutVars>
      </dgm:prSet>
      <dgm:spPr/>
    </dgm:pt>
    <dgm:pt modelId="{8DA0E7EC-FBA9-ED49-9A46-589ADDE455A8}" type="pres">
      <dgm:prSet presAssocID="{C991A7CA-C951-47DC-A33A-7D244A4FF0FD}" presName="ConnectorComposite" presStyleCnt="0"/>
      <dgm:spPr/>
    </dgm:pt>
    <dgm:pt modelId="{E665A3D7-6CDD-AB43-BDFE-852ABF8A4FD0}" type="pres">
      <dgm:prSet presAssocID="{C991A7CA-C951-47DC-A33A-7D244A4FF0FD}" presName="TopSpacing" presStyleCnt="0"/>
      <dgm:spPr/>
    </dgm:pt>
    <dgm:pt modelId="{672330DE-66CC-7147-8D1F-47460AC634C7}" type="pres">
      <dgm:prSet presAssocID="{C991A7CA-C951-47DC-A33A-7D244A4FF0FD}" presName="Connector" presStyleLbl="alignNode1" presStyleIdx="5" presStyleCnt="9"/>
      <dgm:spPr/>
    </dgm:pt>
    <dgm:pt modelId="{643C2BAA-58BA-6D46-A587-794688B10D42}" type="pres">
      <dgm:prSet presAssocID="{C991A7CA-C951-47DC-A33A-7D244A4FF0FD}" presName="BottomSpacing" presStyleCnt="0"/>
      <dgm:spPr/>
    </dgm:pt>
    <dgm:pt modelId="{8620E88A-1C14-4024-820C-3F2776CA5CE8}" type="pres">
      <dgm:prSet presAssocID="{92E0389C-CACB-4353-B282-6DB195111A94}" presName="composite" presStyleCnt="0"/>
      <dgm:spPr/>
    </dgm:pt>
    <dgm:pt modelId="{53C6EC29-9FB1-4784-AB9B-C557EA0C9772}" type="pres">
      <dgm:prSet presAssocID="{92E0389C-CACB-4353-B282-6DB195111A94}" presName="Accent" presStyleLbl="alignNode1" presStyleIdx="6" presStyleCnt="9">
        <dgm:presLayoutVars>
          <dgm:chMax val="0"/>
          <dgm:chPref val="0"/>
        </dgm:presLayoutVars>
      </dgm:prSet>
      <dgm:spPr/>
    </dgm:pt>
    <dgm:pt modelId="{50651758-4FD7-4FCB-A246-CC78D936F383}" type="pres">
      <dgm:prSet presAssocID="{92E0389C-CACB-4353-B282-6DB195111A94}" presName="Image" presStyleLbl="bgImgPlace1" presStyleIdx="3" presStyleCnt="5">
        <dgm:presLayoutVars>
          <dgm:chMax val="0"/>
          <dgm:chPref val="0"/>
          <dgm:bulletEnabled val="1"/>
        </dgm:presLayoutVars>
      </dgm:prSet>
      <dgm:spPr>
        <a:blipFill>
          <a:blip xmlns:r="http://schemas.openxmlformats.org/officeDocument/2006/relationships" r:embed="rId4"/>
          <a:srcRect/>
          <a:stretch>
            <a:fillRect l="-6771" r="-6771"/>
          </a:stretch>
        </a:blipFill>
      </dgm:spPr>
    </dgm:pt>
    <dgm:pt modelId="{6752126C-CCBA-4381-BE77-FAEFC1F89290}" type="pres">
      <dgm:prSet presAssocID="{92E0389C-CACB-4353-B282-6DB195111A94}" presName="Parent" presStyleLbl="fgAccFollowNode1" presStyleIdx="3" presStyleCnt="5">
        <dgm:presLayoutVars>
          <dgm:chMax val="0"/>
          <dgm:chPref val="0"/>
          <dgm:bulletEnabled val="1"/>
        </dgm:presLayoutVars>
      </dgm:prSet>
      <dgm:spPr/>
    </dgm:pt>
    <dgm:pt modelId="{A16388C5-B84A-47CE-BD33-1BCA529FB0B2}" type="pres">
      <dgm:prSet presAssocID="{92E0389C-CACB-4353-B282-6DB195111A94}" presName="Space" presStyleIdx="3" presStyleCnt="0">
        <dgm:presLayoutVars>
          <dgm:chMax val="0"/>
          <dgm:chPref val="0"/>
        </dgm:presLayoutVars>
      </dgm:prSet>
      <dgm:spPr/>
    </dgm:pt>
    <dgm:pt modelId="{4DC328D1-2129-864F-9BA3-0D539389754D}" type="pres">
      <dgm:prSet presAssocID="{FDC30176-12BC-4A12-A29D-0159BFE3C443}" presName="ConnectorComposite" presStyleCnt="0"/>
      <dgm:spPr/>
    </dgm:pt>
    <dgm:pt modelId="{9A925CD3-0B28-704A-BF43-BB655DA9BC4F}" type="pres">
      <dgm:prSet presAssocID="{FDC30176-12BC-4A12-A29D-0159BFE3C443}" presName="TopSpacing" presStyleCnt="0"/>
      <dgm:spPr/>
    </dgm:pt>
    <dgm:pt modelId="{D9D3A8ED-BEB7-F641-8E27-4AB02C93612C}" type="pres">
      <dgm:prSet presAssocID="{FDC30176-12BC-4A12-A29D-0159BFE3C443}" presName="Connector" presStyleLbl="alignNode1" presStyleIdx="7" presStyleCnt="9"/>
      <dgm:spPr/>
    </dgm:pt>
    <dgm:pt modelId="{C5E03A36-B6C4-6041-9E25-935484ACA526}" type="pres">
      <dgm:prSet presAssocID="{FDC30176-12BC-4A12-A29D-0159BFE3C443}" presName="BottomSpacing" presStyleCnt="0"/>
      <dgm:spPr/>
    </dgm:pt>
    <dgm:pt modelId="{E1FB41AF-E7D5-4B7C-A433-B6B5FBDD478E}" type="pres">
      <dgm:prSet presAssocID="{C96806C8-DA25-4031-83D2-C9A4253BEBB3}" presName="composite" presStyleCnt="0"/>
      <dgm:spPr/>
    </dgm:pt>
    <dgm:pt modelId="{91EEC1BC-F3A2-4C88-AE59-916B201E2021}" type="pres">
      <dgm:prSet presAssocID="{C96806C8-DA25-4031-83D2-C9A4253BEBB3}" presName="Accent" presStyleLbl="alignNode1" presStyleIdx="8" presStyleCnt="9">
        <dgm:presLayoutVars>
          <dgm:chMax val="0"/>
          <dgm:chPref val="0"/>
        </dgm:presLayoutVars>
      </dgm:prSet>
      <dgm:spPr/>
    </dgm:pt>
    <dgm:pt modelId="{F0BCDED2-D6D1-4E3F-80CB-4C837332B9C0}" type="pres">
      <dgm:prSet presAssocID="{C96806C8-DA25-4031-83D2-C9A4253BEBB3}" presName="Image" presStyleLbl="bgImgPlace1" presStyleIdx="4" presStyleCnt="5">
        <dgm:presLayoutVars>
          <dgm:chMax val="0"/>
          <dgm:chPref val="0"/>
          <dgm:bulletEnabled val="1"/>
        </dgm:presLayoutVars>
      </dgm:prSet>
      <dgm:spPr>
        <a:blipFill>
          <a:blip xmlns:r="http://schemas.openxmlformats.org/officeDocument/2006/relationships" r:embed="rId5"/>
          <a:srcRect/>
          <a:stretch>
            <a:fillRect t="-15774" b="-15774"/>
          </a:stretch>
        </a:blipFill>
      </dgm:spPr>
    </dgm:pt>
    <dgm:pt modelId="{C69C0171-DF57-47B3-A246-F81969E98A79}" type="pres">
      <dgm:prSet presAssocID="{C96806C8-DA25-4031-83D2-C9A4253BEBB3}" presName="Parent" presStyleLbl="fgAccFollowNode1" presStyleIdx="4" presStyleCnt="5">
        <dgm:presLayoutVars>
          <dgm:chMax val="0"/>
          <dgm:chPref val="0"/>
          <dgm:bulletEnabled val="1"/>
        </dgm:presLayoutVars>
      </dgm:prSet>
      <dgm:spPr/>
    </dgm:pt>
    <dgm:pt modelId="{1301E95E-1BD8-48C0-AF72-FAC729DEE568}" type="pres">
      <dgm:prSet presAssocID="{C96806C8-DA25-4031-83D2-C9A4253BEBB3}" presName="Space" presStyleIdx="4" presStyleCnt="0">
        <dgm:presLayoutVars>
          <dgm:chMax val="0"/>
          <dgm:chPref val="0"/>
        </dgm:presLayoutVars>
      </dgm:prSet>
      <dgm:spPr/>
    </dgm:pt>
  </dgm:ptLst>
  <dgm:cxnLst>
    <dgm:cxn modelId="{337DA608-03F9-8A47-B64B-24DD02517FBF}" type="presOf" srcId="{F655D9EF-4766-422F-A496-4939B100DFE8}" destId="{B560838E-486D-4A0D-969F-12AD9FD230CA}" srcOrd="0" destOrd="0" presId="urn:microsoft.com/office/officeart/2008/layout/AlternatingPictureCircles"/>
    <dgm:cxn modelId="{42FFD314-4AF9-4B8E-AC7F-2CDFE9EA6DB0}" srcId="{3817CB9E-2F6F-48F7-9847-92EC17E845AB}" destId="{FCFFC181-8CB3-436E-9919-40DCFC81FA53}" srcOrd="0" destOrd="0" parTransId="{82FF3660-C109-49BF-B15A-5B6F01DAD72E}" sibTransId="{6E764B78-153F-4111-99B9-67716F5777B1}"/>
    <dgm:cxn modelId="{2F942B48-6D17-4A42-83FA-E958628D1972}" type="presOf" srcId="{4FF8DF17-2BFD-47E2-9014-F301DEB136EC}" destId="{7EC4E422-09F2-4053-B64D-A547C0500DCC}" srcOrd="0" destOrd="0" presId="urn:microsoft.com/office/officeart/2008/layout/AlternatingPictureCircles"/>
    <dgm:cxn modelId="{7626EF79-74A5-8340-AD37-8E918F744AC5}" type="presOf" srcId="{C96806C8-DA25-4031-83D2-C9A4253BEBB3}" destId="{C69C0171-DF57-47B3-A246-F81969E98A79}" srcOrd="0" destOrd="0" presId="urn:microsoft.com/office/officeart/2008/layout/AlternatingPictureCircles"/>
    <dgm:cxn modelId="{D0514F8A-0865-4D22-B1B9-D0AAB24516EB}" srcId="{3817CB9E-2F6F-48F7-9847-92EC17E845AB}" destId="{C96806C8-DA25-4031-83D2-C9A4253BEBB3}" srcOrd="4" destOrd="0" parTransId="{523F3C2F-DC9D-4E6B-AB18-DE76EC1416A7}" sibTransId="{9B50C007-8BF0-406D-A988-411D03C68187}"/>
    <dgm:cxn modelId="{FCDAD58A-6C98-0C4C-B6CD-85B22F84C86C}" type="presOf" srcId="{92E0389C-CACB-4353-B282-6DB195111A94}" destId="{6752126C-CCBA-4381-BE77-FAEFC1F89290}" srcOrd="0" destOrd="0" presId="urn:microsoft.com/office/officeart/2008/layout/AlternatingPictureCircles"/>
    <dgm:cxn modelId="{3C6DF09C-49CF-492D-B4E4-A0C5E8DE70EF}" srcId="{3817CB9E-2F6F-48F7-9847-92EC17E845AB}" destId="{F655D9EF-4766-422F-A496-4939B100DFE8}" srcOrd="2" destOrd="0" parTransId="{F0647A27-F1C4-4214-A809-C3D5EE138B71}" sibTransId="{C991A7CA-C951-47DC-A33A-7D244A4FF0FD}"/>
    <dgm:cxn modelId="{E777F8A6-B898-8540-85A9-1B6C10D8D34C}" type="presOf" srcId="{FCFFC181-8CB3-436E-9919-40DCFC81FA53}" destId="{1DFEB23E-46B6-4B45-BF4A-A61E28002292}" srcOrd="0" destOrd="0" presId="urn:microsoft.com/office/officeart/2008/layout/AlternatingPictureCircles"/>
    <dgm:cxn modelId="{9D1409B6-BFD6-4406-BCBB-2BB31A5918BE}" type="presOf" srcId="{3817CB9E-2F6F-48F7-9847-92EC17E845AB}" destId="{7A45A578-A685-4C3D-927E-17BF91DC9B7C}" srcOrd="0" destOrd="0" presId="urn:microsoft.com/office/officeart/2008/layout/AlternatingPictureCircles"/>
    <dgm:cxn modelId="{6DE5EBDE-E615-452B-9F87-9B2C4DDECC66}" srcId="{3817CB9E-2F6F-48F7-9847-92EC17E845AB}" destId="{4FF8DF17-2BFD-47E2-9014-F301DEB136EC}" srcOrd="1" destOrd="0" parTransId="{EA1BE8FD-586E-42ED-B0F6-185947C424EE}" sibTransId="{226DA9E2-7D09-4A92-B4CA-4B9AF62A8139}"/>
    <dgm:cxn modelId="{DE37CBEB-3937-44B3-B5F8-D5C168B9408F}" srcId="{3817CB9E-2F6F-48F7-9847-92EC17E845AB}" destId="{92E0389C-CACB-4353-B282-6DB195111A94}" srcOrd="3" destOrd="0" parTransId="{2951FA19-9E8D-4221-A9AF-733820245E2D}" sibTransId="{FDC30176-12BC-4A12-A29D-0159BFE3C443}"/>
    <dgm:cxn modelId="{8EFB5DE4-410B-42D2-8199-9DCA6761E4AD}" type="presParOf" srcId="{7A45A578-A685-4C3D-927E-17BF91DC9B7C}" destId="{DC1650FF-86E1-4DE4-A2B9-7D612DBE89BB}" srcOrd="0" destOrd="0" presId="urn:microsoft.com/office/officeart/2008/layout/AlternatingPictureCircles"/>
    <dgm:cxn modelId="{035812DC-8BB1-4F85-973F-9EF7F46E84A2}" type="presParOf" srcId="{DC1650FF-86E1-4DE4-A2B9-7D612DBE89BB}" destId="{4C25A73D-644E-441D-8EF4-8EEA1C5463D6}" srcOrd="0" destOrd="0" presId="urn:microsoft.com/office/officeart/2008/layout/AlternatingPictureCircles"/>
    <dgm:cxn modelId="{6BE6E830-039C-4E63-850B-D003774730FE}" type="presParOf" srcId="{DC1650FF-86E1-4DE4-A2B9-7D612DBE89BB}" destId="{0738219A-85C9-470A-A3D2-88185D23475C}" srcOrd="1" destOrd="0" presId="urn:microsoft.com/office/officeart/2008/layout/AlternatingPictureCircles"/>
    <dgm:cxn modelId="{17DCE229-4E05-44E4-B570-532ABBFC92FD}" type="presParOf" srcId="{DC1650FF-86E1-4DE4-A2B9-7D612DBE89BB}" destId="{1DFEB23E-46B6-4B45-BF4A-A61E28002292}" srcOrd="2" destOrd="0" presId="urn:microsoft.com/office/officeart/2008/layout/AlternatingPictureCircles"/>
    <dgm:cxn modelId="{9B06896C-E01F-42ED-B05C-58C275128E1F}" type="presParOf" srcId="{DC1650FF-86E1-4DE4-A2B9-7D612DBE89BB}" destId="{BD8B608C-2303-4396-A1DC-DC803F9FB9F2}" srcOrd="3" destOrd="0" presId="urn:microsoft.com/office/officeart/2008/layout/AlternatingPictureCircles"/>
    <dgm:cxn modelId="{43C84EFA-2905-EB47-B527-D882D6DD061F}" type="presParOf" srcId="{7A45A578-A685-4C3D-927E-17BF91DC9B7C}" destId="{551A4A58-9079-EA45-879F-3F964D337FAE}" srcOrd="1" destOrd="0" presId="urn:microsoft.com/office/officeart/2008/layout/AlternatingPictureCircles"/>
    <dgm:cxn modelId="{4C45E11B-3CFB-CE40-90DE-E3DCD5C81351}" type="presParOf" srcId="{551A4A58-9079-EA45-879F-3F964D337FAE}" destId="{2C3D9EC7-CD47-F643-95E0-08DADC091F86}" srcOrd="0" destOrd="0" presId="urn:microsoft.com/office/officeart/2008/layout/AlternatingPictureCircles"/>
    <dgm:cxn modelId="{F5A79465-5654-6643-87C8-E564EAB205CB}" type="presParOf" srcId="{551A4A58-9079-EA45-879F-3F964D337FAE}" destId="{F1427536-AA58-7C4F-B998-94B0804B51D0}" srcOrd="1" destOrd="0" presId="urn:microsoft.com/office/officeart/2008/layout/AlternatingPictureCircles"/>
    <dgm:cxn modelId="{6C8C9CAB-9DF5-E14B-9150-456F816B34DC}" type="presParOf" srcId="{551A4A58-9079-EA45-879F-3F964D337FAE}" destId="{91BD9EC4-2784-0F44-BD1A-5AADFA956439}" srcOrd="2" destOrd="0" presId="urn:microsoft.com/office/officeart/2008/layout/AlternatingPictureCircles"/>
    <dgm:cxn modelId="{819B1F0E-15DC-4EBD-A37B-636737E16760}" type="presParOf" srcId="{7A45A578-A685-4C3D-927E-17BF91DC9B7C}" destId="{A2DDB394-B175-4A67-A07B-07ACAFA09BDC}" srcOrd="2" destOrd="0" presId="urn:microsoft.com/office/officeart/2008/layout/AlternatingPictureCircles"/>
    <dgm:cxn modelId="{C2849DC6-02EE-4A6C-BFFD-312F4D0DD5F4}" type="presParOf" srcId="{A2DDB394-B175-4A67-A07B-07ACAFA09BDC}" destId="{9CE19781-1871-42A8-94C9-4A37788D9E14}" srcOrd="0" destOrd="0" presId="urn:microsoft.com/office/officeart/2008/layout/AlternatingPictureCircles"/>
    <dgm:cxn modelId="{87E0306F-69A9-46B0-AB59-D7FAF9A84AB2}" type="presParOf" srcId="{A2DDB394-B175-4A67-A07B-07ACAFA09BDC}" destId="{842AD6B6-EBD1-4CE5-8455-52352B060B48}" srcOrd="1" destOrd="0" presId="urn:microsoft.com/office/officeart/2008/layout/AlternatingPictureCircles"/>
    <dgm:cxn modelId="{9C10D5A5-41FC-46CF-A91D-FFF087E3A929}" type="presParOf" srcId="{A2DDB394-B175-4A67-A07B-07ACAFA09BDC}" destId="{7EC4E422-09F2-4053-B64D-A547C0500DCC}" srcOrd="2" destOrd="0" presId="urn:microsoft.com/office/officeart/2008/layout/AlternatingPictureCircles"/>
    <dgm:cxn modelId="{E3982039-C456-46B6-91EE-189F29AA0B0C}" type="presParOf" srcId="{A2DDB394-B175-4A67-A07B-07ACAFA09BDC}" destId="{4592D1D2-EBCA-4CE7-B895-7688D4A0364E}" srcOrd="3" destOrd="0" presId="urn:microsoft.com/office/officeart/2008/layout/AlternatingPictureCircles"/>
    <dgm:cxn modelId="{9EAEDCEF-74B3-B341-B058-5954EA6F9456}" type="presParOf" srcId="{7A45A578-A685-4C3D-927E-17BF91DC9B7C}" destId="{763077E6-56BC-A647-BEC7-68ED76F30520}" srcOrd="3" destOrd="0" presId="urn:microsoft.com/office/officeart/2008/layout/AlternatingPictureCircles"/>
    <dgm:cxn modelId="{A3EC4F14-4C53-E54C-825D-9DD3465463D4}" type="presParOf" srcId="{763077E6-56BC-A647-BEC7-68ED76F30520}" destId="{EF2D7974-787E-BD4F-A9DA-55576DA4FECF}" srcOrd="0" destOrd="0" presId="urn:microsoft.com/office/officeart/2008/layout/AlternatingPictureCircles"/>
    <dgm:cxn modelId="{598778AA-5FB5-DC4A-9D1D-896F9910CA22}" type="presParOf" srcId="{763077E6-56BC-A647-BEC7-68ED76F30520}" destId="{BD17CAC7-5657-2D4E-97BD-A0A746E63C30}" srcOrd="1" destOrd="0" presId="urn:microsoft.com/office/officeart/2008/layout/AlternatingPictureCircles"/>
    <dgm:cxn modelId="{158A1A38-05BF-FD44-8C45-50DE4064AB68}" type="presParOf" srcId="{763077E6-56BC-A647-BEC7-68ED76F30520}" destId="{877BFEFB-9951-7D4D-8229-8CFB3C889FEA}" srcOrd="2" destOrd="0" presId="urn:microsoft.com/office/officeart/2008/layout/AlternatingPictureCircles"/>
    <dgm:cxn modelId="{F2FDFD8A-E738-4188-8E2A-1968257A1015}" type="presParOf" srcId="{7A45A578-A685-4C3D-927E-17BF91DC9B7C}" destId="{F2E0B277-5596-4357-82D6-8126EC26CC5A}" srcOrd="4" destOrd="0" presId="urn:microsoft.com/office/officeart/2008/layout/AlternatingPictureCircles"/>
    <dgm:cxn modelId="{5217667D-4BB3-4D98-A076-F51F22C7A258}" type="presParOf" srcId="{F2E0B277-5596-4357-82D6-8126EC26CC5A}" destId="{045AE36B-01EA-4D37-B37D-276709B79AC1}" srcOrd="0" destOrd="0" presId="urn:microsoft.com/office/officeart/2008/layout/AlternatingPictureCircles"/>
    <dgm:cxn modelId="{9F0C7809-67D5-4B22-845B-4B4A1E0CCD8D}" type="presParOf" srcId="{F2E0B277-5596-4357-82D6-8126EC26CC5A}" destId="{3AD4C9D6-92A2-44C1-9F61-81E6700E63D3}" srcOrd="1" destOrd="0" presId="urn:microsoft.com/office/officeart/2008/layout/AlternatingPictureCircles"/>
    <dgm:cxn modelId="{A47D6A6C-3C4F-4B40-9732-E5CF76813EA7}" type="presParOf" srcId="{F2E0B277-5596-4357-82D6-8126EC26CC5A}" destId="{B560838E-486D-4A0D-969F-12AD9FD230CA}" srcOrd="2" destOrd="0" presId="urn:microsoft.com/office/officeart/2008/layout/AlternatingPictureCircles"/>
    <dgm:cxn modelId="{BB8EADD1-3464-400F-9008-0FBE98EE9EA4}" type="presParOf" srcId="{F2E0B277-5596-4357-82D6-8126EC26CC5A}" destId="{DD170255-2F71-4BF3-87BE-229DA346B96E}" srcOrd="3" destOrd="0" presId="urn:microsoft.com/office/officeart/2008/layout/AlternatingPictureCircles"/>
    <dgm:cxn modelId="{F4488CC8-8B14-E648-AFD6-A40B99B63CAA}" type="presParOf" srcId="{7A45A578-A685-4C3D-927E-17BF91DC9B7C}" destId="{8DA0E7EC-FBA9-ED49-9A46-589ADDE455A8}" srcOrd="5" destOrd="0" presId="urn:microsoft.com/office/officeart/2008/layout/AlternatingPictureCircles"/>
    <dgm:cxn modelId="{EB937FDF-A9D0-604C-BC4C-93CA9A7FA0B6}" type="presParOf" srcId="{8DA0E7EC-FBA9-ED49-9A46-589ADDE455A8}" destId="{E665A3D7-6CDD-AB43-BDFE-852ABF8A4FD0}" srcOrd="0" destOrd="0" presId="urn:microsoft.com/office/officeart/2008/layout/AlternatingPictureCircles"/>
    <dgm:cxn modelId="{BA148359-49E2-F948-B54F-978191FE1194}" type="presParOf" srcId="{8DA0E7EC-FBA9-ED49-9A46-589ADDE455A8}" destId="{672330DE-66CC-7147-8D1F-47460AC634C7}" srcOrd="1" destOrd="0" presId="urn:microsoft.com/office/officeart/2008/layout/AlternatingPictureCircles"/>
    <dgm:cxn modelId="{57445F63-3FDA-5645-A2EE-6DE6DA489570}" type="presParOf" srcId="{8DA0E7EC-FBA9-ED49-9A46-589ADDE455A8}" destId="{643C2BAA-58BA-6D46-A587-794688B10D42}" srcOrd="2" destOrd="0" presId="urn:microsoft.com/office/officeart/2008/layout/AlternatingPictureCircles"/>
    <dgm:cxn modelId="{3508D9A7-7A5E-4884-9026-CD9E31A0EEF3}" type="presParOf" srcId="{7A45A578-A685-4C3D-927E-17BF91DC9B7C}" destId="{8620E88A-1C14-4024-820C-3F2776CA5CE8}" srcOrd="6" destOrd="0" presId="urn:microsoft.com/office/officeart/2008/layout/AlternatingPictureCircles"/>
    <dgm:cxn modelId="{4AF20C67-00EA-4CA2-8CFF-2F21FA9BD165}" type="presParOf" srcId="{8620E88A-1C14-4024-820C-3F2776CA5CE8}" destId="{53C6EC29-9FB1-4784-AB9B-C557EA0C9772}" srcOrd="0" destOrd="0" presId="urn:microsoft.com/office/officeart/2008/layout/AlternatingPictureCircles"/>
    <dgm:cxn modelId="{C7B5AEA4-5C35-4ED6-B96F-7F9A5B3DB44E}" type="presParOf" srcId="{8620E88A-1C14-4024-820C-3F2776CA5CE8}" destId="{50651758-4FD7-4FCB-A246-CC78D936F383}" srcOrd="1" destOrd="0" presId="urn:microsoft.com/office/officeart/2008/layout/AlternatingPictureCircles"/>
    <dgm:cxn modelId="{6372C3C8-C346-4844-A607-535307FDA3D0}" type="presParOf" srcId="{8620E88A-1C14-4024-820C-3F2776CA5CE8}" destId="{6752126C-CCBA-4381-BE77-FAEFC1F89290}" srcOrd="2" destOrd="0" presId="urn:microsoft.com/office/officeart/2008/layout/AlternatingPictureCircles"/>
    <dgm:cxn modelId="{18839678-0A42-4924-86F0-067141B4AD95}" type="presParOf" srcId="{8620E88A-1C14-4024-820C-3F2776CA5CE8}" destId="{A16388C5-B84A-47CE-BD33-1BCA529FB0B2}" srcOrd="3" destOrd="0" presId="urn:microsoft.com/office/officeart/2008/layout/AlternatingPictureCircles"/>
    <dgm:cxn modelId="{295895C6-9D03-7B43-A945-DB59015FA67A}" type="presParOf" srcId="{7A45A578-A685-4C3D-927E-17BF91DC9B7C}" destId="{4DC328D1-2129-864F-9BA3-0D539389754D}" srcOrd="7" destOrd="0" presId="urn:microsoft.com/office/officeart/2008/layout/AlternatingPictureCircles"/>
    <dgm:cxn modelId="{42FB4713-73EF-2242-8243-4C415E3D4C8D}" type="presParOf" srcId="{4DC328D1-2129-864F-9BA3-0D539389754D}" destId="{9A925CD3-0B28-704A-BF43-BB655DA9BC4F}" srcOrd="0" destOrd="0" presId="urn:microsoft.com/office/officeart/2008/layout/AlternatingPictureCircles"/>
    <dgm:cxn modelId="{0E819130-6591-D34B-8ADB-974B42039687}" type="presParOf" srcId="{4DC328D1-2129-864F-9BA3-0D539389754D}" destId="{D9D3A8ED-BEB7-F641-8E27-4AB02C93612C}" srcOrd="1" destOrd="0" presId="urn:microsoft.com/office/officeart/2008/layout/AlternatingPictureCircles"/>
    <dgm:cxn modelId="{A961A448-1179-A34C-B62F-F5214A0E81E9}" type="presParOf" srcId="{4DC328D1-2129-864F-9BA3-0D539389754D}" destId="{C5E03A36-B6C4-6041-9E25-935484ACA526}" srcOrd="2" destOrd="0" presId="urn:microsoft.com/office/officeart/2008/layout/AlternatingPictureCircles"/>
    <dgm:cxn modelId="{477E6652-166B-4DA5-9A01-42959A826212}" type="presParOf" srcId="{7A45A578-A685-4C3D-927E-17BF91DC9B7C}" destId="{E1FB41AF-E7D5-4B7C-A433-B6B5FBDD478E}" srcOrd="8" destOrd="0" presId="urn:microsoft.com/office/officeart/2008/layout/AlternatingPictureCircles"/>
    <dgm:cxn modelId="{1A841ABF-73E8-4F09-BACE-F981C2F88D1C}" type="presParOf" srcId="{E1FB41AF-E7D5-4B7C-A433-B6B5FBDD478E}" destId="{91EEC1BC-F3A2-4C88-AE59-916B201E2021}" srcOrd="0" destOrd="0" presId="urn:microsoft.com/office/officeart/2008/layout/AlternatingPictureCircles"/>
    <dgm:cxn modelId="{64597492-A15E-4254-8CE2-0903445C79D1}" type="presParOf" srcId="{E1FB41AF-E7D5-4B7C-A433-B6B5FBDD478E}" destId="{F0BCDED2-D6D1-4E3F-80CB-4C837332B9C0}" srcOrd="1" destOrd="0" presId="urn:microsoft.com/office/officeart/2008/layout/AlternatingPictureCircles"/>
    <dgm:cxn modelId="{EED365C8-2D3C-48FD-9F55-6DF3809BACA9}" type="presParOf" srcId="{E1FB41AF-E7D5-4B7C-A433-B6B5FBDD478E}" destId="{C69C0171-DF57-47B3-A246-F81969E98A79}" srcOrd="2" destOrd="0" presId="urn:microsoft.com/office/officeart/2008/layout/AlternatingPictureCircles"/>
    <dgm:cxn modelId="{BCE9258C-8DED-4438-9386-8B807FE26062}" type="presParOf" srcId="{E1FB41AF-E7D5-4B7C-A433-B6B5FBDD478E}" destId="{1301E95E-1BD8-48C0-AF72-FAC729DEE568}" srcOrd="3" destOrd="0" presId="urn:microsoft.com/office/officeart/2008/layout/AlternatingPictureCircle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9.xml><?xml version="1.0" encoding="utf-8"?>
<dgm:dataModel xmlns:dgm="http://schemas.openxmlformats.org/drawingml/2006/diagram" xmlns:a="http://schemas.openxmlformats.org/drawingml/2006/main">
  <dgm:ptLst>
    <dgm:pt modelId="{DE798E02-1270-4A06-848F-EC80591370D1}" type="doc">
      <dgm:prSet loTypeId="urn:microsoft.com/office/officeart/2008/layout/TitlePictureLineup" qsTypeId="urn:microsoft.com/office/officeart/2005/8/quickstyle/simple2" csTypeId="urn:microsoft.com/office/officeart/2005/8/colors/accent1_2"/>
      <dgm:spPr/>
    </dgm:pt>
    <dgm:pt modelId="{1BCB7F9A-C17A-4822-A075-F24C3F66A970}">
      <dgm:prSet/>
      <dgm:spPr/>
      <dgm:t>
        <a:bodyPr/>
        <a:lstStyle/>
        <a:p>
          <a:r>
            <a:t>Research</a:t>
          </a:r>
        </a:p>
      </dgm:t>
    </dgm:pt>
    <dgm:pt modelId="{11C21BDF-3617-43B0-876C-4542F877EA14}" type="parTrans" cxnId="{EB882140-661F-40AC-9A99-B64F7D576990}">
      <dgm:prSet/>
      <dgm:spPr/>
      <dgm:t>
        <a:bodyPr/>
        <a:lstStyle/>
        <a:p>
          <a:endParaRPr/>
        </a:p>
      </dgm:t>
    </dgm:pt>
    <dgm:pt modelId="{98AD1343-2FC2-4AB7-B32F-7EED42DAA169}" type="sibTrans" cxnId="{EB882140-661F-40AC-9A99-B64F7D576990}">
      <dgm:prSet/>
      <dgm:spPr/>
      <dgm:t>
        <a:bodyPr/>
        <a:lstStyle/>
        <a:p>
          <a:endParaRPr/>
        </a:p>
      </dgm:t>
    </dgm:pt>
    <dgm:pt modelId="{9F4DB508-C4B8-4DF5-A656-6DC6091E1282}">
      <dgm:prSet/>
      <dgm:spPr/>
      <dgm:t>
        <a:bodyPr/>
        <a:lstStyle/>
        <a:p>
          <a:r>
            <a:t>Workshop</a:t>
          </a:r>
        </a:p>
      </dgm:t>
    </dgm:pt>
    <dgm:pt modelId="{2ACD73AB-5073-4D17-8324-8F3480CAD299}" type="parTrans" cxnId="{D526B5A3-97B6-43EA-9725-5CF72DEA0D16}">
      <dgm:prSet/>
      <dgm:spPr/>
      <dgm:t>
        <a:bodyPr/>
        <a:lstStyle/>
        <a:p>
          <a:endParaRPr/>
        </a:p>
      </dgm:t>
    </dgm:pt>
    <dgm:pt modelId="{C72205F3-31CB-4918-9301-BCB86661936C}" type="sibTrans" cxnId="{D526B5A3-97B6-43EA-9725-5CF72DEA0D16}">
      <dgm:prSet/>
      <dgm:spPr/>
      <dgm:t>
        <a:bodyPr/>
        <a:lstStyle/>
        <a:p>
          <a:endParaRPr/>
        </a:p>
      </dgm:t>
    </dgm:pt>
    <dgm:pt modelId="{4F7328E3-68F7-4DF8-A604-F45FA21D683F}">
      <dgm:prSet/>
      <dgm:spPr/>
      <dgm:t>
        <a:bodyPr/>
        <a:lstStyle/>
        <a:p>
          <a:r>
            <a:t>Prototype</a:t>
          </a:r>
        </a:p>
      </dgm:t>
    </dgm:pt>
    <dgm:pt modelId="{75807CBA-E454-45AF-8AE7-9F0F4F005628}" type="parTrans" cxnId="{B0405FD3-04DF-4615-B87C-7BF5F8997A68}">
      <dgm:prSet/>
      <dgm:spPr/>
      <dgm:t>
        <a:bodyPr/>
        <a:lstStyle/>
        <a:p>
          <a:endParaRPr/>
        </a:p>
      </dgm:t>
    </dgm:pt>
    <dgm:pt modelId="{BA59F08D-603B-45CF-9AFE-931C70C5082A}" type="sibTrans" cxnId="{B0405FD3-04DF-4615-B87C-7BF5F8997A68}">
      <dgm:prSet/>
      <dgm:spPr/>
      <dgm:t>
        <a:bodyPr/>
        <a:lstStyle/>
        <a:p>
          <a:endParaRPr/>
        </a:p>
      </dgm:t>
    </dgm:pt>
    <dgm:pt modelId="{4E54B708-DA36-4417-BBDA-2B2F29A0FE2F}">
      <dgm:prSet/>
      <dgm:spPr/>
      <dgm:t>
        <a:bodyPr/>
        <a:lstStyle/>
        <a:p>
          <a:r>
            <a:t>Delivery</a:t>
          </a:r>
        </a:p>
      </dgm:t>
    </dgm:pt>
    <dgm:pt modelId="{A24E2B46-11B1-4722-80B5-37758C89C4B5}" type="parTrans" cxnId="{19B1062B-05ED-4086-B88B-23D7C1159937}">
      <dgm:prSet/>
      <dgm:spPr/>
      <dgm:t>
        <a:bodyPr/>
        <a:lstStyle/>
        <a:p>
          <a:endParaRPr/>
        </a:p>
      </dgm:t>
    </dgm:pt>
    <dgm:pt modelId="{DF8D5827-592B-46A6-A21F-30287AA16728}" type="sibTrans" cxnId="{19B1062B-05ED-4086-B88B-23D7C1159937}">
      <dgm:prSet/>
      <dgm:spPr/>
      <dgm:t>
        <a:bodyPr/>
        <a:lstStyle/>
        <a:p>
          <a:endParaRPr/>
        </a:p>
      </dgm:t>
    </dgm:pt>
    <dgm:pt modelId="{263EA1E3-6797-430C-A0DC-9C76F820A931}">
      <dgm:prSet/>
      <dgm:spPr/>
      <dgm:t>
        <a:bodyPr/>
        <a:lstStyle/>
        <a:p>
          <a:r>
            <a:t>Learning</a:t>
          </a:r>
        </a:p>
      </dgm:t>
    </dgm:pt>
    <dgm:pt modelId="{5D553F73-7E8E-4C60-B15F-42BED8367BD1}" type="parTrans" cxnId="{593187A1-4B8A-4910-8B36-82D967AE5305}">
      <dgm:prSet/>
      <dgm:spPr/>
      <dgm:t>
        <a:bodyPr/>
        <a:lstStyle/>
        <a:p>
          <a:endParaRPr/>
        </a:p>
      </dgm:t>
    </dgm:pt>
    <dgm:pt modelId="{040F8C49-DF28-4A9E-994D-F94F96B3AA98}" type="sibTrans" cxnId="{593187A1-4B8A-4910-8B36-82D967AE5305}">
      <dgm:prSet/>
      <dgm:spPr/>
      <dgm:t>
        <a:bodyPr/>
        <a:lstStyle/>
        <a:p>
          <a:endParaRPr/>
        </a:p>
      </dgm:t>
    </dgm:pt>
    <dgm:pt modelId="{EF3FD977-D2F2-AB44-B9AE-2F345C9CE6C4}" type="pres">
      <dgm:prSet presAssocID="{DE798E02-1270-4A06-848F-EC80591370D1}" presName="Name0" presStyleCnt="0">
        <dgm:presLayoutVars>
          <dgm:dir/>
        </dgm:presLayoutVars>
      </dgm:prSet>
      <dgm:spPr/>
    </dgm:pt>
    <dgm:pt modelId="{C91769E1-C09C-8F4E-B6A0-67A4CFFCCD05}" type="pres">
      <dgm:prSet presAssocID="{1BCB7F9A-C17A-4822-A075-F24C3F66A970}" presName="composite" presStyleCnt="0"/>
      <dgm:spPr/>
    </dgm:pt>
    <dgm:pt modelId="{A8DBA789-9036-8F4F-9F43-28F4DAAD3CDE}" type="pres">
      <dgm:prSet presAssocID="{1BCB7F9A-C17A-4822-A075-F24C3F66A970}" presName="Accent" presStyleLbl="alignAcc1" presStyleIdx="0" presStyleCnt="5"/>
      <dgm:spPr/>
    </dgm:pt>
    <dgm:pt modelId="{B76F1297-531A-6744-AEE5-9F78F38FE890}" type="pres">
      <dgm:prSet presAssocID="{1BCB7F9A-C17A-4822-A075-F24C3F66A970}" presName="Image" presStyleLbl="node1" presStyleIdx="0" presStyleCnt="5"/>
      <dgm:spPr/>
    </dgm:pt>
    <dgm:pt modelId="{C809878A-993E-EA4E-B696-7D44C2F0E7DF}" type="pres">
      <dgm:prSet presAssocID="{1BCB7F9A-C17A-4822-A075-F24C3F66A970}" presName="Child" presStyleLbl="revTx" presStyleIdx="0" presStyleCnt="5">
        <dgm:presLayoutVars>
          <dgm:bulletEnabled val="1"/>
        </dgm:presLayoutVars>
      </dgm:prSet>
      <dgm:spPr/>
    </dgm:pt>
    <dgm:pt modelId="{8FEAEC88-9504-5B45-911C-8CCD9973B538}" type="pres">
      <dgm:prSet presAssocID="{1BCB7F9A-C17A-4822-A075-F24C3F66A970}" presName="Parent" presStyleLbl="alignNode1" presStyleIdx="0" presStyleCnt="5">
        <dgm:presLayoutVars>
          <dgm:bulletEnabled val="1"/>
        </dgm:presLayoutVars>
      </dgm:prSet>
      <dgm:spPr/>
    </dgm:pt>
    <dgm:pt modelId="{E842DAEE-544A-DF45-A776-A2D24E6885AF}" type="pres">
      <dgm:prSet presAssocID="{98AD1343-2FC2-4AB7-B32F-7EED42DAA169}" presName="sibTrans" presStyleCnt="0"/>
      <dgm:spPr/>
    </dgm:pt>
    <dgm:pt modelId="{31167ABE-0FC3-3744-9885-EC33220F0197}" type="pres">
      <dgm:prSet presAssocID="{9F4DB508-C4B8-4DF5-A656-6DC6091E1282}" presName="composite" presStyleCnt="0"/>
      <dgm:spPr/>
    </dgm:pt>
    <dgm:pt modelId="{3B03E420-3371-A847-AA87-92100FB4A918}" type="pres">
      <dgm:prSet presAssocID="{9F4DB508-C4B8-4DF5-A656-6DC6091E1282}" presName="Accent" presStyleLbl="alignAcc1" presStyleIdx="1" presStyleCnt="5"/>
      <dgm:spPr/>
    </dgm:pt>
    <dgm:pt modelId="{698256C1-4E33-DC43-8967-713864FF2FDC}" type="pres">
      <dgm:prSet presAssocID="{9F4DB508-C4B8-4DF5-A656-6DC6091E1282}" presName="Image" presStyleLbl="node1" presStyleIdx="1" presStyleCnt="5"/>
      <dgm:spPr/>
    </dgm:pt>
    <dgm:pt modelId="{3DE5E91C-4E79-B34B-BEC0-A598B7BF2A3F}" type="pres">
      <dgm:prSet presAssocID="{9F4DB508-C4B8-4DF5-A656-6DC6091E1282}" presName="Child" presStyleLbl="revTx" presStyleIdx="1" presStyleCnt="5">
        <dgm:presLayoutVars>
          <dgm:bulletEnabled val="1"/>
        </dgm:presLayoutVars>
      </dgm:prSet>
      <dgm:spPr/>
    </dgm:pt>
    <dgm:pt modelId="{9A68818D-1FE2-3947-BBCA-45BBA0F7C965}" type="pres">
      <dgm:prSet presAssocID="{9F4DB508-C4B8-4DF5-A656-6DC6091E1282}" presName="Parent" presStyleLbl="alignNode1" presStyleIdx="1" presStyleCnt="5">
        <dgm:presLayoutVars>
          <dgm:bulletEnabled val="1"/>
        </dgm:presLayoutVars>
      </dgm:prSet>
      <dgm:spPr/>
    </dgm:pt>
    <dgm:pt modelId="{3E7B1615-7BDF-BB41-94F3-74DDCE9233C0}" type="pres">
      <dgm:prSet presAssocID="{C72205F3-31CB-4918-9301-BCB86661936C}" presName="sibTrans" presStyleCnt="0"/>
      <dgm:spPr/>
    </dgm:pt>
    <dgm:pt modelId="{36819A52-48C7-584C-97C8-558767CDAFFE}" type="pres">
      <dgm:prSet presAssocID="{4F7328E3-68F7-4DF8-A604-F45FA21D683F}" presName="composite" presStyleCnt="0"/>
      <dgm:spPr/>
    </dgm:pt>
    <dgm:pt modelId="{253F5469-1526-CF45-B936-B6AE2615534E}" type="pres">
      <dgm:prSet presAssocID="{4F7328E3-68F7-4DF8-A604-F45FA21D683F}" presName="Accent" presStyleLbl="alignAcc1" presStyleIdx="2" presStyleCnt="5"/>
      <dgm:spPr/>
    </dgm:pt>
    <dgm:pt modelId="{EC4BFA1A-F362-ED4C-BBBC-E9A4FCD26758}" type="pres">
      <dgm:prSet presAssocID="{4F7328E3-68F7-4DF8-A604-F45FA21D683F}" presName="Image" presStyleLbl="node1" presStyleIdx="2" presStyleCnt="5"/>
      <dgm:spPr/>
    </dgm:pt>
    <dgm:pt modelId="{E4F19AC9-4B57-DA4B-9F73-02149A6A8F0A}" type="pres">
      <dgm:prSet presAssocID="{4F7328E3-68F7-4DF8-A604-F45FA21D683F}" presName="Child" presStyleLbl="revTx" presStyleIdx="2" presStyleCnt="5">
        <dgm:presLayoutVars>
          <dgm:bulletEnabled val="1"/>
        </dgm:presLayoutVars>
      </dgm:prSet>
      <dgm:spPr/>
    </dgm:pt>
    <dgm:pt modelId="{F68149BE-51CA-454A-AAFE-05F1CE326BED}" type="pres">
      <dgm:prSet presAssocID="{4F7328E3-68F7-4DF8-A604-F45FA21D683F}" presName="Parent" presStyleLbl="alignNode1" presStyleIdx="2" presStyleCnt="5">
        <dgm:presLayoutVars>
          <dgm:bulletEnabled val="1"/>
        </dgm:presLayoutVars>
      </dgm:prSet>
      <dgm:spPr/>
    </dgm:pt>
    <dgm:pt modelId="{44AC4651-17AA-7643-BE73-BACB477D47A6}" type="pres">
      <dgm:prSet presAssocID="{BA59F08D-603B-45CF-9AFE-931C70C5082A}" presName="sibTrans" presStyleCnt="0"/>
      <dgm:spPr/>
    </dgm:pt>
    <dgm:pt modelId="{4F9C651D-86F8-7D4B-9F62-001943B1B87D}" type="pres">
      <dgm:prSet presAssocID="{4E54B708-DA36-4417-BBDA-2B2F29A0FE2F}" presName="composite" presStyleCnt="0"/>
      <dgm:spPr/>
    </dgm:pt>
    <dgm:pt modelId="{FD6470C1-2109-644A-9F18-AB143ADEEA46}" type="pres">
      <dgm:prSet presAssocID="{4E54B708-DA36-4417-BBDA-2B2F29A0FE2F}" presName="Accent" presStyleLbl="alignAcc1" presStyleIdx="3" presStyleCnt="5"/>
      <dgm:spPr/>
    </dgm:pt>
    <dgm:pt modelId="{F80FDFDE-F910-514B-891F-19BCE9E20DAB}" type="pres">
      <dgm:prSet presAssocID="{4E54B708-DA36-4417-BBDA-2B2F29A0FE2F}" presName="Image" presStyleLbl="node1" presStyleIdx="3" presStyleCnt="5"/>
      <dgm:spPr/>
    </dgm:pt>
    <dgm:pt modelId="{F15F0019-9878-5E41-9A80-75A40B87997C}" type="pres">
      <dgm:prSet presAssocID="{4E54B708-DA36-4417-BBDA-2B2F29A0FE2F}" presName="Child" presStyleLbl="revTx" presStyleIdx="3" presStyleCnt="5">
        <dgm:presLayoutVars>
          <dgm:bulletEnabled val="1"/>
        </dgm:presLayoutVars>
      </dgm:prSet>
      <dgm:spPr/>
    </dgm:pt>
    <dgm:pt modelId="{5D58FC64-0341-3547-B338-44C0F2CADDE6}" type="pres">
      <dgm:prSet presAssocID="{4E54B708-DA36-4417-BBDA-2B2F29A0FE2F}" presName="Parent" presStyleLbl="alignNode1" presStyleIdx="3" presStyleCnt="5">
        <dgm:presLayoutVars>
          <dgm:bulletEnabled val="1"/>
        </dgm:presLayoutVars>
      </dgm:prSet>
      <dgm:spPr/>
    </dgm:pt>
    <dgm:pt modelId="{3D4B6D6F-4B57-644E-9F3C-F25F7F86FC4E}" type="pres">
      <dgm:prSet presAssocID="{DF8D5827-592B-46A6-A21F-30287AA16728}" presName="sibTrans" presStyleCnt="0"/>
      <dgm:spPr/>
    </dgm:pt>
    <dgm:pt modelId="{3BFE34FC-1016-AD49-80E8-3562CCE44603}" type="pres">
      <dgm:prSet presAssocID="{263EA1E3-6797-430C-A0DC-9C76F820A931}" presName="composite" presStyleCnt="0"/>
      <dgm:spPr/>
    </dgm:pt>
    <dgm:pt modelId="{73954A69-5E52-8944-8F18-7629C6ACA282}" type="pres">
      <dgm:prSet presAssocID="{263EA1E3-6797-430C-A0DC-9C76F820A931}" presName="Accent" presStyleLbl="alignAcc1" presStyleIdx="4" presStyleCnt="5"/>
      <dgm:spPr/>
    </dgm:pt>
    <dgm:pt modelId="{90FF172B-E331-1240-BF50-9D79554BC96E}" type="pres">
      <dgm:prSet presAssocID="{263EA1E3-6797-430C-A0DC-9C76F820A931}" presName="Image" presStyleLbl="node1" presStyleIdx="4" presStyleCnt="5"/>
      <dgm:spPr/>
    </dgm:pt>
    <dgm:pt modelId="{61FA352E-FD1B-D149-899E-836B38F575BB}" type="pres">
      <dgm:prSet presAssocID="{263EA1E3-6797-430C-A0DC-9C76F820A931}" presName="Child" presStyleLbl="revTx" presStyleIdx="4" presStyleCnt="5">
        <dgm:presLayoutVars>
          <dgm:bulletEnabled val="1"/>
        </dgm:presLayoutVars>
      </dgm:prSet>
      <dgm:spPr/>
    </dgm:pt>
    <dgm:pt modelId="{F69143D2-3379-AE43-899D-F6B182798D5C}" type="pres">
      <dgm:prSet presAssocID="{263EA1E3-6797-430C-A0DC-9C76F820A931}" presName="Parent" presStyleLbl="alignNode1" presStyleIdx="4" presStyleCnt="5">
        <dgm:presLayoutVars>
          <dgm:bulletEnabled val="1"/>
        </dgm:presLayoutVars>
      </dgm:prSet>
      <dgm:spPr/>
    </dgm:pt>
  </dgm:ptLst>
  <dgm:cxnLst>
    <dgm:cxn modelId="{A0151B04-B209-5B4F-B6E9-ED5A291145F2}" type="presOf" srcId="{263EA1E3-6797-430C-A0DC-9C76F820A931}" destId="{F69143D2-3379-AE43-899D-F6B182798D5C}" srcOrd="0" destOrd="0" presId="urn:microsoft.com/office/officeart/2008/layout/TitlePictureLineup"/>
    <dgm:cxn modelId="{10E32C12-782D-C143-847E-03990374AF20}" type="presOf" srcId="{4F7328E3-68F7-4DF8-A604-F45FA21D683F}" destId="{F68149BE-51CA-454A-AAFE-05F1CE326BED}" srcOrd="0" destOrd="0" presId="urn:microsoft.com/office/officeart/2008/layout/TitlePictureLineup"/>
    <dgm:cxn modelId="{76FC6619-8338-C542-B6EF-F4B2EF72B4A6}" type="presOf" srcId="{DE798E02-1270-4A06-848F-EC80591370D1}" destId="{EF3FD977-D2F2-AB44-B9AE-2F345C9CE6C4}" srcOrd="0" destOrd="0" presId="urn:microsoft.com/office/officeart/2008/layout/TitlePictureLineup"/>
    <dgm:cxn modelId="{C0E5311B-4038-1242-A476-40C120999071}" type="presOf" srcId="{1BCB7F9A-C17A-4822-A075-F24C3F66A970}" destId="{8FEAEC88-9504-5B45-911C-8CCD9973B538}" srcOrd="0" destOrd="0" presId="urn:microsoft.com/office/officeart/2008/layout/TitlePictureLineup"/>
    <dgm:cxn modelId="{19B1062B-05ED-4086-B88B-23D7C1159937}" srcId="{DE798E02-1270-4A06-848F-EC80591370D1}" destId="{4E54B708-DA36-4417-BBDA-2B2F29A0FE2F}" srcOrd="3" destOrd="0" parTransId="{A24E2B46-11B1-4722-80B5-37758C89C4B5}" sibTransId="{DF8D5827-592B-46A6-A21F-30287AA16728}"/>
    <dgm:cxn modelId="{EB882140-661F-40AC-9A99-B64F7D576990}" srcId="{DE798E02-1270-4A06-848F-EC80591370D1}" destId="{1BCB7F9A-C17A-4822-A075-F24C3F66A970}" srcOrd="0" destOrd="0" parTransId="{11C21BDF-3617-43B0-876C-4542F877EA14}" sibTransId="{98AD1343-2FC2-4AB7-B32F-7EED42DAA169}"/>
    <dgm:cxn modelId="{EBF1456E-F0B6-9842-ABA7-E7176C49A6AA}" type="presOf" srcId="{4E54B708-DA36-4417-BBDA-2B2F29A0FE2F}" destId="{5D58FC64-0341-3547-B338-44C0F2CADDE6}" srcOrd="0" destOrd="0" presId="urn:microsoft.com/office/officeart/2008/layout/TitlePictureLineup"/>
    <dgm:cxn modelId="{E77B9C8C-CDA8-E440-9FEF-9816A6AF857B}" type="presOf" srcId="{9F4DB508-C4B8-4DF5-A656-6DC6091E1282}" destId="{9A68818D-1FE2-3947-BBCA-45BBA0F7C965}" srcOrd="0" destOrd="0" presId="urn:microsoft.com/office/officeart/2008/layout/TitlePictureLineup"/>
    <dgm:cxn modelId="{593187A1-4B8A-4910-8B36-82D967AE5305}" srcId="{DE798E02-1270-4A06-848F-EC80591370D1}" destId="{263EA1E3-6797-430C-A0DC-9C76F820A931}" srcOrd="4" destOrd="0" parTransId="{5D553F73-7E8E-4C60-B15F-42BED8367BD1}" sibTransId="{040F8C49-DF28-4A9E-994D-F94F96B3AA98}"/>
    <dgm:cxn modelId="{D526B5A3-97B6-43EA-9725-5CF72DEA0D16}" srcId="{DE798E02-1270-4A06-848F-EC80591370D1}" destId="{9F4DB508-C4B8-4DF5-A656-6DC6091E1282}" srcOrd="1" destOrd="0" parTransId="{2ACD73AB-5073-4D17-8324-8F3480CAD299}" sibTransId="{C72205F3-31CB-4918-9301-BCB86661936C}"/>
    <dgm:cxn modelId="{B0405FD3-04DF-4615-B87C-7BF5F8997A68}" srcId="{DE798E02-1270-4A06-848F-EC80591370D1}" destId="{4F7328E3-68F7-4DF8-A604-F45FA21D683F}" srcOrd="2" destOrd="0" parTransId="{75807CBA-E454-45AF-8AE7-9F0F4F005628}" sibTransId="{BA59F08D-603B-45CF-9AFE-931C70C5082A}"/>
    <dgm:cxn modelId="{8E54F8D0-B142-1F4D-BC7C-8F3F03737C6C}" type="presParOf" srcId="{EF3FD977-D2F2-AB44-B9AE-2F345C9CE6C4}" destId="{C91769E1-C09C-8F4E-B6A0-67A4CFFCCD05}" srcOrd="0" destOrd="0" presId="urn:microsoft.com/office/officeart/2008/layout/TitlePictureLineup"/>
    <dgm:cxn modelId="{92560896-4D66-A841-9100-537203A9452A}" type="presParOf" srcId="{C91769E1-C09C-8F4E-B6A0-67A4CFFCCD05}" destId="{A8DBA789-9036-8F4F-9F43-28F4DAAD3CDE}" srcOrd="0" destOrd="0" presId="urn:microsoft.com/office/officeart/2008/layout/TitlePictureLineup"/>
    <dgm:cxn modelId="{52FBBF5D-2156-4040-8B85-3368D54D388F}" type="presParOf" srcId="{C91769E1-C09C-8F4E-B6A0-67A4CFFCCD05}" destId="{B76F1297-531A-6744-AEE5-9F78F38FE890}" srcOrd="1" destOrd="0" presId="urn:microsoft.com/office/officeart/2008/layout/TitlePictureLineup"/>
    <dgm:cxn modelId="{FBBFE2E0-BE1E-A844-9D47-33D5BF077A72}" type="presParOf" srcId="{C91769E1-C09C-8F4E-B6A0-67A4CFFCCD05}" destId="{C809878A-993E-EA4E-B696-7D44C2F0E7DF}" srcOrd="2" destOrd="0" presId="urn:microsoft.com/office/officeart/2008/layout/TitlePictureLineup"/>
    <dgm:cxn modelId="{84BF887D-1B8E-1546-A566-3E7678D6F5EC}" type="presParOf" srcId="{C91769E1-C09C-8F4E-B6A0-67A4CFFCCD05}" destId="{8FEAEC88-9504-5B45-911C-8CCD9973B538}" srcOrd="3" destOrd="0" presId="urn:microsoft.com/office/officeart/2008/layout/TitlePictureLineup"/>
    <dgm:cxn modelId="{0F21879E-C975-9842-87BD-97FCE717D5FD}" type="presParOf" srcId="{EF3FD977-D2F2-AB44-B9AE-2F345C9CE6C4}" destId="{E842DAEE-544A-DF45-A776-A2D24E6885AF}" srcOrd="1" destOrd="0" presId="urn:microsoft.com/office/officeart/2008/layout/TitlePictureLineup"/>
    <dgm:cxn modelId="{3F39A8F1-1773-0D44-BD76-F7C631A3B2E9}" type="presParOf" srcId="{EF3FD977-D2F2-AB44-B9AE-2F345C9CE6C4}" destId="{31167ABE-0FC3-3744-9885-EC33220F0197}" srcOrd="2" destOrd="0" presId="urn:microsoft.com/office/officeart/2008/layout/TitlePictureLineup"/>
    <dgm:cxn modelId="{02AC8D11-EADB-CA41-89D0-FB4188F5FECE}" type="presParOf" srcId="{31167ABE-0FC3-3744-9885-EC33220F0197}" destId="{3B03E420-3371-A847-AA87-92100FB4A918}" srcOrd="0" destOrd="0" presId="urn:microsoft.com/office/officeart/2008/layout/TitlePictureLineup"/>
    <dgm:cxn modelId="{77791FAA-8A72-7E4B-BEE5-D9AAA43B72EB}" type="presParOf" srcId="{31167ABE-0FC3-3744-9885-EC33220F0197}" destId="{698256C1-4E33-DC43-8967-713864FF2FDC}" srcOrd="1" destOrd="0" presId="urn:microsoft.com/office/officeart/2008/layout/TitlePictureLineup"/>
    <dgm:cxn modelId="{0974A41C-48EB-3A4D-B486-E57E7A745461}" type="presParOf" srcId="{31167ABE-0FC3-3744-9885-EC33220F0197}" destId="{3DE5E91C-4E79-B34B-BEC0-A598B7BF2A3F}" srcOrd="2" destOrd="0" presId="urn:microsoft.com/office/officeart/2008/layout/TitlePictureLineup"/>
    <dgm:cxn modelId="{001D257C-FB39-9F4A-B664-12771F43A748}" type="presParOf" srcId="{31167ABE-0FC3-3744-9885-EC33220F0197}" destId="{9A68818D-1FE2-3947-BBCA-45BBA0F7C965}" srcOrd="3" destOrd="0" presId="urn:microsoft.com/office/officeart/2008/layout/TitlePictureLineup"/>
    <dgm:cxn modelId="{54CF2A76-8471-1541-AB16-FFBACAACEDDC}" type="presParOf" srcId="{EF3FD977-D2F2-AB44-B9AE-2F345C9CE6C4}" destId="{3E7B1615-7BDF-BB41-94F3-74DDCE9233C0}" srcOrd="3" destOrd="0" presId="urn:microsoft.com/office/officeart/2008/layout/TitlePictureLineup"/>
    <dgm:cxn modelId="{EEAA93E0-AA4C-5746-8928-F97BFBAE09C8}" type="presParOf" srcId="{EF3FD977-D2F2-AB44-B9AE-2F345C9CE6C4}" destId="{36819A52-48C7-584C-97C8-558767CDAFFE}" srcOrd="4" destOrd="0" presId="urn:microsoft.com/office/officeart/2008/layout/TitlePictureLineup"/>
    <dgm:cxn modelId="{3E5ABC76-4BAA-4B40-82C0-49F45B022D51}" type="presParOf" srcId="{36819A52-48C7-584C-97C8-558767CDAFFE}" destId="{253F5469-1526-CF45-B936-B6AE2615534E}" srcOrd="0" destOrd="0" presId="urn:microsoft.com/office/officeart/2008/layout/TitlePictureLineup"/>
    <dgm:cxn modelId="{F9AFE491-2E6D-274C-B03C-F0B050751D7C}" type="presParOf" srcId="{36819A52-48C7-584C-97C8-558767CDAFFE}" destId="{EC4BFA1A-F362-ED4C-BBBC-E9A4FCD26758}" srcOrd="1" destOrd="0" presId="urn:microsoft.com/office/officeart/2008/layout/TitlePictureLineup"/>
    <dgm:cxn modelId="{9B4B034F-88F4-0D41-8A0A-A55448C03D86}" type="presParOf" srcId="{36819A52-48C7-584C-97C8-558767CDAFFE}" destId="{E4F19AC9-4B57-DA4B-9F73-02149A6A8F0A}" srcOrd="2" destOrd="0" presId="urn:microsoft.com/office/officeart/2008/layout/TitlePictureLineup"/>
    <dgm:cxn modelId="{7A8ADF86-06F0-414F-83C7-9FEA3C25DE7E}" type="presParOf" srcId="{36819A52-48C7-584C-97C8-558767CDAFFE}" destId="{F68149BE-51CA-454A-AAFE-05F1CE326BED}" srcOrd="3" destOrd="0" presId="urn:microsoft.com/office/officeart/2008/layout/TitlePictureLineup"/>
    <dgm:cxn modelId="{6C0B4877-FE3F-9444-80C4-3C0B73E9E199}" type="presParOf" srcId="{EF3FD977-D2F2-AB44-B9AE-2F345C9CE6C4}" destId="{44AC4651-17AA-7643-BE73-BACB477D47A6}" srcOrd="5" destOrd="0" presId="urn:microsoft.com/office/officeart/2008/layout/TitlePictureLineup"/>
    <dgm:cxn modelId="{01ED466A-4A3B-1D48-9A8B-4CC313916F2B}" type="presParOf" srcId="{EF3FD977-D2F2-AB44-B9AE-2F345C9CE6C4}" destId="{4F9C651D-86F8-7D4B-9F62-001943B1B87D}" srcOrd="6" destOrd="0" presId="urn:microsoft.com/office/officeart/2008/layout/TitlePictureLineup"/>
    <dgm:cxn modelId="{CA74CBF6-BF85-4A43-BED3-483426E7CB61}" type="presParOf" srcId="{4F9C651D-86F8-7D4B-9F62-001943B1B87D}" destId="{FD6470C1-2109-644A-9F18-AB143ADEEA46}" srcOrd="0" destOrd="0" presId="urn:microsoft.com/office/officeart/2008/layout/TitlePictureLineup"/>
    <dgm:cxn modelId="{5E9E7716-F779-0A4C-832F-742A83749DAE}" type="presParOf" srcId="{4F9C651D-86F8-7D4B-9F62-001943B1B87D}" destId="{F80FDFDE-F910-514B-891F-19BCE9E20DAB}" srcOrd="1" destOrd="0" presId="urn:microsoft.com/office/officeart/2008/layout/TitlePictureLineup"/>
    <dgm:cxn modelId="{A0BE6E38-E937-B14E-ACEC-CC66C13D8B27}" type="presParOf" srcId="{4F9C651D-86F8-7D4B-9F62-001943B1B87D}" destId="{F15F0019-9878-5E41-9A80-75A40B87997C}" srcOrd="2" destOrd="0" presId="urn:microsoft.com/office/officeart/2008/layout/TitlePictureLineup"/>
    <dgm:cxn modelId="{82EEB71B-5429-7F49-A800-F59FFA026A05}" type="presParOf" srcId="{4F9C651D-86F8-7D4B-9F62-001943B1B87D}" destId="{5D58FC64-0341-3547-B338-44C0F2CADDE6}" srcOrd="3" destOrd="0" presId="urn:microsoft.com/office/officeart/2008/layout/TitlePictureLineup"/>
    <dgm:cxn modelId="{CD42CEF2-E72B-884B-ABD5-FF43877EA640}" type="presParOf" srcId="{EF3FD977-D2F2-AB44-B9AE-2F345C9CE6C4}" destId="{3D4B6D6F-4B57-644E-9F3C-F25F7F86FC4E}" srcOrd="7" destOrd="0" presId="urn:microsoft.com/office/officeart/2008/layout/TitlePictureLineup"/>
    <dgm:cxn modelId="{68F9AEE6-2EF7-E949-85EA-8D4CB3DF1218}" type="presParOf" srcId="{EF3FD977-D2F2-AB44-B9AE-2F345C9CE6C4}" destId="{3BFE34FC-1016-AD49-80E8-3562CCE44603}" srcOrd="8" destOrd="0" presId="urn:microsoft.com/office/officeart/2008/layout/TitlePictureLineup"/>
    <dgm:cxn modelId="{4493BC3B-05E2-7E4B-A754-F554D7172EA9}" type="presParOf" srcId="{3BFE34FC-1016-AD49-80E8-3562CCE44603}" destId="{73954A69-5E52-8944-8F18-7629C6ACA282}" srcOrd="0" destOrd="0" presId="urn:microsoft.com/office/officeart/2008/layout/TitlePictureLineup"/>
    <dgm:cxn modelId="{7677F117-D420-804E-B2F3-1BAE5349F704}" type="presParOf" srcId="{3BFE34FC-1016-AD49-80E8-3562CCE44603}" destId="{90FF172B-E331-1240-BF50-9D79554BC96E}" srcOrd="1" destOrd="0" presId="urn:microsoft.com/office/officeart/2008/layout/TitlePictureLineup"/>
    <dgm:cxn modelId="{4A63F9F1-91A0-D04E-9720-785FC43F98B4}" type="presParOf" srcId="{3BFE34FC-1016-AD49-80E8-3562CCE44603}" destId="{61FA352E-FD1B-D149-899E-836B38F575BB}" srcOrd="2" destOrd="0" presId="urn:microsoft.com/office/officeart/2008/layout/TitlePictureLineup"/>
    <dgm:cxn modelId="{7BF2E032-F2EB-244D-96F4-F32F6D09336F}" type="presParOf" srcId="{3BFE34FC-1016-AD49-80E8-3562CCE44603}" destId="{F69143D2-3379-AE43-899D-F6B182798D5C}" srcOrd="3" destOrd="0" presId="urn:microsoft.com/office/officeart/2008/layout/TitlePictureLineup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0.xml><?xml version="1.0" encoding="utf-8"?>
<dgm:dataModel xmlns:dgm="http://schemas.openxmlformats.org/drawingml/2006/diagram" xmlns:a="http://schemas.openxmlformats.org/drawingml/2006/main">
  <dgm:ptLst>
    <dgm:pt modelId="{11843CD3-5280-4275-9011-5E0AE41B99D4}" type="doc">
      <dgm:prSet loTypeId="urn:microsoft.com/office/officeart/2008/layout/PictureLineup" qsTypeId="urn:microsoft.com/office/officeart/2005/8/quickstyle/simple2" csTypeId="urn:microsoft.com/office/officeart/2005/8/colors/accent1_2"/>
      <dgm:spPr/>
    </dgm:pt>
    <dgm:pt modelId="{FF67085A-707A-4556-98BF-10E50E4202CA}">
      <dgm:prSet/>
      <dgm:spPr/>
      <dgm:t>
        <a:bodyPr/>
        <a:lstStyle/>
        <a:p>
          <a:r>
            <a:t>Research</a:t>
          </a:r>
        </a:p>
      </dgm:t>
    </dgm:pt>
    <dgm:pt modelId="{28B54FAA-A2E8-4B71-9CDD-D215320230A7}" type="parTrans" cxnId="{28965E17-F29F-4049-AEBC-A738A7765206}">
      <dgm:prSet/>
      <dgm:spPr/>
      <dgm:t>
        <a:bodyPr/>
        <a:lstStyle/>
        <a:p>
          <a:endParaRPr/>
        </a:p>
      </dgm:t>
    </dgm:pt>
    <dgm:pt modelId="{5B6319FC-53CD-4234-81DE-E4728E0C0118}" type="sibTrans" cxnId="{28965E17-F29F-4049-AEBC-A738A7765206}">
      <dgm:prSet/>
      <dgm:spPr/>
      <dgm:t>
        <a:bodyPr/>
        <a:lstStyle/>
        <a:p>
          <a:endParaRPr/>
        </a:p>
      </dgm:t>
    </dgm:pt>
    <dgm:pt modelId="{A36B9B75-3A9D-42CC-B6AC-24EF1E773FF2}">
      <dgm:prSet/>
      <dgm:spPr/>
      <dgm:t>
        <a:bodyPr/>
        <a:lstStyle/>
        <a:p>
          <a:r>
            <a:t>Workshop</a:t>
          </a:r>
        </a:p>
      </dgm:t>
    </dgm:pt>
    <dgm:pt modelId="{211DF3FA-462A-4CD7-8371-9343728C87E1}" type="parTrans" cxnId="{902BBDF9-AE6D-48E5-8662-46836C642612}">
      <dgm:prSet/>
      <dgm:spPr/>
      <dgm:t>
        <a:bodyPr/>
        <a:lstStyle/>
        <a:p>
          <a:endParaRPr/>
        </a:p>
      </dgm:t>
    </dgm:pt>
    <dgm:pt modelId="{A0A87C43-3A37-4B49-986F-9C9F990115B1}" type="sibTrans" cxnId="{902BBDF9-AE6D-48E5-8662-46836C642612}">
      <dgm:prSet/>
      <dgm:spPr/>
      <dgm:t>
        <a:bodyPr/>
        <a:lstStyle/>
        <a:p>
          <a:endParaRPr/>
        </a:p>
      </dgm:t>
    </dgm:pt>
    <dgm:pt modelId="{0C677CC4-F3A6-4EC0-8895-DDE5D4845D47}">
      <dgm:prSet/>
      <dgm:spPr/>
      <dgm:t>
        <a:bodyPr/>
        <a:lstStyle/>
        <a:p>
          <a:r>
            <a:t>Prototype</a:t>
          </a:r>
        </a:p>
      </dgm:t>
    </dgm:pt>
    <dgm:pt modelId="{EEB1F8BE-F08E-40B2-B2F7-B9337F03B293}" type="parTrans" cxnId="{BCB51B8E-B091-4A98-850C-5328F44B7A34}">
      <dgm:prSet/>
      <dgm:spPr/>
      <dgm:t>
        <a:bodyPr/>
        <a:lstStyle/>
        <a:p>
          <a:endParaRPr/>
        </a:p>
      </dgm:t>
    </dgm:pt>
    <dgm:pt modelId="{B5713D99-8A33-40D2-A655-AE9DCFE8B393}" type="sibTrans" cxnId="{BCB51B8E-B091-4A98-850C-5328F44B7A34}">
      <dgm:prSet/>
      <dgm:spPr/>
      <dgm:t>
        <a:bodyPr/>
        <a:lstStyle/>
        <a:p>
          <a:endParaRPr/>
        </a:p>
      </dgm:t>
    </dgm:pt>
    <dgm:pt modelId="{3E719B22-5D97-413F-9A18-1C151F0211B0}">
      <dgm:prSet/>
      <dgm:spPr/>
      <dgm:t>
        <a:bodyPr/>
        <a:lstStyle/>
        <a:p>
          <a:r>
            <a:t>Delivery</a:t>
          </a:r>
        </a:p>
      </dgm:t>
    </dgm:pt>
    <dgm:pt modelId="{702ABF42-ABAB-4ECB-82E2-FB93020DF9F4}" type="parTrans" cxnId="{DD186D68-68C1-4F84-A6CE-93A395A71222}">
      <dgm:prSet/>
      <dgm:spPr/>
      <dgm:t>
        <a:bodyPr/>
        <a:lstStyle/>
        <a:p>
          <a:endParaRPr/>
        </a:p>
      </dgm:t>
    </dgm:pt>
    <dgm:pt modelId="{052FFEFB-131A-471B-94E5-7B1179C671DB}" type="sibTrans" cxnId="{DD186D68-68C1-4F84-A6CE-93A395A71222}">
      <dgm:prSet/>
      <dgm:spPr/>
      <dgm:t>
        <a:bodyPr/>
        <a:lstStyle/>
        <a:p>
          <a:endParaRPr/>
        </a:p>
      </dgm:t>
    </dgm:pt>
    <dgm:pt modelId="{6F3A83AB-EAE4-423C-8FD7-E91DF8C9C0F6}">
      <dgm:prSet/>
      <dgm:spPr/>
      <dgm:t>
        <a:bodyPr/>
        <a:lstStyle/>
        <a:p>
          <a:r>
            <a:t>Learning</a:t>
          </a:r>
        </a:p>
      </dgm:t>
    </dgm:pt>
    <dgm:pt modelId="{8B3BBDE4-B7EE-4E9A-8047-C3EE5CE5F8DB}" type="parTrans" cxnId="{52F0286D-5509-446F-A8F4-2C6FC0911B50}">
      <dgm:prSet/>
      <dgm:spPr/>
      <dgm:t>
        <a:bodyPr/>
        <a:lstStyle/>
        <a:p>
          <a:endParaRPr/>
        </a:p>
      </dgm:t>
    </dgm:pt>
    <dgm:pt modelId="{8390E528-5583-44B9-ACFD-0F21649F8F60}" type="sibTrans" cxnId="{52F0286D-5509-446F-A8F4-2C6FC0911B50}">
      <dgm:prSet/>
      <dgm:spPr/>
      <dgm:t>
        <a:bodyPr/>
        <a:lstStyle/>
        <a:p>
          <a:endParaRPr/>
        </a:p>
      </dgm:t>
    </dgm:pt>
    <dgm:pt modelId="{4FDFF46B-6415-8A4E-BA75-FC1F6EF50A40}" type="pres">
      <dgm:prSet presAssocID="{11843CD3-5280-4275-9011-5E0AE41B99D4}" presName="Name0" presStyleCnt="0">
        <dgm:presLayoutVars>
          <dgm:chMax/>
          <dgm:chPref/>
          <dgm:dir/>
          <dgm:animLvl val="lvl"/>
          <dgm:resizeHandles val="exact"/>
        </dgm:presLayoutVars>
      </dgm:prSet>
      <dgm:spPr/>
    </dgm:pt>
    <dgm:pt modelId="{3920F6A7-4F18-1E40-9CF2-243E5EFC8B3C}" type="pres">
      <dgm:prSet presAssocID="{FF67085A-707A-4556-98BF-10E50E4202CA}" presName="composite" presStyleCnt="0"/>
      <dgm:spPr/>
    </dgm:pt>
    <dgm:pt modelId="{EA5B617A-CE5B-C747-B683-89161162E683}" type="pres">
      <dgm:prSet presAssocID="{FF67085A-707A-4556-98BF-10E50E4202CA}" presName="Image" presStyleLbl="alignNode1" presStyleIdx="0" presStyleCnt="5"/>
      <dgm:spPr/>
    </dgm:pt>
    <dgm:pt modelId="{1571CA59-6401-F545-8175-418AA43B2880}" type="pres">
      <dgm:prSet presAssocID="{FF67085A-707A-4556-98BF-10E50E4202CA}" presName="Accent" presStyleLbl="parChTrans1D1" presStyleIdx="0" presStyleCnt="5"/>
      <dgm:spPr/>
    </dgm:pt>
    <dgm:pt modelId="{EA79DCED-E85E-414A-8210-1CD4160CA92B}" type="pres">
      <dgm:prSet presAssocID="{FF67085A-707A-4556-98BF-10E50E4202CA}" presName="Paren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15DED519-BB63-F448-B431-98D2B089E978}" type="pres">
      <dgm:prSet presAssocID="{5B6319FC-53CD-4234-81DE-E4728E0C0118}" presName="sibTrans" presStyleCnt="0"/>
      <dgm:spPr/>
    </dgm:pt>
    <dgm:pt modelId="{E168363A-C4A2-C74F-9DAD-79956E657379}" type="pres">
      <dgm:prSet presAssocID="{A36B9B75-3A9D-42CC-B6AC-24EF1E773FF2}" presName="composite" presStyleCnt="0"/>
      <dgm:spPr/>
    </dgm:pt>
    <dgm:pt modelId="{2CC76440-49A0-814C-937E-9776FA10C72D}" type="pres">
      <dgm:prSet presAssocID="{A36B9B75-3A9D-42CC-B6AC-24EF1E773FF2}" presName="Image" presStyleLbl="alignNode1" presStyleIdx="1" presStyleCnt="5"/>
      <dgm:spPr/>
    </dgm:pt>
    <dgm:pt modelId="{3B19015E-7F80-3B4D-8E75-6D29D20D1134}" type="pres">
      <dgm:prSet presAssocID="{A36B9B75-3A9D-42CC-B6AC-24EF1E773FF2}" presName="Accent" presStyleLbl="parChTrans1D1" presStyleIdx="1" presStyleCnt="5"/>
      <dgm:spPr/>
    </dgm:pt>
    <dgm:pt modelId="{5A60CCAA-BDE9-F747-9AA0-16E151ECD610}" type="pres">
      <dgm:prSet presAssocID="{A36B9B75-3A9D-42CC-B6AC-24EF1E773FF2}" presName="Paren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91DBF739-ACE3-C241-96EE-8EB0400730BA}" type="pres">
      <dgm:prSet presAssocID="{A0A87C43-3A37-4B49-986F-9C9F990115B1}" presName="sibTrans" presStyleCnt="0"/>
      <dgm:spPr/>
    </dgm:pt>
    <dgm:pt modelId="{F844C0CA-F40B-774E-B46C-C7E2E5330086}" type="pres">
      <dgm:prSet presAssocID="{0C677CC4-F3A6-4EC0-8895-DDE5D4845D47}" presName="composite" presStyleCnt="0"/>
      <dgm:spPr/>
    </dgm:pt>
    <dgm:pt modelId="{B3229BE2-F8BB-F146-8C17-00D94E77EFD4}" type="pres">
      <dgm:prSet presAssocID="{0C677CC4-F3A6-4EC0-8895-DDE5D4845D47}" presName="Image" presStyleLbl="alignNode1" presStyleIdx="2" presStyleCnt="5"/>
      <dgm:spPr/>
    </dgm:pt>
    <dgm:pt modelId="{485C1C8D-EB3C-374B-9AA9-20440E93839F}" type="pres">
      <dgm:prSet presAssocID="{0C677CC4-F3A6-4EC0-8895-DDE5D4845D47}" presName="Accent" presStyleLbl="parChTrans1D1" presStyleIdx="2" presStyleCnt="5"/>
      <dgm:spPr/>
    </dgm:pt>
    <dgm:pt modelId="{6E3C5862-2ADB-A54A-AA6B-BACDD1625730}" type="pres">
      <dgm:prSet presAssocID="{0C677CC4-F3A6-4EC0-8895-DDE5D4845D47}" presName="Paren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2C46950A-2F36-7147-A16F-83A191987029}" type="pres">
      <dgm:prSet presAssocID="{B5713D99-8A33-40D2-A655-AE9DCFE8B393}" presName="sibTrans" presStyleCnt="0"/>
      <dgm:spPr/>
    </dgm:pt>
    <dgm:pt modelId="{9C72610D-10D7-2544-9673-777BB83018E2}" type="pres">
      <dgm:prSet presAssocID="{3E719B22-5D97-413F-9A18-1C151F0211B0}" presName="composite" presStyleCnt="0"/>
      <dgm:spPr/>
    </dgm:pt>
    <dgm:pt modelId="{DD35885C-9700-164D-AADF-820A0B32868E}" type="pres">
      <dgm:prSet presAssocID="{3E719B22-5D97-413F-9A18-1C151F0211B0}" presName="Image" presStyleLbl="alignNode1" presStyleIdx="3" presStyleCnt="5"/>
      <dgm:spPr/>
    </dgm:pt>
    <dgm:pt modelId="{10EE64C7-1672-C547-9ADC-E66B1C28D81F}" type="pres">
      <dgm:prSet presAssocID="{3E719B22-5D97-413F-9A18-1C151F0211B0}" presName="Accent" presStyleLbl="parChTrans1D1" presStyleIdx="3" presStyleCnt="5"/>
      <dgm:spPr/>
    </dgm:pt>
    <dgm:pt modelId="{AD8D21E1-B052-AC49-9C4F-910297E193DE}" type="pres">
      <dgm:prSet presAssocID="{3E719B22-5D97-413F-9A18-1C151F0211B0}" presName="Paren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A1212194-D450-A944-AD17-9FDA1B66F738}" type="pres">
      <dgm:prSet presAssocID="{052FFEFB-131A-471B-94E5-7B1179C671DB}" presName="sibTrans" presStyleCnt="0"/>
      <dgm:spPr/>
    </dgm:pt>
    <dgm:pt modelId="{0344D350-F4DF-2B42-9862-7D1DCAD5AC67}" type="pres">
      <dgm:prSet presAssocID="{6F3A83AB-EAE4-423C-8FD7-E91DF8C9C0F6}" presName="composite" presStyleCnt="0"/>
      <dgm:spPr/>
    </dgm:pt>
    <dgm:pt modelId="{2F8BD4A8-6CD1-9C42-91E7-6B0FA0B227A3}" type="pres">
      <dgm:prSet presAssocID="{6F3A83AB-EAE4-423C-8FD7-E91DF8C9C0F6}" presName="Image" presStyleLbl="alignNode1" presStyleIdx="4" presStyleCnt="5"/>
      <dgm:spPr/>
    </dgm:pt>
    <dgm:pt modelId="{FC005C08-65FA-7F40-B3D5-A93B002B3295}" type="pres">
      <dgm:prSet presAssocID="{6F3A83AB-EAE4-423C-8FD7-E91DF8C9C0F6}" presName="Accent" presStyleLbl="parChTrans1D1" presStyleIdx="4" presStyleCnt="5"/>
      <dgm:spPr/>
    </dgm:pt>
    <dgm:pt modelId="{068A8518-0244-444A-8140-7C38F7AB1D9D}" type="pres">
      <dgm:prSet presAssocID="{6F3A83AB-EAE4-423C-8FD7-E91DF8C9C0F6}" presName="Paren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965E17-F29F-4049-AEBC-A738A7765206}" srcId="{11843CD3-5280-4275-9011-5E0AE41B99D4}" destId="{FF67085A-707A-4556-98BF-10E50E4202CA}" srcOrd="0" destOrd="0" parTransId="{28B54FAA-A2E8-4B71-9CDD-D215320230A7}" sibTransId="{5B6319FC-53CD-4234-81DE-E4728E0C0118}"/>
    <dgm:cxn modelId="{0189444F-43E9-0746-836F-B7D2FFE7EFF1}" type="presOf" srcId="{A36B9B75-3A9D-42CC-B6AC-24EF1E773FF2}" destId="{5A60CCAA-BDE9-F747-9AA0-16E151ECD610}" srcOrd="0" destOrd="0" presId="urn:microsoft.com/office/officeart/2008/layout/PictureLineup"/>
    <dgm:cxn modelId="{DD186D68-68C1-4F84-A6CE-93A395A71222}" srcId="{11843CD3-5280-4275-9011-5E0AE41B99D4}" destId="{3E719B22-5D97-413F-9A18-1C151F0211B0}" srcOrd="3" destOrd="0" parTransId="{702ABF42-ABAB-4ECB-82E2-FB93020DF9F4}" sibTransId="{052FFEFB-131A-471B-94E5-7B1179C671DB}"/>
    <dgm:cxn modelId="{52F0286D-5509-446F-A8F4-2C6FC0911B50}" srcId="{11843CD3-5280-4275-9011-5E0AE41B99D4}" destId="{6F3A83AB-EAE4-423C-8FD7-E91DF8C9C0F6}" srcOrd="4" destOrd="0" parTransId="{8B3BBDE4-B7EE-4E9A-8047-C3EE5CE5F8DB}" sibTransId="{8390E528-5583-44B9-ACFD-0F21649F8F60}"/>
    <dgm:cxn modelId="{2BF20075-DA28-F84B-8961-AF4B43B58B2A}" type="presOf" srcId="{6F3A83AB-EAE4-423C-8FD7-E91DF8C9C0F6}" destId="{068A8518-0244-444A-8140-7C38F7AB1D9D}" srcOrd="0" destOrd="0" presId="urn:microsoft.com/office/officeart/2008/layout/PictureLineup"/>
    <dgm:cxn modelId="{BCB51B8E-B091-4A98-850C-5328F44B7A34}" srcId="{11843CD3-5280-4275-9011-5E0AE41B99D4}" destId="{0C677CC4-F3A6-4EC0-8895-DDE5D4845D47}" srcOrd="2" destOrd="0" parTransId="{EEB1F8BE-F08E-40B2-B2F7-B9337F03B293}" sibTransId="{B5713D99-8A33-40D2-A655-AE9DCFE8B393}"/>
    <dgm:cxn modelId="{AC796892-FDC9-FD49-A9A4-15008DAFC52D}" type="presOf" srcId="{0C677CC4-F3A6-4EC0-8895-DDE5D4845D47}" destId="{6E3C5862-2ADB-A54A-AA6B-BACDD1625730}" srcOrd="0" destOrd="0" presId="urn:microsoft.com/office/officeart/2008/layout/PictureLineup"/>
    <dgm:cxn modelId="{16B273AC-CB04-F141-B6FD-D779EAA51D44}" type="presOf" srcId="{FF67085A-707A-4556-98BF-10E50E4202CA}" destId="{EA79DCED-E85E-414A-8210-1CD4160CA92B}" srcOrd="0" destOrd="0" presId="urn:microsoft.com/office/officeart/2008/layout/PictureLineup"/>
    <dgm:cxn modelId="{BA9351BE-7EC0-AF40-828A-5574A96CA237}" type="presOf" srcId="{11843CD3-5280-4275-9011-5E0AE41B99D4}" destId="{4FDFF46B-6415-8A4E-BA75-FC1F6EF50A40}" srcOrd="0" destOrd="0" presId="urn:microsoft.com/office/officeart/2008/layout/PictureLineup"/>
    <dgm:cxn modelId="{372F6AD5-3E13-3346-9008-31C0E94F5251}" type="presOf" srcId="{3E719B22-5D97-413F-9A18-1C151F0211B0}" destId="{AD8D21E1-B052-AC49-9C4F-910297E193DE}" srcOrd="0" destOrd="0" presId="urn:microsoft.com/office/officeart/2008/layout/PictureLineup"/>
    <dgm:cxn modelId="{902BBDF9-AE6D-48E5-8662-46836C642612}" srcId="{11843CD3-5280-4275-9011-5E0AE41B99D4}" destId="{A36B9B75-3A9D-42CC-B6AC-24EF1E773FF2}" srcOrd="1" destOrd="0" parTransId="{211DF3FA-462A-4CD7-8371-9343728C87E1}" sibTransId="{A0A87C43-3A37-4B49-986F-9C9F990115B1}"/>
    <dgm:cxn modelId="{B09E1A0B-856E-0545-AA67-7B9E5F624413}" type="presParOf" srcId="{4FDFF46B-6415-8A4E-BA75-FC1F6EF50A40}" destId="{3920F6A7-4F18-1E40-9CF2-243E5EFC8B3C}" srcOrd="0" destOrd="0" presId="urn:microsoft.com/office/officeart/2008/layout/PictureLineup"/>
    <dgm:cxn modelId="{C2C98DF7-8817-A94C-B1FE-10AAD3078211}" type="presParOf" srcId="{3920F6A7-4F18-1E40-9CF2-243E5EFC8B3C}" destId="{EA5B617A-CE5B-C747-B683-89161162E683}" srcOrd="0" destOrd="0" presId="urn:microsoft.com/office/officeart/2008/layout/PictureLineup"/>
    <dgm:cxn modelId="{F76E2FC6-5080-9F46-B996-5F96C5F5D678}" type="presParOf" srcId="{3920F6A7-4F18-1E40-9CF2-243E5EFC8B3C}" destId="{1571CA59-6401-F545-8175-418AA43B2880}" srcOrd="1" destOrd="0" presId="urn:microsoft.com/office/officeart/2008/layout/PictureLineup"/>
    <dgm:cxn modelId="{8A28D070-9155-7C42-A0EF-695746A4CC67}" type="presParOf" srcId="{3920F6A7-4F18-1E40-9CF2-243E5EFC8B3C}" destId="{EA79DCED-E85E-414A-8210-1CD4160CA92B}" srcOrd="2" destOrd="0" presId="urn:microsoft.com/office/officeart/2008/layout/PictureLineup"/>
    <dgm:cxn modelId="{18468B1B-5A2F-2B40-9BD6-C9C7221A122E}" type="presParOf" srcId="{4FDFF46B-6415-8A4E-BA75-FC1F6EF50A40}" destId="{15DED519-BB63-F448-B431-98D2B089E978}" srcOrd="1" destOrd="0" presId="urn:microsoft.com/office/officeart/2008/layout/PictureLineup"/>
    <dgm:cxn modelId="{0D1B4649-E448-3340-B9DC-C4E28885C6BC}" type="presParOf" srcId="{4FDFF46B-6415-8A4E-BA75-FC1F6EF50A40}" destId="{E168363A-C4A2-C74F-9DAD-79956E657379}" srcOrd="2" destOrd="0" presId="urn:microsoft.com/office/officeart/2008/layout/PictureLineup"/>
    <dgm:cxn modelId="{E6A21835-AC9A-A248-B511-3975F976D753}" type="presParOf" srcId="{E168363A-C4A2-C74F-9DAD-79956E657379}" destId="{2CC76440-49A0-814C-937E-9776FA10C72D}" srcOrd="0" destOrd="0" presId="urn:microsoft.com/office/officeart/2008/layout/PictureLineup"/>
    <dgm:cxn modelId="{EECD11AF-B5C6-234A-99DF-1A60BF75C01C}" type="presParOf" srcId="{E168363A-C4A2-C74F-9DAD-79956E657379}" destId="{3B19015E-7F80-3B4D-8E75-6D29D20D1134}" srcOrd="1" destOrd="0" presId="urn:microsoft.com/office/officeart/2008/layout/PictureLineup"/>
    <dgm:cxn modelId="{D3DF8B0D-D193-DF48-9113-3D0C49E2906F}" type="presParOf" srcId="{E168363A-C4A2-C74F-9DAD-79956E657379}" destId="{5A60CCAA-BDE9-F747-9AA0-16E151ECD610}" srcOrd="2" destOrd="0" presId="urn:microsoft.com/office/officeart/2008/layout/PictureLineup"/>
    <dgm:cxn modelId="{5897D5B1-5C0F-DC48-B8DF-01AF4FF575C9}" type="presParOf" srcId="{4FDFF46B-6415-8A4E-BA75-FC1F6EF50A40}" destId="{91DBF739-ACE3-C241-96EE-8EB0400730BA}" srcOrd="3" destOrd="0" presId="urn:microsoft.com/office/officeart/2008/layout/PictureLineup"/>
    <dgm:cxn modelId="{05AA88D1-9553-5A43-BA1C-9CA55CD0BBCA}" type="presParOf" srcId="{4FDFF46B-6415-8A4E-BA75-FC1F6EF50A40}" destId="{F844C0CA-F40B-774E-B46C-C7E2E5330086}" srcOrd="4" destOrd="0" presId="urn:microsoft.com/office/officeart/2008/layout/PictureLineup"/>
    <dgm:cxn modelId="{024DC489-61E6-6D45-8562-BCA06CD85E22}" type="presParOf" srcId="{F844C0CA-F40B-774E-B46C-C7E2E5330086}" destId="{B3229BE2-F8BB-F146-8C17-00D94E77EFD4}" srcOrd="0" destOrd="0" presId="urn:microsoft.com/office/officeart/2008/layout/PictureLineup"/>
    <dgm:cxn modelId="{63C6126F-88E7-7542-9434-8967FC058A46}" type="presParOf" srcId="{F844C0CA-F40B-774E-B46C-C7E2E5330086}" destId="{485C1C8D-EB3C-374B-9AA9-20440E93839F}" srcOrd="1" destOrd="0" presId="urn:microsoft.com/office/officeart/2008/layout/PictureLineup"/>
    <dgm:cxn modelId="{4575FF7C-BFBE-054E-A45D-87D715828EEF}" type="presParOf" srcId="{F844C0CA-F40B-774E-B46C-C7E2E5330086}" destId="{6E3C5862-2ADB-A54A-AA6B-BACDD1625730}" srcOrd="2" destOrd="0" presId="urn:microsoft.com/office/officeart/2008/layout/PictureLineup"/>
    <dgm:cxn modelId="{1296AE71-49B3-F546-A2D1-66F2FB2C8C9D}" type="presParOf" srcId="{4FDFF46B-6415-8A4E-BA75-FC1F6EF50A40}" destId="{2C46950A-2F36-7147-A16F-83A191987029}" srcOrd="5" destOrd="0" presId="urn:microsoft.com/office/officeart/2008/layout/PictureLineup"/>
    <dgm:cxn modelId="{5E580790-F9D8-2745-9F39-FE871E145E14}" type="presParOf" srcId="{4FDFF46B-6415-8A4E-BA75-FC1F6EF50A40}" destId="{9C72610D-10D7-2544-9673-777BB83018E2}" srcOrd="6" destOrd="0" presId="urn:microsoft.com/office/officeart/2008/layout/PictureLineup"/>
    <dgm:cxn modelId="{3D17DCD8-7B09-C64C-9798-8EA05EF71B06}" type="presParOf" srcId="{9C72610D-10D7-2544-9673-777BB83018E2}" destId="{DD35885C-9700-164D-AADF-820A0B32868E}" srcOrd="0" destOrd="0" presId="urn:microsoft.com/office/officeart/2008/layout/PictureLineup"/>
    <dgm:cxn modelId="{4F4F8967-35F3-5B49-B350-4F3388D417F8}" type="presParOf" srcId="{9C72610D-10D7-2544-9673-777BB83018E2}" destId="{10EE64C7-1672-C547-9ADC-E66B1C28D81F}" srcOrd="1" destOrd="0" presId="urn:microsoft.com/office/officeart/2008/layout/PictureLineup"/>
    <dgm:cxn modelId="{42E6F2A4-3F6D-E04F-9769-3D0A16E02D9F}" type="presParOf" srcId="{9C72610D-10D7-2544-9673-777BB83018E2}" destId="{AD8D21E1-B052-AC49-9C4F-910297E193DE}" srcOrd="2" destOrd="0" presId="urn:microsoft.com/office/officeart/2008/layout/PictureLineup"/>
    <dgm:cxn modelId="{29E0F76A-697B-1147-8945-1A31437A30F5}" type="presParOf" srcId="{4FDFF46B-6415-8A4E-BA75-FC1F6EF50A40}" destId="{A1212194-D450-A944-AD17-9FDA1B66F738}" srcOrd="7" destOrd="0" presId="urn:microsoft.com/office/officeart/2008/layout/PictureLineup"/>
    <dgm:cxn modelId="{425F761D-BCA9-384A-96EE-CA2921C09EE0}" type="presParOf" srcId="{4FDFF46B-6415-8A4E-BA75-FC1F6EF50A40}" destId="{0344D350-F4DF-2B42-9862-7D1DCAD5AC67}" srcOrd="8" destOrd="0" presId="urn:microsoft.com/office/officeart/2008/layout/PictureLineup"/>
    <dgm:cxn modelId="{7E4C4BE1-0EEF-014E-8AD9-B4BE3E2032AA}" type="presParOf" srcId="{0344D350-F4DF-2B42-9862-7D1DCAD5AC67}" destId="{2F8BD4A8-6CD1-9C42-91E7-6B0FA0B227A3}" srcOrd="0" destOrd="0" presId="urn:microsoft.com/office/officeart/2008/layout/PictureLineup"/>
    <dgm:cxn modelId="{8F98DB13-B8C2-6942-A4D5-C7B6EDD82940}" type="presParOf" srcId="{0344D350-F4DF-2B42-9862-7D1DCAD5AC67}" destId="{FC005C08-65FA-7F40-B3D5-A93B002B3295}" srcOrd="1" destOrd="0" presId="urn:microsoft.com/office/officeart/2008/layout/PictureLineup"/>
    <dgm:cxn modelId="{5D3847D4-59E8-FE44-ACA3-E737CFBA84DF}" type="presParOf" srcId="{0344D350-F4DF-2B42-9862-7D1DCAD5AC67}" destId="{068A8518-0244-444A-8140-7C38F7AB1D9D}" srcOrd="2" destOrd="0" presId="urn:microsoft.com/office/officeart/2008/layout/PictureLineup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1.xml><?xml version="1.0" encoding="utf-8"?>
<dgm:dataModel xmlns:dgm="http://schemas.openxmlformats.org/drawingml/2006/diagram" xmlns:a="http://schemas.openxmlformats.org/drawingml/2006/main">
  <dgm:ptLst>
    <dgm:pt modelId="{3BCF7761-6294-4C46-B403-186066EB9345}" type="doc">
      <dgm:prSet loTypeId="urn:microsoft.com/office/officeart/2009/3/layout/FramedTextPicture" qsTypeId="urn:microsoft.com/office/officeart/2005/8/quickstyle/simple2" csTypeId="urn:microsoft.com/office/officeart/2005/8/colors/accent1_2"/>
      <dgm:spPr/>
    </dgm:pt>
    <dgm:pt modelId="{E1E2B264-74B4-452D-AA79-99B6064E3550}">
      <dgm:prSet/>
      <dgm:spPr/>
      <dgm:t>
        <a:bodyPr/>
        <a:lstStyle/>
        <a:p>
          <a:r>
            <a:t>Research</a:t>
          </a:r>
        </a:p>
      </dgm:t>
    </dgm:pt>
    <dgm:pt modelId="{B0EFD55F-7B18-4E5B-A160-A50B3E66551E}" type="parTrans" cxnId="{3DCDFFEB-1156-4B10-AF86-7800911A5E48}">
      <dgm:prSet/>
      <dgm:spPr/>
      <dgm:t>
        <a:bodyPr/>
        <a:lstStyle/>
        <a:p>
          <a:endParaRPr/>
        </a:p>
      </dgm:t>
    </dgm:pt>
    <dgm:pt modelId="{AC969CB6-326B-4E30-AA6B-BC3B38523AA2}" type="sibTrans" cxnId="{3DCDFFEB-1156-4B10-AF86-7800911A5E48}">
      <dgm:prSet/>
      <dgm:spPr/>
      <dgm:t>
        <a:bodyPr/>
        <a:lstStyle/>
        <a:p>
          <a:endParaRPr/>
        </a:p>
      </dgm:t>
    </dgm:pt>
    <dgm:pt modelId="{BE94C474-D4AA-4E18-B03B-2E4901073D4D}">
      <dgm:prSet/>
      <dgm:spPr/>
      <dgm:t>
        <a:bodyPr/>
        <a:lstStyle/>
        <a:p>
          <a:r>
            <a:t>Workshop</a:t>
          </a:r>
        </a:p>
      </dgm:t>
    </dgm:pt>
    <dgm:pt modelId="{918FCCA6-4A04-4A31-91FD-0A6322FA28B1}" type="parTrans" cxnId="{42E6B358-EAE7-47F3-B224-28DB3D6D2AEC}">
      <dgm:prSet/>
      <dgm:spPr/>
      <dgm:t>
        <a:bodyPr/>
        <a:lstStyle/>
        <a:p>
          <a:endParaRPr/>
        </a:p>
      </dgm:t>
    </dgm:pt>
    <dgm:pt modelId="{A538CC09-1C01-4756-B87E-9F2E9D3918EC}" type="sibTrans" cxnId="{42E6B358-EAE7-47F3-B224-28DB3D6D2AEC}">
      <dgm:prSet/>
      <dgm:spPr/>
      <dgm:t>
        <a:bodyPr/>
        <a:lstStyle/>
        <a:p>
          <a:endParaRPr/>
        </a:p>
      </dgm:t>
    </dgm:pt>
    <dgm:pt modelId="{6326D076-3D17-42EC-9157-D69CD2CE8126}">
      <dgm:prSet/>
      <dgm:spPr/>
      <dgm:t>
        <a:bodyPr/>
        <a:lstStyle/>
        <a:p>
          <a:r>
            <a:t>Prototype</a:t>
          </a:r>
        </a:p>
      </dgm:t>
    </dgm:pt>
    <dgm:pt modelId="{55F67917-CCC1-4620-BC6F-A2BAAFD0B1DF}" type="parTrans" cxnId="{0B15A514-5092-4785-B4E7-9240C1CB953F}">
      <dgm:prSet/>
      <dgm:spPr/>
      <dgm:t>
        <a:bodyPr/>
        <a:lstStyle/>
        <a:p>
          <a:endParaRPr/>
        </a:p>
      </dgm:t>
    </dgm:pt>
    <dgm:pt modelId="{F56D45AB-1084-4D9D-9595-62933AE81F18}" type="sibTrans" cxnId="{0B15A514-5092-4785-B4E7-9240C1CB953F}">
      <dgm:prSet/>
      <dgm:spPr/>
      <dgm:t>
        <a:bodyPr/>
        <a:lstStyle/>
        <a:p>
          <a:endParaRPr/>
        </a:p>
      </dgm:t>
    </dgm:pt>
    <dgm:pt modelId="{C8E5C2AA-E0F4-4B98-834F-BCF46DFB3AC5}">
      <dgm:prSet/>
      <dgm:spPr/>
      <dgm:t>
        <a:bodyPr/>
        <a:lstStyle/>
        <a:p>
          <a:r>
            <a:t>Delivery</a:t>
          </a:r>
        </a:p>
      </dgm:t>
    </dgm:pt>
    <dgm:pt modelId="{0906BADE-4E90-4A0E-A4E3-EC54F71F72F1}" type="parTrans" cxnId="{4D9500D8-C5F8-47E1-BD1B-39299C022FF0}">
      <dgm:prSet/>
      <dgm:spPr/>
      <dgm:t>
        <a:bodyPr/>
        <a:lstStyle/>
        <a:p>
          <a:endParaRPr/>
        </a:p>
      </dgm:t>
    </dgm:pt>
    <dgm:pt modelId="{83026E41-CB8E-4987-8DCE-EB0249E79ADE}" type="sibTrans" cxnId="{4D9500D8-C5F8-47E1-BD1B-39299C022FF0}">
      <dgm:prSet/>
      <dgm:spPr/>
      <dgm:t>
        <a:bodyPr/>
        <a:lstStyle/>
        <a:p>
          <a:endParaRPr/>
        </a:p>
      </dgm:t>
    </dgm:pt>
    <dgm:pt modelId="{6E42B603-7B96-46B8-9816-7F3B6897E4CA}">
      <dgm:prSet/>
      <dgm:spPr/>
      <dgm:t>
        <a:bodyPr/>
        <a:lstStyle/>
        <a:p>
          <a:r>
            <a:t>Learning</a:t>
          </a:r>
        </a:p>
      </dgm:t>
    </dgm:pt>
    <dgm:pt modelId="{296F5FBB-6ACF-4D80-8D2B-6C3A400C6ED6}" type="parTrans" cxnId="{7478533B-0E77-4D4A-90C0-421869CDDACA}">
      <dgm:prSet/>
      <dgm:spPr/>
      <dgm:t>
        <a:bodyPr/>
        <a:lstStyle/>
        <a:p>
          <a:endParaRPr/>
        </a:p>
      </dgm:t>
    </dgm:pt>
    <dgm:pt modelId="{22325A1A-791D-46A5-A90A-6B5EE30DDAC9}" type="sibTrans" cxnId="{7478533B-0E77-4D4A-90C0-421869CDDACA}">
      <dgm:prSet/>
      <dgm:spPr/>
      <dgm:t>
        <a:bodyPr/>
        <a:lstStyle/>
        <a:p>
          <a:endParaRPr/>
        </a:p>
      </dgm:t>
    </dgm:pt>
    <dgm:pt modelId="{E5D5B4BE-B8AA-458F-BC9F-8FCA43EE2C26}" type="pres">
      <dgm:prSet presAssocID="{3BCF7761-6294-4C46-B403-186066EB9345}" presName="Name0" presStyleCnt="0">
        <dgm:presLayoutVars>
          <dgm:chMax/>
          <dgm:chPref/>
          <dgm:dir/>
        </dgm:presLayoutVars>
      </dgm:prSet>
      <dgm:spPr/>
    </dgm:pt>
    <dgm:pt modelId="{65DE0DA4-8369-485F-80DC-8CA86AF8A680}" type="pres">
      <dgm:prSet presAssocID="{E1E2B264-74B4-452D-AA79-99B6064E3550}" presName="composite" presStyleCnt="0">
        <dgm:presLayoutVars>
          <dgm:chMax/>
          <dgm:chPref/>
        </dgm:presLayoutVars>
      </dgm:prSet>
      <dgm:spPr/>
    </dgm:pt>
    <dgm:pt modelId="{D3592536-261A-4F9A-8857-5FD7513D4166}" type="pres">
      <dgm:prSet presAssocID="{E1E2B264-74B4-452D-AA79-99B6064E3550}" presName="Image" presStyleLbl="bgImgPlace1" presStyleIdx="0" presStyleCnt="5"/>
      <dgm:spPr>
        <a:blipFill>
          <a:blip xmlns:r="http://schemas.openxmlformats.org/officeDocument/2006/relationships" r:embed="rId1"/>
          <a:srcRect/>
          <a:stretch>
            <a:fillRect l="-48" r="-48"/>
          </a:stretch>
        </a:blipFill>
      </dgm:spPr>
    </dgm:pt>
    <dgm:pt modelId="{D9887E1D-E4AA-4C62-86AE-20CB94A80EB2}" type="pres">
      <dgm:prSet presAssocID="{E1E2B264-74B4-452D-AA79-99B6064E3550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DADFAF0C-5AB3-6F42-A84F-9DF493A9E33B}" type="pres">
      <dgm:prSet presAssocID="{E1E2B264-74B4-452D-AA79-99B6064E3550}" presName="tlFrame" presStyleLbl="node1" presStyleIdx="0" presStyleCnt="20"/>
      <dgm:spPr/>
    </dgm:pt>
    <dgm:pt modelId="{26FA8DB4-CE08-8B4E-8C3F-2FDFDE94EA64}" type="pres">
      <dgm:prSet presAssocID="{E1E2B264-74B4-452D-AA79-99B6064E3550}" presName="trFrame" presStyleLbl="node1" presStyleIdx="1" presStyleCnt="20"/>
      <dgm:spPr/>
    </dgm:pt>
    <dgm:pt modelId="{4661A921-962F-8E4C-87AC-1914927EE860}" type="pres">
      <dgm:prSet presAssocID="{E1E2B264-74B4-452D-AA79-99B6064E3550}" presName="blFrame" presStyleLbl="node1" presStyleIdx="2" presStyleCnt="20"/>
      <dgm:spPr/>
    </dgm:pt>
    <dgm:pt modelId="{77AB021E-216F-2F4C-B55E-6D7AF6206D98}" type="pres">
      <dgm:prSet presAssocID="{E1E2B264-74B4-452D-AA79-99B6064E3550}" presName="brFrame" presStyleLbl="node1" presStyleIdx="3" presStyleCnt="20"/>
      <dgm:spPr/>
    </dgm:pt>
    <dgm:pt modelId="{E81BF811-6E85-4948-AA97-48DD29B43303}" type="pres">
      <dgm:prSet presAssocID="{AC969CB6-326B-4E30-AA6B-BC3B38523AA2}" presName="sibTrans" presStyleCnt="0"/>
      <dgm:spPr/>
    </dgm:pt>
    <dgm:pt modelId="{6BD47918-3217-4AE7-8083-8A5EA17BC0F4}" type="pres">
      <dgm:prSet presAssocID="{BE94C474-D4AA-4E18-B03B-2E4901073D4D}" presName="composite" presStyleCnt="0">
        <dgm:presLayoutVars>
          <dgm:chMax/>
          <dgm:chPref/>
        </dgm:presLayoutVars>
      </dgm:prSet>
      <dgm:spPr/>
    </dgm:pt>
    <dgm:pt modelId="{FCAECCDD-BE32-4EC9-AB7F-F6DCE1C874A0}" type="pres">
      <dgm:prSet presAssocID="{BE94C474-D4AA-4E18-B03B-2E4901073D4D}" presName="Image" presStyleLbl="bgImgPlace1" presStyleIdx="1" presStyleCnt="5"/>
      <dgm:spPr>
        <a:blipFill>
          <a:blip xmlns:r="http://schemas.openxmlformats.org/officeDocument/2006/relationships" r:embed="rId2"/>
          <a:srcRect/>
          <a:stretch>
            <a:fillRect l="-48" r="-48"/>
          </a:stretch>
        </a:blipFill>
      </dgm:spPr>
    </dgm:pt>
    <dgm:pt modelId="{1101DAC6-FCA6-4BD0-874A-5C38A0D02FBE}" type="pres">
      <dgm:prSet presAssocID="{BE94C474-D4AA-4E18-B03B-2E4901073D4D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7CB06C8B-3F77-874B-9FDC-F3ECDD3F3915}" type="pres">
      <dgm:prSet presAssocID="{BE94C474-D4AA-4E18-B03B-2E4901073D4D}" presName="tlFrame" presStyleLbl="node1" presStyleIdx="4" presStyleCnt="20"/>
      <dgm:spPr/>
    </dgm:pt>
    <dgm:pt modelId="{655CC215-88E0-B547-A328-5B28873022F5}" type="pres">
      <dgm:prSet presAssocID="{BE94C474-D4AA-4E18-B03B-2E4901073D4D}" presName="trFrame" presStyleLbl="node1" presStyleIdx="5" presStyleCnt="20"/>
      <dgm:spPr/>
    </dgm:pt>
    <dgm:pt modelId="{F322B7D2-2D1E-A24A-9557-F518B710D483}" type="pres">
      <dgm:prSet presAssocID="{BE94C474-D4AA-4E18-B03B-2E4901073D4D}" presName="blFrame" presStyleLbl="node1" presStyleIdx="6" presStyleCnt="20"/>
      <dgm:spPr/>
    </dgm:pt>
    <dgm:pt modelId="{CE3D7A79-76F5-1544-86BA-F083C7EB63E6}" type="pres">
      <dgm:prSet presAssocID="{BE94C474-D4AA-4E18-B03B-2E4901073D4D}" presName="brFrame" presStyleLbl="node1" presStyleIdx="7" presStyleCnt="20"/>
      <dgm:spPr/>
    </dgm:pt>
    <dgm:pt modelId="{822B1893-6C05-47EC-A290-3FDCB0D2C909}" type="pres">
      <dgm:prSet presAssocID="{A538CC09-1C01-4756-B87E-9F2E9D3918EC}" presName="sibTrans" presStyleCnt="0"/>
      <dgm:spPr/>
    </dgm:pt>
    <dgm:pt modelId="{C24A17BA-3DE0-4D16-BABB-C53D4EF7DA24}" type="pres">
      <dgm:prSet presAssocID="{6326D076-3D17-42EC-9157-D69CD2CE8126}" presName="composite" presStyleCnt="0">
        <dgm:presLayoutVars>
          <dgm:chMax/>
          <dgm:chPref/>
        </dgm:presLayoutVars>
      </dgm:prSet>
      <dgm:spPr/>
    </dgm:pt>
    <dgm:pt modelId="{F213486A-0182-4C88-B267-10738DE51C54}" type="pres">
      <dgm:prSet presAssocID="{6326D076-3D17-42EC-9157-D69CD2CE8126}" presName="Image" presStyleLbl="bgImgPlace1" presStyleIdx="2" presStyleCnt="5"/>
      <dgm:spPr>
        <a:blipFill>
          <a:blip xmlns:r="http://schemas.openxmlformats.org/officeDocument/2006/relationships" r:embed="rId3"/>
          <a:srcRect/>
          <a:stretch>
            <a:fillRect l="-48" r="-48"/>
          </a:stretch>
        </a:blipFill>
      </dgm:spPr>
    </dgm:pt>
    <dgm:pt modelId="{EBBA9D9C-3735-4E0A-8A94-BCEAEAD8C36F}" type="pres">
      <dgm:prSet presAssocID="{6326D076-3D17-42EC-9157-D69CD2CE8126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58C5AED4-8417-494E-B550-1B15621F5CD8}" type="pres">
      <dgm:prSet presAssocID="{6326D076-3D17-42EC-9157-D69CD2CE8126}" presName="tlFrame" presStyleLbl="node1" presStyleIdx="8" presStyleCnt="20"/>
      <dgm:spPr/>
    </dgm:pt>
    <dgm:pt modelId="{3E7C8335-9B84-3B44-B324-CEBAF5ACC762}" type="pres">
      <dgm:prSet presAssocID="{6326D076-3D17-42EC-9157-D69CD2CE8126}" presName="trFrame" presStyleLbl="node1" presStyleIdx="9" presStyleCnt="20"/>
      <dgm:spPr/>
    </dgm:pt>
    <dgm:pt modelId="{1383B999-863B-3B4A-9125-B94E2D620DE9}" type="pres">
      <dgm:prSet presAssocID="{6326D076-3D17-42EC-9157-D69CD2CE8126}" presName="blFrame" presStyleLbl="node1" presStyleIdx="10" presStyleCnt="20"/>
      <dgm:spPr/>
    </dgm:pt>
    <dgm:pt modelId="{0271750A-5FB5-7443-B9DF-B8F4467940E1}" type="pres">
      <dgm:prSet presAssocID="{6326D076-3D17-42EC-9157-D69CD2CE8126}" presName="brFrame" presStyleLbl="node1" presStyleIdx="11" presStyleCnt="20"/>
      <dgm:spPr/>
    </dgm:pt>
    <dgm:pt modelId="{6E30B8E7-FC33-481F-8F2E-4D1C931F6057}" type="pres">
      <dgm:prSet presAssocID="{F56D45AB-1084-4D9D-9595-62933AE81F18}" presName="sibTrans" presStyleCnt="0"/>
      <dgm:spPr/>
    </dgm:pt>
    <dgm:pt modelId="{5552EC82-DD28-4400-9B91-1F2A8C4A3C62}" type="pres">
      <dgm:prSet presAssocID="{C8E5C2AA-E0F4-4B98-834F-BCF46DFB3AC5}" presName="composite" presStyleCnt="0">
        <dgm:presLayoutVars>
          <dgm:chMax/>
          <dgm:chPref/>
        </dgm:presLayoutVars>
      </dgm:prSet>
      <dgm:spPr/>
    </dgm:pt>
    <dgm:pt modelId="{F16A4997-4EE1-450F-81D8-6600093C9367}" type="pres">
      <dgm:prSet presAssocID="{C8E5C2AA-E0F4-4B98-834F-BCF46DFB3AC5}" presName="Image" presStyleLbl="bgImgPlace1" presStyleIdx="3" presStyleCnt="5"/>
      <dgm:spPr>
        <a:blipFill>
          <a:blip xmlns:r="http://schemas.openxmlformats.org/officeDocument/2006/relationships" r:embed="rId4"/>
          <a:srcRect/>
          <a:stretch>
            <a:fillRect l="-48" r="-48"/>
          </a:stretch>
        </a:blipFill>
      </dgm:spPr>
    </dgm:pt>
    <dgm:pt modelId="{5EECF590-942D-40C1-ADB1-9AAD6AEEFCAF}" type="pres">
      <dgm:prSet presAssocID="{C8E5C2AA-E0F4-4B98-834F-BCF46DFB3AC5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9AE65BC1-CD6F-B547-BFFA-C46F9B17ECB3}" type="pres">
      <dgm:prSet presAssocID="{C8E5C2AA-E0F4-4B98-834F-BCF46DFB3AC5}" presName="tlFrame" presStyleLbl="node1" presStyleIdx="12" presStyleCnt="20"/>
      <dgm:spPr/>
    </dgm:pt>
    <dgm:pt modelId="{2BA63BA9-AACF-C842-9A78-682AC1BE033C}" type="pres">
      <dgm:prSet presAssocID="{C8E5C2AA-E0F4-4B98-834F-BCF46DFB3AC5}" presName="trFrame" presStyleLbl="node1" presStyleIdx="13" presStyleCnt="20"/>
      <dgm:spPr/>
    </dgm:pt>
    <dgm:pt modelId="{BDD730F2-6934-EC46-8D76-AFCBE2EE17AA}" type="pres">
      <dgm:prSet presAssocID="{C8E5C2AA-E0F4-4B98-834F-BCF46DFB3AC5}" presName="blFrame" presStyleLbl="node1" presStyleIdx="14" presStyleCnt="20"/>
      <dgm:spPr/>
    </dgm:pt>
    <dgm:pt modelId="{E37CFCD0-B1C6-CB4E-A6C3-1266753F9388}" type="pres">
      <dgm:prSet presAssocID="{C8E5C2AA-E0F4-4B98-834F-BCF46DFB3AC5}" presName="brFrame" presStyleLbl="node1" presStyleIdx="15" presStyleCnt="20"/>
      <dgm:spPr/>
    </dgm:pt>
    <dgm:pt modelId="{C42199F5-4B30-4DF8-BC09-56512B33FC0C}" type="pres">
      <dgm:prSet presAssocID="{83026E41-CB8E-4987-8DCE-EB0249E79ADE}" presName="sibTrans" presStyleCnt="0"/>
      <dgm:spPr/>
    </dgm:pt>
    <dgm:pt modelId="{AB4D26B6-7528-4D9D-81BF-D2CDA73F443F}" type="pres">
      <dgm:prSet presAssocID="{6E42B603-7B96-46B8-9816-7F3B6897E4CA}" presName="composite" presStyleCnt="0">
        <dgm:presLayoutVars>
          <dgm:chMax/>
          <dgm:chPref/>
        </dgm:presLayoutVars>
      </dgm:prSet>
      <dgm:spPr/>
    </dgm:pt>
    <dgm:pt modelId="{DA127491-296D-4B16-BE93-BD5B007449C4}" type="pres">
      <dgm:prSet presAssocID="{6E42B603-7B96-46B8-9816-7F3B6897E4CA}" presName="Image" presStyleLbl="bgImgPlace1" presStyleIdx="4" presStyleCnt="5"/>
      <dgm:spPr>
        <a:blipFill>
          <a:blip xmlns:r="http://schemas.openxmlformats.org/officeDocument/2006/relationships" r:embed="rId5"/>
          <a:srcRect/>
          <a:stretch>
            <a:fillRect l="-48" r="-48"/>
          </a:stretch>
        </a:blipFill>
      </dgm:spPr>
    </dgm:pt>
    <dgm:pt modelId="{DFDE56D6-A51D-494D-984E-631063FC011B}" type="pres">
      <dgm:prSet presAssocID="{6E42B603-7B96-46B8-9816-7F3B6897E4CA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5ED1343C-929B-9E43-8D02-7031B6A35470}" type="pres">
      <dgm:prSet presAssocID="{6E42B603-7B96-46B8-9816-7F3B6897E4CA}" presName="tlFrame" presStyleLbl="node1" presStyleIdx="16" presStyleCnt="20"/>
      <dgm:spPr/>
    </dgm:pt>
    <dgm:pt modelId="{8F8ACF3F-E2DB-F84C-AB18-840A39B615AC}" type="pres">
      <dgm:prSet presAssocID="{6E42B603-7B96-46B8-9816-7F3B6897E4CA}" presName="trFrame" presStyleLbl="node1" presStyleIdx="17" presStyleCnt="20"/>
      <dgm:spPr/>
    </dgm:pt>
    <dgm:pt modelId="{04DCF42E-ED83-2C48-A417-BA2E42E2D89D}" type="pres">
      <dgm:prSet presAssocID="{6E42B603-7B96-46B8-9816-7F3B6897E4CA}" presName="blFrame" presStyleLbl="node1" presStyleIdx="18" presStyleCnt="20"/>
      <dgm:spPr/>
    </dgm:pt>
    <dgm:pt modelId="{72A686D3-0993-CE44-BE93-989A65D20927}" type="pres">
      <dgm:prSet presAssocID="{6E42B603-7B96-46B8-9816-7F3B6897E4CA}" presName="brFrame" presStyleLbl="node1" presStyleIdx="19" presStyleCnt="20"/>
      <dgm:spPr/>
    </dgm:pt>
  </dgm:ptLst>
  <dgm:cxnLst>
    <dgm:cxn modelId="{0B15A514-5092-4785-B4E7-9240C1CB953F}" srcId="{3BCF7761-6294-4C46-B403-186066EB9345}" destId="{6326D076-3D17-42EC-9157-D69CD2CE8126}" srcOrd="2" destOrd="0" parTransId="{55F67917-CCC1-4620-BC6F-A2BAAFD0B1DF}" sibTransId="{F56D45AB-1084-4D9D-9595-62933AE81F18}"/>
    <dgm:cxn modelId="{09DA6C19-777F-4D67-8AF3-62F90BC23708}" type="presOf" srcId="{BE94C474-D4AA-4E18-B03B-2E4901073D4D}" destId="{1101DAC6-FCA6-4BD0-874A-5C38A0D02FBE}" srcOrd="0" destOrd="0" presId="urn:microsoft.com/office/officeart/2009/3/layout/FramedTextPicture"/>
    <dgm:cxn modelId="{7478533B-0E77-4D4A-90C0-421869CDDACA}" srcId="{3BCF7761-6294-4C46-B403-186066EB9345}" destId="{6E42B603-7B96-46B8-9816-7F3B6897E4CA}" srcOrd="4" destOrd="0" parTransId="{296F5FBB-6ACF-4D80-8D2B-6C3A400C6ED6}" sibTransId="{22325A1A-791D-46A5-A90A-6B5EE30DDAC9}"/>
    <dgm:cxn modelId="{1B1B8A52-9D90-4EFB-8D97-B05B21E802E8}" type="presOf" srcId="{E1E2B264-74B4-452D-AA79-99B6064E3550}" destId="{D9887E1D-E4AA-4C62-86AE-20CB94A80EB2}" srcOrd="0" destOrd="0" presId="urn:microsoft.com/office/officeart/2009/3/layout/FramedTextPicture"/>
    <dgm:cxn modelId="{8E693458-B954-4C4A-A3FF-172BE80DF2EB}" type="presOf" srcId="{C8E5C2AA-E0F4-4B98-834F-BCF46DFB3AC5}" destId="{5EECF590-942D-40C1-ADB1-9AAD6AEEFCAF}" srcOrd="0" destOrd="0" presId="urn:microsoft.com/office/officeart/2009/3/layout/FramedTextPicture"/>
    <dgm:cxn modelId="{42E6B358-EAE7-47F3-B224-28DB3D6D2AEC}" srcId="{3BCF7761-6294-4C46-B403-186066EB9345}" destId="{BE94C474-D4AA-4E18-B03B-2E4901073D4D}" srcOrd="1" destOrd="0" parTransId="{918FCCA6-4A04-4A31-91FD-0A6322FA28B1}" sibTransId="{A538CC09-1C01-4756-B87E-9F2E9D3918EC}"/>
    <dgm:cxn modelId="{2374F25D-DE21-46D3-B022-53266D21AACD}" type="presOf" srcId="{3BCF7761-6294-4C46-B403-186066EB9345}" destId="{E5D5B4BE-B8AA-458F-BC9F-8FCA43EE2C26}" srcOrd="0" destOrd="0" presId="urn:microsoft.com/office/officeart/2009/3/layout/FramedTextPicture"/>
    <dgm:cxn modelId="{9A2A74A7-E33A-46F1-9B04-ED252EE8F24F}" type="presOf" srcId="{6E42B603-7B96-46B8-9816-7F3B6897E4CA}" destId="{DFDE56D6-A51D-494D-984E-631063FC011B}" srcOrd="0" destOrd="0" presId="urn:microsoft.com/office/officeart/2009/3/layout/FramedTextPicture"/>
    <dgm:cxn modelId="{B3E730CA-8435-4EA2-BD40-DFDCC7C71ACA}" type="presOf" srcId="{6326D076-3D17-42EC-9157-D69CD2CE8126}" destId="{EBBA9D9C-3735-4E0A-8A94-BCEAEAD8C36F}" srcOrd="0" destOrd="0" presId="urn:microsoft.com/office/officeart/2009/3/layout/FramedTextPicture"/>
    <dgm:cxn modelId="{4D9500D8-C5F8-47E1-BD1B-39299C022FF0}" srcId="{3BCF7761-6294-4C46-B403-186066EB9345}" destId="{C8E5C2AA-E0F4-4B98-834F-BCF46DFB3AC5}" srcOrd="3" destOrd="0" parTransId="{0906BADE-4E90-4A0E-A4E3-EC54F71F72F1}" sibTransId="{83026E41-CB8E-4987-8DCE-EB0249E79ADE}"/>
    <dgm:cxn modelId="{3DCDFFEB-1156-4B10-AF86-7800911A5E48}" srcId="{3BCF7761-6294-4C46-B403-186066EB9345}" destId="{E1E2B264-74B4-452D-AA79-99B6064E3550}" srcOrd="0" destOrd="0" parTransId="{B0EFD55F-7B18-4E5B-A160-A50B3E66551E}" sibTransId="{AC969CB6-326B-4E30-AA6B-BC3B38523AA2}"/>
    <dgm:cxn modelId="{1A4B3D41-6A3C-466F-B783-A0C06D0082E9}" type="presParOf" srcId="{E5D5B4BE-B8AA-458F-BC9F-8FCA43EE2C26}" destId="{65DE0DA4-8369-485F-80DC-8CA86AF8A680}" srcOrd="0" destOrd="0" presId="urn:microsoft.com/office/officeart/2009/3/layout/FramedTextPicture"/>
    <dgm:cxn modelId="{69A92E5D-7086-4DA8-8256-84D82EF3BA2C}" type="presParOf" srcId="{65DE0DA4-8369-485F-80DC-8CA86AF8A680}" destId="{D3592536-261A-4F9A-8857-5FD7513D4166}" srcOrd="0" destOrd="0" presId="urn:microsoft.com/office/officeart/2009/3/layout/FramedTextPicture"/>
    <dgm:cxn modelId="{47504172-5A82-48D1-A361-B1D7BF73E647}" type="presParOf" srcId="{65DE0DA4-8369-485F-80DC-8CA86AF8A680}" destId="{D9887E1D-E4AA-4C62-86AE-20CB94A80EB2}" srcOrd="1" destOrd="0" presId="urn:microsoft.com/office/officeart/2009/3/layout/FramedTextPicture"/>
    <dgm:cxn modelId="{0FDA4161-AE5A-DB4C-BCA4-0C4384734AF3}" type="presParOf" srcId="{65DE0DA4-8369-485F-80DC-8CA86AF8A680}" destId="{DADFAF0C-5AB3-6F42-A84F-9DF493A9E33B}" srcOrd="2" destOrd="0" presId="urn:microsoft.com/office/officeart/2009/3/layout/FramedTextPicture"/>
    <dgm:cxn modelId="{A9920188-E574-DD45-8C98-86C935ACEB91}" type="presParOf" srcId="{65DE0DA4-8369-485F-80DC-8CA86AF8A680}" destId="{26FA8DB4-CE08-8B4E-8C3F-2FDFDE94EA64}" srcOrd="3" destOrd="0" presId="urn:microsoft.com/office/officeart/2009/3/layout/FramedTextPicture"/>
    <dgm:cxn modelId="{9E0EA7B9-65EE-7D4F-88EA-751DF55D191F}" type="presParOf" srcId="{65DE0DA4-8369-485F-80DC-8CA86AF8A680}" destId="{4661A921-962F-8E4C-87AC-1914927EE860}" srcOrd="4" destOrd="0" presId="urn:microsoft.com/office/officeart/2009/3/layout/FramedTextPicture"/>
    <dgm:cxn modelId="{2FFCFCAB-3342-D54D-A7D4-83D19176A9DC}" type="presParOf" srcId="{65DE0DA4-8369-485F-80DC-8CA86AF8A680}" destId="{77AB021E-216F-2F4C-B55E-6D7AF6206D98}" srcOrd="5" destOrd="0" presId="urn:microsoft.com/office/officeart/2009/3/layout/FramedTextPicture"/>
    <dgm:cxn modelId="{A833CDD2-9955-42AC-BB2A-6FAADF3DF2C2}" type="presParOf" srcId="{E5D5B4BE-B8AA-458F-BC9F-8FCA43EE2C26}" destId="{E81BF811-6E85-4948-AA97-48DD29B43303}" srcOrd="1" destOrd="0" presId="urn:microsoft.com/office/officeart/2009/3/layout/FramedTextPicture"/>
    <dgm:cxn modelId="{438BA40E-8A5F-49A2-B1CF-6074E50B2ACE}" type="presParOf" srcId="{E5D5B4BE-B8AA-458F-BC9F-8FCA43EE2C26}" destId="{6BD47918-3217-4AE7-8083-8A5EA17BC0F4}" srcOrd="2" destOrd="0" presId="urn:microsoft.com/office/officeart/2009/3/layout/FramedTextPicture"/>
    <dgm:cxn modelId="{E823D589-B25C-45AA-A8EA-D3FE4AA8939E}" type="presParOf" srcId="{6BD47918-3217-4AE7-8083-8A5EA17BC0F4}" destId="{FCAECCDD-BE32-4EC9-AB7F-F6DCE1C874A0}" srcOrd="0" destOrd="0" presId="urn:microsoft.com/office/officeart/2009/3/layout/FramedTextPicture"/>
    <dgm:cxn modelId="{8091D18E-54B7-478F-93E8-18BB6E81DC20}" type="presParOf" srcId="{6BD47918-3217-4AE7-8083-8A5EA17BC0F4}" destId="{1101DAC6-FCA6-4BD0-874A-5C38A0D02FBE}" srcOrd="1" destOrd="0" presId="urn:microsoft.com/office/officeart/2009/3/layout/FramedTextPicture"/>
    <dgm:cxn modelId="{11F8A024-2C4C-5B4D-99E4-967068AAAFF0}" type="presParOf" srcId="{6BD47918-3217-4AE7-8083-8A5EA17BC0F4}" destId="{7CB06C8B-3F77-874B-9FDC-F3ECDD3F3915}" srcOrd="2" destOrd="0" presId="urn:microsoft.com/office/officeart/2009/3/layout/FramedTextPicture"/>
    <dgm:cxn modelId="{BFCA1E78-043E-B941-B57E-AA2FD94DFAA0}" type="presParOf" srcId="{6BD47918-3217-4AE7-8083-8A5EA17BC0F4}" destId="{655CC215-88E0-B547-A328-5B28873022F5}" srcOrd="3" destOrd="0" presId="urn:microsoft.com/office/officeart/2009/3/layout/FramedTextPicture"/>
    <dgm:cxn modelId="{8EE908C9-C546-7241-A44E-91D534788B7D}" type="presParOf" srcId="{6BD47918-3217-4AE7-8083-8A5EA17BC0F4}" destId="{F322B7D2-2D1E-A24A-9557-F518B710D483}" srcOrd="4" destOrd="0" presId="urn:microsoft.com/office/officeart/2009/3/layout/FramedTextPicture"/>
    <dgm:cxn modelId="{F62A452D-2754-2F46-8533-7799632495C1}" type="presParOf" srcId="{6BD47918-3217-4AE7-8083-8A5EA17BC0F4}" destId="{CE3D7A79-76F5-1544-86BA-F083C7EB63E6}" srcOrd="5" destOrd="0" presId="urn:microsoft.com/office/officeart/2009/3/layout/FramedTextPicture"/>
    <dgm:cxn modelId="{EDFC9C8D-C2AF-43E6-9E5F-8F8FEC092AFD}" type="presParOf" srcId="{E5D5B4BE-B8AA-458F-BC9F-8FCA43EE2C26}" destId="{822B1893-6C05-47EC-A290-3FDCB0D2C909}" srcOrd="3" destOrd="0" presId="urn:microsoft.com/office/officeart/2009/3/layout/FramedTextPicture"/>
    <dgm:cxn modelId="{04CB7579-5C18-4179-8910-27B575F85F8E}" type="presParOf" srcId="{E5D5B4BE-B8AA-458F-BC9F-8FCA43EE2C26}" destId="{C24A17BA-3DE0-4D16-BABB-C53D4EF7DA24}" srcOrd="4" destOrd="0" presId="urn:microsoft.com/office/officeart/2009/3/layout/FramedTextPicture"/>
    <dgm:cxn modelId="{C5FA09AE-CD6B-47C9-A1E4-2DD45B46191B}" type="presParOf" srcId="{C24A17BA-3DE0-4D16-BABB-C53D4EF7DA24}" destId="{F213486A-0182-4C88-B267-10738DE51C54}" srcOrd="0" destOrd="0" presId="urn:microsoft.com/office/officeart/2009/3/layout/FramedTextPicture"/>
    <dgm:cxn modelId="{D07F6F47-44E6-4523-B37C-3ACCA4A6D250}" type="presParOf" srcId="{C24A17BA-3DE0-4D16-BABB-C53D4EF7DA24}" destId="{EBBA9D9C-3735-4E0A-8A94-BCEAEAD8C36F}" srcOrd="1" destOrd="0" presId="urn:microsoft.com/office/officeart/2009/3/layout/FramedTextPicture"/>
    <dgm:cxn modelId="{749EED40-5CF1-8740-9D50-72462ABDA7F2}" type="presParOf" srcId="{C24A17BA-3DE0-4D16-BABB-C53D4EF7DA24}" destId="{58C5AED4-8417-494E-B550-1B15621F5CD8}" srcOrd="2" destOrd="0" presId="urn:microsoft.com/office/officeart/2009/3/layout/FramedTextPicture"/>
    <dgm:cxn modelId="{A38E09DC-AF1A-F645-9750-E27A8CA3D41F}" type="presParOf" srcId="{C24A17BA-3DE0-4D16-BABB-C53D4EF7DA24}" destId="{3E7C8335-9B84-3B44-B324-CEBAF5ACC762}" srcOrd="3" destOrd="0" presId="urn:microsoft.com/office/officeart/2009/3/layout/FramedTextPicture"/>
    <dgm:cxn modelId="{FA898DD4-7500-EB47-A2EE-1442248A5032}" type="presParOf" srcId="{C24A17BA-3DE0-4D16-BABB-C53D4EF7DA24}" destId="{1383B999-863B-3B4A-9125-B94E2D620DE9}" srcOrd="4" destOrd="0" presId="urn:microsoft.com/office/officeart/2009/3/layout/FramedTextPicture"/>
    <dgm:cxn modelId="{53E96716-EADB-C14F-A71C-BB9AACEC0F50}" type="presParOf" srcId="{C24A17BA-3DE0-4D16-BABB-C53D4EF7DA24}" destId="{0271750A-5FB5-7443-B9DF-B8F4467940E1}" srcOrd="5" destOrd="0" presId="urn:microsoft.com/office/officeart/2009/3/layout/FramedTextPicture"/>
    <dgm:cxn modelId="{CED9C163-B9FF-45A3-9373-C68B49DA7078}" type="presParOf" srcId="{E5D5B4BE-B8AA-458F-BC9F-8FCA43EE2C26}" destId="{6E30B8E7-FC33-481F-8F2E-4D1C931F6057}" srcOrd="5" destOrd="0" presId="urn:microsoft.com/office/officeart/2009/3/layout/FramedTextPicture"/>
    <dgm:cxn modelId="{6511B142-B878-4A46-95C2-8FA93F8ACC9F}" type="presParOf" srcId="{E5D5B4BE-B8AA-458F-BC9F-8FCA43EE2C26}" destId="{5552EC82-DD28-4400-9B91-1F2A8C4A3C62}" srcOrd="6" destOrd="0" presId="urn:microsoft.com/office/officeart/2009/3/layout/FramedTextPicture"/>
    <dgm:cxn modelId="{E4119E2E-8B8E-46D9-B1E0-D0F328D7DF09}" type="presParOf" srcId="{5552EC82-DD28-4400-9B91-1F2A8C4A3C62}" destId="{F16A4997-4EE1-450F-81D8-6600093C9367}" srcOrd="0" destOrd="0" presId="urn:microsoft.com/office/officeart/2009/3/layout/FramedTextPicture"/>
    <dgm:cxn modelId="{7AE0EE4C-1B16-4DE1-8538-75BCB47C3D4C}" type="presParOf" srcId="{5552EC82-DD28-4400-9B91-1F2A8C4A3C62}" destId="{5EECF590-942D-40C1-ADB1-9AAD6AEEFCAF}" srcOrd="1" destOrd="0" presId="urn:microsoft.com/office/officeart/2009/3/layout/FramedTextPicture"/>
    <dgm:cxn modelId="{45086DC2-1CAC-E145-81C1-F839BC47AF12}" type="presParOf" srcId="{5552EC82-DD28-4400-9B91-1F2A8C4A3C62}" destId="{9AE65BC1-CD6F-B547-BFFA-C46F9B17ECB3}" srcOrd="2" destOrd="0" presId="urn:microsoft.com/office/officeart/2009/3/layout/FramedTextPicture"/>
    <dgm:cxn modelId="{773C3433-0F86-0843-B679-3366B203D381}" type="presParOf" srcId="{5552EC82-DD28-4400-9B91-1F2A8C4A3C62}" destId="{2BA63BA9-AACF-C842-9A78-682AC1BE033C}" srcOrd="3" destOrd="0" presId="urn:microsoft.com/office/officeart/2009/3/layout/FramedTextPicture"/>
    <dgm:cxn modelId="{6A857348-A200-3745-BC05-1A1973B67F93}" type="presParOf" srcId="{5552EC82-DD28-4400-9B91-1F2A8C4A3C62}" destId="{BDD730F2-6934-EC46-8D76-AFCBE2EE17AA}" srcOrd="4" destOrd="0" presId="urn:microsoft.com/office/officeart/2009/3/layout/FramedTextPicture"/>
    <dgm:cxn modelId="{A4B2BE69-37E6-DB4B-819E-BD6DA7AFD9A1}" type="presParOf" srcId="{5552EC82-DD28-4400-9B91-1F2A8C4A3C62}" destId="{E37CFCD0-B1C6-CB4E-A6C3-1266753F9388}" srcOrd="5" destOrd="0" presId="urn:microsoft.com/office/officeart/2009/3/layout/FramedTextPicture"/>
    <dgm:cxn modelId="{49B819A6-E9C5-4708-9EC5-9045B6C9860A}" type="presParOf" srcId="{E5D5B4BE-B8AA-458F-BC9F-8FCA43EE2C26}" destId="{C42199F5-4B30-4DF8-BC09-56512B33FC0C}" srcOrd="7" destOrd="0" presId="urn:microsoft.com/office/officeart/2009/3/layout/FramedTextPicture"/>
    <dgm:cxn modelId="{47915512-A751-4E7E-8F50-FE26D561C862}" type="presParOf" srcId="{E5D5B4BE-B8AA-458F-BC9F-8FCA43EE2C26}" destId="{AB4D26B6-7528-4D9D-81BF-D2CDA73F443F}" srcOrd="8" destOrd="0" presId="urn:microsoft.com/office/officeart/2009/3/layout/FramedTextPicture"/>
    <dgm:cxn modelId="{54DEE7D0-1FA7-4A9B-A231-2E0C032415DA}" type="presParOf" srcId="{AB4D26B6-7528-4D9D-81BF-D2CDA73F443F}" destId="{DA127491-296D-4B16-BE93-BD5B007449C4}" srcOrd="0" destOrd="0" presId="urn:microsoft.com/office/officeart/2009/3/layout/FramedTextPicture"/>
    <dgm:cxn modelId="{B484C6DC-9CDB-4F79-A7FA-D196D9561762}" type="presParOf" srcId="{AB4D26B6-7528-4D9D-81BF-D2CDA73F443F}" destId="{DFDE56D6-A51D-494D-984E-631063FC011B}" srcOrd="1" destOrd="0" presId="urn:microsoft.com/office/officeart/2009/3/layout/FramedTextPicture"/>
    <dgm:cxn modelId="{ACE0C10A-5313-D144-ADA8-3D805BFB1F92}" type="presParOf" srcId="{AB4D26B6-7528-4D9D-81BF-D2CDA73F443F}" destId="{5ED1343C-929B-9E43-8D02-7031B6A35470}" srcOrd="2" destOrd="0" presId="urn:microsoft.com/office/officeart/2009/3/layout/FramedTextPicture"/>
    <dgm:cxn modelId="{BE881E84-303D-2840-AE64-0652F64B736D}" type="presParOf" srcId="{AB4D26B6-7528-4D9D-81BF-D2CDA73F443F}" destId="{8F8ACF3F-E2DB-F84C-AB18-840A39B615AC}" srcOrd="3" destOrd="0" presId="urn:microsoft.com/office/officeart/2009/3/layout/FramedTextPicture"/>
    <dgm:cxn modelId="{400937F2-7EC1-7446-BAE1-7F58033F73DF}" type="presParOf" srcId="{AB4D26B6-7528-4D9D-81BF-D2CDA73F443F}" destId="{04DCF42E-ED83-2C48-A417-BA2E42E2D89D}" srcOrd="4" destOrd="0" presId="urn:microsoft.com/office/officeart/2009/3/layout/FramedTextPicture"/>
    <dgm:cxn modelId="{AF534083-4602-B44D-8CEA-9DD670779522}" type="presParOf" srcId="{AB4D26B6-7528-4D9D-81BF-D2CDA73F443F}" destId="{72A686D3-0993-CE44-BE93-989A65D20927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2.xml><?xml version="1.0" encoding="utf-8"?>
<dgm:dataModel xmlns:dgm="http://schemas.openxmlformats.org/drawingml/2006/diagram" xmlns:a="http://schemas.openxmlformats.org/drawingml/2006/main">
  <dgm:ptLst>
    <dgm:pt modelId="{12F3C85E-AA9D-4D08-B973-6941F696BDCD}" type="doc">
      <dgm:prSet loTypeId="urn:microsoft.com/office/officeart/2008/layout/BubblePictureList" qsTypeId="urn:microsoft.com/office/officeart/2005/8/quickstyle/simple2" csTypeId="urn:microsoft.com/office/officeart/2005/8/colors/accent1_2"/>
      <dgm:spPr/>
    </dgm:pt>
    <dgm:pt modelId="{B31B24FE-3D19-4A5D-8CC0-DF4E422E0EFB}">
      <dgm:prSet/>
      <dgm:spPr/>
      <dgm:t>
        <a:bodyPr/>
        <a:lstStyle/>
        <a:p>
          <a:r>
            <a:t>Research</a:t>
          </a:r>
        </a:p>
      </dgm:t>
    </dgm:pt>
    <dgm:pt modelId="{0CF2F691-872F-47D5-98CC-FC21A5875B8E}" type="parTrans" cxnId="{16A01495-11A1-4E0A-8E78-BDC3EE7A7910}">
      <dgm:prSet/>
      <dgm:spPr/>
      <dgm:t>
        <a:bodyPr/>
        <a:lstStyle/>
        <a:p>
          <a:endParaRPr/>
        </a:p>
      </dgm:t>
    </dgm:pt>
    <dgm:pt modelId="{09217E45-9B17-44F7-B89F-046FB71D8DBA}" type="sibTrans" cxnId="{16A01495-11A1-4E0A-8E78-BDC3EE7A7910}">
      <dgm:prSet/>
      <dgm:spPr>
        <a:blipFill>
          <a:blip xmlns:r="http://schemas.openxmlformats.org/officeDocument/2006/relationships" r:embed="rId1"/>
          <a:srcRect/>
          <a:stretch>
            <a:fillRect l="-25073" r="-25073"/>
          </a:stretch>
        </a:blipFill>
      </dgm:spPr>
      <dgm:t>
        <a:bodyPr/>
        <a:lstStyle/>
        <a:p>
          <a:endParaRPr/>
        </a:p>
      </dgm:t>
    </dgm:pt>
    <dgm:pt modelId="{BF4595BB-4C7D-484D-B707-B64AE0DE3E7D}">
      <dgm:prSet/>
      <dgm:spPr/>
      <dgm:t>
        <a:bodyPr/>
        <a:lstStyle/>
        <a:p>
          <a:r>
            <a:t>Workshop</a:t>
          </a:r>
        </a:p>
      </dgm:t>
    </dgm:pt>
    <dgm:pt modelId="{2B7758BC-2D84-42F8-88D1-8238E7BE7734}" type="parTrans" cxnId="{65FA35E0-F34D-4217-A8E0-9DFB1DF77188}">
      <dgm:prSet/>
      <dgm:spPr/>
      <dgm:t>
        <a:bodyPr/>
        <a:lstStyle/>
        <a:p>
          <a:endParaRPr/>
        </a:p>
      </dgm:t>
    </dgm:pt>
    <dgm:pt modelId="{3956895F-47BC-4D18-B0A6-ED5329A85956}" type="sibTrans" cxnId="{65FA35E0-F34D-4217-A8E0-9DFB1DF77188}">
      <dgm:prSet/>
      <dgm:spPr>
        <a:blipFill>
          <a:blip xmlns:r="http://schemas.openxmlformats.org/officeDocument/2006/relationships" r:embed="rId2"/>
          <a:srcRect/>
          <a:stretch>
            <a:fillRect l="-25073" r="-25073"/>
          </a:stretch>
        </a:blipFill>
      </dgm:spPr>
      <dgm:t>
        <a:bodyPr/>
        <a:lstStyle/>
        <a:p>
          <a:endParaRPr/>
        </a:p>
      </dgm:t>
    </dgm:pt>
    <dgm:pt modelId="{2FB595D0-FB6B-4C92-AF9E-2F20BB872421}">
      <dgm:prSet/>
      <dgm:spPr/>
      <dgm:t>
        <a:bodyPr/>
        <a:lstStyle/>
        <a:p>
          <a:r>
            <a:t>Prototype</a:t>
          </a:r>
        </a:p>
      </dgm:t>
    </dgm:pt>
    <dgm:pt modelId="{67385FDF-5646-4723-A660-D1E570EB6757}" type="parTrans" cxnId="{8F873EA4-4502-4623-9E90-66D480904013}">
      <dgm:prSet/>
      <dgm:spPr/>
      <dgm:t>
        <a:bodyPr/>
        <a:lstStyle/>
        <a:p>
          <a:endParaRPr/>
        </a:p>
      </dgm:t>
    </dgm:pt>
    <dgm:pt modelId="{6B81E104-0F34-4C1F-9AAA-E6DE12FBC6C2}" type="sibTrans" cxnId="{8F873EA4-4502-4623-9E90-66D480904013}">
      <dgm:prSet/>
      <dgm:spPr>
        <a:blipFill>
          <a:blip xmlns:r="http://schemas.openxmlformats.org/officeDocument/2006/relationships" r:embed="rId3"/>
          <a:srcRect/>
          <a:stretch>
            <a:fillRect l="-25073" r="-25073"/>
          </a:stretch>
        </a:blipFill>
      </dgm:spPr>
      <dgm:t>
        <a:bodyPr/>
        <a:lstStyle/>
        <a:p>
          <a:endParaRPr/>
        </a:p>
      </dgm:t>
    </dgm:pt>
    <dgm:pt modelId="{03E2DFAC-EBC3-42C1-A9FD-44CDB910417A}">
      <dgm:prSet/>
      <dgm:spPr/>
      <dgm:t>
        <a:bodyPr/>
        <a:lstStyle/>
        <a:p>
          <a:r>
            <a:t>Delivery</a:t>
          </a:r>
        </a:p>
      </dgm:t>
    </dgm:pt>
    <dgm:pt modelId="{D7C97F2D-09EC-41F0-8807-9862E29D7C94}" type="parTrans" cxnId="{91ADA892-7CEC-44EE-8037-95B12BD82BA7}">
      <dgm:prSet/>
      <dgm:spPr/>
      <dgm:t>
        <a:bodyPr/>
        <a:lstStyle/>
        <a:p>
          <a:endParaRPr/>
        </a:p>
      </dgm:t>
    </dgm:pt>
    <dgm:pt modelId="{14EC3CC2-CA0A-450D-82F7-11F60084EEE5}" type="sibTrans" cxnId="{91ADA892-7CEC-44EE-8037-95B12BD82BA7}">
      <dgm:prSet/>
      <dgm:spPr>
        <a:blipFill>
          <a:blip xmlns:r="http://schemas.openxmlformats.org/officeDocument/2006/relationships" r:embed="rId4"/>
          <a:srcRect/>
          <a:stretch>
            <a:fillRect l="-25073" r="-25073"/>
          </a:stretch>
        </a:blipFill>
      </dgm:spPr>
      <dgm:t>
        <a:bodyPr/>
        <a:lstStyle/>
        <a:p>
          <a:endParaRPr/>
        </a:p>
      </dgm:t>
    </dgm:pt>
    <dgm:pt modelId="{9E12CDB2-3687-4E44-94F4-4EC6302B78AB}">
      <dgm:prSet/>
      <dgm:spPr/>
      <dgm:t>
        <a:bodyPr/>
        <a:lstStyle/>
        <a:p>
          <a:r>
            <a:t>Learning</a:t>
          </a:r>
        </a:p>
      </dgm:t>
    </dgm:pt>
    <dgm:pt modelId="{10165353-4899-42A4-BE32-BF664001BC36}" type="parTrans" cxnId="{CB471B04-7DF2-4E46-AFC0-DD845D79A370}">
      <dgm:prSet/>
      <dgm:spPr/>
      <dgm:t>
        <a:bodyPr/>
        <a:lstStyle/>
        <a:p>
          <a:endParaRPr/>
        </a:p>
      </dgm:t>
    </dgm:pt>
    <dgm:pt modelId="{5BA7A4A7-60B6-4DDB-800E-ED03C2F26E94}" type="sibTrans" cxnId="{CB471B04-7DF2-4E46-AFC0-DD845D79A370}">
      <dgm:prSet/>
      <dgm:spPr>
        <a:blipFill>
          <a:blip xmlns:r="http://schemas.openxmlformats.org/officeDocument/2006/relationships" r:embed="rId5"/>
          <a:srcRect/>
          <a:stretch>
            <a:fillRect l="-25073" r="-25073"/>
          </a:stretch>
        </a:blipFill>
      </dgm:spPr>
      <dgm:t>
        <a:bodyPr/>
        <a:lstStyle/>
        <a:p>
          <a:endParaRPr/>
        </a:p>
      </dgm:t>
    </dgm:pt>
    <dgm:pt modelId="{1D99B3C7-BD4B-4265-9617-012B29AF6744}" type="pres">
      <dgm:prSet presAssocID="{12F3C85E-AA9D-4D08-B973-6941F696BDCD}" presName="Name0" presStyleCnt="0">
        <dgm:presLayoutVars>
          <dgm:chMax val="8"/>
          <dgm:chPref val="8"/>
          <dgm:dir/>
        </dgm:presLayoutVars>
      </dgm:prSet>
      <dgm:spPr/>
    </dgm:pt>
    <dgm:pt modelId="{47919148-63D5-0E4C-9A3B-0FA038AD330F}" type="pres">
      <dgm:prSet presAssocID="{B31B24FE-3D19-4A5D-8CC0-DF4E422E0EFB}" presName="parent_text_1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616A99F4-5A01-8E42-8588-64972AE2FED0}" type="pres">
      <dgm:prSet presAssocID="{B31B24FE-3D19-4A5D-8CC0-DF4E422E0EFB}" presName="image_accent_1" presStyleCnt="0"/>
      <dgm:spPr/>
    </dgm:pt>
    <dgm:pt modelId="{B1754F63-F17B-A748-B284-457CAF6149B9}" type="pres">
      <dgm:prSet presAssocID="{B31B24FE-3D19-4A5D-8CC0-DF4E422E0EFB}" presName="imageAccentRepeatNode" presStyleLbl="alignNode1" presStyleIdx="0" presStyleCnt="9"/>
      <dgm:spPr/>
    </dgm:pt>
    <dgm:pt modelId="{61847E07-2FD8-C54F-AE04-F97F8752E765}" type="pres">
      <dgm:prSet presAssocID="{B31B24FE-3D19-4A5D-8CC0-DF4E422E0EFB}" presName="accent_1" presStyleLbl="alignNode1" presStyleIdx="1" presStyleCnt="9"/>
      <dgm:spPr/>
    </dgm:pt>
    <dgm:pt modelId="{39EA0CBE-3F9B-0C48-993A-7DA327C07131}" type="pres">
      <dgm:prSet presAssocID="{09217E45-9B17-44F7-B89F-046FB71D8DBA}" presName="image_1" presStyleCnt="0"/>
      <dgm:spPr/>
    </dgm:pt>
    <dgm:pt modelId="{BDA29871-C2A8-42B0-9EF1-95A468DC4926}" type="pres">
      <dgm:prSet presAssocID="{09217E45-9B17-44F7-B89F-046FB71D8DBA}" presName="imageRepeatNode" presStyleLbl="fgImgPlace1" presStyleIdx="0" presStyleCnt="5"/>
      <dgm:spPr/>
    </dgm:pt>
    <dgm:pt modelId="{4F8D86CC-5213-614E-B5EE-0554F5B4FCDF}" type="pres">
      <dgm:prSet presAssocID="{BF4595BB-4C7D-484D-B707-B64AE0DE3E7D}" presName="parent_text_2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537FC9BA-596A-2247-8A79-CA49287299E2}" type="pres">
      <dgm:prSet presAssocID="{BF4595BB-4C7D-484D-B707-B64AE0DE3E7D}" presName="image_accent_2" presStyleCnt="0"/>
      <dgm:spPr/>
    </dgm:pt>
    <dgm:pt modelId="{967FE834-29F2-9D43-B83D-459313AF02FD}" type="pres">
      <dgm:prSet presAssocID="{BF4595BB-4C7D-484D-B707-B64AE0DE3E7D}" presName="imageAccentRepeatNode" presStyleLbl="alignNode1" presStyleIdx="2" presStyleCnt="9"/>
      <dgm:spPr/>
    </dgm:pt>
    <dgm:pt modelId="{6F9F1C1A-8CC2-BB41-8C27-5D252151ADC5}" type="pres">
      <dgm:prSet presAssocID="{3956895F-47BC-4D18-B0A6-ED5329A85956}" presName="image_2" presStyleCnt="0"/>
      <dgm:spPr/>
    </dgm:pt>
    <dgm:pt modelId="{98C476A0-E400-43EC-8A87-5F8FFECD5530}" type="pres">
      <dgm:prSet presAssocID="{3956895F-47BC-4D18-B0A6-ED5329A85956}" presName="imageRepeatNode" presStyleLbl="fgImgPlace1" presStyleIdx="1" presStyleCnt="5"/>
      <dgm:spPr/>
    </dgm:pt>
    <dgm:pt modelId="{4454A58A-555D-994F-91A2-6183D63D5000}" type="pres">
      <dgm:prSet presAssocID="{2FB595D0-FB6B-4C92-AF9E-2F20BB872421}" presName="image_accent_3" presStyleCnt="0"/>
      <dgm:spPr/>
    </dgm:pt>
    <dgm:pt modelId="{036B021C-CC3B-2A46-9E50-3DC6DC6794EB}" type="pres">
      <dgm:prSet presAssocID="{2FB595D0-FB6B-4C92-AF9E-2F20BB872421}" presName="imageAccentRepeatNode" presStyleLbl="alignNode1" presStyleIdx="3" presStyleCnt="9"/>
      <dgm:spPr/>
    </dgm:pt>
    <dgm:pt modelId="{A6927A5D-BDB5-D343-B19F-D4A89244391A}" type="pres">
      <dgm:prSet presAssocID="{2FB595D0-FB6B-4C92-AF9E-2F20BB872421}" presName="parent_text_3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F2E470D5-D79E-0443-B5A4-AD65E1D868F4}" type="pres">
      <dgm:prSet presAssocID="{2FB595D0-FB6B-4C92-AF9E-2F20BB872421}" presName="accent_2" presStyleLbl="alignNode1" presStyleIdx="4" presStyleCnt="9"/>
      <dgm:spPr/>
    </dgm:pt>
    <dgm:pt modelId="{9EE412E6-1F68-8A4A-AE8B-E8D45995AC05}" type="pres">
      <dgm:prSet presAssocID="{2FB595D0-FB6B-4C92-AF9E-2F20BB872421}" presName="accent_3" presStyleLbl="alignNode1" presStyleIdx="5" presStyleCnt="9"/>
      <dgm:spPr/>
    </dgm:pt>
    <dgm:pt modelId="{D4B136D0-C152-9F49-885A-FE321A62D40F}" type="pres">
      <dgm:prSet presAssocID="{6B81E104-0F34-4C1F-9AAA-E6DE12FBC6C2}" presName="image_3" presStyleCnt="0"/>
      <dgm:spPr/>
    </dgm:pt>
    <dgm:pt modelId="{4ABF7F5D-325D-4166-9AC4-C65D530768C1}" type="pres">
      <dgm:prSet presAssocID="{6B81E104-0F34-4C1F-9AAA-E6DE12FBC6C2}" presName="imageRepeatNode" presStyleLbl="fgImgPlace1" presStyleIdx="2" presStyleCnt="5"/>
      <dgm:spPr/>
    </dgm:pt>
    <dgm:pt modelId="{8D13160A-AA06-9C4E-90A2-DA7374AC8962}" type="pres">
      <dgm:prSet presAssocID="{03E2DFAC-EBC3-42C1-A9FD-44CDB910417A}" presName="image_accent_4" presStyleCnt="0"/>
      <dgm:spPr/>
    </dgm:pt>
    <dgm:pt modelId="{A839EC4A-90E6-4B43-A8C7-FBDD16F111F0}" type="pres">
      <dgm:prSet presAssocID="{03E2DFAC-EBC3-42C1-A9FD-44CDB910417A}" presName="imageAccentRepeatNode" presStyleLbl="alignNode1" presStyleIdx="6" presStyleCnt="9"/>
      <dgm:spPr/>
    </dgm:pt>
    <dgm:pt modelId="{539FA9B5-0AA4-964C-AF4D-4085938AE7A5}" type="pres">
      <dgm:prSet presAssocID="{03E2DFAC-EBC3-42C1-A9FD-44CDB910417A}" presName="parent_text_4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0B65D572-E15E-164E-BFA7-0954DC3523B2}" type="pres">
      <dgm:prSet presAssocID="{03E2DFAC-EBC3-42C1-A9FD-44CDB910417A}" presName="accent_4" presStyleLbl="alignNode1" presStyleIdx="7" presStyleCnt="9"/>
      <dgm:spPr/>
    </dgm:pt>
    <dgm:pt modelId="{960C9D50-6A63-F740-8B4B-1E228F857D15}" type="pres">
      <dgm:prSet presAssocID="{14EC3CC2-CA0A-450D-82F7-11F60084EEE5}" presName="image_4" presStyleCnt="0"/>
      <dgm:spPr/>
    </dgm:pt>
    <dgm:pt modelId="{D15EE02B-DAD1-4E62-B6B7-AD5CA154B3D7}" type="pres">
      <dgm:prSet presAssocID="{14EC3CC2-CA0A-450D-82F7-11F60084EEE5}" presName="imageRepeatNode" presStyleLbl="fgImgPlace1" presStyleIdx="3" presStyleCnt="5"/>
      <dgm:spPr/>
    </dgm:pt>
    <dgm:pt modelId="{E04C8689-D3D5-5B4E-94B7-32618F13823A}" type="pres">
      <dgm:prSet presAssocID="{9E12CDB2-3687-4E44-94F4-4EC6302B78AB}" presName="image_accent_5" presStyleCnt="0"/>
      <dgm:spPr/>
    </dgm:pt>
    <dgm:pt modelId="{AE234B5E-CB13-7945-AA95-B523722BB76E}" type="pres">
      <dgm:prSet presAssocID="{9E12CDB2-3687-4E44-94F4-4EC6302B78AB}" presName="imageAccentRepeatNode" presStyleLbl="alignNode1" presStyleIdx="8" presStyleCnt="9"/>
      <dgm:spPr/>
    </dgm:pt>
    <dgm:pt modelId="{49324C22-BCBC-4A42-9507-1DE896ABD8D4}" type="pres">
      <dgm:prSet presAssocID="{9E12CDB2-3687-4E44-94F4-4EC6302B78AB}" presName="parent_text_5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D3842EB8-3BEB-E548-BB0F-0224F969785D}" type="pres">
      <dgm:prSet presAssocID="{5BA7A4A7-60B6-4DDB-800E-ED03C2F26E94}" presName="image_5" presStyleCnt="0"/>
      <dgm:spPr/>
    </dgm:pt>
    <dgm:pt modelId="{F9A4EAE0-4193-42D0-8098-A7021D4B8959}" type="pres">
      <dgm:prSet presAssocID="{5BA7A4A7-60B6-4DDB-800E-ED03C2F26E94}" presName="imageRepeatNode" presStyleLbl="fgImgPlace1" presStyleIdx="4" presStyleCnt="5"/>
      <dgm:spPr/>
    </dgm:pt>
  </dgm:ptLst>
  <dgm:cxnLst>
    <dgm:cxn modelId="{CB471B04-7DF2-4E46-AFC0-DD845D79A370}" srcId="{12F3C85E-AA9D-4D08-B973-6941F696BDCD}" destId="{9E12CDB2-3687-4E44-94F4-4EC6302B78AB}" srcOrd="4" destOrd="0" parTransId="{10165353-4899-42A4-BE32-BF664001BC36}" sibTransId="{5BA7A4A7-60B6-4DDB-800E-ED03C2F26E94}"/>
    <dgm:cxn modelId="{F61C6941-ED0F-0B40-A946-41A4C2774DC7}" type="presOf" srcId="{2FB595D0-FB6B-4C92-AF9E-2F20BB872421}" destId="{A6927A5D-BDB5-D343-B19F-D4A89244391A}" srcOrd="0" destOrd="0" presId="urn:microsoft.com/office/officeart/2008/layout/BubblePictureList"/>
    <dgm:cxn modelId="{F46BFB44-9643-8340-B6B3-9379B059705F}" type="presOf" srcId="{B31B24FE-3D19-4A5D-8CC0-DF4E422E0EFB}" destId="{47919148-63D5-0E4C-9A3B-0FA038AD330F}" srcOrd="0" destOrd="0" presId="urn:microsoft.com/office/officeart/2008/layout/BubblePictureList"/>
    <dgm:cxn modelId="{13AC5945-E636-9B46-8149-2A5F105EE66F}" type="presOf" srcId="{03E2DFAC-EBC3-42C1-A9FD-44CDB910417A}" destId="{539FA9B5-0AA4-964C-AF4D-4085938AE7A5}" srcOrd="0" destOrd="0" presId="urn:microsoft.com/office/officeart/2008/layout/BubblePictureList"/>
    <dgm:cxn modelId="{D27E9A62-BBDE-4292-A176-4DD03AE8F725}" type="presOf" srcId="{12F3C85E-AA9D-4D08-B973-6941F696BDCD}" destId="{1D99B3C7-BD4B-4265-9617-012B29AF6744}" srcOrd="0" destOrd="0" presId="urn:microsoft.com/office/officeart/2008/layout/BubblePictureList"/>
    <dgm:cxn modelId="{91ADA892-7CEC-44EE-8037-95B12BD82BA7}" srcId="{12F3C85E-AA9D-4D08-B973-6941F696BDCD}" destId="{03E2DFAC-EBC3-42C1-A9FD-44CDB910417A}" srcOrd="3" destOrd="0" parTransId="{D7C97F2D-09EC-41F0-8807-9862E29D7C94}" sibTransId="{14EC3CC2-CA0A-450D-82F7-11F60084EEE5}"/>
    <dgm:cxn modelId="{16A01495-11A1-4E0A-8E78-BDC3EE7A7910}" srcId="{12F3C85E-AA9D-4D08-B973-6941F696BDCD}" destId="{B31B24FE-3D19-4A5D-8CC0-DF4E422E0EFB}" srcOrd="0" destOrd="0" parTransId="{0CF2F691-872F-47D5-98CC-FC21A5875B8E}" sibTransId="{09217E45-9B17-44F7-B89F-046FB71D8DBA}"/>
    <dgm:cxn modelId="{CC7AD2A0-31C2-B249-ABCA-35C462E5E906}" type="presOf" srcId="{09217E45-9B17-44F7-B89F-046FB71D8DBA}" destId="{BDA29871-C2A8-42B0-9EF1-95A468DC4926}" srcOrd="0" destOrd="0" presId="urn:microsoft.com/office/officeart/2008/layout/BubblePictureList"/>
    <dgm:cxn modelId="{8F873EA4-4502-4623-9E90-66D480904013}" srcId="{12F3C85E-AA9D-4D08-B973-6941F696BDCD}" destId="{2FB595D0-FB6B-4C92-AF9E-2F20BB872421}" srcOrd="2" destOrd="0" parTransId="{67385FDF-5646-4723-A660-D1E570EB6757}" sibTransId="{6B81E104-0F34-4C1F-9AAA-E6DE12FBC6C2}"/>
    <dgm:cxn modelId="{7BD4C1A6-6009-1D46-80A8-877A351A9054}" type="presOf" srcId="{3956895F-47BC-4D18-B0A6-ED5329A85956}" destId="{98C476A0-E400-43EC-8A87-5F8FFECD5530}" srcOrd="0" destOrd="0" presId="urn:microsoft.com/office/officeart/2008/layout/BubblePictureList"/>
    <dgm:cxn modelId="{5CF638B2-1B95-774C-8508-0187BE2EF621}" type="presOf" srcId="{5BA7A4A7-60B6-4DDB-800E-ED03C2F26E94}" destId="{F9A4EAE0-4193-42D0-8098-A7021D4B8959}" srcOrd="0" destOrd="0" presId="urn:microsoft.com/office/officeart/2008/layout/BubblePictureList"/>
    <dgm:cxn modelId="{B4244DB6-AD26-2F41-9D2E-205F4C1AD8C3}" type="presOf" srcId="{6B81E104-0F34-4C1F-9AAA-E6DE12FBC6C2}" destId="{4ABF7F5D-325D-4166-9AC4-C65D530768C1}" srcOrd="0" destOrd="0" presId="urn:microsoft.com/office/officeart/2008/layout/BubblePictureList"/>
    <dgm:cxn modelId="{7A098EBE-9D7A-0D4F-BEF9-039125AA72CF}" type="presOf" srcId="{9E12CDB2-3687-4E44-94F4-4EC6302B78AB}" destId="{49324C22-BCBC-4A42-9507-1DE896ABD8D4}" srcOrd="0" destOrd="0" presId="urn:microsoft.com/office/officeart/2008/layout/BubblePictureList"/>
    <dgm:cxn modelId="{2618B0CE-E3E0-8E4F-88B0-BC7EA93C347E}" type="presOf" srcId="{14EC3CC2-CA0A-450D-82F7-11F60084EEE5}" destId="{D15EE02B-DAD1-4E62-B6B7-AD5CA154B3D7}" srcOrd="0" destOrd="0" presId="urn:microsoft.com/office/officeart/2008/layout/BubblePictureList"/>
    <dgm:cxn modelId="{65FA35E0-F34D-4217-A8E0-9DFB1DF77188}" srcId="{12F3C85E-AA9D-4D08-B973-6941F696BDCD}" destId="{BF4595BB-4C7D-484D-B707-B64AE0DE3E7D}" srcOrd="1" destOrd="0" parTransId="{2B7758BC-2D84-42F8-88D1-8238E7BE7734}" sibTransId="{3956895F-47BC-4D18-B0A6-ED5329A85956}"/>
    <dgm:cxn modelId="{46BC69EB-1972-B246-B16B-A51D3E752284}" type="presOf" srcId="{BF4595BB-4C7D-484D-B707-B64AE0DE3E7D}" destId="{4F8D86CC-5213-614E-B5EE-0554F5B4FCDF}" srcOrd="0" destOrd="0" presId="urn:microsoft.com/office/officeart/2008/layout/BubblePictureList"/>
    <dgm:cxn modelId="{F0A2DD4F-EFAF-634E-A94B-55B8C0681F18}" type="presParOf" srcId="{1D99B3C7-BD4B-4265-9617-012B29AF6744}" destId="{47919148-63D5-0E4C-9A3B-0FA038AD330F}" srcOrd="0" destOrd="0" presId="urn:microsoft.com/office/officeart/2008/layout/BubblePictureList"/>
    <dgm:cxn modelId="{E37E3B16-5A1A-C747-8D52-6DFFE8A5A2F6}" type="presParOf" srcId="{1D99B3C7-BD4B-4265-9617-012B29AF6744}" destId="{616A99F4-5A01-8E42-8588-64972AE2FED0}" srcOrd="1" destOrd="0" presId="urn:microsoft.com/office/officeart/2008/layout/BubblePictureList"/>
    <dgm:cxn modelId="{F49E1FF6-BEAA-1E4F-95E7-4F2386CC32DB}" type="presParOf" srcId="{616A99F4-5A01-8E42-8588-64972AE2FED0}" destId="{B1754F63-F17B-A748-B284-457CAF6149B9}" srcOrd="0" destOrd="0" presId="urn:microsoft.com/office/officeart/2008/layout/BubblePictureList"/>
    <dgm:cxn modelId="{33108861-6B6D-F240-8E00-2BCA58471461}" type="presParOf" srcId="{1D99B3C7-BD4B-4265-9617-012B29AF6744}" destId="{61847E07-2FD8-C54F-AE04-F97F8752E765}" srcOrd="2" destOrd="0" presId="urn:microsoft.com/office/officeart/2008/layout/BubblePictureList"/>
    <dgm:cxn modelId="{289497E5-A0D2-EB44-899F-DCEE13F285CB}" type="presParOf" srcId="{1D99B3C7-BD4B-4265-9617-012B29AF6744}" destId="{39EA0CBE-3F9B-0C48-993A-7DA327C07131}" srcOrd="3" destOrd="0" presId="urn:microsoft.com/office/officeart/2008/layout/BubblePictureList"/>
    <dgm:cxn modelId="{D06450BD-1C48-204D-996C-CDFC16772FF0}" type="presParOf" srcId="{39EA0CBE-3F9B-0C48-993A-7DA327C07131}" destId="{BDA29871-C2A8-42B0-9EF1-95A468DC4926}" srcOrd="0" destOrd="0" presId="urn:microsoft.com/office/officeart/2008/layout/BubblePictureList"/>
    <dgm:cxn modelId="{5701DD5D-3383-CD4E-9224-1FED1F99767C}" type="presParOf" srcId="{1D99B3C7-BD4B-4265-9617-012B29AF6744}" destId="{4F8D86CC-5213-614E-B5EE-0554F5B4FCDF}" srcOrd="4" destOrd="0" presId="urn:microsoft.com/office/officeart/2008/layout/BubblePictureList"/>
    <dgm:cxn modelId="{0FF53167-E4BC-5C46-95CA-5957826F600F}" type="presParOf" srcId="{1D99B3C7-BD4B-4265-9617-012B29AF6744}" destId="{537FC9BA-596A-2247-8A79-CA49287299E2}" srcOrd="5" destOrd="0" presId="urn:microsoft.com/office/officeart/2008/layout/BubblePictureList"/>
    <dgm:cxn modelId="{CDDDF7E0-BFB8-6D40-9A87-610E6231AE3F}" type="presParOf" srcId="{537FC9BA-596A-2247-8A79-CA49287299E2}" destId="{967FE834-29F2-9D43-B83D-459313AF02FD}" srcOrd="0" destOrd="0" presId="urn:microsoft.com/office/officeart/2008/layout/BubblePictureList"/>
    <dgm:cxn modelId="{320F71F6-EC6F-E146-AE3E-3ED664B5C60B}" type="presParOf" srcId="{1D99B3C7-BD4B-4265-9617-012B29AF6744}" destId="{6F9F1C1A-8CC2-BB41-8C27-5D252151ADC5}" srcOrd="6" destOrd="0" presId="urn:microsoft.com/office/officeart/2008/layout/BubblePictureList"/>
    <dgm:cxn modelId="{76902C0F-652B-D84E-8676-B49DD006DC18}" type="presParOf" srcId="{6F9F1C1A-8CC2-BB41-8C27-5D252151ADC5}" destId="{98C476A0-E400-43EC-8A87-5F8FFECD5530}" srcOrd="0" destOrd="0" presId="urn:microsoft.com/office/officeart/2008/layout/BubblePictureList"/>
    <dgm:cxn modelId="{0A115203-9A23-5148-8963-42137481332E}" type="presParOf" srcId="{1D99B3C7-BD4B-4265-9617-012B29AF6744}" destId="{4454A58A-555D-994F-91A2-6183D63D5000}" srcOrd="7" destOrd="0" presId="urn:microsoft.com/office/officeart/2008/layout/BubblePictureList"/>
    <dgm:cxn modelId="{67389166-B6FF-1049-BAEF-1DAA2C9A1076}" type="presParOf" srcId="{4454A58A-555D-994F-91A2-6183D63D5000}" destId="{036B021C-CC3B-2A46-9E50-3DC6DC6794EB}" srcOrd="0" destOrd="0" presId="urn:microsoft.com/office/officeart/2008/layout/BubblePictureList"/>
    <dgm:cxn modelId="{CEF8340F-D4E4-8F42-9A47-BCCB93FFF893}" type="presParOf" srcId="{1D99B3C7-BD4B-4265-9617-012B29AF6744}" destId="{A6927A5D-BDB5-D343-B19F-D4A89244391A}" srcOrd="8" destOrd="0" presId="urn:microsoft.com/office/officeart/2008/layout/BubblePictureList"/>
    <dgm:cxn modelId="{67C37DCA-773F-5D4E-A9F1-0FFBB4E0D284}" type="presParOf" srcId="{1D99B3C7-BD4B-4265-9617-012B29AF6744}" destId="{F2E470D5-D79E-0443-B5A4-AD65E1D868F4}" srcOrd="9" destOrd="0" presId="urn:microsoft.com/office/officeart/2008/layout/BubblePictureList"/>
    <dgm:cxn modelId="{02789568-422C-3645-84BC-ADA51BD3AC8C}" type="presParOf" srcId="{1D99B3C7-BD4B-4265-9617-012B29AF6744}" destId="{9EE412E6-1F68-8A4A-AE8B-E8D45995AC05}" srcOrd="10" destOrd="0" presId="urn:microsoft.com/office/officeart/2008/layout/BubblePictureList"/>
    <dgm:cxn modelId="{DE04114C-0B5C-FD4A-9001-6D3E19229290}" type="presParOf" srcId="{1D99B3C7-BD4B-4265-9617-012B29AF6744}" destId="{D4B136D0-C152-9F49-885A-FE321A62D40F}" srcOrd="11" destOrd="0" presId="urn:microsoft.com/office/officeart/2008/layout/BubblePictureList"/>
    <dgm:cxn modelId="{8580A0D3-ADEA-BF4B-BBB0-5E4D89BD98DF}" type="presParOf" srcId="{D4B136D0-C152-9F49-885A-FE321A62D40F}" destId="{4ABF7F5D-325D-4166-9AC4-C65D530768C1}" srcOrd="0" destOrd="0" presId="urn:microsoft.com/office/officeart/2008/layout/BubblePictureList"/>
    <dgm:cxn modelId="{C2D880DE-3F98-6A45-A585-B0C6433F8205}" type="presParOf" srcId="{1D99B3C7-BD4B-4265-9617-012B29AF6744}" destId="{8D13160A-AA06-9C4E-90A2-DA7374AC8962}" srcOrd="12" destOrd="0" presId="urn:microsoft.com/office/officeart/2008/layout/BubblePictureList"/>
    <dgm:cxn modelId="{9AA2E617-37DA-5A4E-8A90-6AC12017FCE4}" type="presParOf" srcId="{8D13160A-AA06-9C4E-90A2-DA7374AC8962}" destId="{A839EC4A-90E6-4B43-A8C7-FBDD16F111F0}" srcOrd="0" destOrd="0" presId="urn:microsoft.com/office/officeart/2008/layout/BubblePictureList"/>
    <dgm:cxn modelId="{EA11803B-A87B-9C4B-B8CA-6F97446D53E4}" type="presParOf" srcId="{1D99B3C7-BD4B-4265-9617-012B29AF6744}" destId="{539FA9B5-0AA4-964C-AF4D-4085938AE7A5}" srcOrd="13" destOrd="0" presId="urn:microsoft.com/office/officeart/2008/layout/BubblePictureList"/>
    <dgm:cxn modelId="{7BB3377E-71B2-934F-8E44-BD671F501926}" type="presParOf" srcId="{1D99B3C7-BD4B-4265-9617-012B29AF6744}" destId="{0B65D572-E15E-164E-BFA7-0954DC3523B2}" srcOrd="14" destOrd="0" presId="urn:microsoft.com/office/officeart/2008/layout/BubblePictureList"/>
    <dgm:cxn modelId="{312B28B7-B07C-6047-89EB-C55BA6AF8D89}" type="presParOf" srcId="{1D99B3C7-BD4B-4265-9617-012B29AF6744}" destId="{960C9D50-6A63-F740-8B4B-1E228F857D15}" srcOrd="15" destOrd="0" presId="urn:microsoft.com/office/officeart/2008/layout/BubblePictureList"/>
    <dgm:cxn modelId="{569A8B37-74D5-0543-A7B0-324E4ADC5CFB}" type="presParOf" srcId="{960C9D50-6A63-F740-8B4B-1E228F857D15}" destId="{D15EE02B-DAD1-4E62-B6B7-AD5CA154B3D7}" srcOrd="0" destOrd="0" presId="urn:microsoft.com/office/officeart/2008/layout/BubblePictureList"/>
    <dgm:cxn modelId="{20D39348-DED2-9846-87EC-8B898873D4E0}" type="presParOf" srcId="{1D99B3C7-BD4B-4265-9617-012B29AF6744}" destId="{E04C8689-D3D5-5B4E-94B7-32618F13823A}" srcOrd="16" destOrd="0" presId="urn:microsoft.com/office/officeart/2008/layout/BubblePictureList"/>
    <dgm:cxn modelId="{2C156E9A-0EDC-9A46-AB48-E2F1EFB82A60}" type="presParOf" srcId="{E04C8689-D3D5-5B4E-94B7-32618F13823A}" destId="{AE234B5E-CB13-7945-AA95-B523722BB76E}" srcOrd="0" destOrd="0" presId="urn:microsoft.com/office/officeart/2008/layout/BubblePictureList"/>
    <dgm:cxn modelId="{A5A5FCE5-C263-F846-9AC9-CD3B0AC3286A}" type="presParOf" srcId="{1D99B3C7-BD4B-4265-9617-012B29AF6744}" destId="{49324C22-BCBC-4A42-9507-1DE896ABD8D4}" srcOrd="17" destOrd="0" presId="urn:microsoft.com/office/officeart/2008/layout/BubblePictureList"/>
    <dgm:cxn modelId="{3BC10A2D-B6BE-3246-85A3-993025B3F421}" type="presParOf" srcId="{1D99B3C7-BD4B-4265-9617-012B29AF6744}" destId="{D3842EB8-3BEB-E548-BB0F-0224F969785D}" srcOrd="18" destOrd="0" presId="urn:microsoft.com/office/officeart/2008/layout/BubblePictureList"/>
    <dgm:cxn modelId="{18877479-9E67-074A-972C-382A9CD8376F}" type="presParOf" srcId="{D3842EB8-3BEB-E548-BB0F-0224F969785D}" destId="{F9A4EAE0-4193-42D0-8098-A7021D4B8959}" srcOrd="0" destOrd="0" presId="urn:microsoft.com/office/officeart/2008/layout/Bubble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3E9992-7187-784D-923E-474B70F179DE}">
      <dsp:nvSpPr>
        <dsp:cNvPr id="0" name=""/>
        <dsp:cNvSpPr/>
      </dsp:nvSpPr>
      <dsp:spPr>
        <a:xfrm>
          <a:off x="1221978" y="2645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1221978" y="2645"/>
        <a:ext cx="2706687" cy="1624012"/>
      </dsp:txXfrm>
    </dsp:sp>
    <dsp:sp modelId="{4987643E-C020-9D47-92F2-BD8FBA964BED}">
      <dsp:nvSpPr>
        <dsp:cNvPr id="0" name=""/>
        <dsp:cNvSpPr/>
      </dsp:nvSpPr>
      <dsp:spPr>
        <a:xfrm>
          <a:off x="4199334" y="2645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4199334" y="2645"/>
        <a:ext cx="2706687" cy="1624012"/>
      </dsp:txXfrm>
    </dsp:sp>
    <dsp:sp modelId="{07E17940-D8C8-9A44-8F91-ECF1497C880E}">
      <dsp:nvSpPr>
        <dsp:cNvPr id="0" name=""/>
        <dsp:cNvSpPr/>
      </dsp:nvSpPr>
      <dsp:spPr>
        <a:xfrm>
          <a:off x="1221978" y="1897327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1221978" y="1897327"/>
        <a:ext cx="2706687" cy="1624012"/>
      </dsp:txXfrm>
    </dsp:sp>
    <dsp:sp modelId="{DB121ED0-9E24-DD44-81E5-76537E847BD6}">
      <dsp:nvSpPr>
        <dsp:cNvPr id="0" name=""/>
        <dsp:cNvSpPr/>
      </dsp:nvSpPr>
      <dsp:spPr>
        <a:xfrm>
          <a:off x="4199334" y="1897327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4199334" y="1897327"/>
        <a:ext cx="2706687" cy="1624012"/>
      </dsp:txXfrm>
    </dsp:sp>
    <dsp:sp modelId="{E6AB6769-5E77-9F49-AE60-FCDCADC092FB}">
      <dsp:nvSpPr>
        <dsp:cNvPr id="0" name=""/>
        <dsp:cNvSpPr/>
      </dsp:nvSpPr>
      <dsp:spPr>
        <a:xfrm>
          <a:off x="2710656" y="3792008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2710656" y="3792008"/>
        <a:ext cx="2706687" cy="1624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78FD66-9C25-974A-BD66-6370171752E9}">
      <dsp:nvSpPr>
        <dsp:cNvPr id="0" name=""/>
        <dsp:cNvSpPr/>
      </dsp:nvSpPr>
      <dsp:spPr>
        <a:xfrm>
          <a:off x="0" y="309324"/>
          <a:ext cx="3357562" cy="20145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200" kern="1200"/>
            <a:t>Customer insight</a:t>
          </a:r>
        </a:p>
      </dsp:txBody>
      <dsp:txXfrm>
        <a:off x="0" y="309324"/>
        <a:ext cx="3357562" cy="2014537"/>
      </dsp:txXfrm>
    </dsp:sp>
    <dsp:sp modelId="{89BE4CA7-0EC4-B940-968E-97C7C741D5A0}">
      <dsp:nvSpPr>
        <dsp:cNvPr id="0" name=""/>
        <dsp:cNvSpPr/>
      </dsp:nvSpPr>
      <dsp:spPr>
        <a:xfrm>
          <a:off x="3693318" y="309324"/>
          <a:ext cx="3357562" cy="20145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200" kern="1200"/>
            <a:t>Product concept</a:t>
          </a:r>
        </a:p>
      </dsp:txBody>
      <dsp:txXfrm>
        <a:off x="3693318" y="309324"/>
        <a:ext cx="3357562" cy="2014537"/>
      </dsp:txXfrm>
    </dsp:sp>
    <dsp:sp modelId="{5D636D35-6F76-CF44-AAE4-B32CD4AB5CDA}">
      <dsp:nvSpPr>
        <dsp:cNvPr id="0" name=""/>
        <dsp:cNvSpPr/>
      </dsp:nvSpPr>
      <dsp:spPr>
        <a:xfrm>
          <a:off x="7386637" y="309324"/>
          <a:ext cx="3357562" cy="20145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200" kern="1200"/>
            <a:t>Prototype</a:t>
          </a:r>
        </a:p>
      </dsp:txBody>
      <dsp:txXfrm>
        <a:off x="7386637" y="309324"/>
        <a:ext cx="3357562" cy="2014537"/>
      </dsp:txXfrm>
    </dsp:sp>
    <dsp:sp modelId="{1C51B293-984B-AA44-84F0-0B028BD5B2CA}">
      <dsp:nvSpPr>
        <dsp:cNvPr id="0" name=""/>
        <dsp:cNvSpPr/>
      </dsp:nvSpPr>
      <dsp:spPr>
        <a:xfrm>
          <a:off x="1846659" y="2659618"/>
          <a:ext cx="3357562" cy="20145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200" kern="1200"/>
            <a:t>Feedback</a:t>
          </a:r>
        </a:p>
      </dsp:txBody>
      <dsp:txXfrm>
        <a:off x="1846659" y="2659618"/>
        <a:ext cx="3357562" cy="2014537"/>
      </dsp:txXfrm>
    </dsp:sp>
    <dsp:sp modelId="{49EA9D1A-60AC-D745-BCE7-CE9B71BB8C52}">
      <dsp:nvSpPr>
        <dsp:cNvPr id="0" name=""/>
        <dsp:cNvSpPr/>
      </dsp:nvSpPr>
      <dsp:spPr>
        <a:xfrm>
          <a:off x="5539978" y="2659618"/>
          <a:ext cx="3357562" cy="20145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200" kern="1200"/>
            <a:t>Next step</a:t>
          </a:r>
        </a:p>
      </dsp:txBody>
      <dsp:txXfrm>
        <a:off x="5539978" y="2659618"/>
        <a:ext cx="3357562" cy="20145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6D4462-384A-B94E-A8CD-8CEFD5417D4D}">
      <dsp:nvSpPr>
        <dsp:cNvPr id="0" name=""/>
        <dsp:cNvSpPr/>
      </dsp:nvSpPr>
      <dsp:spPr>
        <a:xfrm>
          <a:off x="4983" y="1911511"/>
          <a:ext cx="2901143" cy="116045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Discover</a:t>
          </a:r>
        </a:p>
      </dsp:txBody>
      <dsp:txXfrm>
        <a:off x="585212" y="1911511"/>
        <a:ext cx="1740686" cy="1160457"/>
      </dsp:txXfrm>
    </dsp:sp>
    <dsp:sp modelId="{318AAA96-2FDB-1344-A421-32BFE953DF0C}">
      <dsp:nvSpPr>
        <dsp:cNvPr id="0" name=""/>
        <dsp:cNvSpPr/>
      </dsp:nvSpPr>
      <dsp:spPr>
        <a:xfrm>
          <a:off x="2616013" y="1911511"/>
          <a:ext cx="2901143" cy="116045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Define</a:t>
          </a:r>
        </a:p>
      </dsp:txBody>
      <dsp:txXfrm>
        <a:off x="3196242" y="1911511"/>
        <a:ext cx="1740686" cy="1160457"/>
      </dsp:txXfrm>
    </dsp:sp>
    <dsp:sp modelId="{FBE8E938-DE7B-2840-9B67-9FEE6993CC76}">
      <dsp:nvSpPr>
        <dsp:cNvPr id="0" name=""/>
        <dsp:cNvSpPr/>
      </dsp:nvSpPr>
      <dsp:spPr>
        <a:xfrm>
          <a:off x="5227042" y="1911511"/>
          <a:ext cx="2901143" cy="116045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Build</a:t>
          </a:r>
        </a:p>
      </dsp:txBody>
      <dsp:txXfrm>
        <a:off x="5807271" y="1911511"/>
        <a:ext cx="1740686" cy="1160457"/>
      </dsp:txXfrm>
    </dsp:sp>
    <dsp:sp modelId="{9308150C-EE09-7442-9D2D-CD9C5278B112}">
      <dsp:nvSpPr>
        <dsp:cNvPr id="0" name=""/>
        <dsp:cNvSpPr/>
      </dsp:nvSpPr>
      <dsp:spPr>
        <a:xfrm>
          <a:off x="7838072" y="1911511"/>
          <a:ext cx="2901143" cy="116045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Launch</a:t>
          </a:r>
        </a:p>
      </dsp:txBody>
      <dsp:txXfrm>
        <a:off x="8418301" y="1911511"/>
        <a:ext cx="1740686" cy="11604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D5234D-172D-1042-BBE4-A0CCE92ACB85}">
      <dsp:nvSpPr>
        <dsp:cNvPr id="0" name=""/>
        <dsp:cNvSpPr/>
      </dsp:nvSpPr>
      <dsp:spPr>
        <a:xfrm>
          <a:off x="4574678" y="159"/>
          <a:ext cx="1594842" cy="15948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200" kern="1200"/>
            <a:t>Plan</a:t>
          </a:r>
        </a:p>
      </dsp:txBody>
      <dsp:txXfrm>
        <a:off x="4808237" y="233718"/>
        <a:ext cx="1127724" cy="1127724"/>
      </dsp:txXfrm>
    </dsp:sp>
    <dsp:sp modelId="{D6B449AD-D961-F645-B9F0-25C748CC6C8C}">
      <dsp:nvSpPr>
        <dsp:cNvPr id="0" name=""/>
        <dsp:cNvSpPr/>
      </dsp:nvSpPr>
      <dsp:spPr>
        <a:xfrm rot="2700000">
          <a:off x="5998401" y="1367034"/>
          <a:ext cx="424562" cy="5382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800" kern="1200"/>
        </a:p>
      </dsp:txBody>
      <dsp:txXfrm>
        <a:off x="6017054" y="1429654"/>
        <a:ext cx="297193" cy="322955"/>
      </dsp:txXfrm>
    </dsp:sp>
    <dsp:sp modelId="{91A624A1-A3AE-1447-9ECC-970018221146}">
      <dsp:nvSpPr>
        <dsp:cNvPr id="0" name=""/>
        <dsp:cNvSpPr/>
      </dsp:nvSpPr>
      <dsp:spPr>
        <a:xfrm>
          <a:off x="6268838" y="1694318"/>
          <a:ext cx="1594842" cy="15948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200" kern="1200"/>
            <a:t>Create</a:t>
          </a:r>
        </a:p>
      </dsp:txBody>
      <dsp:txXfrm>
        <a:off x="6502397" y="1927877"/>
        <a:ext cx="1127724" cy="1127724"/>
      </dsp:txXfrm>
    </dsp:sp>
    <dsp:sp modelId="{E6EA483D-C20D-D64D-8019-C1F84AD86AA7}">
      <dsp:nvSpPr>
        <dsp:cNvPr id="0" name=""/>
        <dsp:cNvSpPr/>
      </dsp:nvSpPr>
      <dsp:spPr>
        <a:xfrm rot="8100000">
          <a:off x="6015395" y="3061193"/>
          <a:ext cx="424562" cy="5382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800" kern="1200"/>
        </a:p>
      </dsp:txBody>
      <dsp:txXfrm rot="10800000">
        <a:off x="6124111" y="3123813"/>
        <a:ext cx="297193" cy="322955"/>
      </dsp:txXfrm>
    </dsp:sp>
    <dsp:sp modelId="{A391193C-5D5B-6C42-BA3A-73E771A1B4AB}">
      <dsp:nvSpPr>
        <dsp:cNvPr id="0" name=""/>
        <dsp:cNvSpPr/>
      </dsp:nvSpPr>
      <dsp:spPr>
        <a:xfrm>
          <a:off x="4574678" y="3388478"/>
          <a:ext cx="1594842" cy="15948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200" kern="1200"/>
            <a:t>Measure</a:t>
          </a:r>
        </a:p>
      </dsp:txBody>
      <dsp:txXfrm>
        <a:off x="4808237" y="3622037"/>
        <a:ext cx="1127724" cy="1127724"/>
      </dsp:txXfrm>
    </dsp:sp>
    <dsp:sp modelId="{5F96ED5A-E9DD-584A-BD0A-39DC3A2DBC40}">
      <dsp:nvSpPr>
        <dsp:cNvPr id="0" name=""/>
        <dsp:cNvSpPr/>
      </dsp:nvSpPr>
      <dsp:spPr>
        <a:xfrm rot="13500000">
          <a:off x="4321235" y="3078186"/>
          <a:ext cx="424562" cy="5382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800" kern="1200"/>
        </a:p>
      </dsp:txBody>
      <dsp:txXfrm rot="10800000">
        <a:off x="4429951" y="3230870"/>
        <a:ext cx="297193" cy="322955"/>
      </dsp:txXfrm>
    </dsp:sp>
    <dsp:sp modelId="{A256F02C-6220-C24C-A2C5-EADE5903FFCA}">
      <dsp:nvSpPr>
        <dsp:cNvPr id="0" name=""/>
        <dsp:cNvSpPr/>
      </dsp:nvSpPr>
      <dsp:spPr>
        <a:xfrm>
          <a:off x="2880519" y="1694318"/>
          <a:ext cx="1594842" cy="15948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200" kern="1200"/>
            <a:t>Improve</a:t>
          </a:r>
        </a:p>
      </dsp:txBody>
      <dsp:txXfrm>
        <a:off x="3114078" y="1927877"/>
        <a:ext cx="1127724" cy="1127724"/>
      </dsp:txXfrm>
    </dsp:sp>
    <dsp:sp modelId="{1A1C3CF1-C81A-1240-9417-87901990471F}">
      <dsp:nvSpPr>
        <dsp:cNvPr id="0" name=""/>
        <dsp:cNvSpPr/>
      </dsp:nvSpPr>
      <dsp:spPr>
        <a:xfrm rot="18900000">
          <a:off x="4304242" y="1384027"/>
          <a:ext cx="424562" cy="5382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800" kern="1200"/>
        </a:p>
      </dsp:txBody>
      <dsp:txXfrm>
        <a:off x="4322895" y="1536711"/>
        <a:ext cx="297193" cy="3229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51BC90-1E63-C349-82E2-E044F06F3650}">
      <dsp:nvSpPr>
        <dsp:cNvPr id="0" name=""/>
        <dsp:cNvSpPr/>
      </dsp:nvSpPr>
      <dsp:spPr>
        <a:xfrm>
          <a:off x="5372100" y="1298690"/>
          <a:ext cx="3138238" cy="5446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326"/>
              </a:lnTo>
              <a:lnTo>
                <a:pt x="3138238" y="272326"/>
              </a:lnTo>
              <a:lnTo>
                <a:pt x="3138238" y="5446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B879D2-CC50-2840-86B9-3B0357AEA101}">
      <dsp:nvSpPr>
        <dsp:cNvPr id="0" name=""/>
        <dsp:cNvSpPr/>
      </dsp:nvSpPr>
      <dsp:spPr>
        <a:xfrm>
          <a:off x="4334665" y="3140136"/>
          <a:ext cx="389037" cy="1193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3049"/>
              </a:lnTo>
              <a:lnTo>
                <a:pt x="389037" y="1193049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281613-CC26-CE43-8357-8245F065CA82}">
      <dsp:nvSpPr>
        <dsp:cNvPr id="0" name=""/>
        <dsp:cNvSpPr/>
      </dsp:nvSpPr>
      <dsp:spPr>
        <a:xfrm>
          <a:off x="5326379" y="1298690"/>
          <a:ext cx="91440" cy="5446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446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28147A-DD34-1646-B608-2F10E32CE098}">
      <dsp:nvSpPr>
        <dsp:cNvPr id="0" name=""/>
        <dsp:cNvSpPr/>
      </dsp:nvSpPr>
      <dsp:spPr>
        <a:xfrm>
          <a:off x="1196426" y="3140136"/>
          <a:ext cx="389037" cy="1193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3049"/>
              </a:lnTo>
              <a:lnTo>
                <a:pt x="389037" y="1193049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297896-C06A-E44A-BE9B-8A602B7D4921}">
      <dsp:nvSpPr>
        <dsp:cNvPr id="0" name=""/>
        <dsp:cNvSpPr/>
      </dsp:nvSpPr>
      <dsp:spPr>
        <a:xfrm>
          <a:off x="2233861" y="1298690"/>
          <a:ext cx="3138238" cy="544653"/>
        </a:xfrm>
        <a:custGeom>
          <a:avLst/>
          <a:gdLst/>
          <a:ahLst/>
          <a:cxnLst/>
          <a:rect l="0" t="0" r="0" b="0"/>
          <a:pathLst>
            <a:path>
              <a:moveTo>
                <a:pt x="3138238" y="0"/>
              </a:moveTo>
              <a:lnTo>
                <a:pt x="3138238" y="272326"/>
              </a:lnTo>
              <a:lnTo>
                <a:pt x="0" y="272326"/>
              </a:lnTo>
              <a:lnTo>
                <a:pt x="0" y="5446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324A5E-DBA6-1641-B72C-AD0743CE0F0A}">
      <dsp:nvSpPr>
        <dsp:cNvPr id="0" name=""/>
        <dsp:cNvSpPr/>
      </dsp:nvSpPr>
      <dsp:spPr>
        <a:xfrm>
          <a:off x="4075307" y="1897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Program lead</a:t>
          </a:r>
        </a:p>
      </dsp:txBody>
      <dsp:txXfrm>
        <a:off x="4075307" y="1897"/>
        <a:ext cx="2593585" cy="1296792"/>
      </dsp:txXfrm>
    </dsp:sp>
    <dsp:sp modelId="{B773FA64-3536-744D-8F45-FC9A88DD8F6E}">
      <dsp:nvSpPr>
        <dsp:cNvPr id="0" name=""/>
        <dsp:cNvSpPr/>
      </dsp:nvSpPr>
      <dsp:spPr>
        <a:xfrm>
          <a:off x="937068" y="1843343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Design</a:t>
          </a:r>
        </a:p>
      </dsp:txBody>
      <dsp:txXfrm>
        <a:off x="937068" y="1843343"/>
        <a:ext cx="2593585" cy="1296792"/>
      </dsp:txXfrm>
    </dsp:sp>
    <dsp:sp modelId="{3FD2956B-CDF0-664D-A0F8-BEC146D9F8DC}">
      <dsp:nvSpPr>
        <dsp:cNvPr id="0" name=""/>
        <dsp:cNvSpPr/>
      </dsp:nvSpPr>
      <dsp:spPr>
        <a:xfrm>
          <a:off x="1585464" y="3684789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Research</a:t>
          </a:r>
        </a:p>
      </dsp:txBody>
      <dsp:txXfrm>
        <a:off x="1585464" y="3684789"/>
        <a:ext cx="2593585" cy="1296792"/>
      </dsp:txXfrm>
    </dsp:sp>
    <dsp:sp modelId="{61766697-E687-224C-AACC-A9F826C4E346}">
      <dsp:nvSpPr>
        <dsp:cNvPr id="0" name=""/>
        <dsp:cNvSpPr/>
      </dsp:nvSpPr>
      <dsp:spPr>
        <a:xfrm>
          <a:off x="4075307" y="1843343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Engineering</a:t>
          </a:r>
        </a:p>
      </dsp:txBody>
      <dsp:txXfrm>
        <a:off x="4075307" y="1843343"/>
        <a:ext cx="2593585" cy="1296792"/>
      </dsp:txXfrm>
    </dsp:sp>
    <dsp:sp modelId="{51C6B3CB-5328-D246-AE7B-16019C158797}">
      <dsp:nvSpPr>
        <dsp:cNvPr id="0" name=""/>
        <dsp:cNvSpPr/>
      </dsp:nvSpPr>
      <dsp:spPr>
        <a:xfrm>
          <a:off x="4723703" y="3684789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Build</a:t>
          </a:r>
        </a:p>
      </dsp:txBody>
      <dsp:txXfrm>
        <a:off x="4723703" y="3684789"/>
        <a:ext cx="2593585" cy="1296792"/>
      </dsp:txXfrm>
    </dsp:sp>
    <dsp:sp modelId="{3F912E97-D9D6-E141-B8EB-9E0CC39D38C5}">
      <dsp:nvSpPr>
        <dsp:cNvPr id="0" name=""/>
        <dsp:cNvSpPr/>
      </dsp:nvSpPr>
      <dsp:spPr>
        <a:xfrm>
          <a:off x="7213545" y="1843343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Go-to-market</a:t>
          </a:r>
        </a:p>
      </dsp:txBody>
      <dsp:txXfrm>
        <a:off x="7213545" y="1843343"/>
        <a:ext cx="2593585" cy="12967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3B1C0-BD22-7D49-972B-D4F1ED524C5C}">
      <dsp:nvSpPr>
        <dsp:cNvPr id="0" name=""/>
        <dsp:cNvSpPr/>
      </dsp:nvSpPr>
      <dsp:spPr>
        <a:xfrm>
          <a:off x="3877055" y="62293"/>
          <a:ext cx="2990088" cy="299008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People</a:t>
          </a:r>
        </a:p>
      </dsp:txBody>
      <dsp:txXfrm>
        <a:off x="4275734" y="585558"/>
        <a:ext cx="2192731" cy="1345539"/>
      </dsp:txXfrm>
    </dsp:sp>
    <dsp:sp modelId="{41BBBEC1-A7E5-7542-A6F0-5F3D4E116F24}">
      <dsp:nvSpPr>
        <dsp:cNvPr id="0" name=""/>
        <dsp:cNvSpPr/>
      </dsp:nvSpPr>
      <dsp:spPr>
        <a:xfrm>
          <a:off x="4955979" y="1931098"/>
          <a:ext cx="2990088" cy="299008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Process</a:t>
          </a:r>
        </a:p>
      </dsp:txBody>
      <dsp:txXfrm>
        <a:off x="5870448" y="2703537"/>
        <a:ext cx="1794052" cy="1644548"/>
      </dsp:txXfrm>
    </dsp:sp>
    <dsp:sp modelId="{E8B79D4A-94ED-0A45-B01E-AB46499EBD64}">
      <dsp:nvSpPr>
        <dsp:cNvPr id="0" name=""/>
        <dsp:cNvSpPr/>
      </dsp:nvSpPr>
      <dsp:spPr>
        <a:xfrm>
          <a:off x="2798132" y="1931098"/>
          <a:ext cx="2990088" cy="299008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Technology</a:t>
          </a:r>
        </a:p>
      </dsp:txBody>
      <dsp:txXfrm>
        <a:off x="3079699" y="2703537"/>
        <a:ext cx="1794052" cy="16445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997966-9A0A-2847-9C0F-3185D18D1E73}">
      <dsp:nvSpPr>
        <dsp:cNvPr id="0" name=""/>
        <dsp:cNvSpPr/>
      </dsp:nvSpPr>
      <dsp:spPr>
        <a:xfrm>
          <a:off x="2880359" y="0"/>
          <a:ext cx="4983480" cy="498348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947B61-41DE-904B-847B-85E1F43BE4A5}">
      <dsp:nvSpPr>
        <dsp:cNvPr id="0" name=""/>
        <dsp:cNvSpPr/>
      </dsp:nvSpPr>
      <dsp:spPr>
        <a:xfrm>
          <a:off x="3353790" y="473430"/>
          <a:ext cx="1943557" cy="19435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High value
Low effort</a:t>
          </a:r>
        </a:p>
      </dsp:txBody>
      <dsp:txXfrm>
        <a:off x="3448667" y="568307"/>
        <a:ext cx="1753803" cy="1753803"/>
      </dsp:txXfrm>
    </dsp:sp>
    <dsp:sp modelId="{0709C69D-3AB0-2F45-9BE8-1E6067B0D2B8}">
      <dsp:nvSpPr>
        <dsp:cNvPr id="0" name=""/>
        <dsp:cNvSpPr/>
      </dsp:nvSpPr>
      <dsp:spPr>
        <a:xfrm>
          <a:off x="5446852" y="473430"/>
          <a:ext cx="1943557" cy="19435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High value
High effort</a:t>
          </a:r>
        </a:p>
      </dsp:txBody>
      <dsp:txXfrm>
        <a:off x="5541729" y="568307"/>
        <a:ext cx="1753803" cy="1753803"/>
      </dsp:txXfrm>
    </dsp:sp>
    <dsp:sp modelId="{5F5CB034-3561-0F4F-B8C7-F569CC2631DF}">
      <dsp:nvSpPr>
        <dsp:cNvPr id="0" name=""/>
        <dsp:cNvSpPr/>
      </dsp:nvSpPr>
      <dsp:spPr>
        <a:xfrm>
          <a:off x="3353790" y="2566492"/>
          <a:ext cx="1943557" cy="19435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Low value
Low effort</a:t>
          </a:r>
        </a:p>
      </dsp:txBody>
      <dsp:txXfrm>
        <a:off x="3448667" y="2661369"/>
        <a:ext cx="1753803" cy="1753803"/>
      </dsp:txXfrm>
    </dsp:sp>
    <dsp:sp modelId="{30272AA6-40EC-1D45-B9E7-D514775765D3}">
      <dsp:nvSpPr>
        <dsp:cNvPr id="0" name=""/>
        <dsp:cNvSpPr/>
      </dsp:nvSpPr>
      <dsp:spPr>
        <a:xfrm>
          <a:off x="5446852" y="2566492"/>
          <a:ext cx="1943557" cy="19435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Low value
High effort</a:t>
          </a:r>
        </a:p>
      </dsp:txBody>
      <dsp:txXfrm>
        <a:off x="5541729" y="2661369"/>
        <a:ext cx="1753803" cy="175380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8063E-DCB0-CB45-B6D4-119E163A8BDF}">
      <dsp:nvSpPr>
        <dsp:cNvPr id="0" name=""/>
        <dsp:cNvSpPr/>
      </dsp:nvSpPr>
      <dsp:spPr>
        <a:xfrm>
          <a:off x="4029074" y="0"/>
          <a:ext cx="2686050" cy="1245870"/>
        </a:xfrm>
        <a:prstGeom prst="trapezoid">
          <a:avLst>
            <a:gd name="adj" fmla="val 10779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Foundation</a:t>
          </a:r>
        </a:p>
      </dsp:txBody>
      <dsp:txXfrm>
        <a:off x="4029074" y="0"/>
        <a:ext cx="2686050" cy="1245870"/>
      </dsp:txXfrm>
    </dsp:sp>
    <dsp:sp modelId="{1F176E01-545A-8549-93EC-98438A714CC1}">
      <dsp:nvSpPr>
        <dsp:cNvPr id="0" name=""/>
        <dsp:cNvSpPr/>
      </dsp:nvSpPr>
      <dsp:spPr>
        <a:xfrm>
          <a:off x="2686050" y="1245870"/>
          <a:ext cx="5372100" cy="1245870"/>
        </a:xfrm>
        <a:prstGeom prst="trapezoid">
          <a:avLst>
            <a:gd name="adj" fmla="val 10779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Capabilities</a:t>
          </a:r>
        </a:p>
      </dsp:txBody>
      <dsp:txXfrm>
        <a:off x="3626167" y="1245870"/>
        <a:ext cx="3491865" cy="1245870"/>
      </dsp:txXfrm>
    </dsp:sp>
    <dsp:sp modelId="{15439BC2-4B0B-0C4E-AB03-DDA3D406CC52}">
      <dsp:nvSpPr>
        <dsp:cNvPr id="0" name=""/>
        <dsp:cNvSpPr/>
      </dsp:nvSpPr>
      <dsp:spPr>
        <a:xfrm>
          <a:off x="1343025" y="2491740"/>
          <a:ext cx="8058149" cy="1245870"/>
        </a:xfrm>
        <a:prstGeom prst="trapezoid">
          <a:avLst>
            <a:gd name="adj" fmla="val 10779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Differentiation</a:t>
          </a:r>
        </a:p>
      </dsp:txBody>
      <dsp:txXfrm>
        <a:off x="2753201" y="2491740"/>
        <a:ext cx="5237797" cy="1245870"/>
      </dsp:txXfrm>
    </dsp:sp>
    <dsp:sp modelId="{6509E18C-AA48-5D4A-8836-205866270AF6}">
      <dsp:nvSpPr>
        <dsp:cNvPr id="0" name=""/>
        <dsp:cNvSpPr/>
      </dsp:nvSpPr>
      <dsp:spPr>
        <a:xfrm>
          <a:off x="0" y="3737610"/>
          <a:ext cx="10744200" cy="1245870"/>
        </a:xfrm>
        <a:prstGeom prst="trapezoid">
          <a:avLst>
            <a:gd name="adj" fmla="val 10779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Impact</a:t>
          </a:r>
        </a:p>
      </dsp:txBody>
      <dsp:txXfrm>
        <a:off x="1880234" y="3737610"/>
        <a:ext cx="6983730" cy="124587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3538DC-5F4B-4932-8DE1-758E69952035}">
      <dsp:nvSpPr>
        <dsp:cNvPr id="0" name=""/>
        <dsp:cNvSpPr/>
      </dsp:nvSpPr>
      <dsp:spPr>
        <a:xfrm>
          <a:off x="3951" y="691068"/>
          <a:ext cx="3061141" cy="360134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0E4DE1-196C-42FF-B08C-187AEC6336D1}">
      <dsp:nvSpPr>
        <dsp:cNvPr id="0" name=""/>
        <dsp:cNvSpPr/>
      </dsp:nvSpPr>
      <dsp:spPr>
        <a:xfrm>
          <a:off x="157008" y="835122"/>
          <a:ext cx="2755027" cy="2340872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3783" r="-1378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93C73B1-45E4-4E42-9B3D-7C9F2DC5FF93}">
      <dsp:nvSpPr>
        <dsp:cNvPr id="0" name=""/>
        <dsp:cNvSpPr/>
      </dsp:nvSpPr>
      <dsp:spPr>
        <a:xfrm>
          <a:off x="157008" y="3175995"/>
          <a:ext cx="2755027" cy="972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600" kern="1200"/>
            <a:t>Research</a:t>
          </a:r>
        </a:p>
      </dsp:txBody>
      <dsp:txXfrm>
        <a:off x="157008" y="3175995"/>
        <a:ext cx="2755027" cy="972362"/>
      </dsp:txXfrm>
    </dsp:sp>
    <dsp:sp modelId="{1C29D842-D60A-4782-928A-0BB57DC0DCBF}">
      <dsp:nvSpPr>
        <dsp:cNvPr id="0" name=""/>
        <dsp:cNvSpPr/>
      </dsp:nvSpPr>
      <dsp:spPr>
        <a:xfrm>
          <a:off x="3841529" y="691068"/>
          <a:ext cx="3061141" cy="360134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EAB467-5A38-40D1-9936-4054A231D70D}">
      <dsp:nvSpPr>
        <dsp:cNvPr id="0" name=""/>
        <dsp:cNvSpPr/>
      </dsp:nvSpPr>
      <dsp:spPr>
        <a:xfrm>
          <a:off x="3994586" y="835122"/>
          <a:ext cx="2755027" cy="2340872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13783" r="-1378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5F21E00-AC42-4BC0-87DA-ADC9402AF4BF}">
      <dsp:nvSpPr>
        <dsp:cNvPr id="0" name=""/>
        <dsp:cNvSpPr/>
      </dsp:nvSpPr>
      <dsp:spPr>
        <a:xfrm>
          <a:off x="3994586" y="3175995"/>
          <a:ext cx="2755027" cy="972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600" kern="1200"/>
            <a:t>Workshop</a:t>
          </a:r>
        </a:p>
      </dsp:txBody>
      <dsp:txXfrm>
        <a:off x="3994586" y="3175995"/>
        <a:ext cx="2755027" cy="972362"/>
      </dsp:txXfrm>
    </dsp:sp>
    <dsp:sp modelId="{6B86CAC6-802C-480C-8E44-F55FC2D69D6C}">
      <dsp:nvSpPr>
        <dsp:cNvPr id="0" name=""/>
        <dsp:cNvSpPr/>
      </dsp:nvSpPr>
      <dsp:spPr>
        <a:xfrm>
          <a:off x="7679107" y="691068"/>
          <a:ext cx="3061141" cy="360134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7451B8-36A0-4AF2-8A70-F1221E1569D9}">
      <dsp:nvSpPr>
        <dsp:cNvPr id="0" name=""/>
        <dsp:cNvSpPr/>
      </dsp:nvSpPr>
      <dsp:spPr>
        <a:xfrm>
          <a:off x="7832164" y="835122"/>
          <a:ext cx="2755027" cy="2340872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13783" r="-1378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3BFCB91-C890-4228-BC3A-910E15EBAAFC}">
      <dsp:nvSpPr>
        <dsp:cNvPr id="0" name=""/>
        <dsp:cNvSpPr/>
      </dsp:nvSpPr>
      <dsp:spPr>
        <a:xfrm>
          <a:off x="7832164" y="3175995"/>
          <a:ext cx="2755027" cy="972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600" kern="1200"/>
            <a:t>Delivery</a:t>
          </a:r>
        </a:p>
      </dsp:txBody>
      <dsp:txXfrm>
        <a:off x="7832164" y="3175995"/>
        <a:ext cx="2755027" cy="97236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C479B1-FDD7-4247-8D32-B879C35187A9}">
      <dsp:nvSpPr>
        <dsp:cNvPr id="0" name=""/>
        <dsp:cNvSpPr/>
      </dsp:nvSpPr>
      <dsp:spPr>
        <a:xfrm>
          <a:off x="0" y="4979986"/>
          <a:ext cx="10744200" cy="0"/>
        </a:xfrm>
        <a:prstGeom prst="line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6061A6-E6E6-9C46-85A8-C2DB10E4E526}">
      <dsp:nvSpPr>
        <dsp:cNvPr id="0" name=""/>
        <dsp:cNvSpPr/>
      </dsp:nvSpPr>
      <dsp:spPr>
        <a:xfrm>
          <a:off x="0" y="3975117"/>
          <a:ext cx="10744200" cy="0"/>
        </a:xfrm>
        <a:prstGeom prst="line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E36B76-B79A-954A-97A5-A1D1E446879A}">
      <dsp:nvSpPr>
        <dsp:cNvPr id="0" name=""/>
        <dsp:cNvSpPr/>
      </dsp:nvSpPr>
      <dsp:spPr>
        <a:xfrm>
          <a:off x="0" y="2970248"/>
          <a:ext cx="10744200" cy="0"/>
        </a:xfrm>
        <a:prstGeom prst="line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FE4CDB-D4B1-B247-80D5-620AE06FE1BB}">
      <dsp:nvSpPr>
        <dsp:cNvPr id="0" name=""/>
        <dsp:cNvSpPr/>
      </dsp:nvSpPr>
      <dsp:spPr>
        <a:xfrm>
          <a:off x="0" y="1965380"/>
          <a:ext cx="10744200" cy="0"/>
        </a:xfrm>
        <a:prstGeom prst="line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36B7C7-D0E8-5A4E-A3CF-575E5FE85197}">
      <dsp:nvSpPr>
        <dsp:cNvPr id="0" name=""/>
        <dsp:cNvSpPr/>
      </dsp:nvSpPr>
      <dsp:spPr>
        <a:xfrm>
          <a:off x="0" y="960511"/>
          <a:ext cx="10744200" cy="0"/>
        </a:xfrm>
        <a:prstGeom prst="line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AD115-B9D3-8241-826B-3B0EFB34A1FA}">
      <dsp:nvSpPr>
        <dsp:cNvPr id="0" name=""/>
        <dsp:cNvSpPr/>
      </dsp:nvSpPr>
      <dsp:spPr>
        <a:xfrm>
          <a:off x="2793491" y="3493"/>
          <a:ext cx="7950708" cy="957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667D74-4998-F44B-AB02-F638C473EF0B}">
      <dsp:nvSpPr>
        <dsp:cNvPr id="0" name=""/>
        <dsp:cNvSpPr/>
      </dsp:nvSpPr>
      <dsp:spPr>
        <a:xfrm>
          <a:off x="0" y="3493"/>
          <a:ext cx="2793491" cy="957017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Customer insight</a:t>
          </a:r>
        </a:p>
      </dsp:txBody>
      <dsp:txXfrm>
        <a:off x="46726" y="50219"/>
        <a:ext cx="2700039" cy="910291"/>
      </dsp:txXfrm>
    </dsp:sp>
    <dsp:sp modelId="{9C89DBB4-9801-E543-8A9C-28A1E6D63E1E}">
      <dsp:nvSpPr>
        <dsp:cNvPr id="0" name=""/>
        <dsp:cNvSpPr/>
      </dsp:nvSpPr>
      <dsp:spPr>
        <a:xfrm>
          <a:off x="2793491" y="1008362"/>
          <a:ext cx="7950708" cy="957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4D5CA4-71D9-2841-84C0-C5E5108EA07C}">
      <dsp:nvSpPr>
        <dsp:cNvPr id="0" name=""/>
        <dsp:cNvSpPr/>
      </dsp:nvSpPr>
      <dsp:spPr>
        <a:xfrm>
          <a:off x="0" y="1008362"/>
          <a:ext cx="2793491" cy="957017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Product concept</a:t>
          </a:r>
        </a:p>
      </dsp:txBody>
      <dsp:txXfrm>
        <a:off x="46726" y="1055088"/>
        <a:ext cx="2700039" cy="910291"/>
      </dsp:txXfrm>
    </dsp:sp>
    <dsp:sp modelId="{8428CCE7-4DEB-8C4B-9D61-FACF8F7A575B}">
      <dsp:nvSpPr>
        <dsp:cNvPr id="0" name=""/>
        <dsp:cNvSpPr/>
      </dsp:nvSpPr>
      <dsp:spPr>
        <a:xfrm>
          <a:off x="2793491" y="2013231"/>
          <a:ext cx="7950708" cy="957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9B4BE9-AE90-9145-8A48-F9F7E8E2CB58}">
      <dsp:nvSpPr>
        <dsp:cNvPr id="0" name=""/>
        <dsp:cNvSpPr/>
      </dsp:nvSpPr>
      <dsp:spPr>
        <a:xfrm>
          <a:off x="0" y="2013231"/>
          <a:ext cx="2793491" cy="957017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Prototype</a:t>
          </a:r>
        </a:p>
      </dsp:txBody>
      <dsp:txXfrm>
        <a:off x="46726" y="2059957"/>
        <a:ext cx="2700039" cy="910291"/>
      </dsp:txXfrm>
    </dsp:sp>
    <dsp:sp modelId="{241668F4-545B-BC42-9C7F-EDF4BFA66FAB}">
      <dsp:nvSpPr>
        <dsp:cNvPr id="0" name=""/>
        <dsp:cNvSpPr/>
      </dsp:nvSpPr>
      <dsp:spPr>
        <a:xfrm>
          <a:off x="2793491" y="3018099"/>
          <a:ext cx="7950708" cy="957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310A8C-6014-E44C-A7E1-8AE463FC68BC}">
      <dsp:nvSpPr>
        <dsp:cNvPr id="0" name=""/>
        <dsp:cNvSpPr/>
      </dsp:nvSpPr>
      <dsp:spPr>
        <a:xfrm>
          <a:off x="0" y="3018099"/>
          <a:ext cx="2793491" cy="957017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Feedback</a:t>
          </a:r>
        </a:p>
      </dsp:txBody>
      <dsp:txXfrm>
        <a:off x="46726" y="3064825"/>
        <a:ext cx="2700039" cy="910291"/>
      </dsp:txXfrm>
    </dsp:sp>
    <dsp:sp modelId="{9B2B6FBC-623A-D144-8758-67EA3A1CD658}">
      <dsp:nvSpPr>
        <dsp:cNvPr id="0" name=""/>
        <dsp:cNvSpPr/>
      </dsp:nvSpPr>
      <dsp:spPr>
        <a:xfrm>
          <a:off x="2793491" y="4022968"/>
          <a:ext cx="7950708" cy="957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5946E6-1DC0-394B-A007-CE3B05118CB1}">
      <dsp:nvSpPr>
        <dsp:cNvPr id="0" name=""/>
        <dsp:cNvSpPr/>
      </dsp:nvSpPr>
      <dsp:spPr>
        <a:xfrm>
          <a:off x="0" y="4022968"/>
          <a:ext cx="2793491" cy="957017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Next step</a:t>
          </a:r>
        </a:p>
      </dsp:txBody>
      <dsp:txXfrm>
        <a:off x="46726" y="4069694"/>
        <a:ext cx="2700039" cy="91029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5273B3-975E-2343-9B33-FB67417DF61D}">
      <dsp:nvSpPr>
        <dsp:cNvPr id="0" name=""/>
        <dsp:cNvSpPr/>
      </dsp:nvSpPr>
      <dsp:spPr>
        <a:xfrm>
          <a:off x="5036" y="1666420"/>
          <a:ext cx="1930598" cy="772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Customer insight</a:t>
          </a:r>
        </a:p>
      </dsp:txBody>
      <dsp:txXfrm>
        <a:off x="5036" y="1666420"/>
        <a:ext cx="1930598" cy="772239"/>
      </dsp:txXfrm>
    </dsp:sp>
    <dsp:sp modelId="{2ACEA5F2-30FD-D545-BF9A-41679FA771F3}">
      <dsp:nvSpPr>
        <dsp:cNvPr id="0" name=""/>
        <dsp:cNvSpPr/>
      </dsp:nvSpPr>
      <dsp:spPr>
        <a:xfrm>
          <a:off x="5036" y="2438659"/>
          <a:ext cx="1930598" cy="878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EE478-B8F0-E345-9889-4BA7F8F7C3DB}">
      <dsp:nvSpPr>
        <dsp:cNvPr id="0" name=""/>
        <dsp:cNvSpPr/>
      </dsp:nvSpPr>
      <dsp:spPr>
        <a:xfrm>
          <a:off x="2205918" y="1666420"/>
          <a:ext cx="1930598" cy="772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Product concept</a:t>
          </a:r>
        </a:p>
      </dsp:txBody>
      <dsp:txXfrm>
        <a:off x="2205918" y="1666420"/>
        <a:ext cx="1930598" cy="772239"/>
      </dsp:txXfrm>
    </dsp:sp>
    <dsp:sp modelId="{E5AB0F07-3D1B-8C45-9783-6E4BF4BEA9DE}">
      <dsp:nvSpPr>
        <dsp:cNvPr id="0" name=""/>
        <dsp:cNvSpPr/>
      </dsp:nvSpPr>
      <dsp:spPr>
        <a:xfrm>
          <a:off x="2205918" y="2438659"/>
          <a:ext cx="1930598" cy="878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C2ACEB-4899-C940-A3C9-0781EC1513D4}">
      <dsp:nvSpPr>
        <dsp:cNvPr id="0" name=""/>
        <dsp:cNvSpPr/>
      </dsp:nvSpPr>
      <dsp:spPr>
        <a:xfrm>
          <a:off x="4406800" y="1666420"/>
          <a:ext cx="1930598" cy="772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Prototype</a:t>
          </a:r>
        </a:p>
      </dsp:txBody>
      <dsp:txXfrm>
        <a:off x="4406800" y="1666420"/>
        <a:ext cx="1930598" cy="772239"/>
      </dsp:txXfrm>
    </dsp:sp>
    <dsp:sp modelId="{8782E5D8-293A-8243-B8AA-247E95BB0D2D}">
      <dsp:nvSpPr>
        <dsp:cNvPr id="0" name=""/>
        <dsp:cNvSpPr/>
      </dsp:nvSpPr>
      <dsp:spPr>
        <a:xfrm>
          <a:off x="4406800" y="2438659"/>
          <a:ext cx="1930598" cy="878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2077B2-A180-3F41-9831-5E05629C02F2}">
      <dsp:nvSpPr>
        <dsp:cNvPr id="0" name=""/>
        <dsp:cNvSpPr/>
      </dsp:nvSpPr>
      <dsp:spPr>
        <a:xfrm>
          <a:off x="6607683" y="1666420"/>
          <a:ext cx="1930598" cy="772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Feedback</a:t>
          </a:r>
        </a:p>
      </dsp:txBody>
      <dsp:txXfrm>
        <a:off x="6607683" y="1666420"/>
        <a:ext cx="1930598" cy="772239"/>
      </dsp:txXfrm>
    </dsp:sp>
    <dsp:sp modelId="{7430D646-0D90-F441-BA55-59E0AFF48226}">
      <dsp:nvSpPr>
        <dsp:cNvPr id="0" name=""/>
        <dsp:cNvSpPr/>
      </dsp:nvSpPr>
      <dsp:spPr>
        <a:xfrm>
          <a:off x="6607683" y="2438659"/>
          <a:ext cx="1930598" cy="878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E46DE-CCDA-BE49-A5EC-8F1B58169D0E}">
      <dsp:nvSpPr>
        <dsp:cNvPr id="0" name=""/>
        <dsp:cNvSpPr/>
      </dsp:nvSpPr>
      <dsp:spPr>
        <a:xfrm>
          <a:off x="8808565" y="1666420"/>
          <a:ext cx="1930598" cy="772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Next step</a:t>
          </a:r>
        </a:p>
      </dsp:txBody>
      <dsp:txXfrm>
        <a:off x="8808565" y="1666420"/>
        <a:ext cx="1930598" cy="772239"/>
      </dsp:txXfrm>
    </dsp:sp>
    <dsp:sp modelId="{9C171D89-BF82-7D40-BE80-2BEAA509EF22}">
      <dsp:nvSpPr>
        <dsp:cNvPr id="0" name=""/>
        <dsp:cNvSpPr/>
      </dsp:nvSpPr>
      <dsp:spPr>
        <a:xfrm>
          <a:off x="8808565" y="2438659"/>
          <a:ext cx="1930598" cy="878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6605FF-3CE2-4647-B953-04B49DF1519A}">
      <dsp:nvSpPr>
        <dsp:cNvPr id="0" name=""/>
        <dsp:cNvSpPr/>
      </dsp:nvSpPr>
      <dsp:spPr>
        <a:xfrm>
          <a:off x="6766" y="436126"/>
          <a:ext cx="2063589" cy="2427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EF9DDA-6B23-104C-913F-DCCA15C48115}">
      <dsp:nvSpPr>
        <dsp:cNvPr id="0" name=""/>
        <dsp:cNvSpPr/>
      </dsp:nvSpPr>
      <dsp:spPr>
        <a:xfrm>
          <a:off x="6766" y="527303"/>
          <a:ext cx="151598" cy="15159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958DBB-95C1-B547-8DD2-E2E854D59CAD}">
      <dsp:nvSpPr>
        <dsp:cNvPr id="0" name=""/>
        <dsp:cNvSpPr/>
      </dsp:nvSpPr>
      <dsp:spPr>
        <a:xfrm>
          <a:off x="6766" y="0"/>
          <a:ext cx="2063589" cy="436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Customer insight</a:t>
          </a:r>
        </a:p>
      </dsp:txBody>
      <dsp:txXfrm>
        <a:off x="6766" y="0"/>
        <a:ext cx="2063589" cy="436126"/>
      </dsp:txXfrm>
    </dsp:sp>
    <dsp:sp modelId="{E135D319-922E-0B4E-8803-F99D7AF63F43}">
      <dsp:nvSpPr>
        <dsp:cNvPr id="0" name=""/>
        <dsp:cNvSpPr/>
      </dsp:nvSpPr>
      <dsp:spPr>
        <a:xfrm>
          <a:off x="2173535" y="436126"/>
          <a:ext cx="2063589" cy="2427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9D1A009-D70C-9643-A8B6-488E77AD7AB4}">
      <dsp:nvSpPr>
        <dsp:cNvPr id="0" name=""/>
        <dsp:cNvSpPr/>
      </dsp:nvSpPr>
      <dsp:spPr>
        <a:xfrm>
          <a:off x="2173535" y="527303"/>
          <a:ext cx="151598" cy="15159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81A30-ABD2-D842-959E-EEDF1A2C1135}">
      <dsp:nvSpPr>
        <dsp:cNvPr id="0" name=""/>
        <dsp:cNvSpPr/>
      </dsp:nvSpPr>
      <dsp:spPr>
        <a:xfrm>
          <a:off x="2173535" y="0"/>
          <a:ext cx="2063589" cy="436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Product concept</a:t>
          </a:r>
        </a:p>
      </dsp:txBody>
      <dsp:txXfrm>
        <a:off x="2173535" y="0"/>
        <a:ext cx="2063589" cy="436126"/>
      </dsp:txXfrm>
    </dsp:sp>
    <dsp:sp modelId="{8A787B6C-2836-1C43-9D85-21325460441D}">
      <dsp:nvSpPr>
        <dsp:cNvPr id="0" name=""/>
        <dsp:cNvSpPr/>
      </dsp:nvSpPr>
      <dsp:spPr>
        <a:xfrm>
          <a:off x="4340305" y="436126"/>
          <a:ext cx="2063589" cy="2427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D9C6429-7D40-FA47-B68C-8CD3C2278DBE}">
      <dsp:nvSpPr>
        <dsp:cNvPr id="0" name=""/>
        <dsp:cNvSpPr/>
      </dsp:nvSpPr>
      <dsp:spPr>
        <a:xfrm>
          <a:off x="4340305" y="527303"/>
          <a:ext cx="151598" cy="15159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2298DE-6882-AE43-A554-4F907C1FB767}">
      <dsp:nvSpPr>
        <dsp:cNvPr id="0" name=""/>
        <dsp:cNvSpPr/>
      </dsp:nvSpPr>
      <dsp:spPr>
        <a:xfrm>
          <a:off x="4340305" y="0"/>
          <a:ext cx="2063589" cy="436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Prototype</a:t>
          </a:r>
        </a:p>
      </dsp:txBody>
      <dsp:txXfrm>
        <a:off x="4340305" y="0"/>
        <a:ext cx="2063589" cy="436126"/>
      </dsp:txXfrm>
    </dsp:sp>
    <dsp:sp modelId="{8FB45830-E47E-BD44-B162-FC5B01B44F3C}">
      <dsp:nvSpPr>
        <dsp:cNvPr id="0" name=""/>
        <dsp:cNvSpPr/>
      </dsp:nvSpPr>
      <dsp:spPr>
        <a:xfrm>
          <a:off x="6507074" y="436126"/>
          <a:ext cx="2063589" cy="2427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6901BCB-CFE6-F74C-9284-521AAE848B66}">
      <dsp:nvSpPr>
        <dsp:cNvPr id="0" name=""/>
        <dsp:cNvSpPr/>
      </dsp:nvSpPr>
      <dsp:spPr>
        <a:xfrm>
          <a:off x="6507074" y="527303"/>
          <a:ext cx="151598" cy="15159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9815EF-C6A3-D247-9C80-74F52B702195}">
      <dsp:nvSpPr>
        <dsp:cNvPr id="0" name=""/>
        <dsp:cNvSpPr/>
      </dsp:nvSpPr>
      <dsp:spPr>
        <a:xfrm>
          <a:off x="6507074" y="0"/>
          <a:ext cx="2063589" cy="436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Feedback</a:t>
          </a:r>
        </a:p>
      </dsp:txBody>
      <dsp:txXfrm>
        <a:off x="6507074" y="0"/>
        <a:ext cx="2063589" cy="436126"/>
      </dsp:txXfrm>
    </dsp:sp>
    <dsp:sp modelId="{BAECE424-499D-DD42-A70D-B3DBAE62F8FF}">
      <dsp:nvSpPr>
        <dsp:cNvPr id="0" name=""/>
        <dsp:cNvSpPr/>
      </dsp:nvSpPr>
      <dsp:spPr>
        <a:xfrm>
          <a:off x="8673843" y="436126"/>
          <a:ext cx="2063589" cy="2427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801271E-6339-944B-AF27-DCB419ADD582}">
      <dsp:nvSpPr>
        <dsp:cNvPr id="0" name=""/>
        <dsp:cNvSpPr/>
      </dsp:nvSpPr>
      <dsp:spPr>
        <a:xfrm>
          <a:off x="8673843" y="527303"/>
          <a:ext cx="151598" cy="15159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1E3B4D-CE72-834B-A7A3-E315639FF5EF}">
      <dsp:nvSpPr>
        <dsp:cNvPr id="0" name=""/>
        <dsp:cNvSpPr/>
      </dsp:nvSpPr>
      <dsp:spPr>
        <a:xfrm>
          <a:off x="8673843" y="0"/>
          <a:ext cx="2063589" cy="436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Next step</a:t>
          </a:r>
        </a:p>
      </dsp:txBody>
      <dsp:txXfrm>
        <a:off x="8673843" y="0"/>
        <a:ext cx="2063589" cy="43612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DDB569-D3A9-4923-A370-AC6D653D0CD2}">
      <dsp:nvSpPr>
        <dsp:cNvPr id="0" name=""/>
        <dsp:cNvSpPr/>
      </dsp:nvSpPr>
      <dsp:spPr>
        <a:xfrm rot="16200000">
          <a:off x="-1725696" y="2540054"/>
          <a:ext cx="3887114" cy="301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66314" bIns="0" numCol="1" spcCol="1270" anchor="t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Customer insight</a:t>
          </a:r>
        </a:p>
      </dsp:txBody>
      <dsp:txXfrm>
        <a:off x="-1725696" y="2540054"/>
        <a:ext cx="3887114" cy="301962"/>
      </dsp:txXfrm>
    </dsp:sp>
    <dsp:sp modelId="{F449106A-A053-47C7-956B-975DA5A9DCD6}">
      <dsp:nvSpPr>
        <dsp:cNvPr id="0" name=""/>
        <dsp:cNvSpPr/>
      </dsp:nvSpPr>
      <dsp:spPr>
        <a:xfrm>
          <a:off x="368841" y="747478"/>
          <a:ext cx="1504094" cy="3887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FCAFEA1-F375-4898-B6A4-4452EE6ED3AF}">
      <dsp:nvSpPr>
        <dsp:cNvPr id="0" name=""/>
        <dsp:cNvSpPr/>
      </dsp:nvSpPr>
      <dsp:spPr>
        <a:xfrm>
          <a:off x="66879" y="348887"/>
          <a:ext cx="603925" cy="60392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6D80911-8910-499B-BCA8-62C77DA1EA90}">
      <dsp:nvSpPr>
        <dsp:cNvPr id="0" name=""/>
        <dsp:cNvSpPr/>
      </dsp:nvSpPr>
      <dsp:spPr>
        <a:xfrm rot="16200000">
          <a:off x="475399" y="2540054"/>
          <a:ext cx="3887114" cy="301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66314" bIns="0" numCol="1" spcCol="1270" anchor="t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Product concept</a:t>
          </a:r>
        </a:p>
      </dsp:txBody>
      <dsp:txXfrm>
        <a:off x="475399" y="2540054"/>
        <a:ext cx="3887114" cy="301962"/>
      </dsp:txXfrm>
    </dsp:sp>
    <dsp:sp modelId="{C4E73AEC-AC16-49A5-87DB-84349114A003}">
      <dsp:nvSpPr>
        <dsp:cNvPr id="0" name=""/>
        <dsp:cNvSpPr/>
      </dsp:nvSpPr>
      <dsp:spPr>
        <a:xfrm>
          <a:off x="2569937" y="747478"/>
          <a:ext cx="1504094" cy="3887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27DF0E5-5E22-4DB4-A42C-C7EACED5EA0A}">
      <dsp:nvSpPr>
        <dsp:cNvPr id="0" name=""/>
        <dsp:cNvSpPr/>
      </dsp:nvSpPr>
      <dsp:spPr>
        <a:xfrm>
          <a:off x="2267975" y="348887"/>
          <a:ext cx="603925" cy="60392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22BF909-099C-4EF6-9D8C-FAFE0AC46A48}">
      <dsp:nvSpPr>
        <dsp:cNvPr id="0" name=""/>
        <dsp:cNvSpPr/>
      </dsp:nvSpPr>
      <dsp:spPr>
        <a:xfrm rot="16200000">
          <a:off x="2676495" y="2540054"/>
          <a:ext cx="3887114" cy="301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66314" bIns="0" numCol="1" spcCol="1270" anchor="t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Prototype</a:t>
          </a:r>
        </a:p>
      </dsp:txBody>
      <dsp:txXfrm>
        <a:off x="2676495" y="2540054"/>
        <a:ext cx="3887114" cy="301962"/>
      </dsp:txXfrm>
    </dsp:sp>
    <dsp:sp modelId="{5D9B209D-0E52-4D8D-94C4-FECB89BEDCA9}">
      <dsp:nvSpPr>
        <dsp:cNvPr id="0" name=""/>
        <dsp:cNvSpPr/>
      </dsp:nvSpPr>
      <dsp:spPr>
        <a:xfrm>
          <a:off x="4771033" y="747478"/>
          <a:ext cx="1504094" cy="3887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00C977E-8226-4318-9F4C-A8FFE3864F00}">
      <dsp:nvSpPr>
        <dsp:cNvPr id="0" name=""/>
        <dsp:cNvSpPr/>
      </dsp:nvSpPr>
      <dsp:spPr>
        <a:xfrm>
          <a:off x="4469071" y="348887"/>
          <a:ext cx="603925" cy="60392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53A7AA7-3F59-488B-A090-C840D55A0479}">
      <dsp:nvSpPr>
        <dsp:cNvPr id="0" name=""/>
        <dsp:cNvSpPr/>
      </dsp:nvSpPr>
      <dsp:spPr>
        <a:xfrm rot="16200000">
          <a:off x="4877591" y="2540054"/>
          <a:ext cx="3887114" cy="301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66314" bIns="0" numCol="1" spcCol="1270" anchor="t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Feedback</a:t>
          </a:r>
        </a:p>
      </dsp:txBody>
      <dsp:txXfrm>
        <a:off x="4877591" y="2540054"/>
        <a:ext cx="3887114" cy="301962"/>
      </dsp:txXfrm>
    </dsp:sp>
    <dsp:sp modelId="{5276E8B5-2BA2-4F28-9496-0B152480E8A3}">
      <dsp:nvSpPr>
        <dsp:cNvPr id="0" name=""/>
        <dsp:cNvSpPr/>
      </dsp:nvSpPr>
      <dsp:spPr>
        <a:xfrm>
          <a:off x="6972129" y="747478"/>
          <a:ext cx="1504094" cy="3887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5A2A01A-B016-4993-A894-313D5FC6D0D7}">
      <dsp:nvSpPr>
        <dsp:cNvPr id="0" name=""/>
        <dsp:cNvSpPr/>
      </dsp:nvSpPr>
      <dsp:spPr>
        <a:xfrm>
          <a:off x="6670167" y="348887"/>
          <a:ext cx="603925" cy="60392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206CED1-1707-4D09-85E7-6EA3EDAB20BB}">
      <dsp:nvSpPr>
        <dsp:cNvPr id="0" name=""/>
        <dsp:cNvSpPr/>
      </dsp:nvSpPr>
      <dsp:spPr>
        <a:xfrm rot="16200000">
          <a:off x="7078687" y="2540054"/>
          <a:ext cx="3887114" cy="301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66314" bIns="0" numCol="1" spcCol="1270" anchor="t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Next step</a:t>
          </a:r>
        </a:p>
      </dsp:txBody>
      <dsp:txXfrm>
        <a:off x="7078687" y="2540054"/>
        <a:ext cx="3887114" cy="301962"/>
      </dsp:txXfrm>
    </dsp:sp>
    <dsp:sp modelId="{3FCAC340-9220-46BD-BF24-9E2603E24A55}">
      <dsp:nvSpPr>
        <dsp:cNvPr id="0" name=""/>
        <dsp:cNvSpPr/>
      </dsp:nvSpPr>
      <dsp:spPr>
        <a:xfrm>
          <a:off x="9173225" y="747478"/>
          <a:ext cx="1504094" cy="3887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78266D3-3872-458F-AB03-D8A1656062C9}">
      <dsp:nvSpPr>
        <dsp:cNvPr id="0" name=""/>
        <dsp:cNvSpPr/>
      </dsp:nvSpPr>
      <dsp:spPr>
        <a:xfrm>
          <a:off x="8871263" y="348887"/>
          <a:ext cx="603925" cy="60392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ACA768-A510-664C-9AE0-BD64AFEBCE24}">
      <dsp:nvSpPr>
        <dsp:cNvPr id="0" name=""/>
        <dsp:cNvSpPr/>
      </dsp:nvSpPr>
      <dsp:spPr>
        <a:xfrm>
          <a:off x="745321" y="3786"/>
          <a:ext cx="2015943" cy="150485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A161E9-F9C9-8641-906D-D8ED28DA150D}">
      <dsp:nvSpPr>
        <dsp:cNvPr id="0" name=""/>
        <dsp:cNvSpPr/>
      </dsp:nvSpPr>
      <dsp:spPr>
        <a:xfrm>
          <a:off x="745321" y="1508645"/>
          <a:ext cx="2015943" cy="6470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0" rIns="2667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Customer insight</a:t>
          </a:r>
        </a:p>
      </dsp:txBody>
      <dsp:txXfrm>
        <a:off x="745321" y="1508645"/>
        <a:ext cx="1419678" cy="647089"/>
      </dsp:txXfrm>
    </dsp:sp>
    <dsp:sp modelId="{068C8928-959D-C94D-826B-EB5C68835621}">
      <dsp:nvSpPr>
        <dsp:cNvPr id="0" name=""/>
        <dsp:cNvSpPr/>
      </dsp:nvSpPr>
      <dsp:spPr>
        <a:xfrm>
          <a:off x="2222028" y="1611430"/>
          <a:ext cx="705580" cy="705580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CE84A6-8CA3-094F-8DB8-8F19FCD1D0EC}">
      <dsp:nvSpPr>
        <dsp:cNvPr id="0" name=""/>
        <dsp:cNvSpPr/>
      </dsp:nvSpPr>
      <dsp:spPr>
        <a:xfrm>
          <a:off x="3102411" y="3786"/>
          <a:ext cx="2015943" cy="150485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F88593-9DE0-F64E-88EC-7394581A1E59}">
      <dsp:nvSpPr>
        <dsp:cNvPr id="0" name=""/>
        <dsp:cNvSpPr/>
      </dsp:nvSpPr>
      <dsp:spPr>
        <a:xfrm>
          <a:off x="3102411" y="1508645"/>
          <a:ext cx="2015943" cy="6470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0" rIns="2667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Product concept</a:t>
          </a:r>
        </a:p>
      </dsp:txBody>
      <dsp:txXfrm>
        <a:off x="3102411" y="1508645"/>
        <a:ext cx="1419678" cy="647089"/>
      </dsp:txXfrm>
    </dsp:sp>
    <dsp:sp modelId="{9CA9C1B9-CAFA-7E4A-9BB2-7A7D8EB333A3}">
      <dsp:nvSpPr>
        <dsp:cNvPr id="0" name=""/>
        <dsp:cNvSpPr/>
      </dsp:nvSpPr>
      <dsp:spPr>
        <a:xfrm>
          <a:off x="4579118" y="1611430"/>
          <a:ext cx="705580" cy="705580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1A2C4B-CB65-7442-B13A-39FA339D7F3C}">
      <dsp:nvSpPr>
        <dsp:cNvPr id="0" name=""/>
        <dsp:cNvSpPr/>
      </dsp:nvSpPr>
      <dsp:spPr>
        <a:xfrm>
          <a:off x="5459501" y="3786"/>
          <a:ext cx="2015943" cy="150485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4138F3-557A-0240-AB18-D10FBB28B05F}">
      <dsp:nvSpPr>
        <dsp:cNvPr id="0" name=""/>
        <dsp:cNvSpPr/>
      </dsp:nvSpPr>
      <dsp:spPr>
        <a:xfrm>
          <a:off x="5459501" y="1508645"/>
          <a:ext cx="2015943" cy="6470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0" rIns="2667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Prototype</a:t>
          </a:r>
        </a:p>
      </dsp:txBody>
      <dsp:txXfrm>
        <a:off x="5459501" y="1508645"/>
        <a:ext cx="1419678" cy="647089"/>
      </dsp:txXfrm>
    </dsp:sp>
    <dsp:sp modelId="{6F387594-4B89-FC40-BC34-EC4A9827CCAE}">
      <dsp:nvSpPr>
        <dsp:cNvPr id="0" name=""/>
        <dsp:cNvSpPr/>
      </dsp:nvSpPr>
      <dsp:spPr>
        <a:xfrm>
          <a:off x="6936207" y="1611430"/>
          <a:ext cx="705580" cy="705580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B2BE32-F179-5D4C-8A44-3EB8F701D4DA}">
      <dsp:nvSpPr>
        <dsp:cNvPr id="0" name=""/>
        <dsp:cNvSpPr/>
      </dsp:nvSpPr>
      <dsp:spPr>
        <a:xfrm>
          <a:off x="7816591" y="3786"/>
          <a:ext cx="2015943" cy="150485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42357A-EB4E-F340-B6B8-CE30986FB3D2}">
      <dsp:nvSpPr>
        <dsp:cNvPr id="0" name=""/>
        <dsp:cNvSpPr/>
      </dsp:nvSpPr>
      <dsp:spPr>
        <a:xfrm>
          <a:off x="7816591" y="1508645"/>
          <a:ext cx="2015943" cy="6470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0" rIns="2667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Feedback</a:t>
          </a:r>
        </a:p>
      </dsp:txBody>
      <dsp:txXfrm>
        <a:off x="7816591" y="1508645"/>
        <a:ext cx="1419678" cy="647089"/>
      </dsp:txXfrm>
    </dsp:sp>
    <dsp:sp modelId="{14F5A279-2FE9-004F-830C-1E8A564B05DD}">
      <dsp:nvSpPr>
        <dsp:cNvPr id="0" name=""/>
        <dsp:cNvSpPr/>
      </dsp:nvSpPr>
      <dsp:spPr>
        <a:xfrm>
          <a:off x="9293297" y="1611430"/>
          <a:ext cx="705580" cy="705580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B81C7-D3C1-A64B-A5E3-9968C456B8B9}">
      <dsp:nvSpPr>
        <dsp:cNvPr id="0" name=""/>
        <dsp:cNvSpPr/>
      </dsp:nvSpPr>
      <dsp:spPr>
        <a:xfrm>
          <a:off x="4280956" y="2666469"/>
          <a:ext cx="2015943" cy="150485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9034A5-D8CD-5B48-872C-A8B17BC73BBC}">
      <dsp:nvSpPr>
        <dsp:cNvPr id="0" name=""/>
        <dsp:cNvSpPr/>
      </dsp:nvSpPr>
      <dsp:spPr>
        <a:xfrm>
          <a:off x="4280956" y="4171329"/>
          <a:ext cx="2015943" cy="6470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0" rIns="2667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Next step</a:t>
          </a:r>
        </a:p>
      </dsp:txBody>
      <dsp:txXfrm>
        <a:off x="4280956" y="4171329"/>
        <a:ext cx="1419678" cy="647089"/>
      </dsp:txXfrm>
    </dsp:sp>
    <dsp:sp modelId="{FAF82581-F789-F149-90CB-82F5662323F2}">
      <dsp:nvSpPr>
        <dsp:cNvPr id="0" name=""/>
        <dsp:cNvSpPr/>
      </dsp:nvSpPr>
      <dsp:spPr>
        <a:xfrm>
          <a:off x="5757663" y="4274113"/>
          <a:ext cx="705580" cy="705580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16E4A5-8154-6A47-99B0-B5CA23829F44}">
      <dsp:nvSpPr>
        <dsp:cNvPr id="0" name=""/>
        <dsp:cNvSpPr/>
      </dsp:nvSpPr>
      <dsp:spPr>
        <a:xfrm>
          <a:off x="698923" y="2229474"/>
          <a:ext cx="1310236" cy="8739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DADAA4-FB3C-6F46-8F15-FF04089B59F0}">
      <dsp:nvSpPr>
        <dsp:cNvPr id="0" name=""/>
        <dsp:cNvSpPr/>
      </dsp:nvSpPr>
      <dsp:spPr>
        <a:xfrm>
          <a:off x="131" y="1880078"/>
          <a:ext cx="873490" cy="8734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100" kern="1200"/>
            <a:t>Customer insight</a:t>
          </a:r>
        </a:p>
      </dsp:txBody>
      <dsp:txXfrm>
        <a:off x="128051" y="2007998"/>
        <a:ext cx="617650" cy="617650"/>
      </dsp:txXfrm>
    </dsp:sp>
    <dsp:sp modelId="{B431E724-616C-9F47-8D73-803DED4CBFC4}">
      <dsp:nvSpPr>
        <dsp:cNvPr id="0" name=""/>
        <dsp:cNvSpPr/>
      </dsp:nvSpPr>
      <dsp:spPr>
        <a:xfrm>
          <a:off x="2882651" y="2229474"/>
          <a:ext cx="1310236" cy="8739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B8711E-938F-A245-A0E9-463DBD965E75}">
      <dsp:nvSpPr>
        <dsp:cNvPr id="0" name=""/>
        <dsp:cNvSpPr/>
      </dsp:nvSpPr>
      <dsp:spPr>
        <a:xfrm>
          <a:off x="2183858" y="1880078"/>
          <a:ext cx="873490" cy="8734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100" kern="1200"/>
            <a:t>Product concept</a:t>
          </a:r>
        </a:p>
      </dsp:txBody>
      <dsp:txXfrm>
        <a:off x="2311778" y="2007998"/>
        <a:ext cx="617650" cy="617650"/>
      </dsp:txXfrm>
    </dsp:sp>
    <dsp:sp modelId="{8C6274BD-46AF-7D4E-BE2F-3CCFFD08F4B6}">
      <dsp:nvSpPr>
        <dsp:cNvPr id="0" name=""/>
        <dsp:cNvSpPr/>
      </dsp:nvSpPr>
      <dsp:spPr>
        <a:xfrm>
          <a:off x="5066378" y="2229474"/>
          <a:ext cx="1310236" cy="8739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DED7EE-6A0F-EF4C-BDEE-E3D60269DF5F}">
      <dsp:nvSpPr>
        <dsp:cNvPr id="0" name=""/>
        <dsp:cNvSpPr/>
      </dsp:nvSpPr>
      <dsp:spPr>
        <a:xfrm>
          <a:off x="4367585" y="1880078"/>
          <a:ext cx="873490" cy="8734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100" kern="1200"/>
            <a:t>Prototype</a:t>
          </a:r>
        </a:p>
      </dsp:txBody>
      <dsp:txXfrm>
        <a:off x="4495505" y="2007998"/>
        <a:ext cx="617650" cy="617650"/>
      </dsp:txXfrm>
    </dsp:sp>
    <dsp:sp modelId="{61D2E237-4654-1C4D-BD8F-81517559B65D}">
      <dsp:nvSpPr>
        <dsp:cNvPr id="0" name=""/>
        <dsp:cNvSpPr/>
      </dsp:nvSpPr>
      <dsp:spPr>
        <a:xfrm>
          <a:off x="7250105" y="2229474"/>
          <a:ext cx="1310236" cy="8739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DBEB56-A46C-374D-B295-D53D263638F9}">
      <dsp:nvSpPr>
        <dsp:cNvPr id="0" name=""/>
        <dsp:cNvSpPr/>
      </dsp:nvSpPr>
      <dsp:spPr>
        <a:xfrm>
          <a:off x="6551312" y="1880078"/>
          <a:ext cx="873490" cy="8734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100" kern="1200"/>
            <a:t>Feedback</a:t>
          </a:r>
        </a:p>
      </dsp:txBody>
      <dsp:txXfrm>
        <a:off x="6679232" y="2007998"/>
        <a:ext cx="617650" cy="617650"/>
      </dsp:txXfrm>
    </dsp:sp>
    <dsp:sp modelId="{FB28A23F-7C81-EB44-9FB2-08DB525B5D16}">
      <dsp:nvSpPr>
        <dsp:cNvPr id="0" name=""/>
        <dsp:cNvSpPr/>
      </dsp:nvSpPr>
      <dsp:spPr>
        <a:xfrm>
          <a:off x="9433832" y="2229474"/>
          <a:ext cx="1310236" cy="8739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4A89B4-D348-C147-9618-937FFC1E92FC}">
      <dsp:nvSpPr>
        <dsp:cNvPr id="0" name=""/>
        <dsp:cNvSpPr/>
      </dsp:nvSpPr>
      <dsp:spPr>
        <a:xfrm>
          <a:off x="8735039" y="1880078"/>
          <a:ext cx="873490" cy="8734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100" kern="1200"/>
            <a:t>Next step</a:t>
          </a:r>
        </a:p>
      </dsp:txBody>
      <dsp:txXfrm>
        <a:off x="8862959" y="2007998"/>
        <a:ext cx="617650" cy="61765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AB050-1C59-CD4F-B023-6C9F19660403}">
      <dsp:nvSpPr>
        <dsp:cNvPr id="0" name=""/>
        <dsp:cNvSpPr/>
      </dsp:nvSpPr>
      <dsp:spPr>
        <a:xfrm>
          <a:off x="7072" y="0"/>
          <a:ext cx="495233" cy="4952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9B042E-6A23-AC40-B193-9B3BF6627B49}">
      <dsp:nvSpPr>
        <dsp:cNvPr id="0" name=""/>
        <dsp:cNvSpPr/>
      </dsp:nvSpPr>
      <dsp:spPr>
        <a:xfrm>
          <a:off x="56595" y="49523"/>
          <a:ext cx="396186" cy="396186"/>
        </a:xfrm>
        <a:prstGeom prst="chord">
          <a:avLst>
            <a:gd name="adj1" fmla="val 2332194"/>
            <a:gd name="adj2" fmla="val 8587806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2069326-A4E0-4D41-861D-E774082D3119}">
      <dsp:nvSpPr>
        <dsp:cNvPr id="0" name=""/>
        <dsp:cNvSpPr/>
      </dsp:nvSpPr>
      <dsp:spPr>
        <a:xfrm>
          <a:off x="605479" y="0"/>
          <a:ext cx="1465065" cy="495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400" kern="1200"/>
            <a:t>Customer insight</a:t>
          </a:r>
        </a:p>
      </dsp:txBody>
      <dsp:txXfrm>
        <a:off x="605479" y="0"/>
        <a:ext cx="1465065" cy="495233"/>
      </dsp:txXfrm>
    </dsp:sp>
    <dsp:sp modelId="{90CBDFFC-B789-2149-80E5-220D3650946F}">
      <dsp:nvSpPr>
        <dsp:cNvPr id="0" name=""/>
        <dsp:cNvSpPr/>
      </dsp:nvSpPr>
      <dsp:spPr>
        <a:xfrm>
          <a:off x="2173718" y="0"/>
          <a:ext cx="495233" cy="4952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35171-3214-0743-A584-0386B07C0066}">
      <dsp:nvSpPr>
        <dsp:cNvPr id="0" name=""/>
        <dsp:cNvSpPr/>
      </dsp:nvSpPr>
      <dsp:spPr>
        <a:xfrm>
          <a:off x="2223241" y="49523"/>
          <a:ext cx="396186" cy="396186"/>
        </a:xfrm>
        <a:prstGeom prst="chord">
          <a:avLst>
            <a:gd name="adj1" fmla="val 692220"/>
            <a:gd name="adj2" fmla="val 1010778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18173B-45FE-9D4B-88D1-6A1DACED9088}">
      <dsp:nvSpPr>
        <dsp:cNvPr id="0" name=""/>
        <dsp:cNvSpPr/>
      </dsp:nvSpPr>
      <dsp:spPr>
        <a:xfrm>
          <a:off x="2772125" y="0"/>
          <a:ext cx="1465065" cy="495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400" kern="1200"/>
            <a:t>Product concept</a:t>
          </a:r>
        </a:p>
      </dsp:txBody>
      <dsp:txXfrm>
        <a:off x="2772125" y="0"/>
        <a:ext cx="1465065" cy="495233"/>
      </dsp:txXfrm>
    </dsp:sp>
    <dsp:sp modelId="{04A18AC7-D834-494C-BEFF-8B3CBA303986}">
      <dsp:nvSpPr>
        <dsp:cNvPr id="0" name=""/>
        <dsp:cNvSpPr/>
      </dsp:nvSpPr>
      <dsp:spPr>
        <a:xfrm>
          <a:off x="4340363" y="0"/>
          <a:ext cx="495233" cy="4952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ED620D-DE43-E94A-AA58-A5446CA3ACE1}">
      <dsp:nvSpPr>
        <dsp:cNvPr id="0" name=""/>
        <dsp:cNvSpPr/>
      </dsp:nvSpPr>
      <dsp:spPr>
        <a:xfrm>
          <a:off x="4389887" y="49523"/>
          <a:ext cx="396186" cy="396186"/>
        </a:xfrm>
        <a:prstGeom prst="chord">
          <a:avLst>
            <a:gd name="adj1" fmla="val 20907780"/>
            <a:gd name="adj2" fmla="val 1149222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5E8F32F-35CE-D948-A4DA-BFB38A0B743E}">
      <dsp:nvSpPr>
        <dsp:cNvPr id="0" name=""/>
        <dsp:cNvSpPr/>
      </dsp:nvSpPr>
      <dsp:spPr>
        <a:xfrm>
          <a:off x="4938770" y="0"/>
          <a:ext cx="1465065" cy="495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400" kern="1200"/>
            <a:t>Prototype</a:t>
          </a:r>
        </a:p>
      </dsp:txBody>
      <dsp:txXfrm>
        <a:off x="4938770" y="0"/>
        <a:ext cx="1465065" cy="495233"/>
      </dsp:txXfrm>
    </dsp:sp>
    <dsp:sp modelId="{97642204-6B74-D044-96DC-5340E24BE81E}">
      <dsp:nvSpPr>
        <dsp:cNvPr id="0" name=""/>
        <dsp:cNvSpPr/>
      </dsp:nvSpPr>
      <dsp:spPr>
        <a:xfrm>
          <a:off x="6507009" y="0"/>
          <a:ext cx="495233" cy="4952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D41E1B-FD33-C943-A32C-CA3DD9A51A1C}">
      <dsp:nvSpPr>
        <dsp:cNvPr id="0" name=""/>
        <dsp:cNvSpPr/>
      </dsp:nvSpPr>
      <dsp:spPr>
        <a:xfrm>
          <a:off x="6556533" y="49523"/>
          <a:ext cx="396186" cy="396186"/>
        </a:xfrm>
        <a:prstGeom prst="chord">
          <a:avLst>
            <a:gd name="adj1" fmla="val 19267806"/>
            <a:gd name="adj2" fmla="val 1301219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EF6134F-9180-4C4B-A92D-FCBB915C4551}">
      <dsp:nvSpPr>
        <dsp:cNvPr id="0" name=""/>
        <dsp:cNvSpPr/>
      </dsp:nvSpPr>
      <dsp:spPr>
        <a:xfrm>
          <a:off x="7105416" y="0"/>
          <a:ext cx="1465065" cy="495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400" kern="1200"/>
            <a:t>Feedback</a:t>
          </a:r>
        </a:p>
      </dsp:txBody>
      <dsp:txXfrm>
        <a:off x="7105416" y="0"/>
        <a:ext cx="1465065" cy="495233"/>
      </dsp:txXfrm>
    </dsp:sp>
    <dsp:sp modelId="{890DC7EE-3234-D14C-9535-B8A22DF97FFF}">
      <dsp:nvSpPr>
        <dsp:cNvPr id="0" name=""/>
        <dsp:cNvSpPr/>
      </dsp:nvSpPr>
      <dsp:spPr>
        <a:xfrm>
          <a:off x="8673655" y="0"/>
          <a:ext cx="495233" cy="4952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76189-AF08-0949-959F-73F58BF9E279}">
      <dsp:nvSpPr>
        <dsp:cNvPr id="0" name=""/>
        <dsp:cNvSpPr/>
      </dsp:nvSpPr>
      <dsp:spPr>
        <a:xfrm>
          <a:off x="8723178" y="49523"/>
          <a:ext cx="396186" cy="396186"/>
        </a:xfrm>
        <a:prstGeom prst="chord">
          <a:avLst>
            <a:gd name="adj1" fmla="val 162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809F9EE-7BDD-F945-BB48-E61AF7F67E2D}">
      <dsp:nvSpPr>
        <dsp:cNvPr id="0" name=""/>
        <dsp:cNvSpPr/>
      </dsp:nvSpPr>
      <dsp:spPr>
        <a:xfrm>
          <a:off x="9272062" y="0"/>
          <a:ext cx="1465065" cy="495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400" kern="1200"/>
            <a:t>Next step</a:t>
          </a:r>
        </a:p>
      </dsp:txBody>
      <dsp:txXfrm>
        <a:off x="9272062" y="0"/>
        <a:ext cx="1465065" cy="49523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ECAAC-26CE-144B-8D4D-61F3E04E3410}">
      <dsp:nvSpPr>
        <dsp:cNvPr id="0" name=""/>
        <dsp:cNvSpPr/>
      </dsp:nvSpPr>
      <dsp:spPr>
        <a:xfrm>
          <a:off x="2257424" y="0"/>
          <a:ext cx="1245870" cy="1245870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E705EF-8B54-0C47-9783-68A221A83105}">
      <dsp:nvSpPr>
        <dsp:cNvPr id="0" name=""/>
        <dsp:cNvSpPr/>
      </dsp:nvSpPr>
      <dsp:spPr>
        <a:xfrm>
          <a:off x="2382011" y="124587"/>
          <a:ext cx="996696" cy="996696"/>
        </a:xfrm>
        <a:prstGeom prst="pie">
          <a:avLst>
            <a:gd name="adj1" fmla="val 1404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92C4CB7-285B-504E-8ECC-9B3A0459BB5A}">
      <dsp:nvSpPr>
        <dsp:cNvPr id="0" name=""/>
        <dsp:cNvSpPr/>
      </dsp:nvSpPr>
      <dsp:spPr>
        <a:xfrm rot="16200000">
          <a:off x="824674" y="2803207"/>
          <a:ext cx="3613023" cy="747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Customer insight</a:t>
          </a:r>
        </a:p>
      </dsp:txBody>
      <dsp:txXfrm>
        <a:off x="824674" y="2803207"/>
        <a:ext cx="3613023" cy="747522"/>
      </dsp:txXfrm>
    </dsp:sp>
    <dsp:sp modelId="{D484A020-24A8-4D41-8252-D86A53E42DA1}">
      <dsp:nvSpPr>
        <dsp:cNvPr id="0" name=""/>
        <dsp:cNvSpPr/>
      </dsp:nvSpPr>
      <dsp:spPr>
        <a:xfrm>
          <a:off x="3503294" y="0"/>
          <a:ext cx="1245870" cy="1245870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BC1D43-C20F-9F4B-B4D5-54B40F9EF752}">
      <dsp:nvSpPr>
        <dsp:cNvPr id="0" name=""/>
        <dsp:cNvSpPr/>
      </dsp:nvSpPr>
      <dsp:spPr>
        <a:xfrm>
          <a:off x="3627881" y="124587"/>
          <a:ext cx="996696" cy="996696"/>
        </a:xfrm>
        <a:prstGeom prst="pie">
          <a:avLst>
            <a:gd name="adj1" fmla="val 1188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C99BEE9-8A01-204D-8A4D-704E67D07C71}">
      <dsp:nvSpPr>
        <dsp:cNvPr id="0" name=""/>
        <dsp:cNvSpPr/>
      </dsp:nvSpPr>
      <dsp:spPr>
        <a:xfrm rot="16200000">
          <a:off x="2070544" y="2803207"/>
          <a:ext cx="3613023" cy="747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Product concept</a:t>
          </a:r>
        </a:p>
      </dsp:txBody>
      <dsp:txXfrm>
        <a:off x="2070544" y="2803207"/>
        <a:ext cx="3613023" cy="747522"/>
      </dsp:txXfrm>
    </dsp:sp>
    <dsp:sp modelId="{48EAE78A-6CBE-0249-A570-9CAE26A842FE}">
      <dsp:nvSpPr>
        <dsp:cNvPr id="0" name=""/>
        <dsp:cNvSpPr/>
      </dsp:nvSpPr>
      <dsp:spPr>
        <a:xfrm>
          <a:off x="4749164" y="0"/>
          <a:ext cx="1245870" cy="1245870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305720-98A5-C04C-A262-B2E0D6061288}">
      <dsp:nvSpPr>
        <dsp:cNvPr id="0" name=""/>
        <dsp:cNvSpPr/>
      </dsp:nvSpPr>
      <dsp:spPr>
        <a:xfrm>
          <a:off x="4873751" y="124587"/>
          <a:ext cx="996696" cy="996696"/>
        </a:xfrm>
        <a:prstGeom prst="pie">
          <a:avLst>
            <a:gd name="adj1" fmla="val 972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CA00EB3-4B16-0F41-A111-CE18A546F49C}">
      <dsp:nvSpPr>
        <dsp:cNvPr id="0" name=""/>
        <dsp:cNvSpPr/>
      </dsp:nvSpPr>
      <dsp:spPr>
        <a:xfrm rot="16200000">
          <a:off x="3316414" y="2803207"/>
          <a:ext cx="3613023" cy="747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Prototype</a:t>
          </a:r>
        </a:p>
      </dsp:txBody>
      <dsp:txXfrm>
        <a:off x="3316414" y="2803207"/>
        <a:ext cx="3613023" cy="747522"/>
      </dsp:txXfrm>
    </dsp:sp>
    <dsp:sp modelId="{A17263FC-CAC8-8240-B291-EFAD8D227DD0}">
      <dsp:nvSpPr>
        <dsp:cNvPr id="0" name=""/>
        <dsp:cNvSpPr/>
      </dsp:nvSpPr>
      <dsp:spPr>
        <a:xfrm>
          <a:off x="5995035" y="0"/>
          <a:ext cx="1245870" cy="1245870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415F0A-5E74-3243-A4FB-888109CE5A4C}">
      <dsp:nvSpPr>
        <dsp:cNvPr id="0" name=""/>
        <dsp:cNvSpPr/>
      </dsp:nvSpPr>
      <dsp:spPr>
        <a:xfrm>
          <a:off x="6119622" y="124587"/>
          <a:ext cx="996696" cy="996696"/>
        </a:xfrm>
        <a:prstGeom prst="pie">
          <a:avLst>
            <a:gd name="adj1" fmla="val 756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CE8896D-7DAD-BB4E-8B31-6EA9B1C482E2}">
      <dsp:nvSpPr>
        <dsp:cNvPr id="0" name=""/>
        <dsp:cNvSpPr/>
      </dsp:nvSpPr>
      <dsp:spPr>
        <a:xfrm rot="16200000">
          <a:off x="4562284" y="2803207"/>
          <a:ext cx="3613023" cy="747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Feedback</a:t>
          </a:r>
        </a:p>
      </dsp:txBody>
      <dsp:txXfrm>
        <a:off x="4562284" y="2803207"/>
        <a:ext cx="3613023" cy="747522"/>
      </dsp:txXfrm>
    </dsp:sp>
    <dsp:sp modelId="{284BF605-6F7E-D340-BEB4-1147D4308C50}">
      <dsp:nvSpPr>
        <dsp:cNvPr id="0" name=""/>
        <dsp:cNvSpPr/>
      </dsp:nvSpPr>
      <dsp:spPr>
        <a:xfrm>
          <a:off x="7240905" y="0"/>
          <a:ext cx="1245870" cy="1245870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1658BA-7A98-DB47-9772-48D5D1A88BE4}">
      <dsp:nvSpPr>
        <dsp:cNvPr id="0" name=""/>
        <dsp:cNvSpPr/>
      </dsp:nvSpPr>
      <dsp:spPr>
        <a:xfrm>
          <a:off x="7365492" y="124587"/>
          <a:ext cx="996696" cy="99669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822B0F-E0A4-044B-995D-B5E222D7292D}">
      <dsp:nvSpPr>
        <dsp:cNvPr id="0" name=""/>
        <dsp:cNvSpPr/>
      </dsp:nvSpPr>
      <dsp:spPr>
        <a:xfrm rot="16200000">
          <a:off x="5808154" y="2803207"/>
          <a:ext cx="3613023" cy="747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Next step</a:t>
          </a:r>
        </a:p>
      </dsp:txBody>
      <dsp:txXfrm>
        <a:off x="5808154" y="2803207"/>
        <a:ext cx="3613023" cy="74752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81F94-43FC-D549-9519-666169F6FC23}">
      <dsp:nvSpPr>
        <dsp:cNvPr id="0" name=""/>
        <dsp:cNvSpPr/>
      </dsp:nvSpPr>
      <dsp:spPr>
        <a:xfrm>
          <a:off x="5980" y="1238949"/>
          <a:ext cx="2087984" cy="2505581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Customer insight</a:t>
          </a:r>
        </a:p>
      </dsp:txBody>
      <dsp:txXfrm rot="16200000">
        <a:off x="-812509" y="2057439"/>
        <a:ext cx="2054576" cy="417596"/>
      </dsp:txXfrm>
    </dsp:sp>
    <dsp:sp modelId="{717171C6-B251-AC43-A7F3-770058E548A6}">
      <dsp:nvSpPr>
        <dsp:cNvPr id="0" name=""/>
        <dsp:cNvSpPr/>
      </dsp:nvSpPr>
      <dsp:spPr>
        <a:xfrm>
          <a:off x="2167044" y="1238949"/>
          <a:ext cx="2087984" cy="2505581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Product concept</a:t>
          </a:r>
        </a:p>
      </dsp:txBody>
      <dsp:txXfrm rot="16200000">
        <a:off x="1348554" y="2057439"/>
        <a:ext cx="2054576" cy="417596"/>
      </dsp:txXfrm>
    </dsp:sp>
    <dsp:sp modelId="{34588540-3864-EC40-A7E0-690A821496B9}">
      <dsp:nvSpPr>
        <dsp:cNvPr id="0" name=""/>
        <dsp:cNvSpPr/>
      </dsp:nvSpPr>
      <dsp:spPr>
        <a:xfrm rot="5400000">
          <a:off x="1993253" y="3231710"/>
          <a:ext cx="368461" cy="313197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EEE1D9-80E4-CF48-8BA7-EC5A48370C85}">
      <dsp:nvSpPr>
        <dsp:cNvPr id="0" name=""/>
        <dsp:cNvSpPr/>
      </dsp:nvSpPr>
      <dsp:spPr>
        <a:xfrm>
          <a:off x="4328107" y="1238949"/>
          <a:ext cx="2087984" cy="2505581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Prototype</a:t>
          </a:r>
        </a:p>
      </dsp:txBody>
      <dsp:txXfrm rot="16200000">
        <a:off x="3509618" y="2057439"/>
        <a:ext cx="2054576" cy="417596"/>
      </dsp:txXfrm>
    </dsp:sp>
    <dsp:sp modelId="{1043B9D1-2FB9-C74E-9848-C6B48294D207}">
      <dsp:nvSpPr>
        <dsp:cNvPr id="0" name=""/>
        <dsp:cNvSpPr/>
      </dsp:nvSpPr>
      <dsp:spPr>
        <a:xfrm rot="5400000">
          <a:off x="4154316" y="3231710"/>
          <a:ext cx="368461" cy="313197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260257-6DF4-7D44-9300-E4CE7D2834A5}">
      <dsp:nvSpPr>
        <dsp:cNvPr id="0" name=""/>
        <dsp:cNvSpPr/>
      </dsp:nvSpPr>
      <dsp:spPr>
        <a:xfrm>
          <a:off x="6489171" y="1238949"/>
          <a:ext cx="2087984" cy="2505581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Feedback</a:t>
          </a:r>
        </a:p>
      </dsp:txBody>
      <dsp:txXfrm rot="16200000">
        <a:off x="5670681" y="2057439"/>
        <a:ext cx="2054576" cy="417596"/>
      </dsp:txXfrm>
    </dsp:sp>
    <dsp:sp modelId="{E4D7B4A3-A0FE-634F-A821-2298D9D8B32B}">
      <dsp:nvSpPr>
        <dsp:cNvPr id="0" name=""/>
        <dsp:cNvSpPr/>
      </dsp:nvSpPr>
      <dsp:spPr>
        <a:xfrm rot="5400000">
          <a:off x="6315380" y="3231710"/>
          <a:ext cx="368461" cy="313197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9783E0-582A-B84D-9146-AEA330105E5D}">
      <dsp:nvSpPr>
        <dsp:cNvPr id="0" name=""/>
        <dsp:cNvSpPr/>
      </dsp:nvSpPr>
      <dsp:spPr>
        <a:xfrm>
          <a:off x="8650235" y="1238949"/>
          <a:ext cx="2087984" cy="2505581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Next step</a:t>
          </a:r>
        </a:p>
      </dsp:txBody>
      <dsp:txXfrm rot="16200000">
        <a:off x="7831745" y="2057439"/>
        <a:ext cx="2054576" cy="417596"/>
      </dsp:txXfrm>
    </dsp:sp>
    <dsp:sp modelId="{1EE0B043-FA64-1C47-B9FE-77AF73CB1862}">
      <dsp:nvSpPr>
        <dsp:cNvPr id="0" name=""/>
        <dsp:cNvSpPr/>
      </dsp:nvSpPr>
      <dsp:spPr>
        <a:xfrm rot="5400000">
          <a:off x="8476444" y="3231710"/>
          <a:ext cx="368461" cy="313197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25EEE-49E5-7C47-B599-EB947B51F7E9}">
      <dsp:nvSpPr>
        <dsp:cNvPr id="0" name=""/>
        <dsp:cNvSpPr/>
      </dsp:nvSpPr>
      <dsp:spPr>
        <a:xfrm>
          <a:off x="5770" y="0"/>
          <a:ext cx="2025029" cy="49834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Customer insight</a:t>
          </a:r>
        </a:p>
      </dsp:txBody>
      <dsp:txXfrm>
        <a:off x="5770" y="0"/>
        <a:ext cx="2025029" cy="1495044"/>
      </dsp:txXfrm>
    </dsp:sp>
    <dsp:sp modelId="{639C9228-C4E6-FD42-A73A-943B5330FED3}">
      <dsp:nvSpPr>
        <dsp:cNvPr id="0" name=""/>
        <dsp:cNvSpPr/>
      </dsp:nvSpPr>
      <dsp:spPr>
        <a:xfrm>
          <a:off x="2182677" y="0"/>
          <a:ext cx="2025029" cy="49834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Product concept</a:t>
          </a:r>
        </a:p>
      </dsp:txBody>
      <dsp:txXfrm>
        <a:off x="2182677" y="0"/>
        <a:ext cx="2025029" cy="1495044"/>
      </dsp:txXfrm>
    </dsp:sp>
    <dsp:sp modelId="{C62CADF8-F45A-4741-A704-677E1BFABA66}">
      <dsp:nvSpPr>
        <dsp:cNvPr id="0" name=""/>
        <dsp:cNvSpPr/>
      </dsp:nvSpPr>
      <dsp:spPr>
        <a:xfrm>
          <a:off x="4359585" y="0"/>
          <a:ext cx="2025029" cy="49834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Prototype</a:t>
          </a:r>
        </a:p>
      </dsp:txBody>
      <dsp:txXfrm>
        <a:off x="4359585" y="0"/>
        <a:ext cx="2025029" cy="1495044"/>
      </dsp:txXfrm>
    </dsp:sp>
    <dsp:sp modelId="{B40D5252-14B1-DE45-91E1-7F7AD3362917}">
      <dsp:nvSpPr>
        <dsp:cNvPr id="0" name=""/>
        <dsp:cNvSpPr/>
      </dsp:nvSpPr>
      <dsp:spPr>
        <a:xfrm>
          <a:off x="6536492" y="0"/>
          <a:ext cx="2025029" cy="49834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Feedback</a:t>
          </a:r>
        </a:p>
      </dsp:txBody>
      <dsp:txXfrm>
        <a:off x="6536492" y="0"/>
        <a:ext cx="2025029" cy="1495044"/>
      </dsp:txXfrm>
    </dsp:sp>
    <dsp:sp modelId="{0E7A5918-722E-2E4E-8AD3-62827EEF8F5D}">
      <dsp:nvSpPr>
        <dsp:cNvPr id="0" name=""/>
        <dsp:cNvSpPr/>
      </dsp:nvSpPr>
      <dsp:spPr>
        <a:xfrm>
          <a:off x="8713399" y="0"/>
          <a:ext cx="2025029" cy="49834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Next step</a:t>
          </a:r>
        </a:p>
      </dsp:txBody>
      <dsp:txXfrm>
        <a:off x="8713399" y="0"/>
        <a:ext cx="2025029" cy="149504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A9BBA9-36C2-D74C-8710-6B04ED930FDB}">
      <dsp:nvSpPr>
        <dsp:cNvPr id="0" name=""/>
        <dsp:cNvSpPr/>
      </dsp:nvSpPr>
      <dsp:spPr>
        <a:xfrm>
          <a:off x="0" y="0"/>
          <a:ext cx="10744200" cy="22425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BF154-0378-46B9-A3F2-5A2E63C2F460}">
      <dsp:nvSpPr>
        <dsp:cNvPr id="0" name=""/>
        <dsp:cNvSpPr/>
      </dsp:nvSpPr>
      <dsp:spPr>
        <a:xfrm>
          <a:off x="325777" y="299008"/>
          <a:ext cx="1869008" cy="1644548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CF8249F-7BF7-46EE-9197-70A3912C2A7A}">
      <dsp:nvSpPr>
        <dsp:cNvPr id="0" name=""/>
        <dsp:cNvSpPr/>
      </dsp:nvSpPr>
      <dsp:spPr>
        <a:xfrm rot="10800000">
          <a:off x="325777" y="2242565"/>
          <a:ext cx="1869008" cy="274091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Customer insight</a:t>
          </a:r>
        </a:p>
      </dsp:txBody>
      <dsp:txXfrm rot="10800000">
        <a:off x="383255" y="2242565"/>
        <a:ext cx="1754052" cy="2683436"/>
      </dsp:txXfrm>
    </dsp:sp>
    <dsp:sp modelId="{6D9D2883-7766-4C5C-8240-D5FBE32A4E6A}">
      <dsp:nvSpPr>
        <dsp:cNvPr id="0" name=""/>
        <dsp:cNvSpPr/>
      </dsp:nvSpPr>
      <dsp:spPr>
        <a:xfrm>
          <a:off x="2381686" y="299008"/>
          <a:ext cx="1869008" cy="1644548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AB372F5-4E03-4EEE-965F-579BB63E05B3}">
      <dsp:nvSpPr>
        <dsp:cNvPr id="0" name=""/>
        <dsp:cNvSpPr/>
      </dsp:nvSpPr>
      <dsp:spPr>
        <a:xfrm rot="10800000">
          <a:off x="2381686" y="2242565"/>
          <a:ext cx="1869008" cy="274091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Product concept</a:t>
          </a:r>
        </a:p>
      </dsp:txBody>
      <dsp:txXfrm rot="10800000">
        <a:off x="2439164" y="2242565"/>
        <a:ext cx="1754052" cy="2683436"/>
      </dsp:txXfrm>
    </dsp:sp>
    <dsp:sp modelId="{7A403867-F113-439B-98E8-C64D0210B009}">
      <dsp:nvSpPr>
        <dsp:cNvPr id="0" name=""/>
        <dsp:cNvSpPr/>
      </dsp:nvSpPr>
      <dsp:spPr>
        <a:xfrm>
          <a:off x="4437595" y="299008"/>
          <a:ext cx="1869008" cy="1644548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2576934-4B41-48F5-BFB3-10F7A93300C8}">
      <dsp:nvSpPr>
        <dsp:cNvPr id="0" name=""/>
        <dsp:cNvSpPr/>
      </dsp:nvSpPr>
      <dsp:spPr>
        <a:xfrm rot="10800000">
          <a:off x="4437595" y="2242565"/>
          <a:ext cx="1869008" cy="274091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Prototype</a:t>
          </a:r>
        </a:p>
      </dsp:txBody>
      <dsp:txXfrm rot="10800000">
        <a:off x="4495073" y="2242565"/>
        <a:ext cx="1754052" cy="2683436"/>
      </dsp:txXfrm>
    </dsp:sp>
    <dsp:sp modelId="{68034E69-BEC2-49A2-A31E-71D53F1CF54C}">
      <dsp:nvSpPr>
        <dsp:cNvPr id="0" name=""/>
        <dsp:cNvSpPr/>
      </dsp:nvSpPr>
      <dsp:spPr>
        <a:xfrm>
          <a:off x="6493504" y="299008"/>
          <a:ext cx="1869008" cy="1644548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3776389-64A5-4BD2-B8DC-F7ABAEF39560}">
      <dsp:nvSpPr>
        <dsp:cNvPr id="0" name=""/>
        <dsp:cNvSpPr/>
      </dsp:nvSpPr>
      <dsp:spPr>
        <a:xfrm rot="10800000">
          <a:off x="6493504" y="2242565"/>
          <a:ext cx="1869008" cy="274091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Feedback</a:t>
          </a:r>
        </a:p>
      </dsp:txBody>
      <dsp:txXfrm rot="10800000">
        <a:off x="6550982" y="2242565"/>
        <a:ext cx="1754052" cy="2683436"/>
      </dsp:txXfrm>
    </dsp:sp>
    <dsp:sp modelId="{3495F3E9-CDA6-4CE4-A707-A813C9209CC7}">
      <dsp:nvSpPr>
        <dsp:cNvPr id="0" name=""/>
        <dsp:cNvSpPr/>
      </dsp:nvSpPr>
      <dsp:spPr>
        <a:xfrm>
          <a:off x="8549413" y="299008"/>
          <a:ext cx="1869008" cy="1644548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860B383-7D92-4353-AFA9-2482C84E58A0}">
      <dsp:nvSpPr>
        <dsp:cNvPr id="0" name=""/>
        <dsp:cNvSpPr/>
      </dsp:nvSpPr>
      <dsp:spPr>
        <a:xfrm rot="10800000">
          <a:off x="8549413" y="2242565"/>
          <a:ext cx="1869008" cy="274091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Next step</a:t>
          </a:r>
        </a:p>
      </dsp:txBody>
      <dsp:txXfrm rot="10800000">
        <a:off x="8606891" y="2242565"/>
        <a:ext cx="1754052" cy="268343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220C5-6D7A-5142-A8B9-12DC12253DA2}">
      <dsp:nvSpPr>
        <dsp:cNvPr id="0" name=""/>
        <dsp:cNvSpPr/>
      </dsp:nvSpPr>
      <dsp:spPr>
        <a:xfrm>
          <a:off x="0" y="0"/>
          <a:ext cx="2098476" cy="49834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Customer insight</a:t>
          </a:r>
        </a:p>
      </dsp:txBody>
      <dsp:txXfrm>
        <a:off x="0" y="1993392"/>
        <a:ext cx="2098476" cy="1993392"/>
      </dsp:txXfrm>
    </dsp:sp>
    <dsp:sp modelId="{2DE7A24E-51C9-4D29-834A-9631C6FECA7B}">
      <dsp:nvSpPr>
        <dsp:cNvPr id="0" name=""/>
        <dsp:cNvSpPr/>
      </dsp:nvSpPr>
      <dsp:spPr>
        <a:xfrm>
          <a:off x="219488" y="299008"/>
          <a:ext cx="1659498" cy="165949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8ACCE59-0EAF-1347-B191-E7711AFE2003}">
      <dsp:nvSpPr>
        <dsp:cNvPr id="0" name=""/>
        <dsp:cNvSpPr/>
      </dsp:nvSpPr>
      <dsp:spPr>
        <a:xfrm>
          <a:off x="2161430" y="0"/>
          <a:ext cx="2098476" cy="49834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Product concept</a:t>
          </a:r>
        </a:p>
      </dsp:txBody>
      <dsp:txXfrm>
        <a:off x="2161430" y="1993392"/>
        <a:ext cx="2098476" cy="1993392"/>
      </dsp:txXfrm>
    </dsp:sp>
    <dsp:sp modelId="{F26A3103-99AF-4629-B8E1-0AE518F8DA59}">
      <dsp:nvSpPr>
        <dsp:cNvPr id="0" name=""/>
        <dsp:cNvSpPr/>
      </dsp:nvSpPr>
      <dsp:spPr>
        <a:xfrm>
          <a:off x="2380919" y="299008"/>
          <a:ext cx="1659498" cy="165949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7ACDC6F-5F17-6C49-8A57-3FB506330353}">
      <dsp:nvSpPr>
        <dsp:cNvPr id="0" name=""/>
        <dsp:cNvSpPr/>
      </dsp:nvSpPr>
      <dsp:spPr>
        <a:xfrm>
          <a:off x="4322861" y="0"/>
          <a:ext cx="2098476" cy="49834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Prototype</a:t>
          </a:r>
        </a:p>
      </dsp:txBody>
      <dsp:txXfrm>
        <a:off x="4322861" y="1993392"/>
        <a:ext cx="2098476" cy="1993392"/>
      </dsp:txXfrm>
    </dsp:sp>
    <dsp:sp modelId="{5366C5AA-6D97-4106-AAB1-C50EF0529AC9}">
      <dsp:nvSpPr>
        <dsp:cNvPr id="0" name=""/>
        <dsp:cNvSpPr/>
      </dsp:nvSpPr>
      <dsp:spPr>
        <a:xfrm>
          <a:off x="4542350" y="299008"/>
          <a:ext cx="1659498" cy="165949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BB0F6CD-88B6-E748-87C5-9ECF89C33624}">
      <dsp:nvSpPr>
        <dsp:cNvPr id="0" name=""/>
        <dsp:cNvSpPr/>
      </dsp:nvSpPr>
      <dsp:spPr>
        <a:xfrm>
          <a:off x="6484292" y="0"/>
          <a:ext cx="2098476" cy="49834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Feedback</a:t>
          </a:r>
        </a:p>
      </dsp:txBody>
      <dsp:txXfrm>
        <a:off x="6484292" y="1993392"/>
        <a:ext cx="2098476" cy="1993392"/>
      </dsp:txXfrm>
    </dsp:sp>
    <dsp:sp modelId="{93BBBCAC-40E3-46AF-937C-8D317A4E1E5E}">
      <dsp:nvSpPr>
        <dsp:cNvPr id="0" name=""/>
        <dsp:cNvSpPr/>
      </dsp:nvSpPr>
      <dsp:spPr>
        <a:xfrm>
          <a:off x="6703781" y="299008"/>
          <a:ext cx="1659498" cy="165949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6022439-EC44-9F45-8E93-ACE1B75E56F0}">
      <dsp:nvSpPr>
        <dsp:cNvPr id="0" name=""/>
        <dsp:cNvSpPr/>
      </dsp:nvSpPr>
      <dsp:spPr>
        <a:xfrm>
          <a:off x="8645723" y="0"/>
          <a:ext cx="2098476" cy="49834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Next step</a:t>
          </a:r>
        </a:p>
      </dsp:txBody>
      <dsp:txXfrm>
        <a:off x="8645723" y="1993392"/>
        <a:ext cx="2098476" cy="1993392"/>
      </dsp:txXfrm>
    </dsp:sp>
    <dsp:sp modelId="{B60FCDA4-C19F-4938-80A6-C5ECDD4B54F2}">
      <dsp:nvSpPr>
        <dsp:cNvPr id="0" name=""/>
        <dsp:cNvSpPr/>
      </dsp:nvSpPr>
      <dsp:spPr>
        <a:xfrm>
          <a:off x="8865212" y="299008"/>
          <a:ext cx="1659498" cy="165949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8CCDE0D-DBFB-C940-A368-BFFF0F4E3765}">
      <dsp:nvSpPr>
        <dsp:cNvPr id="0" name=""/>
        <dsp:cNvSpPr/>
      </dsp:nvSpPr>
      <dsp:spPr>
        <a:xfrm>
          <a:off x="429767" y="3986784"/>
          <a:ext cx="9884664" cy="747522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44315E-BF29-4222-9DEB-394676608E67}">
      <dsp:nvSpPr>
        <dsp:cNvPr id="0" name=""/>
        <dsp:cNvSpPr/>
      </dsp:nvSpPr>
      <dsp:spPr>
        <a:xfrm>
          <a:off x="830891" y="53645"/>
          <a:ext cx="932038" cy="1398057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5A74B76-19D6-4E7B-AF49-2187566AE327}">
      <dsp:nvSpPr>
        <dsp:cNvPr id="0" name=""/>
        <dsp:cNvSpPr/>
      </dsp:nvSpPr>
      <dsp:spPr>
        <a:xfrm>
          <a:off x="1008422" y="245971"/>
          <a:ext cx="4260746" cy="133148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858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500" kern="1200"/>
            <a:t>Customer insight</a:t>
          </a:r>
        </a:p>
      </dsp:txBody>
      <dsp:txXfrm>
        <a:off x="1008422" y="245971"/>
        <a:ext cx="4260746" cy="1331483"/>
      </dsp:txXfrm>
    </dsp:sp>
    <dsp:sp modelId="{D853FDD6-7354-4322-89C8-B8A6F892F0E5}">
      <dsp:nvSpPr>
        <dsp:cNvPr id="0" name=""/>
        <dsp:cNvSpPr/>
      </dsp:nvSpPr>
      <dsp:spPr>
        <a:xfrm>
          <a:off x="5475030" y="53645"/>
          <a:ext cx="932038" cy="1398057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3899288-9EEC-4961-8900-8390C64EBF23}">
      <dsp:nvSpPr>
        <dsp:cNvPr id="0" name=""/>
        <dsp:cNvSpPr/>
      </dsp:nvSpPr>
      <dsp:spPr>
        <a:xfrm>
          <a:off x="5652561" y="245971"/>
          <a:ext cx="4260746" cy="133148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858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500" kern="1200"/>
            <a:t>Product concept</a:t>
          </a:r>
        </a:p>
      </dsp:txBody>
      <dsp:txXfrm>
        <a:off x="5652561" y="245971"/>
        <a:ext cx="4260746" cy="1331483"/>
      </dsp:txXfrm>
    </dsp:sp>
    <dsp:sp modelId="{A27A1B69-1128-4B37-8848-E076091230CD}">
      <dsp:nvSpPr>
        <dsp:cNvPr id="0" name=""/>
        <dsp:cNvSpPr/>
      </dsp:nvSpPr>
      <dsp:spPr>
        <a:xfrm>
          <a:off x="830891" y="1729835"/>
          <a:ext cx="932038" cy="1398057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D4F2F85-6D99-4822-9654-6C5BADE06827}">
      <dsp:nvSpPr>
        <dsp:cNvPr id="0" name=""/>
        <dsp:cNvSpPr/>
      </dsp:nvSpPr>
      <dsp:spPr>
        <a:xfrm>
          <a:off x="1008422" y="1922160"/>
          <a:ext cx="4260746" cy="133148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858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500" kern="1200"/>
            <a:t>Prototype</a:t>
          </a:r>
        </a:p>
      </dsp:txBody>
      <dsp:txXfrm>
        <a:off x="1008422" y="1922160"/>
        <a:ext cx="4260746" cy="1331483"/>
      </dsp:txXfrm>
    </dsp:sp>
    <dsp:sp modelId="{CD1018CD-45B3-4E5D-A3DD-FE1B4D32D8D4}">
      <dsp:nvSpPr>
        <dsp:cNvPr id="0" name=""/>
        <dsp:cNvSpPr/>
      </dsp:nvSpPr>
      <dsp:spPr>
        <a:xfrm>
          <a:off x="5475030" y="1729835"/>
          <a:ext cx="932038" cy="1398057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FFD8BD1-F4E4-4FDB-9E1F-EAD957D7A7CF}">
      <dsp:nvSpPr>
        <dsp:cNvPr id="0" name=""/>
        <dsp:cNvSpPr/>
      </dsp:nvSpPr>
      <dsp:spPr>
        <a:xfrm>
          <a:off x="5652561" y="1922160"/>
          <a:ext cx="4260746" cy="133148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858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500" kern="1200"/>
            <a:t>Feedback</a:t>
          </a:r>
        </a:p>
      </dsp:txBody>
      <dsp:txXfrm>
        <a:off x="5652561" y="1922160"/>
        <a:ext cx="4260746" cy="1331483"/>
      </dsp:txXfrm>
    </dsp:sp>
    <dsp:sp modelId="{FC01B6B8-896E-4AC2-A15B-84EA03C38641}">
      <dsp:nvSpPr>
        <dsp:cNvPr id="0" name=""/>
        <dsp:cNvSpPr/>
      </dsp:nvSpPr>
      <dsp:spPr>
        <a:xfrm>
          <a:off x="3152961" y="3406025"/>
          <a:ext cx="932038" cy="1398057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B89002E-39A1-40CA-BB8A-3526DC4177B9}">
      <dsp:nvSpPr>
        <dsp:cNvPr id="0" name=""/>
        <dsp:cNvSpPr/>
      </dsp:nvSpPr>
      <dsp:spPr>
        <a:xfrm>
          <a:off x="3330492" y="3598350"/>
          <a:ext cx="4260746" cy="133148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858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500" kern="1200"/>
            <a:t>Next step</a:t>
          </a:r>
        </a:p>
      </dsp:txBody>
      <dsp:txXfrm>
        <a:off x="3330492" y="3598350"/>
        <a:ext cx="4260746" cy="1331483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9BC4D8-3AA2-469C-8A32-C42F4726C466}">
      <dsp:nvSpPr>
        <dsp:cNvPr id="0" name=""/>
        <dsp:cNvSpPr/>
      </dsp:nvSpPr>
      <dsp:spPr>
        <a:xfrm>
          <a:off x="92223" y="92223"/>
          <a:ext cx="2148840" cy="737788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9A14601-2797-4A0C-B3DC-26A45452DF36}">
      <dsp:nvSpPr>
        <dsp:cNvPr id="0" name=""/>
        <dsp:cNvSpPr/>
      </dsp:nvSpPr>
      <dsp:spPr>
        <a:xfrm>
          <a:off x="0" y="0"/>
          <a:ext cx="10744200" cy="9222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Customer insight</a:t>
          </a:r>
        </a:p>
      </dsp:txBody>
      <dsp:txXfrm>
        <a:off x="2241063" y="0"/>
        <a:ext cx="8503136" cy="922235"/>
      </dsp:txXfrm>
    </dsp:sp>
    <dsp:sp modelId="{7BA2B784-9413-426A-9F5D-06B5915428AB}">
      <dsp:nvSpPr>
        <dsp:cNvPr id="0" name=""/>
        <dsp:cNvSpPr/>
      </dsp:nvSpPr>
      <dsp:spPr>
        <a:xfrm>
          <a:off x="92223" y="1106682"/>
          <a:ext cx="2148840" cy="737788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D140E2A-71B2-436B-BEF9-5AF91052ABD0}">
      <dsp:nvSpPr>
        <dsp:cNvPr id="0" name=""/>
        <dsp:cNvSpPr/>
      </dsp:nvSpPr>
      <dsp:spPr>
        <a:xfrm>
          <a:off x="0" y="1014459"/>
          <a:ext cx="10744200" cy="9222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Product concept</a:t>
          </a:r>
        </a:p>
      </dsp:txBody>
      <dsp:txXfrm>
        <a:off x="2241063" y="1014459"/>
        <a:ext cx="8503136" cy="922235"/>
      </dsp:txXfrm>
    </dsp:sp>
    <dsp:sp modelId="{73A64D3B-CAE0-4A7C-9987-E0FD30A8FCF1}">
      <dsp:nvSpPr>
        <dsp:cNvPr id="0" name=""/>
        <dsp:cNvSpPr/>
      </dsp:nvSpPr>
      <dsp:spPr>
        <a:xfrm>
          <a:off x="92223" y="2121142"/>
          <a:ext cx="2148840" cy="737788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2EF706D-44B8-4C67-8073-CD6F84E09A62}">
      <dsp:nvSpPr>
        <dsp:cNvPr id="0" name=""/>
        <dsp:cNvSpPr/>
      </dsp:nvSpPr>
      <dsp:spPr>
        <a:xfrm>
          <a:off x="0" y="2028918"/>
          <a:ext cx="10744200" cy="9222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Prototype</a:t>
          </a:r>
        </a:p>
      </dsp:txBody>
      <dsp:txXfrm>
        <a:off x="2241063" y="2028918"/>
        <a:ext cx="8503136" cy="922235"/>
      </dsp:txXfrm>
    </dsp:sp>
    <dsp:sp modelId="{3A718CDB-E14D-4925-A84B-4A6919AD25FB}">
      <dsp:nvSpPr>
        <dsp:cNvPr id="0" name=""/>
        <dsp:cNvSpPr/>
      </dsp:nvSpPr>
      <dsp:spPr>
        <a:xfrm>
          <a:off x="92223" y="3135601"/>
          <a:ext cx="2148840" cy="737788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8A5B554-56BD-46FB-A70F-007893D66B9E}">
      <dsp:nvSpPr>
        <dsp:cNvPr id="0" name=""/>
        <dsp:cNvSpPr/>
      </dsp:nvSpPr>
      <dsp:spPr>
        <a:xfrm>
          <a:off x="0" y="3043378"/>
          <a:ext cx="10744200" cy="9222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Feedback</a:t>
          </a:r>
        </a:p>
      </dsp:txBody>
      <dsp:txXfrm>
        <a:off x="2241063" y="3043378"/>
        <a:ext cx="8503136" cy="922235"/>
      </dsp:txXfrm>
    </dsp:sp>
    <dsp:sp modelId="{F91CF7D6-B853-4AE3-9528-58D56758C363}">
      <dsp:nvSpPr>
        <dsp:cNvPr id="0" name=""/>
        <dsp:cNvSpPr/>
      </dsp:nvSpPr>
      <dsp:spPr>
        <a:xfrm>
          <a:off x="92223" y="4150061"/>
          <a:ext cx="2148840" cy="737788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C539F8A-AA8D-4B23-8E88-B53A76693B02}">
      <dsp:nvSpPr>
        <dsp:cNvPr id="0" name=""/>
        <dsp:cNvSpPr/>
      </dsp:nvSpPr>
      <dsp:spPr>
        <a:xfrm>
          <a:off x="0" y="4057837"/>
          <a:ext cx="10744200" cy="9222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Next step</a:t>
          </a:r>
        </a:p>
      </dsp:txBody>
      <dsp:txXfrm>
        <a:off x="2241063" y="4057837"/>
        <a:ext cx="8503136" cy="922235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3C59FE-B2FD-1A44-A919-AFE9EEB886D2}">
      <dsp:nvSpPr>
        <dsp:cNvPr id="0" name=""/>
        <dsp:cNvSpPr/>
      </dsp:nvSpPr>
      <dsp:spPr>
        <a:xfrm>
          <a:off x="4878905" y="3789"/>
          <a:ext cx="1943766" cy="879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Customer insight</a:t>
          </a:r>
        </a:p>
      </dsp:txBody>
      <dsp:txXfrm>
        <a:off x="4878905" y="3789"/>
        <a:ext cx="1943766" cy="879134"/>
      </dsp:txXfrm>
    </dsp:sp>
    <dsp:sp modelId="{9BA05759-BE93-6248-B1A9-3B14B83F9C94}">
      <dsp:nvSpPr>
        <dsp:cNvPr id="0" name=""/>
        <dsp:cNvSpPr/>
      </dsp:nvSpPr>
      <dsp:spPr>
        <a:xfrm>
          <a:off x="3921528" y="3789"/>
          <a:ext cx="870343" cy="879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8B88DDE-8E8C-C940-9DA1-841C8C3566AF}">
      <dsp:nvSpPr>
        <dsp:cNvPr id="0" name=""/>
        <dsp:cNvSpPr/>
      </dsp:nvSpPr>
      <dsp:spPr>
        <a:xfrm>
          <a:off x="3921528" y="1027981"/>
          <a:ext cx="1943766" cy="879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Product concept</a:t>
          </a:r>
        </a:p>
      </dsp:txBody>
      <dsp:txXfrm>
        <a:off x="3921528" y="1027981"/>
        <a:ext cx="1943766" cy="879134"/>
      </dsp:txXfrm>
    </dsp:sp>
    <dsp:sp modelId="{F62BCDE4-E16D-CA48-B2E5-868045D1FB67}">
      <dsp:nvSpPr>
        <dsp:cNvPr id="0" name=""/>
        <dsp:cNvSpPr/>
      </dsp:nvSpPr>
      <dsp:spPr>
        <a:xfrm>
          <a:off x="5952328" y="1027981"/>
          <a:ext cx="870343" cy="879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BD7629E-B3AB-1A4F-ABB0-46FAC97B63DB}">
      <dsp:nvSpPr>
        <dsp:cNvPr id="0" name=""/>
        <dsp:cNvSpPr/>
      </dsp:nvSpPr>
      <dsp:spPr>
        <a:xfrm>
          <a:off x="4878905" y="2052172"/>
          <a:ext cx="1943766" cy="879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Prototype</a:t>
          </a:r>
        </a:p>
      </dsp:txBody>
      <dsp:txXfrm>
        <a:off x="4878905" y="2052172"/>
        <a:ext cx="1943766" cy="879134"/>
      </dsp:txXfrm>
    </dsp:sp>
    <dsp:sp modelId="{59AD628F-070C-F043-8A79-7E7C175F47B4}">
      <dsp:nvSpPr>
        <dsp:cNvPr id="0" name=""/>
        <dsp:cNvSpPr/>
      </dsp:nvSpPr>
      <dsp:spPr>
        <a:xfrm>
          <a:off x="3921528" y="2052172"/>
          <a:ext cx="870343" cy="879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CC46059-0BD1-D74B-9118-7E5EE5246BC2}">
      <dsp:nvSpPr>
        <dsp:cNvPr id="0" name=""/>
        <dsp:cNvSpPr/>
      </dsp:nvSpPr>
      <dsp:spPr>
        <a:xfrm>
          <a:off x="3921528" y="3076364"/>
          <a:ext cx="1943766" cy="879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Feedback</a:t>
          </a:r>
        </a:p>
      </dsp:txBody>
      <dsp:txXfrm>
        <a:off x="3921528" y="3076364"/>
        <a:ext cx="1943766" cy="879134"/>
      </dsp:txXfrm>
    </dsp:sp>
    <dsp:sp modelId="{97CEBA74-8066-E640-9C0D-DC5933F46592}">
      <dsp:nvSpPr>
        <dsp:cNvPr id="0" name=""/>
        <dsp:cNvSpPr/>
      </dsp:nvSpPr>
      <dsp:spPr>
        <a:xfrm>
          <a:off x="5952328" y="3076364"/>
          <a:ext cx="870343" cy="879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E3BA74-97DA-8E44-BA5E-3C9CB29F2EC0}">
      <dsp:nvSpPr>
        <dsp:cNvPr id="0" name=""/>
        <dsp:cNvSpPr/>
      </dsp:nvSpPr>
      <dsp:spPr>
        <a:xfrm>
          <a:off x="4878905" y="4100556"/>
          <a:ext cx="1943766" cy="879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Next step</a:t>
          </a:r>
        </a:p>
      </dsp:txBody>
      <dsp:txXfrm>
        <a:off x="4878905" y="4100556"/>
        <a:ext cx="1943766" cy="879134"/>
      </dsp:txXfrm>
    </dsp:sp>
    <dsp:sp modelId="{3E68F242-CC00-EA40-A1C6-A0DDCE428EAA}">
      <dsp:nvSpPr>
        <dsp:cNvPr id="0" name=""/>
        <dsp:cNvSpPr/>
      </dsp:nvSpPr>
      <dsp:spPr>
        <a:xfrm>
          <a:off x="3921528" y="4100556"/>
          <a:ext cx="870343" cy="879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F1DDBF-E4BD-4158-A20A-4AC6316467E9}">
      <dsp:nvSpPr>
        <dsp:cNvPr id="0" name=""/>
        <dsp:cNvSpPr/>
      </dsp:nvSpPr>
      <dsp:spPr>
        <a:xfrm rot="10800000">
          <a:off x="2000664" y="1602"/>
          <a:ext cx="7144893" cy="80404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4561" tIns="133350" rIns="24892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500" kern="1200"/>
            <a:t>Customer insight</a:t>
          </a:r>
        </a:p>
      </dsp:txBody>
      <dsp:txXfrm rot="10800000">
        <a:off x="2201675" y="1602"/>
        <a:ext cx="6943882" cy="804044"/>
      </dsp:txXfrm>
    </dsp:sp>
    <dsp:sp modelId="{56E8ED3A-12DD-4FF3-A67B-AB0E94BD0EEA}">
      <dsp:nvSpPr>
        <dsp:cNvPr id="0" name=""/>
        <dsp:cNvSpPr/>
      </dsp:nvSpPr>
      <dsp:spPr>
        <a:xfrm>
          <a:off x="1598642" y="1602"/>
          <a:ext cx="804044" cy="80404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B84C5CA-50F2-42DD-91C3-44A51BA11F19}">
      <dsp:nvSpPr>
        <dsp:cNvPr id="0" name=""/>
        <dsp:cNvSpPr/>
      </dsp:nvSpPr>
      <dsp:spPr>
        <a:xfrm rot="10800000">
          <a:off x="2000664" y="1045660"/>
          <a:ext cx="7144893" cy="80404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4561" tIns="133350" rIns="24892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500" kern="1200"/>
            <a:t>Product concept</a:t>
          </a:r>
        </a:p>
      </dsp:txBody>
      <dsp:txXfrm rot="10800000">
        <a:off x="2201675" y="1045660"/>
        <a:ext cx="6943882" cy="804044"/>
      </dsp:txXfrm>
    </dsp:sp>
    <dsp:sp modelId="{36140B88-564C-47E5-8E78-7EBC3560650D}">
      <dsp:nvSpPr>
        <dsp:cNvPr id="0" name=""/>
        <dsp:cNvSpPr/>
      </dsp:nvSpPr>
      <dsp:spPr>
        <a:xfrm>
          <a:off x="1598642" y="1045660"/>
          <a:ext cx="804044" cy="80404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7E17780-244F-4D6E-932D-75AFE0BBDF5C}">
      <dsp:nvSpPr>
        <dsp:cNvPr id="0" name=""/>
        <dsp:cNvSpPr/>
      </dsp:nvSpPr>
      <dsp:spPr>
        <a:xfrm rot="10800000">
          <a:off x="2000664" y="2089717"/>
          <a:ext cx="7144893" cy="80404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4561" tIns="133350" rIns="24892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500" kern="1200"/>
            <a:t>Prototype</a:t>
          </a:r>
        </a:p>
      </dsp:txBody>
      <dsp:txXfrm rot="10800000">
        <a:off x="2201675" y="2089717"/>
        <a:ext cx="6943882" cy="804044"/>
      </dsp:txXfrm>
    </dsp:sp>
    <dsp:sp modelId="{7B58A53B-52EA-40EB-88A9-04617F70EE1D}">
      <dsp:nvSpPr>
        <dsp:cNvPr id="0" name=""/>
        <dsp:cNvSpPr/>
      </dsp:nvSpPr>
      <dsp:spPr>
        <a:xfrm>
          <a:off x="1598642" y="2089717"/>
          <a:ext cx="804044" cy="80404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C4A8C2A-7AA7-473C-9DE5-AFF36141A20D}">
      <dsp:nvSpPr>
        <dsp:cNvPr id="0" name=""/>
        <dsp:cNvSpPr/>
      </dsp:nvSpPr>
      <dsp:spPr>
        <a:xfrm rot="10800000">
          <a:off x="2000664" y="3133775"/>
          <a:ext cx="7144893" cy="80404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4561" tIns="133350" rIns="24892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500" kern="1200"/>
            <a:t>Feedback</a:t>
          </a:r>
        </a:p>
      </dsp:txBody>
      <dsp:txXfrm rot="10800000">
        <a:off x="2201675" y="3133775"/>
        <a:ext cx="6943882" cy="804044"/>
      </dsp:txXfrm>
    </dsp:sp>
    <dsp:sp modelId="{5A4A6F31-1F85-48CC-A595-4184BE84D6C3}">
      <dsp:nvSpPr>
        <dsp:cNvPr id="0" name=""/>
        <dsp:cNvSpPr/>
      </dsp:nvSpPr>
      <dsp:spPr>
        <a:xfrm>
          <a:off x="1598642" y="3133775"/>
          <a:ext cx="804044" cy="80404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CCD5749-E0F8-4D8C-90BC-231A3BA402D1}">
      <dsp:nvSpPr>
        <dsp:cNvPr id="0" name=""/>
        <dsp:cNvSpPr/>
      </dsp:nvSpPr>
      <dsp:spPr>
        <a:xfrm rot="10800000">
          <a:off x="2000664" y="4177833"/>
          <a:ext cx="7144893" cy="80404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4561" tIns="133350" rIns="24892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500" kern="1200"/>
            <a:t>Next step</a:t>
          </a:r>
        </a:p>
      </dsp:txBody>
      <dsp:txXfrm rot="10800000">
        <a:off x="2201675" y="4177833"/>
        <a:ext cx="6943882" cy="804044"/>
      </dsp:txXfrm>
    </dsp:sp>
    <dsp:sp modelId="{B1692281-EDA2-41F7-BBBB-3D039B4016D2}">
      <dsp:nvSpPr>
        <dsp:cNvPr id="0" name=""/>
        <dsp:cNvSpPr/>
      </dsp:nvSpPr>
      <dsp:spPr>
        <a:xfrm>
          <a:off x="1598642" y="4177833"/>
          <a:ext cx="804044" cy="80404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F25F88-9051-1449-97CC-22BB4913C6BD}">
      <dsp:nvSpPr>
        <dsp:cNvPr id="0" name=""/>
        <dsp:cNvSpPr/>
      </dsp:nvSpPr>
      <dsp:spPr>
        <a:xfrm>
          <a:off x="3672" y="2376460"/>
          <a:ext cx="1988306" cy="230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200" kern="1200"/>
            <a:t>Customer insight</a:t>
          </a:r>
        </a:p>
      </dsp:txBody>
      <dsp:txXfrm>
        <a:off x="10425" y="2383213"/>
        <a:ext cx="1974800" cy="217052"/>
      </dsp:txXfrm>
    </dsp:sp>
    <dsp:sp modelId="{7A1E5AD6-0AEA-D94B-85D6-E709AA222134}">
      <dsp:nvSpPr>
        <dsp:cNvPr id="0" name=""/>
        <dsp:cNvSpPr/>
      </dsp:nvSpPr>
      <dsp:spPr>
        <a:xfrm>
          <a:off x="2190809" y="2376460"/>
          <a:ext cx="1988306" cy="230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200" kern="1200"/>
            <a:t>Product concept</a:t>
          </a:r>
        </a:p>
      </dsp:txBody>
      <dsp:txXfrm>
        <a:off x="2197562" y="2383213"/>
        <a:ext cx="1974800" cy="217052"/>
      </dsp:txXfrm>
    </dsp:sp>
    <dsp:sp modelId="{1ED16509-49F4-744F-B7A2-0C0A3E3E84D1}">
      <dsp:nvSpPr>
        <dsp:cNvPr id="0" name=""/>
        <dsp:cNvSpPr/>
      </dsp:nvSpPr>
      <dsp:spPr>
        <a:xfrm>
          <a:off x="4377946" y="2376460"/>
          <a:ext cx="1988306" cy="230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200" kern="1200"/>
            <a:t>Prototype</a:t>
          </a:r>
        </a:p>
      </dsp:txBody>
      <dsp:txXfrm>
        <a:off x="4384699" y="2383213"/>
        <a:ext cx="1974800" cy="217052"/>
      </dsp:txXfrm>
    </dsp:sp>
    <dsp:sp modelId="{627EB573-2534-0D40-B5AE-06AA52C53B2D}">
      <dsp:nvSpPr>
        <dsp:cNvPr id="0" name=""/>
        <dsp:cNvSpPr/>
      </dsp:nvSpPr>
      <dsp:spPr>
        <a:xfrm>
          <a:off x="6565083" y="2376460"/>
          <a:ext cx="1988306" cy="230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200" kern="1200"/>
            <a:t>Feedback</a:t>
          </a:r>
        </a:p>
      </dsp:txBody>
      <dsp:txXfrm>
        <a:off x="6571836" y="2383213"/>
        <a:ext cx="1974800" cy="217052"/>
      </dsp:txXfrm>
    </dsp:sp>
    <dsp:sp modelId="{E7ECC884-4AA2-6448-AA37-647FA37E2D85}">
      <dsp:nvSpPr>
        <dsp:cNvPr id="0" name=""/>
        <dsp:cNvSpPr/>
      </dsp:nvSpPr>
      <dsp:spPr>
        <a:xfrm>
          <a:off x="8752221" y="2376460"/>
          <a:ext cx="1988306" cy="230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200" kern="1200"/>
            <a:t>Next step</a:t>
          </a:r>
        </a:p>
      </dsp:txBody>
      <dsp:txXfrm>
        <a:off x="8758974" y="2383213"/>
        <a:ext cx="1974800" cy="21705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070D02-BFC0-C64E-92A4-2EB876B37E5B}">
      <dsp:nvSpPr>
        <dsp:cNvPr id="0" name=""/>
        <dsp:cNvSpPr/>
      </dsp:nvSpPr>
      <dsp:spPr>
        <a:xfrm>
          <a:off x="3438144" y="2190"/>
          <a:ext cx="3867912" cy="9575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600" kern="1200"/>
            <a:t>Customer insight</a:t>
          </a:r>
        </a:p>
      </dsp:txBody>
      <dsp:txXfrm>
        <a:off x="3484886" y="48932"/>
        <a:ext cx="3774428" cy="864035"/>
      </dsp:txXfrm>
    </dsp:sp>
    <dsp:sp modelId="{442AA61C-F402-1441-AF77-952317BEF13F}">
      <dsp:nvSpPr>
        <dsp:cNvPr id="0" name=""/>
        <dsp:cNvSpPr/>
      </dsp:nvSpPr>
      <dsp:spPr>
        <a:xfrm>
          <a:off x="3438144" y="1007585"/>
          <a:ext cx="3867912" cy="9575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600" kern="1200"/>
            <a:t>Product concept</a:t>
          </a:r>
        </a:p>
      </dsp:txBody>
      <dsp:txXfrm>
        <a:off x="3484886" y="1054327"/>
        <a:ext cx="3774428" cy="864035"/>
      </dsp:txXfrm>
    </dsp:sp>
    <dsp:sp modelId="{793A0307-5627-A941-8F29-228E3E0DDA4E}">
      <dsp:nvSpPr>
        <dsp:cNvPr id="0" name=""/>
        <dsp:cNvSpPr/>
      </dsp:nvSpPr>
      <dsp:spPr>
        <a:xfrm>
          <a:off x="3438144" y="2012980"/>
          <a:ext cx="3867912" cy="9575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600" kern="1200"/>
            <a:t>Prototype</a:t>
          </a:r>
        </a:p>
      </dsp:txBody>
      <dsp:txXfrm>
        <a:off x="3484886" y="2059722"/>
        <a:ext cx="3774428" cy="864035"/>
      </dsp:txXfrm>
    </dsp:sp>
    <dsp:sp modelId="{30713D22-BBBE-EE4D-92A3-E03CA22D61CB}">
      <dsp:nvSpPr>
        <dsp:cNvPr id="0" name=""/>
        <dsp:cNvSpPr/>
      </dsp:nvSpPr>
      <dsp:spPr>
        <a:xfrm>
          <a:off x="3438144" y="3018375"/>
          <a:ext cx="3867912" cy="9575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600" kern="1200"/>
            <a:t>Feedback</a:t>
          </a:r>
        </a:p>
      </dsp:txBody>
      <dsp:txXfrm>
        <a:off x="3484886" y="3065117"/>
        <a:ext cx="3774428" cy="864035"/>
      </dsp:txXfrm>
    </dsp:sp>
    <dsp:sp modelId="{FCCC2126-FB95-CD4B-BA4E-E83AD5B0DDA6}">
      <dsp:nvSpPr>
        <dsp:cNvPr id="0" name=""/>
        <dsp:cNvSpPr/>
      </dsp:nvSpPr>
      <dsp:spPr>
        <a:xfrm>
          <a:off x="3438144" y="4023770"/>
          <a:ext cx="3867912" cy="9575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600" kern="1200"/>
            <a:t>Next step</a:t>
          </a:r>
        </a:p>
      </dsp:txBody>
      <dsp:txXfrm>
        <a:off x="3484886" y="4070512"/>
        <a:ext cx="3774428" cy="864035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3ECF31-F09B-D14E-8A47-05BABC1C36CD}">
      <dsp:nvSpPr>
        <dsp:cNvPr id="0" name=""/>
        <dsp:cNvSpPr/>
      </dsp:nvSpPr>
      <dsp:spPr>
        <a:xfrm rot="5400000">
          <a:off x="-163520" y="164279"/>
          <a:ext cx="1090136" cy="7630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000" kern="1200"/>
            <a:t>Customer insight</a:t>
          </a:r>
        </a:p>
      </dsp:txBody>
      <dsp:txXfrm rot="-5400000">
        <a:off x="1" y="382307"/>
        <a:ext cx="763095" cy="327041"/>
      </dsp:txXfrm>
    </dsp:sp>
    <dsp:sp modelId="{F4EDE386-A78D-E142-8858-C888C2A88CC3}">
      <dsp:nvSpPr>
        <dsp:cNvPr id="0" name=""/>
        <dsp:cNvSpPr/>
      </dsp:nvSpPr>
      <dsp:spPr>
        <a:xfrm rot="5400000">
          <a:off x="5399353" y="-4635498"/>
          <a:ext cx="708588" cy="998110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D5501F-AB82-904B-B278-97399177A419}">
      <dsp:nvSpPr>
        <dsp:cNvPr id="0" name=""/>
        <dsp:cNvSpPr/>
      </dsp:nvSpPr>
      <dsp:spPr>
        <a:xfrm rot="5400000">
          <a:off x="-163520" y="1137236"/>
          <a:ext cx="1090136" cy="7630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000" kern="1200"/>
            <a:t>Product concept</a:t>
          </a:r>
        </a:p>
      </dsp:txBody>
      <dsp:txXfrm rot="-5400000">
        <a:off x="1" y="1355264"/>
        <a:ext cx="763095" cy="327041"/>
      </dsp:txXfrm>
    </dsp:sp>
    <dsp:sp modelId="{0267C143-A224-7D40-B83B-55ECCA6B5F7D}">
      <dsp:nvSpPr>
        <dsp:cNvPr id="0" name=""/>
        <dsp:cNvSpPr/>
      </dsp:nvSpPr>
      <dsp:spPr>
        <a:xfrm rot="5400000">
          <a:off x="5399353" y="-3662542"/>
          <a:ext cx="708588" cy="998110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F23BF-04DE-3B4C-A749-033A1ED5EF99}">
      <dsp:nvSpPr>
        <dsp:cNvPr id="0" name=""/>
        <dsp:cNvSpPr/>
      </dsp:nvSpPr>
      <dsp:spPr>
        <a:xfrm rot="5400000">
          <a:off x="-163520" y="2110192"/>
          <a:ext cx="1090136" cy="7630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000" kern="1200"/>
            <a:t>Prototype</a:t>
          </a:r>
        </a:p>
      </dsp:txBody>
      <dsp:txXfrm rot="-5400000">
        <a:off x="1" y="2328220"/>
        <a:ext cx="763095" cy="327041"/>
      </dsp:txXfrm>
    </dsp:sp>
    <dsp:sp modelId="{5CABDD1A-AC70-2244-90B9-E9236DB6A346}">
      <dsp:nvSpPr>
        <dsp:cNvPr id="0" name=""/>
        <dsp:cNvSpPr/>
      </dsp:nvSpPr>
      <dsp:spPr>
        <a:xfrm rot="5400000">
          <a:off x="5399353" y="-2689586"/>
          <a:ext cx="708588" cy="998110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296EA6-4C22-1B4F-8383-8333AB5712E9}">
      <dsp:nvSpPr>
        <dsp:cNvPr id="0" name=""/>
        <dsp:cNvSpPr/>
      </dsp:nvSpPr>
      <dsp:spPr>
        <a:xfrm rot="5400000">
          <a:off x="-163520" y="3083148"/>
          <a:ext cx="1090136" cy="7630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000" kern="1200"/>
            <a:t>Feedback</a:t>
          </a:r>
        </a:p>
      </dsp:txBody>
      <dsp:txXfrm rot="-5400000">
        <a:off x="1" y="3301176"/>
        <a:ext cx="763095" cy="327041"/>
      </dsp:txXfrm>
    </dsp:sp>
    <dsp:sp modelId="{EB746504-76B1-2E4B-B045-984CFCD73ACA}">
      <dsp:nvSpPr>
        <dsp:cNvPr id="0" name=""/>
        <dsp:cNvSpPr/>
      </dsp:nvSpPr>
      <dsp:spPr>
        <a:xfrm rot="5400000">
          <a:off x="5399353" y="-1716629"/>
          <a:ext cx="708588" cy="998110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7B467C-80E1-324B-89D8-B2CE568B9E2A}">
      <dsp:nvSpPr>
        <dsp:cNvPr id="0" name=""/>
        <dsp:cNvSpPr/>
      </dsp:nvSpPr>
      <dsp:spPr>
        <a:xfrm rot="5400000">
          <a:off x="-163520" y="4056104"/>
          <a:ext cx="1090136" cy="7630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000" kern="1200"/>
            <a:t>Next step</a:t>
          </a:r>
        </a:p>
      </dsp:txBody>
      <dsp:txXfrm rot="-5400000">
        <a:off x="1" y="4274132"/>
        <a:ext cx="763095" cy="327041"/>
      </dsp:txXfrm>
    </dsp:sp>
    <dsp:sp modelId="{E022B647-2175-AA40-808B-EE8ABE8EC683}">
      <dsp:nvSpPr>
        <dsp:cNvPr id="0" name=""/>
        <dsp:cNvSpPr/>
      </dsp:nvSpPr>
      <dsp:spPr>
        <a:xfrm rot="5400000">
          <a:off x="5399353" y="-743673"/>
          <a:ext cx="708588" cy="998110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1F2370-6406-1A4F-BCB8-30C1C75273DC}">
      <dsp:nvSpPr>
        <dsp:cNvPr id="0" name=""/>
        <dsp:cNvSpPr/>
      </dsp:nvSpPr>
      <dsp:spPr>
        <a:xfrm>
          <a:off x="1269053" y="1659"/>
          <a:ext cx="8206092" cy="746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b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Customer insight</a:t>
          </a:r>
        </a:p>
      </dsp:txBody>
      <dsp:txXfrm>
        <a:off x="1269053" y="1659"/>
        <a:ext cx="8206092" cy="746008"/>
      </dsp:txXfrm>
    </dsp:sp>
    <dsp:sp modelId="{85E62C12-502D-3248-8CAE-61C1C2542FB9}">
      <dsp:nvSpPr>
        <dsp:cNvPr id="0" name=""/>
        <dsp:cNvSpPr/>
      </dsp:nvSpPr>
      <dsp:spPr>
        <a:xfrm>
          <a:off x="1269053" y="747667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4193660-3328-5B44-B567-174D06599D80}">
      <dsp:nvSpPr>
        <dsp:cNvPr id="0" name=""/>
        <dsp:cNvSpPr/>
      </dsp:nvSpPr>
      <dsp:spPr>
        <a:xfrm>
          <a:off x="2427024" y="747667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26743E-9F53-814B-A67B-7415D44ED104}">
      <dsp:nvSpPr>
        <dsp:cNvPr id="0" name=""/>
        <dsp:cNvSpPr/>
      </dsp:nvSpPr>
      <dsp:spPr>
        <a:xfrm>
          <a:off x="3584995" y="747667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D39E2B5-AF00-EA44-BEC8-7D3176CDF1F0}">
      <dsp:nvSpPr>
        <dsp:cNvPr id="0" name=""/>
        <dsp:cNvSpPr/>
      </dsp:nvSpPr>
      <dsp:spPr>
        <a:xfrm>
          <a:off x="4742966" y="747667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C439839-13EF-924B-A74C-A338E8E94DAD}">
      <dsp:nvSpPr>
        <dsp:cNvPr id="0" name=""/>
        <dsp:cNvSpPr/>
      </dsp:nvSpPr>
      <dsp:spPr>
        <a:xfrm>
          <a:off x="5900937" y="747667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81DE61B-94CC-2D4C-8B0C-2BA635603DA4}">
      <dsp:nvSpPr>
        <dsp:cNvPr id="0" name=""/>
        <dsp:cNvSpPr/>
      </dsp:nvSpPr>
      <dsp:spPr>
        <a:xfrm>
          <a:off x="7058907" y="747667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336CA70-8A2D-9E49-8FCF-22E2944F2F19}">
      <dsp:nvSpPr>
        <dsp:cNvPr id="0" name=""/>
        <dsp:cNvSpPr/>
      </dsp:nvSpPr>
      <dsp:spPr>
        <a:xfrm>
          <a:off x="8216878" y="747667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0F9E926-7970-6240-9C75-1329DBC27922}">
      <dsp:nvSpPr>
        <dsp:cNvPr id="0" name=""/>
        <dsp:cNvSpPr/>
      </dsp:nvSpPr>
      <dsp:spPr>
        <a:xfrm>
          <a:off x="1269053" y="1014608"/>
          <a:ext cx="8206092" cy="746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b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Product concept</a:t>
          </a:r>
        </a:p>
      </dsp:txBody>
      <dsp:txXfrm>
        <a:off x="1269053" y="1014608"/>
        <a:ext cx="8206092" cy="746008"/>
      </dsp:txXfrm>
    </dsp:sp>
    <dsp:sp modelId="{D076B95D-29C8-F440-B18D-44FE4C3320D2}">
      <dsp:nvSpPr>
        <dsp:cNvPr id="0" name=""/>
        <dsp:cNvSpPr/>
      </dsp:nvSpPr>
      <dsp:spPr>
        <a:xfrm>
          <a:off x="1269053" y="1760616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7054FE3-E2BA-9445-BDD0-422B88D0D4CA}">
      <dsp:nvSpPr>
        <dsp:cNvPr id="0" name=""/>
        <dsp:cNvSpPr/>
      </dsp:nvSpPr>
      <dsp:spPr>
        <a:xfrm>
          <a:off x="2427024" y="1760616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16B62FD-D8A2-8F4F-9F72-31E132103438}">
      <dsp:nvSpPr>
        <dsp:cNvPr id="0" name=""/>
        <dsp:cNvSpPr/>
      </dsp:nvSpPr>
      <dsp:spPr>
        <a:xfrm>
          <a:off x="3584995" y="1760616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F8868CF-B072-0A45-BE11-F380643C7730}">
      <dsp:nvSpPr>
        <dsp:cNvPr id="0" name=""/>
        <dsp:cNvSpPr/>
      </dsp:nvSpPr>
      <dsp:spPr>
        <a:xfrm>
          <a:off x="4742966" y="1760616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6A8B26E-48D0-7B45-BCCF-2BBA3F44EBED}">
      <dsp:nvSpPr>
        <dsp:cNvPr id="0" name=""/>
        <dsp:cNvSpPr/>
      </dsp:nvSpPr>
      <dsp:spPr>
        <a:xfrm>
          <a:off x="5900937" y="1760616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7BCC616-F219-BC49-BEC0-2ACC69871683}">
      <dsp:nvSpPr>
        <dsp:cNvPr id="0" name=""/>
        <dsp:cNvSpPr/>
      </dsp:nvSpPr>
      <dsp:spPr>
        <a:xfrm>
          <a:off x="7058907" y="1760616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4ED7E25-F021-6B48-AF98-495D1E89C2D2}">
      <dsp:nvSpPr>
        <dsp:cNvPr id="0" name=""/>
        <dsp:cNvSpPr/>
      </dsp:nvSpPr>
      <dsp:spPr>
        <a:xfrm>
          <a:off x="8216878" y="1760616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1D6C4C-0888-834C-8CEA-2D2813FAEBA1}">
      <dsp:nvSpPr>
        <dsp:cNvPr id="0" name=""/>
        <dsp:cNvSpPr/>
      </dsp:nvSpPr>
      <dsp:spPr>
        <a:xfrm>
          <a:off x="1269053" y="2027556"/>
          <a:ext cx="8206092" cy="746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b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Prototype</a:t>
          </a:r>
        </a:p>
      </dsp:txBody>
      <dsp:txXfrm>
        <a:off x="1269053" y="2027556"/>
        <a:ext cx="8206092" cy="746008"/>
      </dsp:txXfrm>
    </dsp:sp>
    <dsp:sp modelId="{3F8DB1D0-2331-B742-97CB-4677C2BB49B9}">
      <dsp:nvSpPr>
        <dsp:cNvPr id="0" name=""/>
        <dsp:cNvSpPr/>
      </dsp:nvSpPr>
      <dsp:spPr>
        <a:xfrm>
          <a:off x="1269053" y="2773565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8B5BB58-B7D2-5C4D-848D-B6D4294BA6C9}">
      <dsp:nvSpPr>
        <dsp:cNvPr id="0" name=""/>
        <dsp:cNvSpPr/>
      </dsp:nvSpPr>
      <dsp:spPr>
        <a:xfrm>
          <a:off x="2427024" y="2773565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A972E0A-ED34-9742-A9A2-66B4064079FB}">
      <dsp:nvSpPr>
        <dsp:cNvPr id="0" name=""/>
        <dsp:cNvSpPr/>
      </dsp:nvSpPr>
      <dsp:spPr>
        <a:xfrm>
          <a:off x="3584995" y="2773565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AACC8CB-1C62-F146-82D7-44895A062A1F}">
      <dsp:nvSpPr>
        <dsp:cNvPr id="0" name=""/>
        <dsp:cNvSpPr/>
      </dsp:nvSpPr>
      <dsp:spPr>
        <a:xfrm>
          <a:off x="4742966" y="2773565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571B1B1-E0EC-D346-8E01-D1B703F79D5B}">
      <dsp:nvSpPr>
        <dsp:cNvPr id="0" name=""/>
        <dsp:cNvSpPr/>
      </dsp:nvSpPr>
      <dsp:spPr>
        <a:xfrm>
          <a:off x="5900937" y="2773565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B55679C-F24B-0247-BE9A-7CA6A4F4C4B9}">
      <dsp:nvSpPr>
        <dsp:cNvPr id="0" name=""/>
        <dsp:cNvSpPr/>
      </dsp:nvSpPr>
      <dsp:spPr>
        <a:xfrm>
          <a:off x="7058907" y="2773565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8AD903C-7177-6142-8237-5FB72A1AC29A}">
      <dsp:nvSpPr>
        <dsp:cNvPr id="0" name=""/>
        <dsp:cNvSpPr/>
      </dsp:nvSpPr>
      <dsp:spPr>
        <a:xfrm>
          <a:off x="8216878" y="2773565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BF4D8BB-C674-CE41-B19E-A74D2E8B49A4}">
      <dsp:nvSpPr>
        <dsp:cNvPr id="0" name=""/>
        <dsp:cNvSpPr/>
      </dsp:nvSpPr>
      <dsp:spPr>
        <a:xfrm>
          <a:off x="1269053" y="3040505"/>
          <a:ext cx="8206092" cy="746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b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Feedback</a:t>
          </a:r>
        </a:p>
      </dsp:txBody>
      <dsp:txXfrm>
        <a:off x="1269053" y="3040505"/>
        <a:ext cx="8206092" cy="746008"/>
      </dsp:txXfrm>
    </dsp:sp>
    <dsp:sp modelId="{9179EB7A-E484-F54E-8665-4AEDCD55E76B}">
      <dsp:nvSpPr>
        <dsp:cNvPr id="0" name=""/>
        <dsp:cNvSpPr/>
      </dsp:nvSpPr>
      <dsp:spPr>
        <a:xfrm>
          <a:off x="1269053" y="3786514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5BFC0F5-2CB8-6743-8355-BD74C4574A1E}">
      <dsp:nvSpPr>
        <dsp:cNvPr id="0" name=""/>
        <dsp:cNvSpPr/>
      </dsp:nvSpPr>
      <dsp:spPr>
        <a:xfrm>
          <a:off x="2427024" y="3786514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10194E9-FDDF-A647-8192-30AFC4CDA790}">
      <dsp:nvSpPr>
        <dsp:cNvPr id="0" name=""/>
        <dsp:cNvSpPr/>
      </dsp:nvSpPr>
      <dsp:spPr>
        <a:xfrm>
          <a:off x="3584995" y="3786514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C79D4C2-759B-8944-8D96-D963CE6AC62C}">
      <dsp:nvSpPr>
        <dsp:cNvPr id="0" name=""/>
        <dsp:cNvSpPr/>
      </dsp:nvSpPr>
      <dsp:spPr>
        <a:xfrm>
          <a:off x="4742966" y="3786514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D3D1F51-7D3F-A542-9E5A-8E98352639EC}">
      <dsp:nvSpPr>
        <dsp:cNvPr id="0" name=""/>
        <dsp:cNvSpPr/>
      </dsp:nvSpPr>
      <dsp:spPr>
        <a:xfrm>
          <a:off x="5900937" y="3786514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D0245F5-7353-A943-9B8B-761ED692B7A9}">
      <dsp:nvSpPr>
        <dsp:cNvPr id="0" name=""/>
        <dsp:cNvSpPr/>
      </dsp:nvSpPr>
      <dsp:spPr>
        <a:xfrm>
          <a:off x="7058907" y="3786514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C8ABEB8-7092-BC47-9064-4FEE641A0971}">
      <dsp:nvSpPr>
        <dsp:cNvPr id="0" name=""/>
        <dsp:cNvSpPr/>
      </dsp:nvSpPr>
      <dsp:spPr>
        <a:xfrm>
          <a:off x="8216878" y="3786514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D60AC84-FF8C-9A41-9B26-53D0E5F7AE6E}">
      <dsp:nvSpPr>
        <dsp:cNvPr id="0" name=""/>
        <dsp:cNvSpPr/>
      </dsp:nvSpPr>
      <dsp:spPr>
        <a:xfrm>
          <a:off x="1269053" y="4053454"/>
          <a:ext cx="8206092" cy="746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b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Next step</a:t>
          </a:r>
        </a:p>
      </dsp:txBody>
      <dsp:txXfrm>
        <a:off x="1269053" y="4053454"/>
        <a:ext cx="8206092" cy="746008"/>
      </dsp:txXfrm>
    </dsp:sp>
    <dsp:sp modelId="{6A56CBD4-9404-BD40-890B-F8D46BDFFD29}">
      <dsp:nvSpPr>
        <dsp:cNvPr id="0" name=""/>
        <dsp:cNvSpPr/>
      </dsp:nvSpPr>
      <dsp:spPr>
        <a:xfrm>
          <a:off x="1269053" y="4799463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F854272-FBFB-6141-AFDE-BD6F93B9777D}">
      <dsp:nvSpPr>
        <dsp:cNvPr id="0" name=""/>
        <dsp:cNvSpPr/>
      </dsp:nvSpPr>
      <dsp:spPr>
        <a:xfrm>
          <a:off x="2427024" y="4799463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CD74F4-F968-9449-8C15-6BD06C0265B2}">
      <dsp:nvSpPr>
        <dsp:cNvPr id="0" name=""/>
        <dsp:cNvSpPr/>
      </dsp:nvSpPr>
      <dsp:spPr>
        <a:xfrm>
          <a:off x="3584995" y="4799463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C395ACF-9330-FB4C-A06C-181846DD3388}">
      <dsp:nvSpPr>
        <dsp:cNvPr id="0" name=""/>
        <dsp:cNvSpPr/>
      </dsp:nvSpPr>
      <dsp:spPr>
        <a:xfrm>
          <a:off x="4742966" y="4799463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0CAD098-2E7A-6148-B016-2F4171D7A2F3}">
      <dsp:nvSpPr>
        <dsp:cNvPr id="0" name=""/>
        <dsp:cNvSpPr/>
      </dsp:nvSpPr>
      <dsp:spPr>
        <a:xfrm>
          <a:off x="5900937" y="4799463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4D43252-2403-CE4B-A2B5-1F16C2093E58}">
      <dsp:nvSpPr>
        <dsp:cNvPr id="0" name=""/>
        <dsp:cNvSpPr/>
      </dsp:nvSpPr>
      <dsp:spPr>
        <a:xfrm>
          <a:off x="7058907" y="4799463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AC9A793-E942-7C4C-AAD2-34A52C074646}">
      <dsp:nvSpPr>
        <dsp:cNvPr id="0" name=""/>
        <dsp:cNvSpPr/>
      </dsp:nvSpPr>
      <dsp:spPr>
        <a:xfrm>
          <a:off x="8216878" y="4799463"/>
          <a:ext cx="1094145" cy="18235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0F1B6D-35FB-7542-8FF5-40124AB951F9}">
      <dsp:nvSpPr>
        <dsp:cNvPr id="0" name=""/>
        <dsp:cNvSpPr/>
      </dsp:nvSpPr>
      <dsp:spPr>
        <a:xfrm>
          <a:off x="4297679" y="1703"/>
          <a:ext cx="6446520" cy="92223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1C57CB-0CBA-2141-8F86-201F9BAE5F66}">
      <dsp:nvSpPr>
        <dsp:cNvPr id="0" name=""/>
        <dsp:cNvSpPr/>
      </dsp:nvSpPr>
      <dsp:spPr>
        <a:xfrm>
          <a:off x="0" y="1703"/>
          <a:ext cx="4297680" cy="9222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Customer insight</a:t>
          </a:r>
        </a:p>
      </dsp:txBody>
      <dsp:txXfrm>
        <a:off x="45020" y="46723"/>
        <a:ext cx="4207640" cy="832195"/>
      </dsp:txXfrm>
    </dsp:sp>
    <dsp:sp modelId="{A8BA7817-761E-6C4C-A6C1-E7E0BB6CA671}">
      <dsp:nvSpPr>
        <dsp:cNvPr id="0" name=""/>
        <dsp:cNvSpPr/>
      </dsp:nvSpPr>
      <dsp:spPr>
        <a:xfrm>
          <a:off x="4297679" y="1016162"/>
          <a:ext cx="6446520" cy="92223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FD828-BB86-F84B-8C4C-9C0642A07C87}">
      <dsp:nvSpPr>
        <dsp:cNvPr id="0" name=""/>
        <dsp:cNvSpPr/>
      </dsp:nvSpPr>
      <dsp:spPr>
        <a:xfrm>
          <a:off x="0" y="1016162"/>
          <a:ext cx="4297680" cy="9222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Product concept</a:t>
          </a:r>
        </a:p>
      </dsp:txBody>
      <dsp:txXfrm>
        <a:off x="45020" y="1061182"/>
        <a:ext cx="4207640" cy="832195"/>
      </dsp:txXfrm>
    </dsp:sp>
    <dsp:sp modelId="{DECD55E1-B0BC-A640-B9BA-B782DB87529F}">
      <dsp:nvSpPr>
        <dsp:cNvPr id="0" name=""/>
        <dsp:cNvSpPr/>
      </dsp:nvSpPr>
      <dsp:spPr>
        <a:xfrm>
          <a:off x="4297679" y="2030622"/>
          <a:ext cx="6446520" cy="92223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B09E76-E68F-0E4C-B067-462A68FD6DFA}">
      <dsp:nvSpPr>
        <dsp:cNvPr id="0" name=""/>
        <dsp:cNvSpPr/>
      </dsp:nvSpPr>
      <dsp:spPr>
        <a:xfrm>
          <a:off x="0" y="2030622"/>
          <a:ext cx="4297680" cy="9222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Prototype</a:t>
          </a:r>
        </a:p>
      </dsp:txBody>
      <dsp:txXfrm>
        <a:off x="45020" y="2075642"/>
        <a:ext cx="4207640" cy="832195"/>
      </dsp:txXfrm>
    </dsp:sp>
    <dsp:sp modelId="{F0B61673-9047-E24D-A3D4-7DD681DCE2AF}">
      <dsp:nvSpPr>
        <dsp:cNvPr id="0" name=""/>
        <dsp:cNvSpPr/>
      </dsp:nvSpPr>
      <dsp:spPr>
        <a:xfrm>
          <a:off x="4297679" y="3045081"/>
          <a:ext cx="6446520" cy="92223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989330-8C83-AD48-BBBA-C7C349C03FAF}">
      <dsp:nvSpPr>
        <dsp:cNvPr id="0" name=""/>
        <dsp:cNvSpPr/>
      </dsp:nvSpPr>
      <dsp:spPr>
        <a:xfrm>
          <a:off x="0" y="3045081"/>
          <a:ext cx="4297680" cy="9222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Feedback</a:t>
          </a:r>
        </a:p>
      </dsp:txBody>
      <dsp:txXfrm>
        <a:off x="45020" y="3090101"/>
        <a:ext cx="4207640" cy="832195"/>
      </dsp:txXfrm>
    </dsp:sp>
    <dsp:sp modelId="{9FA5E904-41D9-1B41-8161-0508D436303C}">
      <dsp:nvSpPr>
        <dsp:cNvPr id="0" name=""/>
        <dsp:cNvSpPr/>
      </dsp:nvSpPr>
      <dsp:spPr>
        <a:xfrm>
          <a:off x="4297679" y="4059540"/>
          <a:ext cx="6446520" cy="92223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1417F0-05A5-8B47-82D5-503F8E4D1767}">
      <dsp:nvSpPr>
        <dsp:cNvPr id="0" name=""/>
        <dsp:cNvSpPr/>
      </dsp:nvSpPr>
      <dsp:spPr>
        <a:xfrm>
          <a:off x="0" y="4059540"/>
          <a:ext cx="4297680" cy="9222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Next step</a:t>
          </a:r>
        </a:p>
      </dsp:txBody>
      <dsp:txXfrm>
        <a:off x="45020" y="4104560"/>
        <a:ext cx="4207640" cy="832195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5DF8F9-62C6-DF48-8AC5-DCE33E9CB6AD}">
      <dsp:nvSpPr>
        <dsp:cNvPr id="0" name=""/>
        <dsp:cNvSpPr/>
      </dsp:nvSpPr>
      <dsp:spPr>
        <a:xfrm rot="16200000">
          <a:off x="-1473454" y="1479225"/>
          <a:ext cx="4983480" cy="202502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438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Customer insight</a:t>
          </a:r>
        </a:p>
      </dsp:txBody>
      <dsp:txXfrm rot="5400000">
        <a:off x="5771" y="996696"/>
        <a:ext cx="2025029" cy="2990088"/>
      </dsp:txXfrm>
    </dsp:sp>
    <dsp:sp modelId="{35855325-825D-F143-8E64-EA249F3ACB6D}">
      <dsp:nvSpPr>
        <dsp:cNvPr id="0" name=""/>
        <dsp:cNvSpPr/>
      </dsp:nvSpPr>
      <dsp:spPr>
        <a:xfrm rot="16200000">
          <a:off x="703452" y="1479225"/>
          <a:ext cx="4983480" cy="202502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438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Product concept</a:t>
          </a:r>
        </a:p>
      </dsp:txBody>
      <dsp:txXfrm rot="5400000">
        <a:off x="2182677" y="996696"/>
        <a:ext cx="2025029" cy="2990088"/>
      </dsp:txXfrm>
    </dsp:sp>
    <dsp:sp modelId="{3C6A5BD5-539C-9747-90B9-4B666BFA9DA7}">
      <dsp:nvSpPr>
        <dsp:cNvPr id="0" name=""/>
        <dsp:cNvSpPr/>
      </dsp:nvSpPr>
      <dsp:spPr>
        <a:xfrm rot="16200000">
          <a:off x="2880359" y="1479225"/>
          <a:ext cx="4983480" cy="202502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438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Prototype</a:t>
          </a:r>
        </a:p>
      </dsp:txBody>
      <dsp:txXfrm rot="5400000">
        <a:off x="4359584" y="996696"/>
        <a:ext cx="2025029" cy="2990088"/>
      </dsp:txXfrm>
    </dsp:sp>
    <dsp:sp modelId="{D048722F-62A6-8D40-9C72-4437DB249CBA}">
      <dsp:nvSpPr>
        <dsp:cNvPr id="0" name=""/>
        <dsp:cNvSpPr/>
      </dsp:nvSpPr>
      <dsp:spPr>
        <a:xfrm rot="16200000">
          <a:off x="5057267" y="1479225"/>
          <a:ext cx="4983480" cy="202502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438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Feedback</a:t>
          </a:r>
        </a:p>
      </dsp:txBody>
      <dsp:txXfrm rot="5400000">
        <a:off x="6536492" y="996696"/>
        <a:ext cx="2025029" cy="2990088"/>
      </dsp:txXfrm>
    </dsp:sp>
    <dsp:sp modelId="{BCEBE156-96FF-B545-9932-AD7785986986}">
      <dsp:nvSpPr>
        <dsp:cNvPr id="0" name=""/>
        <dsp:cNvSpPr/>
      </dsp:nvSpPr>
      <dsp:spPr>
        <a:xfrm rot="16200000">
          <a:off x="7234174" y="1479225"/>
          <a:ext cx="4983480" cy="202502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438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Next step</a:t>
          </a:r>
        </a:p>
      </dsp:txBody>
      <dsp:txXfrm rot="5400000">
        <a:off x="8713399" y="996696"/>
        <a:ext cx="2025029" cy="2990088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E705A-12C0-0649-9465-0679BACF8756}">
      <dsp:nvSpPr>
        <dsp:cNvPr id="0" name=""/>
        <dsp:cNvSpPr/>
      </dsp:nvSpPr>
      <dsp:spPr>
        <a:xfrm>
          <a:off x="8340759" y="2491740"/>
          <a:ext cx="1764145" cy="2469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0" rIns="154305" bIns="34290" numCol="1" spcCol="1270" anchor="ctr" anchorCtr="0">
          <a:noAutofit/>
        </a:bodyPr>
        <a:lstStyle/>
        <a:p>
          <a:pPr marL="0" lvl="0" indent="0" algn="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Next step</a:t>
          </a:r>
        </a:p>
      </dsp:txBody>
      <dsp:txXfrm rot="16200000">
        <a:off x="8712338" y="3373816"/>
        <a:ext cx="2222831" cy="458677"/>
      </dsp:txXfrm>
    </dsp:sp>
    <dsp:sp modelId="{6D5D7F5B-518E-9243-8FDF-6FF692F588B3}">
      <dsp:nvSpPr>
        <dsp:cNvPr id="0" name=""/>
        <dsp:cNvSpPr/>
      </dsp:nvSpPr>
      <dsp:spPr>
        <a:xfrm>
          <a:off x="6415142" y="1863323"/>
          <a:ext cx="1764145" cy="30982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0" rIns="154305" bIns="34290" numCol="1" spcCol="1270" anchor="ctr" anchorCtr="0">
          <a:noAutofit/>
        </a:bodyPr>
        <a:lstStyle/>
        <a:p>
          <a:pPr marL="0" lvl="0" indent="0" algn="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Feedback</a:t>
          </a:r>
        </a:p>
      </dsp:txBody>
      <dsp:txXfrm rot="16200000">
        <a:off x="6503934" y="3028187"/>
        <a:ext cx="2788406" cy="458677"/>
      </dsp:txXfrm>
    </dsp:sp>
    <dsp:sp modelId="{599D6A5E-9362-4643-B6D5-08B5C4ADDF97}">
      <dsp:nvSpPr>
        <dsp:cNvPr id="0" name=""/>
        <dsp:cNvSpPr/>
      </dsp:nvSpPr>
      <dsp:spPr>
        <a:xfrm>
          <a:off x="4490528" y="1224441"/>
          <a:ext cx="1764145" cy="37371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0" rIns="154305" bIns="34290" numCol="1" spcCol="1270" anchor="ctr" anchorCtr="0">
          <a:noAutofit/>
        </a:bodyPr>
        <a:lstStyle/>
        <a:p>
          <a:pPr marL="0" lvl="0" indent="0" algn="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Prototype</a:t>
          </a:r>
        </a:p>
      </dsp:txBody>
      <dsp:txXfrm rot="16200000">
        <a:off x="4291824" y="2676802"/>
        <a:ext cx="3363400" cy="458677"/>
      </dsp:txXfrm>
    </dsp:sp>
    <dsp:sp modelId="{E606C52F-A4CE-9944-A52F-C1475A971AD3}">
      <dsp:nvSpPr>
        <dsp:cNvPr id="0" name=""/>
        <dsp:cNvSpPr/>
      </dsp:nvSpPr>
      <dsp:spPr>
        <a:xfrm>
          <a:off x="2564911" y="596024"/>
          <a:ext cx="1764145" cy="43655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0" rIns="154305" bIns="34290" numCol="1" spcCol="1270" anchor="ctr" anchorCtr="0">
          <a:noAutofit/>
        </a:bodyPr>
        <a:lstStyle/>
        <a:p>
          <a:pPr marL="0" lvl="0" indent="0" algn="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Product concept</a:t>
          </a:r>
        </a:p>
      </dsp:txBody>
      <dsp:txXfrm rot="16200000">
        <a:off x="2083419" y="2331173"/>
        <a:ext cx="3928975" cy="458677"/>
      </dsp:txXfrm>
    </dsp:sp>
    <dsp:sp modelId="{35A6517F-0010-394B-A91F-633BAE80CA67}">
      <dsp:nvSpPr>
        <dsp:cNvPr id="0" name=""/>
        <dsp:cNvSpPr/>
      </dsp:nvSpPr>
      <dsp:spPr>
        <a:xfrm>
          <a:off x="639295" y="0"/>
          <a:ext cx="1764145" cy="49595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0" rIns="154305" bIns="34290" numCol="1" spcCol="1270" anchor="ctr" anchorCtr="0">
          <a:noAutofit/>
        </a:bodyPr>
        <a:lstStyle/>
        <a:p>
          <a:pPr marL="0" lvl="0" indent="0" algn="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Customer insight</a:t>
          </a:r>
        </a:p>
      </dsp:txBody>
      <dsp:txXfrm rot="16200000">
        <a:off x="-109510" y="2002462"/>
        <a:ext cx="4463603" cy="458677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E9AF6A-9C9F-3D4A-A683-A77B3DD1C06D}">
      <dsp:nvSpPr>
        <dsp:cNvPr id="0" name=""/>
        <dsp:cNvSpPr/>
      </dsp:nvSpPr>
      <dsp:spPr>
        <a:xfrm>
          <a:off x="0" y="0"/>
          <a:ext cx="10744200" cy="1495044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500" kern="1200"/>
            <a:t>Customer insight</a:t>
          </a:r>
        </a:p>
      </dsp:txBody>
      <dsp:txXfrm>
        <a:off x="0" y="0"/>
        <a:ext cx="10744200" cy="1495044"/>
      </dsp:txXfrm>
    </dsp:sp>
    <dsp:sp modelId="{94FAD40D-7782-804E-9F43-F9FC0E2C240A}">
      <dsp:nvSpPr>
        <dsp:cNvPr id="0" name=""/>
        <dsp:cNvSpPr/>
      </dsp:nvSpPr>
      <dsp:spPr>
        <a:xfrm>
          <a:off x="0" y="1495044"/>
          <a:ext cx="10744200" cy="313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3C82F44-0713-9440-BDB8-D9476628327F}">
      <dsp:nvSpPr>
        <dsp:cNvPr id="0" name=""/>
        <dsp:cNvSpPr/>
      </dsp:nvSpPr>
      <dsp:spPr>
        <a:xfrm>
          <a:off x="0" y="4634636"/>
          <a:ext cx="10744200" cy="34884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3939A6-F0B8-6749-A508-BEE916AD8E0B}">
      <dsp:nvSpPr>
        <dsp:cNvPr id="0" name=""/>
        <dsp:cNvSpPr/>
      </dsp:nvSpPr>
      <dsp:spPr>
        <a:xfrm>
          <a:off x="0" y="4279079"/>
          <a:ext cx="10744200" cy="7020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Next step</a:t>
          </a:r>
        </a:p>
      </dsp:txBody>
      <dsp:txXfrm>
        <a:off x="0" y="4279079"/>
        <a:ext cx="10744200" cy="702018"/>
      </dsp:txXfrm>
    </dsp:sp>
    <dsp:sp modelId="{EBA4145C-2B4B-2247-AD85-3653427C64E7}">
      <dsp:nvSpPr>
        <dsp:cNvPr id="0" name=""/>
        <dsp:cNvSpPr/>
      </dsp:nvSpPr>
      <dsp:spPr>
        <a:xfrm rot="10800000">
          <a:off x="0" y="3209904"/>
          <a:ext cx="10744200" cy="107970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Feedback</a:t>
          </a:r>
        </a:p>
      </dsp:txBody>
      <dsp:txXfrm rot="10800000">
        <a:off x="0" y="3209904"/>
        <a:ext cx="10744200" cy="701559"/>
      </dsp:txXfrm>
    </dsp:sp>
    <dsp:sp modelId="{970E2A48-3F7E-F546-B0D0-19E472A39228}">
      <dsp:nvSpPr>
        <dsp:cNvPr id="0" name=""/>
        <dsp:cNvSpPr/>
      </dsp:nvSpPr>
      <dsp:spPr>
        <a:xfrm rot="10800000">
          <a:off x="0" y="2140730"/>
          <a:ext cx="10744200" cy="107970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Prototype</a:t>
          </a:r>
        </a:p>
      </dsp:txBody>
      <dsp:txXfrm rot="10800000">
        <a:off x="0" y="2140730"/>
        <a:ext cx="10744200" cy="701559"/>
      </dsp:txXfrm>
    </dsp:sp>
    <dsp:sp modelId="{640B7869-8651-B040-AB19-DAAB2F7CAE13}">
      <dsp:nvSpPr>
        <dsp:cNvPr id="0" name=""/>
        <dsp:cNvSpPr/>
      </dsp:nvSpPr>
      <dsp:spPr>
        <a:xfrm rot="10800000">
          <a:off x="0" y="1071556"/>
          <a:ext cx="10744200" cy="107970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Product concept</a:t>
          </a:r>
        </a:p>
      </dsp:txBody>
      <dsp:txXfrm rot="10800000">
        <a:off x="0" y="1071556"/>
        <a:ext cx="10744200" cy="701559"/>
      </dsp:txXfrm>
    </dsp:sp>
    <dsp:sp modelId="{D507E3BD-A7BE-A64D-A35D-40621D7B957C}">
      <dsp:nvSpPr>
        <dsp:cNvPr id="0" name=""/>
        <dsp:cNvSpPr/>
      </dsp:nvSpPr>
      <dsp:spPr>
        <a:xfrm rot="10800000">
          <a:off x="0" y="2382"/>
          <a:ext cx="10744200" cy="107970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Customer insight</a:t>
          </a:r>
        </a:p>
      </dsp:txBody>
      <dsp:txXfrm rot="10800000">
        <a:off x="0" y="2382"/>
        <a:ext cx="10744200" cy="701559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F1C0EC-8F4E-384E-B540-8EA43ECD2F7A}">
      <dsp:nvSpPr>
        <dsp:cNvPr id="0" name=""/>
        <dsp:cNvSpPr/>
      </dsp:nvSpPr>
      <dsp:spPr>
        <a:xfrm>
          <a:off x="-5634618" y="-862558"/>
          <a:ext cx="6708597" cy="6708597"/>
        </a:xfrm>
        <a:prstGeom prst="blockArc">
          <a:avLst>
            <a:gd name="adj1" fmla="val 18900000"/>
            <a:gd name="adj2" fmla="val 2700000"/>
            <a:gd name="adj3" fmla="val 322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F662EF-4C23-754F-91ED-2AA901DC3640}">
      <dsp:nvSpPr>
        <dsp:cNvPr id="0" name=""/>
        <dsp:cNvSpPr/>
      </dsp:nvSpPr>
      <dsp:spPr>
        <a:xfrm>
          <a:off x="469503" y="311367"/>
          <a:ext cx="10204987" cy="623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461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Customer insight</a:t>
          </a:r>
        </a:p>
      </dsp:txBody>
      <dsp:txXfrm>
        <a:off x="469503" y="311367"/>
        <a:ext cx="10204987" cy="623134"/>
      </dsp:txXfrm>
    </dsp:sp>
    <dsp:sp modelId="{043E8EE6-F542-C844-8020-37CC734138D8}">
      <dsp:nvSpPr>
        <dsp:cNvPr id="0" name=""/>
        <dsp:cNvSpPr/>
      </dsp:nvSpPr>
      <dsp:spPr>
        <a:xfrm>
          <a:off x="80044" y="233476"/>
          <a:ext cx="778917" cy="7789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EA791D-0DF6-524E-AAF6-EFA12329F13D}">
      <dsp:nvSpPr>
        <dsp:cNvPr id="0" name=""/>
        <dsp:cNvSpPr/>
      </dsp:nvSpPr>
      <dsp:spPr>
        <a:xfrm>
          <a:off x="916023" y="1245770"/>
          <a:ext cx="9758467" cy="623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461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Product concept</a:t>
          </a:r>
        </a:p>
      </dsp:txBody>
      <dsp:txXfrm>
        <a:off x="916023" y="1245770"/>
        <a:ext cx="9758467" cy="623134"/>
      </dsp:txXfrm>
    </dsp:sp>
    <dsp:sp modelId="{0F1898AC-AD20-1B40-A500-967A7E4A7769}">
      <dsp:nvSpPr>
        <dsp:cNvPr id="0" name=""/>
        <dsp:cNvSpPr/>
      </dsp:nvSpPr>
      <dsp:spPr>
        <a:xfrm>
          <a:off x="526564" y="1167878"/>
          <a:ext cx="778917" cy="7789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BE3C70-AA38-2645-B8BC-348981576669}">
      <dsp:nvSpPr>
        <dsp:cNvPr id="0" name=""/>
        <dsp:cNvSpPr/>
      </dsp:nvSpPr>
      <dsp:spPr>
        <a:xfrm>
          <a:off x="1053069" y="2180172"/>
          <a:ext cx="9621421" cy="623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461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Prototype</a:t>
          </a:r>
        </a:p>
      </dsp:txBody>
      <dsp:txXfrm>
        <a:off x="1053069" y="2180172"/>
        <a:ext cx="9621421" cy="623134"/>
      </dsp:txXfrm>
    </dsp:sp>
    <dsp:sp modelId="{B04FE8C8-1086-BF41-BAAD-4B8400A13E88}">
      <dsp:nvSpPr>
        <dsp:cNvPr id="0" name=""/>
        <dsp:cNvSpPr/>
      </dsp:nvSpPr>
      <dsp:spPr>
        <a:xfrm>
          <a:off x="663610" y="2102281"/>
          <a:ext cx="778917" cy="7789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807799-E47C-8A44-9B25-0F59CDF7356D}">
      <dsp:nvSpPr>
        <dsp:cNvPr id="0" name=""/>
        <dsp:cNvSpPr/>
      </dsp:nvSpPr>
      <dsp:spPr>
        <a:xfrm>
          <a:off x="916023" y="3114575"/>
          <a:ext cx="9758467" cy="623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461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Feedback</a:t>
          </a:r>
        </a:p>
      </dsp:txBody>
      <dsp:txXfrm>
        <a:off x="916023" y="3114575"/>
        <a:ext cx="9758467" cy="623134"/>
      </dsp:txXfrm>
    </dsp:sp>
    <dsp:sp modelId="{0BE81D10-D6B6-B04D-B890-77014B073C42}">
      <dsp:nvSpPr>
        <dsp:cNvPr id="0" name=""/>
        <dsp:cNvSpPr/>
      </dsp:nvSpPr>
      <dsp:spPr>
        <a:xfrm>
          <a:off x="526564" y="3036683"/>
          <a:ext cx="778917" cy="7789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5AD40C-DE5B-0144-923E-FCF287024FE7}">
      <dsp:nvSpPr>
        <dsp:cNvPr id="0" name=""/>
        <dsp:cNvSpPr/>
      </dsp:nvSpPr>
      <dsp:spPr>
        <a:xfrm>
          <a:off x="469503" y="4048977"/>
          <a:ext cx="10204987" cy="623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461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Next step</a:t>
          </a:r>
        </a:p>
      </dsp:txBody>
      <dsp:txXfrm>
        <a:off x="469503" y="4048977"/>
        <a:ext cx="10204987" cy="623134"/>
      </dsp:txXfrm>
    </dsp:sp>
    <dsp:sp modelId="{53E0A7B0-1BEF-5E4A-ACF9-889103E8BBE6}">
      <dsp:nvSpPr>
        <dsp:cNvPr id="0" name=""/>
        <dsp:cNvSpPr/>
      </dsp:nvSpPr>
      <dsp:spPr>
        <a:xfrm>
          <a:off x="80044" y="3971086"/>
          <a:ext cx="778917" cy="7789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7C8C1A-7AA7-F444-B88A-DE9617C28E69}">
      <dsp:nvSpPr>
        <dsp:cNvPr id="0" name=""/>
        <dsp:cNvSpPr/>
      </dsp:nvSpPr>
      <dsp:spPr>
        <a:xfrm>
          <a:off x="2506598" y="0"/>
          <a:ext cx="4983480" cy="498348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E264BC2-BD1C-A84B-8611-58B2E322F0D3}">
      <dsp:nvSpPr>
        <dsp:cNvPr id="0" name=""/>
        <dsp:cNvSpPr/>
      </dsp:nvSpPr>
      <dsp:spPr>
        <a:xfrm>
          <a:off x="4998339" y="498834"/>
          <a:ext cx="3239262" cy="70858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Customer insight</a:t>
          </a:r>
        </a:p>
      </dsp:txBody>
      <dsp:txXfrm>
        <a:off x="5032929" y="533424"/>
        <a:ext cx="3170082" cy="639408"/>
      </dsp:txXfrm>
    </dsp:sp>
    <dsp:sp modelId="{692B3047-C5CE-A94E-8137-1A22232A2CA9}">
      <dsp:nvSpPr>
        <dsp:cNvPr id="0" name=""/>
        <dsp:cNvSpPr/>
      </dsp:nvSpPr>
      <dsp:spPr>
        <a:xfrm>
          <a:off x="4998339" y="1295996"/>
          <a:ext cx="3239262" cy="70858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Product concept</a:t>
          </a:r>
        </a:p>
      </dsp:txBody>
      <dsp:txXfrm>
        <a:off x="5032929" y="1330586"/>
        <a:ext cx="3170082" cy="639408"/>
      </dsp:txXfrm>
    </dsp:sp>
    <dsp:sp modelId="{5138F5C1-CBB9-6C4C-84E2-CED4A3D63F09}">
      <dsp:nvSpPr>
        <dsp:cNvPr id="0" name=""/>
        <dsp:cNvSpPr/>
      </dsp:nvSpPr>
      <dsp:spPr>
        <a:xfrm>
          <a:off x="4998339" y="2093158"/>
          <a:ext cx="3239262" cy="70858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Prototype</a:t>
          </a:r>
        </a:p>
      </dsp:txBody>
      <dsp:txXfrm>
        <a:off x="5032929" y="2127748"/>
        <a:ext cx="3170082" cy="639408"/>
      </dsp:txXfrm>
    </dsp:sp>
    <dsp:sp modelId="{076BCF10-FB63-9C4F-AA78-527BBF0F3B52}">
      <dsp:nvSpPr>
        <dsp:cNvPr id="0" name=""/>
        <dsp:cNvSpPr/>
      </dsp:nvSpPr>
      <dsp:spPr>
        <a:xfrm>
          <a:off x="4998339" y="2890321"/>
          <a:ext cx="3239262" cy="70858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Feedback</a:t>
          </a:r>
        </a:p>
      </dsp:txBody>
      <dsp:txXfrm>
        <a:off x="5032929" y="2924911"/>
        <a:ext cx="3170082" cy="639408"/>
      </dsp:txXfrm>
    </dsp:sp>
    <dsp:sp modelId="{7448030F-4F00-1A4B-83A8-99F51C96CE9E}">
      <dsp:nvSpPr>
        <dsp:cNvPr id="0" name=""/>
        <dsp:cNvSpPr/>
      </dsp:nvSpPr>
      <dsp:spPr>
        <a:xfrm>
          <a:off x="4998339" y="3687483"/>
          <a:ext cx="3239262" cy="70858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Next step</a:t>
          </a:r>
        </a:p>
      </dsp:txBody>
      <dsp:txXfrm>
        <a:off x="5032929" y="3722073"/>
        <a:ext cx="3170082" cy="639408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CBCD7B-2D55-A249-84EF-DE628B7C8ECF}">
      <dsp:nvSpPr>
        <dsp:cNvPr id="0" name=""/>
        <dsp:cNvSpPr/>
      </dsp:nvSpPr>
      <dsp:spPr>
        <a:xfrm>
          <a:off x="0" y="0"/>
          <a:ext cx="4983479" cy="498347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4745854-F42D-8448-B165-E301ACC969EF}">
      <dsp:nvSpPr>
        <dsp:cNvPr id="0" name=""/>
        <dsp:cNvSpPr/>
      </dsp:nvSpPr>
      <dsp:spPr>
        <a:xfrm>
          <a:off x="2491739" y="0"/>
          <a:ext cx="8252460" cy="498347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400" kern="1200"/>
            <a:t>Customer insight</a:t>
          </a:r>
        </a:p>
      </dsp:txBody>
      <dsp:txXfrm>
        <a:off x="2491739" y="0"/>
        <a:ext cx="8252460" cy="797356"/>
      </dsp:txXfrm>
    </dsp:sp>
    <dsp:sp modelId="{591288D0-52A5-0447-A7C5-0A9870F04C32}">
      <dsp:nvSpPr>
        <dsp:cNvPr id="0" name=""/>
        <dsp:cNvSpPr/>
      </dsp:nvSpPr>
      <dsp:spPr>
        <a:xfrm>
          <a:off x="523265" y="797356"/>
          <a:ext cx="3936949" cy="393694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E1F0CAC-F497-4649-B660-3284B3ED31ED}">
      <dsp:nvSpPr>
        <dsp:cNvPr id="0" name=""/>
        <dsp:cNvSpPr/>
      </dsp:nvSpPr>
      <dsp:spPr>
        <a:xfrm>
          <a:off x="2491739" y="797356"/>
          <a:ext cx="8252460" cy="39369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400" kern="1200"/>
            <a:t>Product concept</a:t>
          </a:r>
        </a:p>
      </dsp:txBody>
      <dsp:txXfrm>
        <a:off x="2491739" y="797356"/>
        <a:ext cx="8252460" cy="797356"/>
      </dsp:txXfrm>
    </dsp:sp>
    <dsp:sp modelId="{6A66E51C-CAD4-7E4E-A27A-3C522ACE39EE}">
      <dsp:nvSpPr>
        <dsp:cNvPr id="0" name=""/>
        <dsp:cNvSpPr/>
      </dsp:nvSpPr>
      <dsp:spPr>
        <a:xfrm>
          <a:off x="1046530" y="1594713"/>
          <a:ext cx="2890418" cy="289041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980E7E0-43DD-F64F-BD4E-99E4F755FD30}">
      <dsp:nvSpPr>
        <dsp:cNvPr id="0" name=""/>
        <dsp:cNvSpPr/>
      </dsp:nvSpPr>
      <dsp:spPr>
        <a:xfrm>
          <a:off x="2491739" y="1594713"/>
          <a:ext cx="8252460" cy="289041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400" kern="1200"/>
            <a:t>Prototype</a:t>
          </a:r>
        </a:p>
      </dsp:txBody>
      <dsp:txXfrm>
        <a:off x="2491739" y="1594713"/>
        <a:ext cx="8252460" cy="797356"/>
      </dsp:txXfrm>
    </dsp:sp>
    <dsp:sp modelId="{B387635F-3026-8C44-8CF3-9E86195338B6}">
      <dsp:nvSpPr>
        <dsp:cNvPr id="0" name=""/>
        <dsp:cNvSpPr/>
      </dsp:nvSpPr>
      <dsp:spPr>
        <a:xfrm>
          <a:off x="1569796" y="2392070"/>
          <a:ext cx="1843887" cy="184388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1729884-E1A3-F44D-97A4-39DAF2E61660}">
      <dsp:nvSpPr>
        <dsp:cNvPr id="0" name=""/>
        <dsp:cNvSpPr/>
      </dsp:nvSpPr>
      <dsp:spPr>
        <a:xfrm>
          <a:off x="2491739" y="2392070"/>
          <a:ext cx="8252460" cy="18438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400" kern="1200"/>
            <a:t>Feedback</a:t>
          </a:r>
        </a:p>
      </dsp:txBody>
      <dsp:txXfrm>
        <a:off x="2491739" y="2392070"/>
        <a:ext cx="8252460" cy="797356"/>
      </dsp:txXfrm>
    </dsp:sp>
    <dsp:sp modelId="{6066013E-3C19-1B40-A426-592E4255913A}">
      <dsp:nvSpPr>
        <dsp:cNvPr id="0" name=""/>
        <dsp:cNvSpPr/>
      </dsp:nvSpPr>
      <dsp:spPr>
        <a:xfrm>
          <a:off x="2093061" y="3189427"/>
          <a:ext cx="797356" cy="79735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4EB5A65-D0A3-424D-A79F-06466F0370B3}">
      <dsp:nvSpPr>
        <dsp:cNvPr id="0" name=""/>
        <dsp:cNvSpPr/>
      </dsp:nvSpPr>
      <dsp:spPr>
        <a:xfrm>
          <a:off x="2491739" y="3189427"/>
          <a:ext cx="8252460" cy="79735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400" kern="1200"/>
            <a:t>Next step</a:t>
          </a:r>
        </a:p>
      </dsp:txBody>
      <dsp:txXfrm>
        <a:off x="2491739" y="3189427"/>
        <a:ext cx="8252460" cy="797356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6165F5-8CD7-EF44-9CB5-01F68F7C2DE4}">
      <dsp:nvSpPr>
        <dsp:cNvPr id="0" name=""/>
        <dsp:cNvSpPr/>
      </dsp:nvSpPr>
      <dsp:spPr>
        <a:xfrm>
          <a:off x="5246" y="2044502"/>
          <a:ext cx="1788951" cy="894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Customer insight</a:t>
          </a:r>
        </a:p>
      </dsp:txBody>
      <dsp:txXfrm>
        <a:off x="31444" y="2070700"/>
        <a:ext cx="1736555" cy="842079"/>
      </dsp:txXfrm>
    </dsp:sp>
    <dsp:sp modelId="{F1748091-B4EC-294F-9AEB-B49135312B04}">
      <dsp:nvSpPr>
        <dsp:cNvPr id="0" name=""/>
        <dsp:cNvSpPr/>
      </dsp:nvSpPr>
      <dsp:spPr>
        <a:xfrm>
          <a:off x="2241435" y="2044502"/>
          <a:ext cx="1788951" cy="894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Product concept</a:t>
          </a:r>
        </a:p>
      </dsp:txBody>
      <dsp:txXfrm>
        <a:off x="2267633" y="2070700"/>
        <a:ext cx="1736555" cy="842079"/>
      </dsp:txXfrm>
    </dsp:sp>
    <dsp:sp modelId="{74322219-19FA-6C4D-A40B-89CEF07CE8FD}">
      <dsp:nvSpPr>
        <dsp:cNvPr id="0" name=""/>
        <dsp:cNvSpPr/>
      </dsp:nvSpPr>
      <dsp:spPr>
        <a:xfrm>
          <a:off x="4477624" y="2044502"/>
          <a:ext cx="1788951" cy="894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Prototype</a:t>
          </a:r>
        </a:p>
      </dsp:txBody>
      <dsp:txXfrm>
        <a:off x="4503822" y="2070700"/>
        <a:ext cx="1736555" cy="842079"/>
      </dsp:txXfrm>
    </dsp:sp>
    <dsp:sp modelId="{DDCCD177-A4F8-6644-8AD2-CA109EE5B4ED}">
      <dsp:nvSpPr>
        <dsp:cNvPr id="0" name=""/>
        <dsp:cNvSpPr/>
      </dsp:nvSpPr>
      <dsp:spPr>
        <a:xfrm>
          <a:off x="6713813" y="2044502"/>
          <a:ext cx="1788951" cy="894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Feedback</a:t>
          </a:r>
        </a:p>
      </dsp:txBody>
      <dsp:txXfrm>
        <a:off x="6740011" y="2070700"/>
        <a:ext cx="1736555" cy="842079"/>
      </dsp:txXfrm>
    </dsp:sp>
    <dsp:sp modelId="{FD4C5B1F-B432-9841-AACB-24A7F22B60FD}">
      <dsp:nvSpPr>
        <dsp:cNvPr id="0" name=""/>
        <dsp:cNvSpPr/>
      </dsp:nvSpPr>
      <dsp:spPr>
        <a:xfrm>
          <a:off x="8950002" y="2044502"/>
          <a:ext cx="1788951" cy="894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Next step</a:t>
          </a:r>
        </a:p>
      </dsp:txBody>
      <dsp:txXfrm>
        <a:off x="8976200" y="2070700"/>
        <a:ext cx="1736555" cy="842079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99885B-B024-B446-ADD8-534976E1154C}">
      <dsp:nvSpPr>
        <dsp:cNvPr id="0" name=""/>
        <dsp:cNvSpPr/>
      </dsp:nvSpPr>
      <dsp:spPr>
        <a:xfrm>
          <a:off x="2595784" y="953"/>
          <a:ext cx="996314" cy="9963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711C356-E0B1-D04D-A3A7-E71DA4DC7D5A}">
      <dsp:nvSpPr>
        <dsp:cNvPr id="0" name=""/>
        <dsp:cNvSpPr/>
      </dsp:nvSpPr>
      <dsp:spPr>
        <a:xfrm>
          <a:off x="3093941" y="953"/>
          <a:ext cx="5315703" cy="996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0" bIns="698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500" kern="1200"/>
            <a:t>Customer insight</a:t>
          </a:r>
        </a:p>
      </dsp:txBody>
      <dsp:txXfrm>
        <a:off x="3093941" y="953"/>
        <a:ext cx="5315703" cy="996314"/>
      </dsp:txXfrm>
    </dsp:sp>
    <dsp:sp modelId="{C318FBD7-2451-584A-9780-C9A85AF14672}">
      <dsp:nvSpPr>
        <dsp:cNvPr id="0" name=""/>
        <dsp:cNvSpPr/>
      </dsp:nvSpPr>
      <dsp:spPr>
        <a:xfrm>
          <a:off x="2595784" y="997267"/>
          <a:ext cx="996314" cy="9963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A2E6E2B-2A38-3C41-A863-4E41202A0359}">
      <dsp:nvSpPr>
        <dsp:cNvPr id="0" name=""/>
        <dsp:cNvSpPr/>
      </dsp:nvSpPr>
      <dsp:spPr>
        <a:xfrm>
          <a:off x="3093941" y="997267"/>
          <a:ext cx="5315703" cy="996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0" bIns="698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500" kern="1200"/>
            <a:t>Product concept</a:t>
          </a:r>
        </a:p>
      </dsp:txBody>
      <dsp:txXfrm>
        <a:off x="3093941" y="997267"/>
        <a:ext cx="5315703" cy="996314"/>
      </dsp:txXfrm>
    </dsp:sp>
    <dsp:sp modelId="{FB0DDA0E-40E3-F647-AE8F-0A77C2F62222}">
      <dsp:nvSpPr>
        <dsp:cNvPr id="0" name=""/>
        <dsp:cNvSpPr/>
      </dsp:nvSpPr>
      <dsp:spPr>
        <a:xfrm>
          <a:off x="2595784" y="1993582"/>
          <a:ext cx="996314" cy="9963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89CD6C6-ADF5-7046-94B3-E5746798EFCE}">
      <dsp:nvSpPr>
        <dsp:cNvPr id="0" name=""/>
        <dsp:cNvSpPr/>
      </dsp:nvSpPr>
      <dsp:spPr>
        <a:xfrm>
          <a:off x="3093941" y="1993582"/>
          <a:ext cx="5315703" cy="996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0" bIns="698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500" kern="1200"/>
            <a:t>Prototype</a:t>
          </a:r>
        </a:p>
      </dsp:txBody>
      <dsp:txXfrm>
        <a:off x="3093941" y="1993582"/>
        <a:ext cx="5315703" cy="996314"/>
      </dsp:txXfrm>
    </dsp:sp>
    <dsp:sp modelId="{2B2B67CB-2930-D743-A327-1A3AFD3F0748}">
      <dsp:nvSpPr>
        <dsp:cNvPr id="0" name=""/>
        <dsp:cNvSpPr/>
      </dsp:nvSpPr>
      <dsp:spPr>
        <a:xfrm>
          <a:off x="2595784" y="2989897"/>
          <a:ext cx="996314" cy="9963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A209A43-4CDF-3446-AAF1-45F9B98B6436}">
      <dsp:nvSpPr>
        <dsp:cNvPr id="0" name=""/>
        <dsp:cNvSpPr/>
      </dsp:nvSpPr>
      <dsp:spPr>
        <a:xfrm>
          <a:off x="3093941" y="2989897"/>
          <a:ext cx="5315703" cy="996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0" bIns="698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500" kern="1200"/>
            <a:t>Feedback</a:t>
          </a:r>
        </a:p>
      </dsp:txBody>
      <dsp:txXfrm>
        <a:off x="3093941" y="2989897"/>
        <a:ext cx="5315703" cy="996314"/>
      </dsp:txXfrm>
    </dsp:sp>
    <dsp:sp modelId="{CBE700F7-70FB-8143-AA94-3BE5209C4D47}">
      <dsp:nvSpPr>
        <dsp:cNvPr id="0" name=""/>
        <dsp:cNvSpPr/>
      </dsp:nvSpPr>
      <dsp:spPr>
        <a:xfrm>
          <a:off x="2595784" y="3986212"/>
          <a:ext cx="996314" cy="9963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1D7B51E-C8FD-8343-A41E-8D1C535D690A}">
      <dsp:nvSpPr>
        <dsp:cNvPr id="0" name=""/>
        <dsp:cNvSpPr/>
      </dsp:nvSpPr>
      <dsp:spPr>
        <a:xfrm>
          <a:off x="3093941" y="3986212"/>
          <a:ext cx="5315703" cy="996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0" bIns="698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500" kern="1200"/>
            <a:t>Next step</a:t>
          </a:r>
        </a:p>
      </dsp:txBody>
      <dsp:txXfrm>
        <a:off x="3093941" y="3986212"/>
        <a:ext cx="5315703" cy="996314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F0164D-6452-D746-A554-D44C022AA8B1}">
      <dsp:nvSpPr>
        <dsp:cNvPr id="0" name=""/>
        <dsp:cNvSpPr/>
      </dsp:nvSpPr>
      <dsp:spPr>
        <a:xfrm>
          <a:off x="1070" y="0"/>
          <a:ext cx="1893875" cy="49834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Customer insight</a:t>
          </a:r>
        </a:p>
      </dsp:txBody>
      <dsp:txXfrm>
        <a:off x="56540" y="55470"/>
        <a:ext cx="1782935" cy="4872540"/>
      </dsp:txXfrm>
    </dsp:sp>
    <dsp:sp modelId="{D21C5C0F-41EB-D94E-AADC-182394E5BC9F}">
      <dsp:nvSpPr>
        <dsp:cNvPr id="0" name=""/>
        <dsp:cNvSpPr/>
      </dsp:nvSpPr>
      <dsp:spPr>
        <a:xfrm>
          <a:off x="2213116" y="0"/>
          <a:ext cx="1893875" cy="49834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Product concept</a:t>
          </a:r>
        </a:p>
      </dsp:txBody>
      <dsp:txXfrm>
        <a:off x="2268586" y="55470"/>
        <a:ext cx="1782935" cy="4872540"/>
      </dsp:txXfrm>
    </dsp:sp>
    <dsp:sp modelId="{77D02F94-F418-0249-A37B-0D6F74BB24AE}">
      <dsp:nvSpPr>
        <dsp:cNvPr id="0" name=""/>
        <dsp:cNvSpPr/>
      </dsp:nvSpPr>
      <dsp:spPr>
        <a:xfrm>
          <a:off x="4425162" y="0"/>
          <a:ext cx="1893875" cy="49834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Prototype</a:t>
          </a:r>
        </a:p>
      </dsp:txBody>
      <dsp:txXfrm>
        <a:off x="4480632" y="55470"/>
        <a:ext cx="1782935" cy="4872540"/>
      </dsp:txXfrm>
    </dsp:sp>
    <dsp:sp modelId="{CC43F840-65E7-1747-89B5-43BFE2F8FF34}">
      <dsp:nvSpPr>
        <dsp:cNvPr id="0" name=""/>
        <dsp:cNvSpPr/>
      </dsp:nvSpPr>
      <dsp:spPr>
        <a:xfrm>
          <a:off x="6637208" y="0"/>
          <a:ext cx="1893875" cy="49834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Feedback</a:t>
          </a:r>
        </a:p>
      </dsp:txBody>
      <dsp:txXfrm>
        <a:off x="6692678" y="55470"/>
        <a:ext cx="1782935" cy="4872540"/>
      </dsp:txXfrm>
    </dsp:sp>
    <dsp:sp modelId="{E66F15AC-800F-2D41-BD8A-D7D2B42BD8E2}">
      <dsp:nvSpPr>
        <dsp:cNvPr id="0" name=""/>
        <dsp:cNvSpPr/>
      </dsp:nvSpPr>
      <dsp:spPr>
        <a:xfrm>
          <a:off x="8849254" y="0"/>
          <a:ext cx="1893875" cy="49834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Next step</a:t>
          </a:r>
        </a:p>
      </dsp:txBody>
      <dsp:txXfrm>
        <a:off x="8904724" y="55470"/>
        <a:ext cx="1782935" cy="4872540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FC51F-EF01-6545-89BD-A2200CDDB58C}">
      <dsp:nvSpPr>
        <dsp:cNvPr id="0" name=""/>
        <dsp:cNvSpPr/>
      </dsp:nvSpPr>
      <dsp:spPr>
        <a:xfrm>
          <a:off x="1070" y="0"/>
          <a:ext cx="1893875" cy="49834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Customer insight</a:t>
          </a:r>
        </a:p>
      </dsp:txBody>
      <dsp:txXfrm>
        <a:off x="56540" y="55470"/>
        <a:ext cx="1782935" cy="4872540"/>
      </dsp:txXfrm>
    </dsp:sp>
    <dsp:sp modelId="{50FF83FF-5A51-D74C-8539-11FBAEAA6956}">
      <dsp:nvSpPr>
        <dsp:cNvPr id="0" name=""/>
        <dsp:cNvSpPr/>
      </dsp:nvSpPr>
      <dsp:spPr>
        <a:xfrm>
          <a:off x="2213116" y="0"/>
          <a:ext cx="1893875" cy="49834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Product concept</a:t>
          </a:r>
        </a:p>
      </dsp:txBody>
      <dsp:txXfrm>
        <a:off x="2268586" y="55470"/>
        <a:ext cx="1782935" cy="4872540"/>
      </dsp:txXfrm>
    </dsp:sp>
    <dsp:sp modelId="{A28507C9-11C7-634D-A22D-1C3D77112ED9}">
      <dsp:nvSpPr>
        <dsp:cNvPr id="0" name=""/>
        <dsp:cNvSpPr/>
      </dsp:nvSpPr>
      <dsp:spPr>
        <a:xfrm>
          <a:off x="4425162" y="0"/>
          <a:ext cx="1893875" cy="49834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Prototype</a:t>
          </a:r>
        </a:p>
      </dsp:txBody>
      <dsp:txXfrm>
        <a:off x="4480632" y="55470"/>
        <a:ext cx="1782935" cy="4872540"/>
      </dsp:txXfrm>
    </dsp:sp>
    <dsp:sp modelId="{D7BE9448-2A95-CF40-9E3D-F4FB6F12C98C}">
      <dsp:nvSpPr>
        <dsp:cNvPr id="0" name=""/>
        <dsp:cNvSpPr/>
      </dsp:nvSpPr>
      <dsp:spPr>
        <a:xfrm>
          <a:off x="6637208" y="0"/>
          <a:ext cx="1893875" cy="49834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Feedback</a:t>
          </a:r>
        </a:p>
      </dsp:txBody>
      <dsp:txXfrm>
        <a:off x="6692678" y="55470"/>
        <a:ext cx="1782935" cy="4872540"/>
      </dsp:txXfrm>
    </dsp:sp>
    <dsp:sp modelId="{3A059CAE-C6F3-9341-BC99-82DC36802F07}">
      <dsp:nvSpPr>
        <dsp:cNvPr id="0" name=""/>
        <dsp:cNvSpPr/>
      </dsp:nvSpPr>
      <dsp:spPr>
        <a:xfrm>
          <a:off x="8849254" y="0"/>
          <a:ext cx="1893875" cy="49834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Next step</a:t>
          </a:r>
        </a:p>
      </dsp:txBody>
      <dsp:txXfrm>
        <a:off x="8904724" y="55470"/>
        <a:ext cx="1782935" cy="4872540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2060A-3661-2346-9BE9-BA9D05164972}">
      <dsp:nvSpPr>
        <dsp:cNvPr id="0" name=""/>
        <dsp:cNvSpPr/>
      </dsp:nvSpPr>
      <dsp:spPr>
        <a:xfrm>
          <a:off x="5246" y="2003844"/>
          <a:ext cx="1626319" cy="9757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Discover</a:t>
          </a:r>
        </a:p>
      </dsp:txBody>
      <dsp:txXfrm>
        <a:off x="33826" y="2032424"/>
        <a:ext cx="1569159" cy="918631"/>
      </dsp:txXfrm>
    </dsp:sp>
    <dsp:sp modelId="{D709FC38-E7D2-0448-BDEA-729450C74570}">
      <dsp:nvSpPr>
        <dsp:cNvPr id="0" name=""/>
        <dsp:cNvSpPr/>
      </dsp:nvSpPr>
      <dsp:spPr>
        <a:xfrm>
          <a:off x="1794197" y="2290076"/>
          <a:ext cx="344779" cy="4033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500" kern="1200"/>
        </a:p>
      </dsp:txBody>
      <dsp:txXfrm>
        <a:off x="1794197" y="2370741"/>
        <a:ext cx="241345" cy="241997"/>
      </dsp:txXfrm>
    </dsp:sp>
    <dsp:sp modelId="{50D58630-5597-0B4E-80A3-9A5028F4E37C}">
      <dsp:nvSpPr>
        <dsp:cNvPr id="0" name=""/>
        <dsp:cNvSpPr/>
      </dsp:nvSpPr>
      <dsp:spPr>
        <a:xfrm>
          <a:off x="2282093" y="2003844"/>
          <a:ext cx="1626319" cy="9757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Define</a:t>
          </a:r>
        </a:p>
      </dsp:txBody>
      <dsp:txXfrm>
        <a:off x="2310673" y="2032424"/>
        <a:ext cx="1569159" cy="918631"/>
      </dsp:txXfrm>
    </dsp:sp>
    <dsp:sp modelId="{269B3660-D76E-324D-9B00-5750943700D1}">
      <dsp:nvSpPr>
        <dsp:cNvPr id="0" name=""/>
        <dsp:cNvSpPr/>
      </dsp:nvSpPr>
      <dsp:spPr>
        <a:xfrm>
          <a:off x="4071044" y="2290076"/>
          <a:ext cx="344779" cy="4033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500" kern="1200"/>
        </a:p>
      </dsp:txBody>
      <dsp:txXfrm>
        <a:off x="4071044" y="2370741"/>
        <a:ext cx="241345" cy="241997"/>
      </dsp:txXfrm>
    </dsp:sp>
    <dsp:sp modelId="{FF2DA934-B9E8-9B43-B471-36F42CA0FBFC}">
      <dsp:nvSpPr>
        <dsp:cNvPr id="0" name=""/>
        <dsp:cNvSpPr/>
      </dsp:nvSpPr>
      <dsp:spPr>
        <a:xfrm>
          <a:off x="4558940" y="2003844"/>
          <a:ext cx="1626319" cy="9757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Build</a:t>
          </a:r>
        </a:p>
      </dsp:txBody>
      <dsp:txXfrm>
        <a:off x="4587520" y="2032424"/>
        <a:ext cx="1569159" cy="918631"/>
      </dsp:txXfrm>
    </dsp:sp>
    <dsp:sp modelId="{DB8F9110-5E7C-014E-B948-BAE7ED63BCF5}">
      <dsp:nvSpPr>
        <dsp:cNvPr id="0" name=""/>
        <dsp:cNvSpPr/>
      </dsp:nvSpPr>
      <dsp:spPr>
        <a:xfrm>
          <a:off x="6347891" y="2290076"/>
          <a:ext cx="344779" cy="4033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500" kern="1200"/>
        </a:p>
      </dsp:txBody>
      <dsp:txXfrm>
        <a:off x="6347891" y="2370741"/>
        <a:ext cx="241345" cy="241997"/>
      </dsp:txXfrm>
    </dsp:sp>
    <dsp:sp modelId="{B7AA4517-9980-2441-9E8F-8CB3B75E3B86}">
      <dsp:nvSpPr>
        <dsp:cNvPr id="0" name=""/>
        <dsp:cNvSpPr/>
      </dsp:nvSpPr>
      <dsp:spPr>
        <a:xfrm>
          <a:off x="6835787" y="2003844"/>
          <a:ext cx="1626319" cy="9757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Launch</a:t>
          </a:r>
        </a:p>
      </dsp:txBody>
      <dsp:txXfrm>
        <a:off x="6864367" y="2032424"/>
        <a:ext cx="1569159" cy="918631"/>
      </dsp:txXfrm>
    </dsp:sp>
    <dsp:sp modelId="{1DB37DF2-AA69-C948-AA93-A48595559276}">
      <dsp:nvSpPr>
        <dsp:cNvPr id="0" name=""/>
        <dsp:cNvSpPr/>
      </dsp:nvSpPr>
      <dsp:spPr>
        <a:xfrm>
          <a:off x="8624738" y="2290076"/>
          <a:ext cx="344779" cy="4033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500" kern="1200"/>
        </a:p>
      </dsp:txBody>
      <dsp:txXfrm>
        <a:off x="8624738" y="2370741"/>
        <a:ext cx="241345" cy="241997"/>
      </dsp:txXfrm>
    </dsp:sp>
    <dsp:sp modelId="{D00AB1B7-08C0-8C4C-94BD-5ED4060F00DF}">
      <dsp:nvSpPr>
        <dsp:cNvPr id="0" name=""/>
        <dsp:cNvSpPr/>
      </dsp:nvSpPr>
      <dsp:spPr>
        <a:xfrm>
          <a:off x="9112634" y="2003844"/>
          <a:ext cx="1626319" cy="9757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Learn</a:t>
          </a:r>
        </a:p>
      </dsp:txBody>
      <dsp:txXfrm>
        <a:off x="9141214" y="2032424"/>
        <a:ext cx="1569159" cy="918631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07CE52-D669-EF43-91ED-35B2B40F9A37}">
      <dsp:nvSpPr>
        <dsp:cNvPr id="0" name=""/>
        <dsp:cNvSpPr/>
      </dsp:nvSpPr>
      <dsp:spPr>
        <a:xfrm rot="5400000">
          <a:off x="398279" y="2297967"/>
          <a:ext cx="1189978" cy="198009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2DF611B-18A4-3F42-A5A2-DA841A9910D8}">
      <dsp:nvSpPr>
        <dsp:cNvPr id="0" name=""/>
        <dsp:cNvSpPr/>
      </dsp:nvSpPr>
      <dsp:spPr>
        <a:xfrm>
          <a:off x="199642" y="2889589"/>
          <a:ext cx="1787642" cy="1566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Discover</a:t>
          </a:r>
        </a:p>
      </dsp:txBody>
      <dsp:txXfrm>
        <a:off x="199642" y="2889589"/>
        <a:ext cx="1787642" cy="1566973"/>
      </dsp:txXfrm>
    </dsp:sp>
    <dsp:sp modelId="{B78C4C24-FA7C-7E48-BEDC-0F6C9B770DA2}">
      <dsp:nvSpPr>
        <dsp:cNvPr id="0" name=""/>
        <dsp:cNvSpPr/>
      </dsp:nvSpPr>
      <dsp:spPr>
        <a:xfrm>
          <a:off x="1649994" y="2152190"/>
          <a:ext cx="337291" cy="337291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F3307E9-C647-804A-95C0-4828B894AB4A}">
      <dsp:nvSpPr>
        <dsp:cNvPr id="0" name=""/>
        <dsp:cNvSpPr/>
      </dsp:nvSpPr>
      <dsp:spPr>
        <a:xfrm rot="5400000">
          <a:off x="2586703" y="1756439"/>
          <a:ext cx="1189978" cy="198009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E8AAA55-E4D5-F94E-80D6-48217B95C4C1}">
      <dsp:nvSpPr>
        <dsp:cNvPr id="0" name=""/>
        <dsp:cNvSpPr/>
      </dsp:nvSpPr>
      <dsp:spPr>
        <a:xfrm>
          <a:off x="2388066" y="2348062"/>
          <a:ext cx="1787642" cy="1566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Define</a:t>
          </a:r>
        </a:p>
      </dsp:txBody>
      <dsp:txXfrm>
        <a:off x="2388066" y="2348062"/>
        <a:ext cx="1787642" cy="1566973"/>
      </dsp:txXfrm>
    </dsp:sp>
    <dsp:sp modelId="{3B48CD0A-9E9B-A741-B15F-5F6C7BE3922F}">
      <dsp:nvSpPr>
        <dsp:cNvPr id="0" name=""/>
        <dsp:cNvSpPr/>
      </dsp:nvSpPr>
      <dsp:spPr>
        <a:xfrm>
          <a:off x="3838417" y="1610663"/>
          <a:ext cx="337291" cy="337291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8E01CDC-C79D-B74B-BF1B-8FC5799DFD5D}">
      <dsp:nvSpPr>
        <dsp:cNvPr id="0" name=""/>
        <dsp:cNvSpPr/>
      </dsp:nvSpPr>
      <dsp:spPr>
        <a:xfrm rot="5400000">
          <a:off x="4775126" y="1214912"/>
          <a:ext cx="1189978" cy="198009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D53C1C7-99E5-7B45-AC5B-B2E9BE512F55}">
      <dsp:nvSpPr>
        <dsp:cNvPr id="0" name=""/>
        <dsp:cNvSpPr/>
      </dsp:nvSpPr>
      <dsp:spPr>
        <a:xfrm>
          <a:off x="4576489" y="1806534"/>
          <a:ext cx="1787642" cy="1566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Build</a:t>
          </a:r>
        </a:p>
      </dsp:txBody>
      <dsp:txXfrm>
        <a:off x="4576489" y="1806534"/>
        <a:ext cx="1787642" cy="1566973"/>
      </dsp:txXfrm>
    </dsp:sp>
    <dsp:sp modelId="{A4899A1D-6497-FC4E-A8A6-C1B1B83493E5}">
      <dsp:nvSpPr>
        <dsp:cNvPr id="0" name=""/>
        <dsp:cNvSpPr/>
      </dsp:nvSpPr>
      <dsp:spPr>
        <a:xfrm>
          <a:off x="6026841" y="1069135"/>
          <a:ext cx="337291" cy="337291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81D8AE7-0A0F-D44C-B161-E938910A89DD}">
      <dsp:nvSpPr>
        <dsp:cNvPr id="0" name=""/>
        <dsp:cNvSpPr/>
      </dsp:nvSpPr>
      <dsp:spPr>
        <a:xfrm rot="5400000">
          <a:off x="6963550" y="673384"/>
          <a:ext cx="1189978" cy="198009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D086D06-D416-FF4A-8797-CF3E750E8E1C}">
      <dsp:nvSpPr>
        <dsp:cNvPr id="0" name=""/>
        <dsp:cNvSpPr/>
      </dsp:nvSpPr>
      <dsp:spPr>
        <a:xfrm>
          <a:off x="6764913" y="1265007"/>
          <a:ext cx="1787642" cy="1566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Launch</a:t>
          </a:r>
        </a:p>
      </dsp:txBody>
      <dsp:txXfrm>
        <a:off x="6764913" y="1265007"/>
        <a:ext cx="1787642" cy="1566973"/>
      </dsp:txXfrm>
    </dsp:sp>
    <dsp:sp modelId="{D2DE89BF-D427-5D4B-B6F7-FD2BEF8DCC67}">
      <dsp:nvSpPr>
        <dsp:cNvPr id="0" name=""/>
        <dsp:cNvSpPr/>
      </dsp:nvSpPr>
      <dsp:spPr>
        <a:xfrm>
          <a:off x="8215265" y="527607"/>
          <a:ext cx="337291" cy="337291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A7C48C6-510F-F542-AEDF-0D926DED19B5}">
      <dsp:nvSpPr>
        <dsp:cNvPr id="0" name=""/>
        <dsp:cNvSpPr/>
      </dsp:nvSpPr>
      <dsp:spPr>
        <a:xfrm rot="5400000">
          <a:off x="9151974" y="131857"/>
          <a:ext cx="1189978" cy="198009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59FF2DF-B1CB-FF41-BA12-626824C846D5}">
      <dsp:nvSpPr>
        <dsp:cNvPr id="0" name=""/>
        <dsp:cNvSpPr/>
      </dsp:nvSpPr>
      <dsp:spPr>
        <a:xfrm>
          <a:off x="8953337" y="723479"/>
          <a:ext cx="1787642" cy="1566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Learn</a:t>
          </a:r>
        </a:p>
      </dsp:txBody>
      <dsp:txXfrm>
        <a:off x="8953337" y="723479"/>
        <a:ext cx="1787642" cy="1566973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51E298-7684-B140-9D56-F5C3143620FB}">
      <dsp:nvSpPr>
        <dsp:cNvPr id="0" name=""/>
        <dsp:cNvSpPr/>
      </dsp:nvSpPr>
      <dsp:spPr>
        <a:xfrm rot="5400000">
          <a:off x="2811006" y="873702"/>
          <a:ext cx="760370" cy="86565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AED59C4-71C1-F147-8518-CCFBCFE38DE4}">
      <dsp:nvSpPr>
        <dsp:cNvPr id="0" name=""/>
        <dsp:cNvSpPr/>
      </dsp:nvSpPr>
      <dsp:spPr>
        <a:xfrm>
          <a:off x="2609554" y="30816"/>
          <a:ext cx="1280015" cy="89596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Discover</a:t>
          </a:r>
        </a:p>
      </dsp:txBody>
      <dsp:txXfrm>
        <a:off x="2653299" y="74561"/>
        <a:ext cx="1192525" cy="808479"/>
      </dsp:txXfrm>
    </dsp:sp>
    <dsp:sp modelId="{73907BAA-BD8B-3F4F-BD30-E5A79E7C90BA}">
      <dsp:nvSpPr>
        <dsp:cNvPr id="0" name=""/>
        <dsp:cNvSpPr/>
      </dsp:nvSpPr>
      <dsp:spPr>
        <a:xfrm>
          <a:off x="3889569" y="116267"/>
          <a:ext cx="930961" cy="724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C41CE4-62FD-2544-B743-CCEB3C4F566A}">
      <dsp:nvSpPr>
        <dsp:cNvPr id="0" name=""/>
        <dsp:cNvSpPr/>
      </dsp:nvSpPr>
      <dsp:spPr>
        <a:xfrm rot="5400000">
          <a:off x="3872275" y="1880171"/>
          <a:ext cx="760370" cy="86565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04D9C04-9446-D54F-9F62-2368E8E7FBBB}">
      <dsp:nvSpPr>
        <dsp:cNvPr id="0" name=""/>
        <dsp:cNvSpPr/>
      </dsp:nvSpPr>
      <dsp:spPr>
        <a:xfrm>
          <a:off x="3670823" y="1037286"/>
          <a:ext cx="1280015" cy="89596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Define</a:t>
          </a:r>
        </a:p>
      </dsp:txBody>
      <dsp:txXfrm>
        <a:off x="3714568" y="1081031"/>
        <a:ext cx="1192525" cy="808479"/>
      </dsp:txXfrm>
    </dsp:sp>
    <dsp:sp modelId="{394EEBE2-0007-504B-9BE4-A07919557332}">
      <dsp:nvSpPr>
        <dsp:cNvPr id="0" name=""/>
        <dsp:cNvSpPr/>
      </dsp:nvSpPr>
      <dsp:spPr>
        <a:xfrm>
          <a:off x="4950838" y="1122737"/>
          <a:ext cx="930961" cy="724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67CD0A-0DE4-6244-95BE-D5A226A781D2}">
      <dsp:nvSpPr>
        <dsp:cNvPr id="0" name=""/>
        <dsp:cNvSpPr/>
      </dsp:nvSpPr>
      <dsp:spPr>
        <a:xfrm rot="5400000">
          <a:off x="4933544" y="2886640"/>
          <a:ext cx="760370" cy="86565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13378F5-84C6-604E-9AA7-44C2DBE76A04}">
      <dsp:nvSpPr>
        <dsp:cNvPr id="0" name=""/>
        <dsp:cNvSpPr/>
      </dsp:nvSpPr>
      <dsp:spPr>
        <a:xfrm>
          <a:off x="4732092" y="2043755"/>
          <a:ext cx="1280015" cy="89596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Build</a:t>
          </a:r>
        </a:p>
      </dsp:txBody>
      <dsp:txXfrm>
        <a:off x="4775837" y="2087500"/>
        <a:ext cx="1192525" cy="808479"/>
      </dsp:txXfrm>
    </dsp:sp>
    <dsp:sp modelId="{9223CA9F-138C-4E49-A0C1-410942CF13E9}">
      <dsp:nvSpPr>
        <dsp:cNvPr id="0" name=""/>
        <dsp:cNvSpPr/>
      </dsp:nvSpPr>
      <dsp:spPr>
        <a:xfrm>
          <a:off x="6012107" y="2129206"/>
          <a:ext cx="930961" cy="724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937E84-41E3-5043-A989-E95E0237992D}">
      <dsp:nvSpPr>
        <dsp:cNvPr id="0" name=""/>
        <dsp:cNvSpPr/>
      </dsp:nvSpPr>
      <dsp:spPr>
        <a:xfrm rot="5400000">
          <a:off x="5994813" y="3893109"/>
          <a:ext cx="760370" cy="86565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8ADAFCB-5E04-DC41-A61A-A0DD44560793}">
      <dsp:nvSpPr>
        <dsp:cNvPr id="0" name=""/>
        <dsp:cNvSpPr/>
      </dsp:nvSpPr>
      <dsp:spPr>
        <a:xfrm>
          <a:off x="5793361" y="3050224"/>
          <a:ext cx="1280015" cy="89596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Launch</a:t>
          </a:r>
        </a:p>
      </dsp:txBody>
      <dsp:txXfrm>
        <a:off x="5837106" y="3093969"/>
        <a:ext cx="1192525" cy="808479"/>
      </dsp:txXfrm>
    </dsp:sp>
    <dsp:sp modelId="{1C8CE2E1-CCF5-3445-A623-26E750112CE0}">
      <dsp:nvSpPr>
        <dsp:cNvPr id="0" name=""/>
        <dsp:cNvSpPr/>
      </dsp:nvSpPr>
      <dsp:spPr>
        <a:xfrm>
          <a:off x="7073376" y="3135675"/>
          <a:ext cx="930961" cy="724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DC6D17-F594-D149-88D7-14F5AB9F6A42}">
      <dsp:nvSpPr>
        <dsp:cNvPr id="0" name=""/>
        <dsp:cNvSpPr/>
      </dsp:nvSpPr>
      <dsp:spPr>
        <a:xfrm>
          <a:off x="6854630" y="4056693"/>
          <a:ext cx="1280015" cy="89596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Learn</a:t>
          </a:r>
        </a:p>
      </dsp:txBody>
      <dsp:txXfrm>
        <a:off x="6898375" y="4100438"/>
        <a:ext cx="1192525" cy="808479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DE2EE6-A7DF-054C-A9F4-9B75880C8FDB}">
      <dsp:nvSpPr>
        <dsp:cNvPr id="0" name=""/>
        <dsp:cNvSpPr/>
      </dsp:nvSpPr>
      <dsp:spPr>
        <a:xfrm>
          <a:off x="6233" y="1605649"/>
          <a:ext cx="1406451" cy="907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Discover</a:t>
          </a:r>
        </a:p>
      </dsp:txBody>
      <dsp:txXfrm>
        <a:off x="6233" y="1605649"/>
        <a:ext cx="1406451" cy="562580"/>
      </dsp:txXfrm>
    </dsp:sp>
    <dsp:sp modelId="{3C174C67-D992-AE45-A131-514015B62A4C}">
      <dsp:nvSpPr>
        <dsp:cNvPr id="0" name=""/>
        <dsp:cNvSpPr/>
      </dsp:nvSpPr>
      <dsp:spPr>
        <a:xfrm>
          <a:off x="294301" y="2168230"/>
          <a:ext cx="1406451" cy="120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84FADE-A088-3A4E-9CEE-462FC48D2517}">
      <dsp:nvSpPr>
        <dsp:cNvPr id="0" name=""/>
        <dsp:cNvSpPr/>
      </dsp:nvSpPr>
      <dsp:spPr>
        <a:xfrm>
          <a:off x="1625897" y="1711857"/>
          <a:ext cx="452011" cy="3501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300" kern="1200"/>
        </a:p>
      </dsp:txBody>
      <dsp:txXfrm>
        <a:off x="1625897" y="1781890"/>
        <a:ext cx="346962" cy="210099"/>
      </dsp:txXfrm>
    </dsp:sp>
    <dsp:sp modelId="{46EFC432-65C0-ED4C-B5DF-5478163F0A4B}">
      <dsp:nvSpPr>
        <dsp:cNvPr id="0" name=""/>
        <dsp:cNvSpPr/>
      </dsp:nvSpPr>
      <dsp:spPr>
        <a:xfrm>
          <a:off x="2265536" y="1605649"/>
          <a:ext cx="1406451" cy="907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Define</a:t>
          </a:r>
        </a:p>
      </dsp:txBody>
      <dsp:txXfrm>
        <a:off x="2265536" y="1605649"/>
        <a:ext cx="1406451" cy="562580"/>
      </dsp:txXfrm>
    </dsp:sp>
    <dsp:sp modelId="{35C63068-06A0-FD43-BF48-2B377476E6D0}">
      <dsp:nvSpPr>
        <dsp:cNvPr id="0" name=""/>
        <dsp:cNvSpPr/>
      </dsp:nvSpPr>
      <dsp:spPr>
        <a:xfrm>
          <a:off x="2553605" y="2168230"/>
          <a:ext cx="1406451" cy="120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3E2A19-DE66-C645-8A78-576C182142B2}">
      <dsp:nvSpPr>
        <dsp:cNvPr id="0" name=""/>
        <dsp:cNvSpPr/>
      </dsp:nvSpPr>
      <dsp:spPr>
        <a:xfrm>
          <a:off x="3885201" y="1711857"/>
          <a:ext cx="452011" cy="3501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300" kern="1200"/>
        </a:p>
      </dsp:txBody>
      <dsp:txXfrm>
        <a:off x="3885201" y="1781890"/>
        <a:ext cx="346962" cy="210099"/>
      </dsp:txXfrm>
    </dsp:sp>
    <dsp:sp modelId="{0DA0BFC8-C6B0-0344-B5D2-9FC0CFB660A2}">
      <dsp:nvSpPr>
        <dsp:cNvPr id="0" name=""/>
        <dsp:cNvSpPr/>
      </dsp:nvSpPr>
      <dsp:spPr>
        <a:xfrm>
          <a:off x="4524840" y="1605649"/>
          <a:ext cx="1406451" cy="907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Build</a:t>
          </a:r>
        </a:p>
      </dsp:txBody>
      <dsp:txXfrm>
        <a:off x="4524840" y="1605649"/>
        <a:ext cx="1406451" cy="562580"/>
      </dsp:txXfrm>
    </dsp:sp>
    <dsp:sp modelId="{DB80302E-5095-5A4E-B247-DDA55FE3C99B}">
      <dsp:nvSpPr>
        <dsp:cNvPr id="0" name=""/>
        <dsp:cNvSpPr/>
      </dsp:nvSpPr>
      <dsp:spPr>
        <a:xfrm>
          <a:off x="4812908" y="2168230"/>
          <a:ext cx="1406451" cy="120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72641B-7705-D74E-9D18-4B65D0B1AA34}">
      <dsp:nvSpPr>
        <dsp:cNvPr id="0" name=""/>
        <dsp:cNvSpPr/>
      </dsp:nvSpPr>
      <dsp:spPr>
        <a:xfrm>
          <a:off x="6144504" y="1711857"/>
          <a:ext cx="452011" cy="3501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300" kern="1200"/>
        </a:p>
      </dsp:txBody>
      <dsp:txXfrm>
        <a:off x="6144504" y="1781890"/>
        <a:ext cx="346962" cy="210099"/>
      </dsp:txXfrm>
    </dsp:sp>
    <dsp:sp modelId="{08907452-5577-234C-AA2D-8E94B78BB654}">
      <dsp:nvSpPr>
        <dsp:cNvPr id="0" name=""/>
        <dsp:cNvSpPr/>
      </dsp:nvSpPr>
      <dsp:spPr>
        <a:xfrm>
          <a:off x="6784143" y="1605649"/>
          <a:ext cx="1406451" cy="907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Launch</a:t>
          </a:r>
        </a:p>
      </dsp:txBody>
      <dsp:txXfrm>
        <a:off x="6784143" y="1605649"/>
        <a:ext cx="1406451" cy="562580"/>
      </dsp:txXfrm>
    </dsp:sp>
    <dsp:sp modelId="{185D2D71-24D5-324D-B7EE-4456E4821D19}">
      <dsp:nvSpPr>
        <dsp:cNvPr id="0" name=""/>
        <dsp:cNvSpPr/>
      </dsp:nvSpPr>
      <dsp:spPr>
        <a:xfrm>
          <a:off x="7072211" y="2168230"/>
          <a:ext cx="1406451" cy="120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EDFFC0-A178-4447-8312-D5E6D90B6A4E}">
      <dsp:nvSpPr>
        <dsp:cNvPr id="0" name=""/>
        <dsp:cNvSpPr/>
      </dsp:nvSpPr>
      <dsp:spPr>
        <a:xfrm>
          <a:off x="8403807" y="1711857"/>
          <a:ext cx="452011" cy="3501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300" kern="1200"/>
        </a:p>
      </dsp:txBody>
      <dsp:txXfrm>
        <a:off x="8403807" y="1781890"/>
        <a:ext cx="346962" cy="210099"/>
      </dsp:txXfrm>
    </dsp:sp>
    <dsp:sp modelId="{088FA69C-4CDE-9047-99E7-AECCE78DDAEA}">
      <dsp:nvSpPr>
        <dsp:cNvPr id="0" name=""/>
        <dsp:cNvSpPr/>
      </dsp:nvSpPr>
      <dsp:spPr>
        <a:xfrm>
          <a:off x="9043446" y="1605649"/>
          <a:ext cx="1406451" cy="907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Learn</a:t>
          </a:r>
        </a:p>
      </dsp:txBody>
      <dsp:txXfrm>
        <a:off x="9043446" y="1605649"/>
        <a:ext cx="1406451" cy="562580"/>
      </dsp:txXfrm>
    </dsp:sp>
    <dsp:sp modelId="{10D305DB-D019-4D45-8A3D-D7089D8B38E6}">
      <dsp:nvSpPr>
        <dsp:cNvPr id="0" name=""/>
        <dsp:cNvSpPr/>
      </dsp:nvSpPr>
      <dsp:spPr>
        <a:xfrm>
          <a:off x="9331515" y="2168230"/>
          <a:ext cx="1406451" cy="120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0A4808-CBBF-40EC-AA1A-4DED4F377294}">
      <dsp:nvSpPr>
        <dsp:cNvPr id="0" name=""/>
        <dsp:cNvSpPr/>
      </dsp:nvSpPr>
      <dsp:spPr>
        <a:xfrm>
          <a:off x="6233" y="1325910"/>
          <a:ext cx="1457287" cy="145728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38445ED-48C0-4957-867A-9335F85AD1E9}">
      <dsp:nvSpPr>
        <dsp:cNvPr id="0" name=""/>
        <dsp:cNvSpPr/>
      </dsp:nvSpPr>
      <dsp:spPr>
        <a:xfrm>
          <a:off x="243466" y="2200282"/>
          <a:ext cx="1457287" cy="1457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Discover</a:t>
          </a:r>
        </a:p>
      </dsp:txBody>
      <dsp:txXfrm>
        <a:off x="286148" y="2242964"/>
        <a:ext cx="1371923" cy="1371923"/>
      </dsp:txXfrm>
    </dsp:sp>
    <dsp:sp modelId="{11CA54E3-D1E3-4744-ADA8-5C47FC080AF6}">
      <dsp:nvSpPr>
        <dsp:cNvPr id="0" name=""/>
        <dsp:cNvSpPr/>
      </dsp:nvSpPr>
      <dsp:spPr>
        <a:xfrm>
          <a:off x="1744226" y="1879471"/>
          <a:ext cx="280705" cy="3501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300" kern="1200"/>
        </a:p>
      </dsp:txBody>
      <dsp:txXfrm>
        <a:off x="1744226" y="1949504"/>
        <a:ext cx="196494" cy="210099"/>
      </dsp:txXfrm>
    </dsp:sp>
    <dsp:sp modelId="{9A3CB6DA-F3AB-4191-87A6-01A6C0F8B7C9}">
      <dsp:nvSpPr>
        <dsp:cNvPr id="0" name=""/>
        <dsp:cNvSpPr/>
      </dsp:nvSpPr>
      <dsp:spPr>
        <a:xfrm>
          <a:off x="2265536" y="1325910"/>
          <a:ext cx="1457287" cy="145728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5675DE3-AF94-49B3-87AB-36CC114AC4E7}">
      <dsp:nvSpPr>
        <dsp:cNvPr id="0" name=""/>
        <dsp:cNvSpPr/>
      </dsp:nvSpPr>
      <dsp:spPr>
        <a:xfrm>
          <a:off x="2502769" y="2200282"/>
          <a:ext cx="1457287" cy="1457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Define</a:t>
          </a:r>
        </a:p>
      </dsp:txBody>
      <dsp:txXfrm>
        <a:off x="2545451" y="2242964"/>
        <a:ext cx="1371923" cy="1371923"/>
      </dsp:txXfrm>
    </dsp:sp>
    <dsp:sp modelId="{AA0C0C7A-858A-4D3F-B690-EC4482B71A19}">
      <dsp:nvSpPr>
        <dsp:cNvPr id="0" name=""/>
        <dsp:cNvSpPr/>
      </dsp:nvSpPr>
      <dsp:spPr>
        <a:xfrm>
          <a:off x="4003529" y="1879471"/>
          <a:ext cx="280705" cy="3501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300" kern="1200"/>
        </a:p>
      </dsp:txBody>
      <dsp:txXfrm>
        <a:off x="4003529" y="1949504"/>
        <a:ext cx="196494" cy="210099"/>
      </dsp:txXfrm>
    </dsp:sp>
    <dsp:sp modelId="{537C371E-C0DA-4497-BE01-BA77D92C6998}">
      <dsp:nvSpPr>
        <dsp:cNvPr id="0" name=""/>
        <dsp:cNvSpPr/>
      </dsp:nvSpPr>
      <dsp:spPr>
        <a:xfrm>
          <a:off x="4524840" y="1325910"/>
          <a:ext cx="1457287" cy="145728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F1472C1-58D2-4DEF-BF1B-8F79C04946ED}">
      <dsp:nvSpPr>
        <dsp:cNvPr id="0" name=""/>
        <dsp:cNvSpPr/>
      </dsp:nvSpPr>
      <dsp:spPr>
        <a:xfrm>
          <a:off x="4762072" y="2200282"/>
          <a:ext cx="1457287" cy="1457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Build</a:t>
          </a:r>
        </a:p>
      </dsp:txBody>
      <dsp:txXfrm>
        <a:off x="4804754" y="2242964"/>
        <a:ext cx="1371923" cy="1371923"/>
      </dsp:txXfrm>
    </dsp:sp>
    <dsp:sp modelId="{C0F7725A-14C0-4E41-894F-10C909748B92}">
      <dsp:nvSpPr>
        <dsp:cNvPr id="0" name=""/>
        <dsp:cNvSpPr/>
      </dsp:nvSpPr>
      <dsp:spPr>
        <a:xfrm>
          <a:off x="6262832" y="1879471"/>
          <a:ext cx="280705" cy="3501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300" kern="1200"/>
        </a:p>
      </dsp:txBody>
      <dsp:txXfrm>
        <a:off x="6262832" y="1949504"/>
        <a:ext cx="196494" cy="210099"/>
      </dsp:txXfrm>
    </dsp:sp>
    <dsp:sp modelId="{51059DA0-A77F-47CE-90EF-F280F30B3876}">
      <dsp:nvSpPr>
        <dsp:cNvPr id="0" name=""/>
        <dsp:cNvSpPr/>
      </dsp:nvSpPr>
      <dsp:spPr>
        <a:xfrm>
          <a:off x="6784143" y="1325910"/>
          <a:ext cx="1457287" cy="145728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CE01E87-86ED-4800-9FC5-43DBC9154234}">
      <dsp:nvSpPr>
        <dsp:cNvPr id="0" name=""/>
        <dsp:cNvSpPr/>
      </dsp:nvSpPr>
      <dsp:spPr>
        <a:xfrm>
          <a:off x="7021376" y="2200282"/>
          <a:ext cx="1457287" cy="1457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Launch</a:t>
          </a:r>
        </a:p>
      </dsp:txBody>
      <dsp:txXfrm>
        <a:off x="7064058" y="2242964"/>
        <a:ext cx="1371923" cy="1371923"/>
      </dsp:txXfrm>
    </dsp:sp>
    <dsp:sp modelId="{E683CF89-9A52-47D4-927C-5DD129000236}">
      <dsp:nvSpPr>
        <dsp:cNvPr id="0" name=""/>
        <dsp:cNvSpPr/>
      </dsp:nvSpPr>
      <dsp:spPr>
        <a:xfrm>
          <a:off x="8522136" y="1879471"/>
          <a:ext cx="280705" cy="3501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300" kern="1200"/>
        </a:p>
      </dsp:txBody>
      <dsp:txXfrm>
        <a:off x="8522136" y="1949504"/>
        <a:ext cx="196494" cy="210099"/>
      </dsp:txXfrm>
    </dsp:sp>
    <dsp:sp modelId="{C4648E53-CF43-4CEA-89D7-9619229DE90D}">
      <dsp:nvSpPr>
        <dsp:cNvPr id="0" name=""/>
        <dsp:cNvSpPr/>
      </dsp:nvSpPr>
      <dsp:spPr>
        <a:xfrm>
          <a:off x="9043446" y="1325910"/>
          <a:ext cx="1457287" cy="145728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0F23D52-E8E5-459A-A6DB-1A7B47586004}">
      <dsp:nvSpPr>
        <dsp:cNvPr id="0" name=""/>
        <dsp:cNvSpPr/>
      </dsp:nvSpPr>
      <dsp:spPr>
        <a:xfrm>
          <a:off x="9280679" y="2200282"/>
          <a:ext cx="1457287" cy="1457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Learn</a:t>
          </a:r>
        </a:p>
      </dsp:txBody>
      <dsp:txXfrm>
        <a:off x="9323361" y="2242964"/>
        <a:ext cx="1371923" cy="1371923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711199-3E3A-E443-9B6C-9078753A0938}">
      <dsp:nvSpPr>
        <dsp:cNvPr id="0" name=""/>
        <dsp:cNvSpPr/>
      </dsp:nvSpPr>
      <dsp:spPr>
        <a:xfrm>
          <a:off x="5538" y="1787069"/>
          <a:ext cx="1708726" cy="140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50B11E-8AE1-B841-9B6E-83EC45F112F1}">
      <dsp:nvSpPr>
        <dsp:cNvPr id="0" name=""/>
        <dsp:cNvSpPr/>
      </dsp:nvSpPr>
      <dsp:spPr>
        <a:xfrm>
          <a:off x="957631" y="2093399"/>
          <a:ext cx="1927739" cy="1927739"/>
        </a:xfrm>
        <a:prstGeom prst="leftCircularArrow">
          <a:avLst>
            <a:gd name="adj1" fmla="val 3378"/>
            <a:gd name="adj2" fmla="val 417857"/>
            <a:gd name="adj3" fmla="val 2193368"/>
            <a:gd name="adj4" fmla="val 9024489"/>
            <a:gd name="adj5" fmla="val 39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69D95F9-04C5-B446-BA6C-D80345A03E32}">
      <dsp:nvSpPr>
        <dsp:cNvPr id="0" name=""/>
        <dsp:cNvSpPr/>
      </dsp:nvSpPr>
      <dsp:spPr>
        <a:xfrm>
          <a:off x="385255" y="2894409"/>
          <a:ext cx="1518867" cy="6040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Discover</a:t>
          </a:r>
        </a:p>
      </dsp:txBody>
      <dsp:txXfrm>
        <a:off x="402946" y="2912100"/>
        <a:ext cx="1483485" cy="568621"/>
      </dsp:txXfrm>
    </dsp:sp>
    <dsp:sp modelId="{0D0161AB-7060-8B46-9F5D-7384D2F3927C}">
      <dsp:nvSpPr>
        <dsp:cNvPr id="0" name=""/>
        <dsp:cNvSpPr/>
      </dsp:nvSpPr>
      <dsp:spPr>
        <a:xfrm>
          <a:off x="2214173" y="1787069"/>
          <a:ext cx="1708726" cy="140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BCEF7D-F44A-7144-86C5-2B9A164D6FC5}">
      <dsp:nvSpPr>
        <dsp:cNvPr id="0" name=""/>
        <dsp:cNvSpPr/>
      </dsp:nvSpPr>
      <dsp:spPr>
        <a:xfrm>
          <a:off x="3152026" y="907082"/>
          <a:ext cx="2146076" cy="2146076"/>
        </a:xfrm>
        <a:prstGeom prst="circularArrow">
          <a:avLst>
            <a:gd name="adj1" fmla="val 3034"/>
            <a:gd name="adj2" fmla="val 372307"/>
            <a:gd name="adj3" fmla="val 19452183"/>
            <a:gd name="adj4" fmla="val 12575511"/>
            <a:gd name="adj5" fmla="val 35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4F7CC67-7153-404B-A35A-5E519DE20A98}">
      <dsp:nvSpPr>
        <dsp:cNvPr id="0" name=""/>
        <dsp:cNvSpPr/>
      </dsp:nvSpPr>
      <dsp:spPr>
        <a:xfrm>
          <a:off x="2593889" y="1485067"/>
          <a:ext cx="1518867" cy="6040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Define</a:t>
          </a:r>
        </a:p>
      </dsp:txBody>
      <dsp:txXfrm>
        <a:off x="2611580" y="1502758"/>
        <a:ext cx="1483485" cy="568621"/>
      </dsp:txXfrm>
    </dsp:sp>
    <dsp:sp modelId="{4FBABBB6-E717-6C4B-89C3-2758FF308DA5}">
      <dsp:nvSpPr>
        <dsp:cNvPr id="0" name=""/>
        <dsp:cNvSpPr/>
      </dsp:nvSpPr>
      <dsp:spPr>
        <a:xfrm>
          <a:off x="4422807" y="1787069"/>
          <a:ext cx="1708726" cy="140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874FCA-F260-2D4A-8A44-CA63ABFA3D6F}">
      <dsp:nvSpPr>
        <dsp:cNvPr id="0" name=""/>
        <dsp:cNvSpPr/>
      </dsp:nvSpPr>
      <dsp:spPr>
        <a:xfrm>
          <a:off x="5374900" y="2093399"/>
          <a:ext cx="1927739" cy="1927739"/>
        </a:xfrm>
        <a:prstGeom prst="leftCircularArrow">
          <a:avLst>
            <a:gd name="adj1" fmla="val 3378"/>
            <a:gd name="adj2" fmla="val 417857"/>
            <a:gd name="adj3" fmla="val 2193368"/>
            <a:gd name="adj4" fmla="val 9024489"/>
            <a:gd name="adj5" fmla="val 39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22E55C7-698E-4C49-ADF8-53D8EE435645}">
      <dsp:nvSpPr>
        <dsp:cNvPr id="0" name=""/>
        <dsp:cNvSpPr/>
      </dsp:nvSpPr>
      <dsp:spPr>
        <a:xfrm>
          <a:off x="4802524" y="2894409"/>
          <a:ext cx="1518867" cy="6040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Build</a:t>
          </a:r>
        </a:p>
      </dsp:txBody>
      <dsp:txXfrm>
        <a:off x="4820215" y="2912100"/>
        <a:ext cx="1483485" cy="568621"/>
      </dsp:txXfrm>
    </dsp:sp>
    <dsp:sp modelId="{B1509CFB-5508-7C40-B8C6-6AF312826EF4}">
      <dsp:nvSpPr>
        <dsp:cNvPr id="0" name=""/>
        <dsp:cNvSpPr/>
      </dsp:nvSpPr>
      <dsp:spPr>
        <a:xfrm>
          <a:off x="6631442" y="1787069"/>
          <a:ext cx="1708726" cy="140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BA54E4-4124-904B-B3F9-7488A6B08721}">
      <dsp:nvSpPr>
        <dsp:cNvPr id="0" name=""/>
        <dsp:cNvSpPr/>
      </dsp:nvSpPr>
      <dsp:spPr>
        <a:xfrm>
          <a:off x="7569295" y="907082"/>
          <a:ext cx="2146076" cy="2146076"/>
        </a:xfrm>
        <a:prstGeom prst="circularArrow">
          <a:avLst>
            <a:gd name="adj1" fmla="val 3034"/>
            <a:gd name="adj2" fmla="val 372307"/>
            <a:gd name="adj3" fmla="val 19452183"/>
            <a:gd name="adj4" fmla="val 12575511"/>
            <a:gd name="adj5" fmla="val 35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0384E90-43DE-2949-90A2-AB0C01462989}">
      <dsp:nvSpPr>
        <dsp:cNvPr id="0" name=""/>
        <dsp:cNvSpPr/>
      </dsp:nvSpPr>
      <dsp:spPr>
        <a:xfrm>
          <a:off x="7011159" y="1485067"/>
          <a:ext cx="1518867" cy="6040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Launch</a:t>
          </a:r>
        </a:p>
      </dsp:txBody>
      <dsp:txXfrm>
        <a:off x="7028850" y="1502758"/>
        <a:ext cx="1483485" cy="568621"/>
      </dsp:txXfrm>
    </dsp:sp>
    <dsp:sp modelId="{A91DA9FE-199F-804F-9617-C164FE611633}">
      <dsp:nvSpPr>
        <dsp:cNvPr id="0" name=""/>
        <dsp:cNvSpPr/>
      </dsp:nvSpPr>
      <dsp:spPr>
        <a:xfrm>
          <a:off x="8840076" y="1787069"/>
          <a:ext cx="1708726" cy="140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43A41F-74A2-744E-B272-0D0133B6231E}">
      <dsp:nvSpPr>
        <dsp:cNvPr id="0" name=""/>
        <dsp:cNvSpPr/>
      </dsp:nvSpPr>
      <dsp:spPr>
        <a:xfrm>
          <a:off x="9219793" y="2894409"/>
          <a:ext cx="1518867" cy="6040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Learn</a:t>
          </a:r>
        </a:p>
      </dsp:txBody>
      <dsp:txXfrm>
        <a:off x="9237484" y="2912100"/>
        <a:ext cx="1483485" cy="568621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3C3CD7-4DED-C444-99D7-C46E80862E4F}">
      <dsp:nvSpPr>
        <dsp:cNvPr id="0" name=""/>
        <dsp:cNvSpPr/>
      </dsp:nvSpPr>
      <dsp:spPr>
        <a:xfrm>
          <a:off x="805814" y="0"/>
          <a:ext cx="9132570" cy="498348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D9A1BD-8771-B14C-AA43-B703BEB1AF22}">
      <dsp:nvSpPr>
        <dsp:cNvPr id="0" name=""/>
        <dsp:cNvSpPr/>
      </dsp:nvSpPr>
      <dsp:spPr>
        <a:xfrm>
          <a:off x="4254" y="1495043"/>
          <a:ext cx="1935401" cy="19933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Discover</a:t>
          </a:r>
        </a:p>
      </dsp:txBody>
      <dsp:txXfrm>
        <a:off x="98732" y="1589521"/>
        <a:ext cx="1746445" cy="1804436"/>
      </dsp:txXfrm>
    </dsp:sp>
    <dsp:sp modelId="{5419C9C3-5FA6-1942-809F-A3320340E36C}">
      <dsp:nvSpPr>
        <dsp:cNvPr id="0" name=""/>
        <dsp:cNvSpPr/>
      </dsp:nvSpPr>
      <dsp:spPr>
        <a:xfrm>
          <a:off x="2204326" y="1495043"/>
          <a:ext cx="1935401" cy="19933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Define</a:t>
          </a:r>
        </a:p>
      </dsp:txBody>
      <dsp:txXfrm>
        <a:off x="2298804" y="1589521"/>
        <a:ext cx="1746445" cy="1804436"/>
      </dsp:txXfrm>
    </dsp:sp>
    <dsp:sp modelId="{D59DE797-68E5-A245-94A9-92202E011426}">
      <dsp:nvSpPr>
        <dsp:cNvPr id="0" name=""/>
        <dsp:cNvSpPr/>
      </dsp:nvSpPr>
      <dsp:spPr>
        <a:xfrm>
          <a:off x="4404399" y="1495043"/>
          <a:ext cx="1935401" cy="19933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Build</a:t>
          </a:r>
        </a:p>
      </dsp:txBody>
      <dsp:txXfrm>
        <a:off x="4498877" y="1589521"/>
        <a:ext cx="1746445" cy="1804436"/>
      </dsp:txXfrm>
    </dsp:sp>
    <dsp:sp modelId="{36056FD2-DDC5-4042-8B76-FC88D9C85F06}">
      <dsp:nvSpPr>
        <dsp:cNvPr id="0" name=""/>
        <dsp:cNvSpPr/>
      </dsp:nvSpPr>
      <dsp:spPr>
        <a:xfrm>
          <a:off x="6604471" y="1495043"/>
          <a:ext cx="1935401" cy="19933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Launch</a:t>
          </a:r>
        </a:p>
      </dsp:txBody>
      <dsp:txXfrm>
        <a:off x="6698949" y="1589521"/>
        <a:ext cx="1746445" cy="1804436"/>
      </dsp:txXfrm>
    </dsp:sp>
    <dsp:sp modelId="{BA5F8132-E6CE-DA49-B1EF-3ED7DDFD921E}">
      <dsp:nvSpPr>
        <dsp:cNvPr id="0" name=""/>
        <dsp:cNvSpPr/>
      </dsp:nvSpPr>
      <dsp:spPr>
        <a:xfrm>
          <a:off x="8804543" y="1495043"/>
          <a:ext cx="1935401" cy="19933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Learn</a:t>
          </a:r>
        </a:p>
      </dsp:txBody>
      <dsp:txXfrm>
        <a:off x="8899021" y="1589521"/>
        <a:ext cx="1746445" cy="1804436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EE91AF-F2B9-B449-A31A-49E905DAA41B}">
      <dsp:nvSpPr>
        <dsp:cNvPr id="0" name=""/>
        <dsp:cNvSpPr/>
      </dsp:nvSpPr>
      <dsp:spPr>
        <a:xfrm>
          <a:off x="0" y="668402"/>
          <a:ext cx="10744200" cy="15626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254000" bIns="24806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Discover</a:t>
          </a:r>
        </a:p>
      </dsp:txBody>
      <dsp:txXfrm>
        <a:off x="0" y="1059052"/>
        <a:ext cx="10353550" cy="781300"/>
      </dsp:txXfrm>
    </dsp:sp>
    <dsp:sp modelId="{BA3F532C-F85C-244F-A9B9-195CD87E0BE7}">
      <dsp:nvSpPr>
        <dsp:cNvPr id="0" name=""/>
        <dsp:cNvSpPr/>
      </dsp:nvSpPr>
      <dsp:spPr>
        <a:xfrm>
          <a:off x="1985528" y="1189512"/>
          <a:ext cx="8758671" cy="15626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254000" bIns="24806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Define</a:t>
          </a:r>
        </a:p>
      </dsp:txBody>
      <dsp:txXfrm>
        <a:off x="1985528" y="1580162"/>
        <a:ext cx="8368021" cy="781300"/>
      </dsp:txXfrm>
    </dsp:sp>
    <dsp:sp modelId="{064D07DD-5274-A247-A1AA-DAE15CF251A7}">
      <dsp:nvSpPr>
        <dsp:cNvPr id="0" name=""/>
        <dsp:cNvSpPr/>
      </dsp:nvSpPr>
      <dsp:spPr>
        <a:xfrm>
          <a:off x="3971056" y="1710622"/>
          <a:ext cx="6773143" cy="15626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254000" bIns="24806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Build</a:t>
          </a:r>
        </a:p>
      </dsp:txBody>
      <dsp:txXfrm>
        <a:off x="3971056" y="2101272"/>
        <a:ext cx="6382493" cy="781300"/>
      </dsp:txXfrm>
    </dsp:sp>
    <dsp:sp modelId="{08E5E786-C092-1646-AB70-FC3265DA4454}">
      <dsp:nvSpPr>
        <dsp:cNvPr id="0" name=""/>
        <dsp:cNvSpPr/>
      </dsp:nvSpPr>
      <dsp:spPr>
        <a:xfrm>
          <a:off x="5957658" y="2231367"/>
          <a:ext cx="4786541" cy="15626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254000" bIns="24806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Launch</a:t>
          </a:r>
        </a:p>
      </dsp:txBody>
      <dsp:txXfrm>
        <a:off x="5957658" y="2622017"/>
        <a:ext cx="4395891" cy="781300"/>
      </dsp:txXfrm>
    </dsp:sp>
    <dsp:sp modelId="{D706AAA9-9A8C-AB44-852E-1E82DFE22997}">
      <dsp:nvSpPr>
        <dsp:cNvPr id="0" name=""/>
        <dsp:cNvSpPr/>
      </dsp:nvSpPr>
      <dsp:spPr>
        <a:xfrm>
          <a:off x="7943187" y="2752477"/>
          <a:ext cx="2801012" cy="15626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254000" bIns="24806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Learn</a:t>
          </a:r>
        </a:p>
      </dsp:txBody>
      <dsp:txXfrm>
        <a:off x="7943187" y="3143127"/>
        <a:ext cx="2410362" cy="781300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FEFEB4-0717-8D49-B7FF-E37AAFD0F33B}">
      <dsp:nvSpPr>
        <dsp:cNvPr id="0" name=""/>
        <dsp:cNvSpPr/>
      </dsp:nvSpPr>
      <dsp:spPr>
        <a:xfrm>
          <a:off x="7724813" y="996696"/>
          <a:ext cx="1569783" cy="3986784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9084BBE-DA82-284D-B67E-80798997553E}">
      <dsp:nvSpPr>
        <dsp:cNvPr id="0" name=""/>
        <dsp:cNvSpPr/>
      </dsp:nvSpPr>
      <dsp:spPr>
        <a:xfrm>
          <a:off x="7724813" y="0"/>
          <a:ext cx="1569783" cy="996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3025" tIns="73025" rIns="73025" bIns="7302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Learn</a:t>
          </a:r>
        </a:p>
      </dsp:txBody>
      <dsp:txXfrm>
        <a:off x="7724813" y="0"/>
        <a:ext cx="1569783" cy="996696"/>
      </dsp:txXfrm>
    </dsp:sp>
    <dsp:sp modelId="{0AF1458E-2BBF-CD42-BC2D-6373A91FF5D6}">
      <dsp:nvSpPr>
        <dsp:cNvPr id="0" name=""/>
        <dsp:cNvSpPr/>
      </dsp:nvSpPr>
      <dsp:spPr>
        <a:xfrm>
          <a:off x="6158952" y="996696"/>
          <a:ext cx="1569783" cy="3737610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015BB68-4D11-8D43-BB61-209B388EEC99}">
      <dsp:nvSpPr>
        <dsp:cNvPr id="0" name=""/>
        <dsp:cNvSpPr/>
      </dsp:nvSpPr>
      <dsp:spPr>
        <a:xfrm>
          <a:off x="6158952" y="124587"/>
          <a:ext cx="1569783" cy="8721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3025" tIns="73025" rIns="73025" bIns="7302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Launch</a:t>
          </a:r>
        </a:p>
      </dsp:txBody>
      <dsp:txXfrm>
        <a:off x="6158952" y="124587"/>
        <a:ext cx="1569783" cy="872109"/>
      </dsp:txXfrm>
    </dsp:sp>
    <dsp:sp modelId="{EF15DB00-C904-674A-B984-8CCE739B2F54}">
      <dsp:nvSpPr>
        <dsp:cNvPr id="0" name=""/>
        <dsp:cNvSpPr/>
      </dsp:nvSpPr>
      <dsp:spPr>
        <a:xfrm>
          <a:off x="4589169" y="996696"/>
          <a:ext cx="1569783" cy="34884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FA9B73C-D1FA-CA40-B148-B1FBEE378AC1}">
      <dsp:nvSpPr>
        <dsp:cNvPr id="0" name=""/>
        <dsp:cNvSpPr/>
      </dsp:nvSpPr>
      <dsp:spPr>
        <a:xfrm>
          <a:off x="4589169" y="253160"/>
          <a:ext cx="1569783" cy="7475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3025" tIns="73025" rIns="73025" bIns="7302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Build</a:t>
          </a:r>
        </a:p>
      </dsp:txBody>
      <dsp:txXfrm>
        <a:off x="4589169" y="253160"/>
        <a:ext cx="1569783" cy="747522"/>
      </dsp:txXfrm>
    </dsp:sp>
    <dsp:sp modelId="{8F6D2379-DD82-0F4C-8D8C-24BF3A8C1CC9}">
      <dsp:nvSpPr>
        <dsp:cNvPr id="0" name=""/>
        <dsp:cNvSpPr/>
      </dsp:nvSpPr>
      <dsp:spPr>
        <a:xfrm>
          <a:off x="3019386" y="996696"/>
          <a:ext cx="1569783" cy="3239262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639F681-D577-FE41-B8AC-41283A6CBF37}">
      <dsp:nvSpPr>
        <dsp:cNvPr id="0" name=""/>
        <dsp:cNvSpPr/>
      </dsp:nvSpPr>
      <dsp:spPr>
        <a:xfrm>
          <a:off x="3019386" y="373761"/>
          <a:ext cx="1569783" cy="622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3025" tIns="73025" rIns="73025" bIns="7302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Define</a:t>
          </a:r>
        </a:p>
      </dsp:txBody>
      <dsp:txXfrm>
        <a:off x="3019386" y="373761"/>
        <a:ext cx="1569783" cy="622935"/>
      </dsp:txXfrm>
    </dsp:sp>
    <dsp:sp modelId="{8753A7D7-0165-C640-92E5-102B43CCEC1E}">
      <dsp:nvSpPr>
        <dsp:cNvPr id="0" name=""/>
        <dsp:cNvSpPr/>
      </dsp:nvSpPr>
      <dsp:spPr>
        <a:xfrm>
          <a:off x="1449602" y="996696"/>
          <a:ext cx="1569783" cy="2990088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12FAC53-DD4A-5549-ADAD-7F3B475932FA}">
      <dsp:nvSpPr>
        <dsp:cNvPr id="0" name=""/>
        <dsp:cNvSpPr/>
      </dsp:nvSpPr>
      <dsp:spPr>
        <a:xfrm>
          <a:off x="1449602" y="498348"/>
          <a:ext cx="1569783" cy="498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3025" tIns="73025" rIns="73025" bIns="7302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Discover</a:t>
          </a:r>
        </a:p>
      </dsp:txBody>
      <dsp:txXfrm>
        <a:off x="1449602" y="498348"/>
        <a:ext cx="1569783" cy="498348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B5F829-F74F-DF44-94E5-8C2EDEB446FA}">
      <dsp:nvSpPr>
        <dsp:cNvPr id="0" name=""/>
        <dsp:cNvSpPr/>
      </dsp:nvSpPr>
      <dsp:spPr>
        <a:xfrm>
          <a:off x="0" y="1375740"/>
          <a:ext cx="10744200" cy="2232000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C81E729-356B-CA4E-BC6E-5F6367AFE52D}">
      <dsp:nvSpPr>
        <dsp:cNvPr id="0" name=""/>
        <dsp:cNvSpPr/>
      </dsp:nvSpPr>
      <dsp:spPr>
        <a:xfrm>
          <a:off x="8151007" y="1933740"/>
          <a:ext cx="1518772" cy="111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14960" rIns="0" bIns="31496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Learn</a:t>
          </a:r>
        </a:p>
      </dsp:txBody>
      <dsp:txXfrm>
        <a:off x="8151007" y="1933740"/>
        <a:ext cx="1518772" cy="1116000"/>
      </dsp:txXfrm>
    </dsp:sp>
    <dsp:sp modelId="{2A91E650-2EAB-3347-B5B8-CF833063C06B}">
      <dsp:nvSpPr>
        <dsp:cNvPr id="0" name=""/>
        <dsp:cNvSpPr/>
      </dsp:nvSpPr>
      <dsp:spPr>
        <a:xfrm>
          <a:off x="6328480" y="1933740"/>
          <a:ext cx="1518772" cy="111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14960" rIns="0" bIns="31496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Launch</a:t>
          </a:r>
        </a:p>
      </dsp:txBody>
      <dsp:txXfrm>
        <a:off x="6328480" y="1933740"/>
        <a:ext cx="1518772" cy="1116000"/>
      </dsp:txXfrm>
    </dsp:sp>
    <dsp:sp modelId="{DF017A84-33C3-144D-A586-D1DE74C2777D}">
      <dsp:nvSpPr>
        <dsp:cNvPr id="0" name=""/>
        <dsp:cNvSpPr/>
      </dsp:nvSpPr>
      <dsp:spPr>
        <a:xfrm>
          <a:off x="4505953" y="1933740"/>
          <a:ext cx="1518772" cy="111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14960" rIns="0" bIns="31496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Build</a:t>
          </a:r>
        </a:p>
      </dsp:txBody>
      <dsp:txXfrm>
        <a:off x="4505953" y="1933740"/>
        <a:ext cx="1518772" cy="1116000"/>
      </dsp:txXfrm>
    </dsp:sp>
    <dsp:sp modelId="{BA71FECA-9CEF-B347-B4B4-019291CAD8AF}">
      <dsp:nvSpPr>
        <dsp:cNvPr id="0" name=""/>
        <dsp:cNvSpPr/>
      </dsp:nvSpPr>
      <dsp:spPr>
        <a:xfrm>
          <a:off x="2683426" y="1933740"/>
          <a:ext cx="1518772" cy="111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14960" rIns="0" bIns="31496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Define</a:t>
          </a:r>
        </a:p>
      </dsp:txBody>
      <dsp:txXfrm>
        <a:off x="2683426" y="1933740"/>
        <a:ext cx="1518772" cy="1116000"/>
      </dsp:txXfrm>
    </dsp:sp>
    <dsp:sp modelId="{3FE5EFFC-6BAE-7345-B9BA-B6F797810E41}">
      <dsp:nvSpPr>
        <dsp:cNvPr id="0" name=""/>
        <dsp:cNvSpPr/>
      </dsp:nvSpPr>
      <dsp:spPr>
        <a:xfrm>
          <a:off x="860900" y="1933740"/>
          <a:ext cx="1518772" cy="111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14960" rIns="0" bIns="31496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Discover</a:t>
          </a:r>
        </a:p>
      </dsp:txBody>
      <dsp:txXfrm>
        <a:off x="860900" y="1933740"/>
        <a:ext cx="1518772" cy="1116000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C9E0D-AFD2-3E43-85B7-36FE277A6F79}">
      <dsp:nvSpPr>
        <dsp:cNvPr id="0" name=""/>
        <dsp:cNvSpPr/>
      </dsp:nvSpPr>
      <dsp:spPr>
        <a:xfrm>
          <a:off x="9674835" y="2649217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193934-2E31-494C-A571-F1A56463E04E}">
      <dsp:nvSpPr>
        <dsp:cNvPr id="0" name=""/>
        <dsp:cNvSpPr/>
      </dsp:nvSpPr>
      <dsp:spPr>
        <a:xfrm>
          <a:off x="9202327" y="2649217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83CE74C-972F-BB4C-9E28-ADDDA836C15D}">
      <dsp:nvSpPr>
        <dsp:cNvPr id="0" name=""/>
        <dsp:cNvSpPr/>
      </dsp:nvSpPr>
      <dsp:spPr>
        <a:xfrm>
          <a:off x="8730732" y="2649217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C50720B-D6F0-5848-B381-5E85711C1774}">
      <dsp:nvSpPr>
        <dsp:cNvPr id="0" name=""/>
        <dsp:cNvSpPr/>
      </dsp:nvSpPr>
      <dsp:spPr>
        <a:xfrm>
          <a:off x="8258225" y="2649217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1CC4C03-3A7C-EF44-8712-DEAFFBA21E3F}">
      <dsp:nvSpPr>
        <dsp:cNvPr id="0" name=""/>
        <dsp:cNvSpPr/>
      </dsp:nvSpPr>
      <dsp:spPr>
        <a:xfrm>
          <a:off x="7785718" y="2649217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9E43550-A1AF-104F-BA28-2EEBE2FAF88A}">
      <dsp:nvSpPr>
        <dsp:cNvPr id="0" name=""/>
        <dsp:cNvSpPr/>
      </dsp:nvSpPr>
      <dsp:spPr>
        <a:xfrm>
          <a:off x="7055977" y="2520145"/>
          <a:ext cx="516291" cy="5157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47E699D-36DE-AE42-A93A-C9EB025BCAC4}">
      <dsp:nvSpPr>
        <dsp:cNvPr id="0" name=""/>
        <dsp:cNvSpPr/>
      </dsp:nvSpPr>
      <dsp:spPr>
        <a:xfrm>
          <a:off x="9254321" y="2116483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066FB9E-CF30-3943-A9E8-B05BC61D4169}">
      <dsp:nvSpPr>
        <dsp:cNvPr id="0" name=""/>
        <dsp:cNvSpPr/>
      </dsp:nvSpPr>
      <dsp:spPr>
        <a:xfrm>
          <a:off x="9254321" y="3185440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A22A16E-DBB6-6846-A695-22584A314863}">
      <dsp:nvSpPr>
        <dsp:cNvPr id="0" name=""/>
        <dsp:cNvSpPr/>
      </dsp:nvSpPr>
      <dsp:spPr>
        <a:xfrm>
          <a:off x="9485102" y="2348215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66C91D0-85CC-BB44-9365-4E9661355CB9}">
      <dsp:nvSpPr>
        <dsp:cNvPr id="0" name=""/>
        <dsp:cNvSpPr/>
      </dsp:nvSpPr>
      <dsp:spPr>
        <a:xfrm>
          <a:off x="9499697" y="2955203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9ADBA07-8101-D241-805A-F33DD2A3EA7C}">
      <dsp:nvSpPr>
        <dsp:cNvPr id="0" name=""/>
        <dsp:cNvSpPr/>
      </dsp:nvSpPr>
      <dsp:spPr>
        <a:xfrm>
          <a:off x="4251035" y="1468133"/>
          <a:ext cx="2610648" cy="26108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Outcome</a:t>
          </a:r>
        </a:p>
      </dsp:txBody>
      <dsp:txXfrm>
        <a:off x="4633356" y="1850482"/>
        <a:ext cx="1846006" cy="1846147"/>
      </dsp:txXfrm>
    </dsp:sp>
    <dsp:sp modelId="{24E2E909-1829-7842-89CE-3B867784A591}">
      <dsp:nvSpPr>
        <dsp:cNvPr id="0" name=""/>
        <dsp:cNvSpPr/>
      </dsp:nvSpPr>
      <dsp:spPr>
        <a:xfrm>
          <a:off x="4372354" y="1048524"/>
          <a:ext cx="516291" cy="5157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5F5F545-AB21-E448-B915-F92A5ABE8B5A}">
      <dsp:nvSpPr>
        <dsp:cNvPr id="0" name=""/>
        <dsp:cNvSpPr/>
      </dsp:nvSpPr>
      <dsp:spPr>
        <a:xfrm>
          <a:off x="4081370" y="807323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DF3F9FE-D3B7-F947-B03A-0DA627F6DE10}">
      <dsp:nvSpPr>
        <dsp:cNvPr id="0" name=""/>
        <dsp:cNvSpPr/>
      </dsp:nvSpPr>
      <dsp:spPr>
        <a:xfrm>
          <a:off x="3548659" y="637885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521B88E-11AE-9B40-A477-D3C7FFC3F9C9}">
      <dsp:nvSpPr>
        <dsp:cNvPr id="0" name=""/>
        <dsp:cNvSpPr/>
      </dsp:nvSpPr>
      <dsp:spPr>
        <a:xfrm>
          <a:off x="3016861" y="637885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41C2C66-4817-814C-A89F-5A45C876EFD0}">
      <dsp:nvSpPr>
        <dsp:cNvPr id="0" name=""/>
        <dsp:cNvSpPr/>
      </dsp:nvSpPr>
      <dsp:spPr>
        <a:xfrm>
          <a:off x="2485062" y="637885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3ED42D8-654F-6543-8072-B757BAF7C154}">
      <dsp:nvSpPr>
        <dsp:cNvPr id="0" name=""/>
        <dsp:cNvSpPr/>
      </dsp:nvSpPr>
      <dsp:spPr>
        <a:xfrm>
          <a:off x="1953263" y="637885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0D1CCC2-3121-2545-808D-4F9528B34F90}">
      <dsp:nvSpPr>
        <dsp:cNvPr id="0" name=""/>
        <dsp:cNvSpPr/>
      </dsp:nvSpPr>
      <dsp:spPr>
        <a:xfrm>
          <a:off x="1420552" y="637885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6A744A3-DF42-1E4E-88EB-FE14B3D97AEF}">
      <dsp:nvSpPr>
        <dsp:cNvPr id="0" name=""/>
        <dsp:cNvSpPr/>
      </dsp:nvSpPr>
      <dsp:spPr>
        <a:xfrm>
          <a:off x="888754" y="637885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375339A-CC38-5A45-B940-E5FE11C80EF6}">
      <dsp:nvSpPr>
        <dsp:cNvPr id="0" name=""/>
        <dsp:cNvSpPr/>
      </dsp:nvSpPr>
      <dsp:spPr>
        <a:xfrm>
          <a:off x="885105" y="0"/>
          <a:ext cx="2911666" cy="644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Insight</a:t>
          </a:r>
        </a:p>
      </dsp:txBody>
      <dsp:txXfrm>
        <a:off x="885105" y="0"/>
        <a:ext cx="2911666" cy="644862"/>
      </dsp:txXfrm>
    </dsp:sp>
    <dsp:sp modelId="{F2DA25F7-4902-E041-92E4-27C7FE106114}">
      <dsp:nvSpPr>
        <dsp:cNvPr id="0" name=""/>
        <dsp:cNvSpPr/>
      </dsp:nvSpPr>
      <dsp:spPr>
        <a:xfrm>
          <a:off x="3691871" y="1856346"/>
          <a:ext cx="516291" cy="5157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ED854EA-A00E-D346-8FE1-7DA3BC9BF672}">
      <dsp:nvSpPr>
        <dsp:cNvPr id="0" name=""/>
        <dsp:cNvSpPr/>
      </dsp:nvSpPr>
      <dsp:spPr>
        <a:xfrm>
          <a:off x="3264060" y="1961996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98CB0C1-D539-784F-8129-35C47CD7BF7E}">
      <dsp:nvSpPr>
        <dsp:cNvPr id="0" name=""/>
        <dsp:cNvSpPr/>
      </dsp:nvSpPr>
      <dsp:spPr>
        <a:xfrm>
          <a:off x="2773310" y="1961996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FBE76CD-E130-3D41-A8ED-24FBC1DB861C}">
      <dsp:nvSpPr>
        <dsp:cNvPr id="0" name=""/>
        <dsp:cNvSpPr/>
      </dsp:nvSpPr>
      <dsp:spPr>
        <a:xfrm>
          <a:off x="2283471" y="1961996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E0ABE10-B886-3346-9318-7E804A9B839E}">
      <dsp:nvSpPr>
        <dsp:cNvPr id="0" name=""/>
        <dsp:cNvSpPr/>
      </dsp:nvSpPr>
      <dsp:spPr>
        <a:xfrm>
          <a:off x="1793632" y="1961996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8728806-FD56-D041-B56F-2328FFE020D1}">
      <dsp:nvSpPr>
        <dsp:cNvPr id="0" name=""/>
        <dsp:cNvSpPr/>
      </dsp:nvSpPr>
      <dsp:spPr>
        <a:xfrm>
          <a:off x="1302882" y="1961996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4EB7327-3343-B74A-BA5C-63EF0CC890CB}">
      <dsp:nvSpPr>
        <dsp:cNvPr id="0" name=""/>
        <dsp:cNvSpPr/>
      </dsp:nvSpPr>
      <dsp:spPr>
        <a:xfrm>
          <a:off x="813043" y="1961996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D17DF6B-9F96-5843-B457-D27B2E5ABD11}">
      <dsp:nvSpPr>
        <dsp:cNvPr id="0" name=""/>
        <dsp:cNvSpPr/>
      </dsp:nvSpPr>
      <dsp:spPr>
        <a:xfrm>
          <a:off x="811219" y="1326602"/>
          <a:ext cx="2709163" cy="644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Design</a:t>
          </a:r>
        </a:p>
      </dsp:txBody>
      <dsp:txXfrm>
        <a:off x="811219" y="1326602"/>
        <a:ext cx="2709163" cy="644862"/>
      </dsp:txXfrm>
    </dsp:sp>
    <dsp:sp modelId="{86D95B3E-CF6C-F748-9A80-3D4DC830E764}">
      <dsp:nvSpPr>
        <dsp:cNvPr id="0" name=""/>
        <dsp:cNvSpPr/>
      </dsp:nvSpPr>
      <dsp:spPr>
        <a:xfrm>
          <a:off x="3691871" y="3095737"/>
          <a:ext cx="516291" cy="5157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F295A37-5322-EA4D-8848-6AF8A15A31CD}">
      <dsp:nvSpPr>
        <dsp:cNvPr id="0" name=""/>
        <dsp:cNvSpPr/>
      </dsp:nvSpPr>
      <dsp:spPr>
        <a:xfrm>
          <a:off x="3264060" y="3402720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A87D34B-C999-C249-BDD4-401E78DF657A}">
      <dsp:nvSpPr>
        <dsp:cNvPr id="0" name=""/>
        <dsp:cNvSpPr/>
      </dsp:nvSpPr>
      <dsp:spPr>
        <a:xfrm>
          <a:off x="2773310" y="3402720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AC7943A-F017-074B-B8A6-814B20B1016A}">
      <dsp:nvSpPr>
        <dsp:cNvPr id="0" name=""/>
        <dsp:cNvSpPr/>
      </dsp:nvSpPr>
      <dsp:spPr>
        <a:xfrm>
          <a:off x="2283471" y="3402720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D389DF7-1CAB-6F45-A96A-3BADA848FD06}">
      <dsp:nvSpPr>
        <dsp:cNvPr id="0" name=""/>
        <dsp:cNvSpPr/>
      </dsp:nvSpPr>
      <dsp:spPr>
        <a:xfrm>
          <a:off x="1793632" y="3402720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E706F92-1A49-FB44-A47D-5F22F9F471FE}">
      <dsp:nvSpPr>
        <dsp:cNvPr id="0" name=""/>
        <dsp:cNvSpPr/>
      </dsp:nvSpPr>
      <dsp:spPr>
        <a:xfrm>
          <a:off x="1302882" y="3402720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8C7590E-F777-864B-AE31-B6E27E8B5C4D}">
      <dsp:nvSpPr>
        <dsp:cNvPr id="0" name=""/>
        <dsp:cNvSpPr/>
      </dsp:nvSpPr>
      <dsp:spPr>
        <a:xfrm>
          <a:off x="813043" y="3402720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4C2C14A-92EA-6747-93E8-54E16FC3BCC9}">
      <dsp:nvSpPr>
        <dsp:cNvPr id="0" name=""/>
        <dsp:cNvSpPr/>
      </dsp:nvSpPr>
      <dsp:spPr>
        <a:xfrm>
          <a:off x="811219" y="2764336"/>
          <a:ext cx="2709163" cy="644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Delivery</a:t>
          </a:r>
        </a:p>
      </dsp:txBody>
      <dsp:txXfrm>
        <a:off x="811219" y="2764336"/>
        <a:ext cx="2709163" cy="644862"/>
      </dsp:txXfrm>
    </dsp:sp>
    <dsp:sp modelId="{DCECFFB9-92F6-C347-93ED-8864BDE0C50A}">
      <dsp:nvSpPr>
        <dsp:cNvPr id="0" name=""/>
        <dsp:cNvSpPr/>
      </dsp:nvSpPr>
      <dsp:spPr>
        <a:xfrm>
          <a:off x="4372354" y="3986784"/>
          <a:ext cx="516291" cy="5157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EC21E43-28D3-DD45-9F9B-C316BB82FA90}">
      <dsp:nvSpPr>
        <dsp:cNvPr id="0" name=""/>
        <dsp:cNvSpPr/>
      </dsp:nvSpPr>
      <dsp:spPr>
        <a:xfrm>
          <a:off x="4076809" y="4481643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91C06C7-D5EC-3444-A87A-181BEBA93D81}">
      <dsp:nvSpPr>
        <dsp:cNvPr id="0" name=""/>
        <dsp:cNvSpPr/>
      </dsp:nvSpPr>
      <dsp:spPr>
        <a:xfrm>
          <a:off x="3545923" y="4725335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599A240-48F2-C649-A43E-E7270FFEB80F}">
      <dsp:nvSpPr>
        <dsp:cNvPr id="0" name=""/>
        <dsp:cNvSpPr/>
      </dsp:nvSpPr>
      <dsp:spPr>
        <a:xfrm>
          <a:off x="3014124" y="4725335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FF59476-4D40-F647-8A6F-9291DF360758}">
      <dsp:nvSpPr>
        <dsp:cNvPr id="0" name=""/>
        <dsp:cNvSpPr/>
      </dsp:nvSpPr>
      <dsp:spPr>
        <a:xfrm>
          <a:off x="2483238" y="4725335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8B6A3E7-6BEA-A146-9242-D4D312BAA56B}">
      <dsp:nvSpPr>
        <dsp:cNvPr id="0" name=""/>
        <dsp:cNvSpPr/>
      </dsp:nvSpPr>
      <dsp:spPr>
        <a:xfrm>
          <a:off x="1952351" y="4725335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A00FAEE-9376-3C4D-A1EB-F263100488FA}">
      <dsp:nvSpPr>
        <dsp:cNvPr id="0" name=""/>
        <dsp:cNvSpPr/>
      </dsp:nvSpPr>
      <dsp:spPr>
        <a:xfrm>
          <a:off x="1420552" y="4725335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A6706CE-13C0-B94C-BDFB-A132585BBB06}">
      <dsp:nvSpPr>
        <dsp:cNvPr id="0" name=""/>
        <dsp:cNvSpPr/>
      </dsp:nvSpPr>
      <dsp:spPr>
        <a:xfrm>
          <a:off x="889666" y="4725335"/>
          <a:ext cx="258145" cy="258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6A856FA-8AFA-CA40-845C-5B6CE878F977}">
      <dsp:nvSpPr>
        <dsp:cNvPr id="0" name=""/>
        <dsp:cNvSpPr/>
      </dsp:nvSpPr>
      <dsp:spPr>
        <a:xfrm>
          <a:off x="885105" y="4078480"/>
          <a:ext cx="2911666" cy="644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Learning</a:t>
          </a:r>
        </a:p>
      </dsp:txBody>
      <dsp:txXfrm>
        <a:off x="885105" y="4078480"/>
        <a:ext cx="2911666" cy="644862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AE8A59-E981-C649-A6F4-458514730A1D}">
      <dsp:nvSpPr>
        <dsp:cNvPr id="0" name=""/>
        <dsp:cNvSpPr/>
      </dsp:nvSpPr>
      <dsp:spPr>
        <a:xfrm>
          <a:off x="417596" y="1769930"/>
          <a:ext cx="1651501" cy="144361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3B0D22-41E0-D646-929E-7F5B5596FE49}">
      <dsp:nvSpPr>
        <dsp:cNvPr id="0" name=""/>
        <dsp:cNvSpPr/>
      </dsp:nvSpPr>
      <dsp:spPr>
        <a:xfrm>
          <a:off x="4721" y="2078864"/>
          <a:ext cx="825750" cy="825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100" kern="1200"/>
            <a:t>Discover</a:t>
          </a:r>
        </a:p>
      </dsp:txBody>
      <dsp:txXfrm>
        <a:off x="125649" y="2199792"/>
        <a:ext cx="583894" cy="583894"/>
      </dsp:txXfrm>
    </dsp:sp>
    <dsp:sp modelId="{459F3171-F95F-3942-9E35-473BF0BDA6B9}">
      <dsp:nvSpPr>
        <dsp:cNvPr id="0" name=""/>
        <dsp:cNvSpPr/>
      </dsp:nvSpPr>
      <dsp:spPr>
        <a:xfrm>
          <a:off x="2585191" y="1769930"/>
          <a:ext cx="1651501" cy="144361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980563-CA1A-1746-8E41-8CDE35E0659A}">
      <dsp:nvSpPr>
        <dsp:cNvPr id="0" name=""/>
        <dsp:cNvSpPr/>
      </dsp:nvSpPr>
      <dsp:spPr>
        <a:xfrm>
          <a:off x="2172316" y="2078864"/>
          <a:ext cx="825750" cy="825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100" kern="1200"/>
            <a:t>Define</a:t>
          </a:r>
        </a:p>
      </dsp:txBody>
      <dsp:txXfrm>
        <a:off x="2293244" y="2199792"/>
        <a:ext cx="583894" cy="583894"/>
      </dsp:txXfrm>
    </dsp:sp>
    <dsp:sp modelId="{973A974A-75CD-C54B-88F3-8F7E72EFCCF7}">
      <dsp:nvSpPr>
        <dsp:cNvPr id="0" name=""/>
        <dsp:cNvSpPr/>
      </dsp:nvSpPr>
      <dsp:spPr>
        <a:xfrm>
          <a:off x="4752787" y="1769930"/>
          <a:ext cx="1651501" cy="144361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A47A70-B85F-F545-9AE6-6680DCF07915}">
      <dsp:nvSpPr>
        <dsp:cNvPr id="0" name=""/>
        <dsp:cNvSpPr/>
      </dsp:nvSpPr>
      <dsp:spPr>
        <a:xfrm>
          <a:off x="4339911" y="2078864"/>
          <a:ext cx="825750" cy="825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100" kern="1200"/>
            <a:t>Build</a:t>
          </a:r>
        </a:p>
      </dsp:txBody>
      <dsp:txXfrm>
        <a:off x="4460839" y="2199792"/>
        <a:ext cx="583894" cy="583894"/>
      </dsp:txXfrm>
    </dsp:sp>
    <dsp:sp modelId="{3665B5FA-9BD6-F24C-942D-D20CB3C931D3}">
      <dsp:nvSpPr>
        <dsp:cNvPr id="0" name=""/>
        <dsp:cNvSpPr/>
      </dsp:nvSpPr>
      <dsp:spPr>
        <a:xfrm>
          <a:off x="6920382" y="1769930"/>
          <a:ext cx="1651501" cy="144361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5296A-9402-3047-BEAF-C99D48A7D0BC}">
      <dsp:nvSpPr>
        <dsp:cNvPr id="0" name=""/>
        <dsp:cNvSpPr/>
      </dsp:nvSpPr>
      <dsp:spPr>
        <a:xfrm>
          <a:off x="6507506" y="2078864"/>
          <a:ext cx="825750" cy="825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100" kern="1200"/>
            <a:t>Launch</a:t>
          </a:r>
        </a:p>
      </dsp:txBody>
      <dsp:txXfrm>
        <a:off x="6628434" y="2199792"/>
        <a:ext cx="583894" cy="583894"/>
      </dsp:txXfrm>
    </dsp:sp>
    <dsp:sp modelId="{4B8D6C0E-3C44-D04C-B7C0-4162F2900CD2}">
      <dsp:nvSpPr>
        <dsp:cNvPr id="0" name=""/>
        <dsp:cNvSpPr/>
      </dsp:nvSpPr>
      <dsp:spPr>
        <a:xfrm>
          <a:off x="9087977" y="1769930"/>
          <a:ext cx="1651501" cy="144361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7F9DB0-1F3E-724F-8C39-5E47C37C73B7}">
      <dsp:nvSpPr>
        <dsp:cNvPr id="0" name=""/>
        <dsp:cNvSpPr/>
      </dsp:nvSpPr>
      <dsp:spPr>
        <a:xfrm>
          <a:off x="8675102" y="2078864"/>
          <a:ext cx="825750" cy="825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100" kern="1200"/>
            <a:t>Learn</a:t>
          </a:r>
        </a:p>
      </dsp:txBody>
      <dsp:txXfrm>
        <a:off x="8796030" y="2199792"/>
        <a:ext cx="583894" cy="583894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76333F-DF17-8A45-861D-93F57BF215F3}">
      <dsp:nvSpPr>
        <dsp:cNvPr id="0" name=""/>
        <dsp:cNvSpPr/>
      </dsp:nvSpPr>
      <dsp:spPr>
        <a:xfrm>
          <a:off x="585949" y="1986361"/>
          <a:ext cx="1647646" cy="1647646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C7AE866-31AF-FB4E-9CF8-DCB346658932}">
      <dsp:nvSpPr>
        <dsp:cNvPr id="0" name=""/>
        <dsp:cNvSpPr/>
      </dsp:nvSpPr>
      <dsp:spPr>
        <a:xfrm rot="17700000">
          <a:off x="1166505" y="643192"/>
          <a:ext cx="2048207" cy="987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0" tIns="0" rIns="0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Discover</a:t>
          </a:r>
        </a:p>
      </dsp:txBody>
      <dsp:txXfrm>
        <a:off x="1166505" y="643192"/>
        <a:ext cx="2048207" cy="987077"/>
      </dsp:txXfrm>
    </dsp:sp>
    <dsp:sp modelId="{DA28499A-50DD-1944-947C-F1B2D7DD6614}">
      <dsp:nvSpPr>
        <dsp:cNvPr id="0" name=""/>
        <dsp:cNvSpPr/>
      </dsp:nvSpPr>
      <dsp:spPr>
        <a:xfrm>
          <a:off x="2357833" y="1986361"/>
          <a:ext cx="1647646" cy="1647646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6962DD5-8C8A-F540-93E6-48DA13EA4B5D}">
      <dsp:nvSpPr>
        <dsp:cNvPr id="0" name=""/>
        <dsp:cNvSpPr/>
      </dsp:nvSpPr>
      <dsp:spPr>
        <a:xfrm rot="17700000">
          <a:off x="2938390" y="643192"/>
          <a:ext cx="2048207" cy="987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0" tIns="0" rIns="0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Define</a:t>
          </a:r>
        </a:p>
      </dsp:txBody>
      <dsp:txXfrm>
        <a:off x="2938390" y="643192"/>
        <a:ext cx="2048207" cy="987077"/>
      </dsp:txXfrm>
    </dsp:sp>
    <dsp:sp modelId="{B0C64F49-C42D-B54D-8B76-7AD1D064CEB9}">
      <dsp:nvSpPr>
        <dsp:cNvPr id="0" name=""/>
        <dsp:cNvSpPr/>
      </dsp:nvSpPr>
      <dsp:spPr>
        <a:xfrm>
          <a:off x="4129718" y="1986361"/>
          <a:ext cx="1647646" cy="1647646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764EE1F-77F5-3148-8268-27D1737AB91D}">
      <dsp:nvSpPr>
        <dsp:cNvPr id="0" name=""/>
        <dsp:cNvSpPr/>
      </dsp:nvSpPr>
      <dsp:spPr>
        <a:xfrm rot="17700000">
          <a:off x="4710274" y="643192"/>
          <a:ext cx="2048207" cy="987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0" tIns="0" rIns="0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Build</a:t>
          </a:r>
        </a:p>
      </dsp:txBody>
      <dsp:txXfrm>
        <a:off x="4710274" y="643192"/>
        <a:ext cx="2048207" cy="987077"/>
      </dsp:txXfrm>
    </dsp:sp>
    <dsp:sp modelId="{BB2EC076-8990-8D4F-89B7-1FF8DE783D10}">
      <dsp:nvSpPr>
        <dsp:cNvPr id="0" name=""/>
        <dsp:cNvSpPr/>
      </dsp:nvSpPr>
      <dsp:spPr>
        <a:xfrm>
          <a:off x="5901603" y="1986361"/>
          <a:ext cx="1647646" cy="1647646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866672-B000-4943-8526-7E7D1D2CA5B1}">
      <dsp:nvSpPr>
        <dsp:cNvPr id="0" name=""/>
        <dsp:cNvSpPr/>
      </dsp:nvSpPr>
      <dsp:spPr>
        <a:xfrm rot="17700000">
          <a:off x="6482159" y="643192"/>
          <a:ext cx="2048207" cy="987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0" tIns="0" rIns="0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Launch</a:t>
          </a:r>
        </a:p>
      </dsp:txBody>
      <dsp:txXfrm>
        <a:off x="6482159" y="643192"/>
        <a:ext cx="2048207" cy="987077"/>
      </dsp:txXfrm>
    </dsp:sp>
    <dsp:sp modelId="{950936B7-426A-654A-86DD-9269D7DACA96}">
      <dsp:nvSpPr>
        <dsp:cNvPr id="0" name=""/>
        <dsp:cNvSpPr/>
      </dsp:nvSpPr>
      <dsp:spPr>
        <a:xfrm>
          <a:off x="7673487" y="1986361"/>
          <a:ext cx="1647646" cy="1647646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E4DE81D-B628-C843-A5F3-F4A35F18CEF7}">
      <dsp:nvSpPr>
        <dsp:cNvPr id="0" name=""/>
        <dsp:cNvSpPr/>
      </dsp:nvSpPr>
      <dsp:spPr>
        <a:xfrm rot="17700000">
          <a:off x="8254043" y="643192"/>
          <a:ext cx="2048207" cy="987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0" tIns="0" rIns="0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Learn</a:t>
          </a:r>
        </a:p>
      </dsp:txBody>
      <dsp:txXfrm>
        <a:off x="8254043" y="643192"/>
        <a:ext cx="2048207" cy="987077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DFC2CD-0B34-894C-AD93-3286FEBF1F87}">
      <dsp:nvSpPr>
        <dsp:cNvPr id="0" name=""/>
        <dsp:cNvSpPr/>
      </dsp:nvSpPr>
      <dsp:spPr>
        <a:xfrm>
          <a:off x="0" y="1495043"/>
          <a:ext cx="10744200" cy="1993392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08800-09F3-DE4D-ACDA-D5A808508787}">
      <dsp:nvSpPr>
        <dsp:cNvPr id="0" name=""/>
        <dsp:cNvSpPr/>
      </dsp:nvSpPr>
      <dsp:spPr>
        <a:xfrm>
          <a:off x="4249" y="0"/>
          <a:ext cx="1857938" cy="1993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b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Discover</a:t>
          </a:r>
        </a:p>
      </dsp:txBody>
      <dsp:txXfrm>
        <a:off x="4249" y="0"/>
        <a:ext cx="1857938" cy="1993392"/>
      </dsp:txXfrm>
    </dsp:sp>
    <dsp:sp modelId="{57BEEE47-6D85-7040-889A-C30D956EF514}">
      <dsp:nvSpPr>
        <dsp:cNvPr id="0" name=""/>
        <dsp:cNvSpPr/>
      </dsp:nvSpPr>
      <dsp:spPr>
        <a:xfrm>
          <a:off x="684044" y="2242565"/>
          <a:ext cx="498348" cy="4983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E99EA4F-1FF0-A54B-B586-B62F09E2BA25}">
      <dsp:nvSpPr>
        <dsp:cNvPr id="0" name=""/>
        <dsp:cNvSpPr/>
      </dsp:nvSpPr>
      <dsp:spPr>
        <a:xfrm>
          <a:off x="1955085" y="2990087"/>
          <a:ext cx="1857938" cy="1993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Define</a:t>
          </a:r>
        </a:p>
      </dsp:txBody>
      <dsp:txXfrm>
        <a:off x="1955085" y="2990087"/>
        <a:ext cx="1857938" cy="1993392"/>
      </dsp:txXfrm>
    </dsp:sp>
    <dsp:sp modelId="{E2B995BC-2478-CC49-B582-B17488D1EC64}">
      <dsp:nvSpPr>
        <dsp:cNvPr id="0" name=""/>
        <dsp:cNvSpPr/>
      </dsp:nvSpPr>
      <dsp:spPr>
        <a:xfrm>
          <a:off x="2634880" y="2242565"/>
          <a:ext cx="498348" cy="4983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696812D-0F69-BB47-AF75-338EF58D81E3}">
      <dsp:nvSpPr>
        <dsp:cNvPr id="0" name=""/>
        <dsp:cNvSpPr/>
      </dsp:nvSpPr>
      <dsp:spPr>
        <a:xfrm>
          <a:off x="3905920" y="0"/>
          <a:ext cx="1857938" cy="1993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b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Build</a:t>
          </a:r>
        </a:p>
      </dsp:txBody>
      <dsp:txXfrm>
        <a:off x="3905920" y="0"/>
        <a:ext cx="1857938" cy="1993392"/>
      </dsp:txXfrm>
    </dsp:sp>
    <dsp:sp modelId="{4ED2551B-867D-E24A-AC70-85315F79E457}">
      <dsp:nvSpPr>
        <dsp:cNvPr id="0" name=""/>
        <dsp:cNvSpPr/>
      </dsp:nvSpPr>
      <dsp:spPr>
        <a:xfrm>
          <a:off x="4585716" y="2242565"/>
          <a:ext cx="498348" cy="4983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FDEA956-2886-F546-9491-659F83B406BA}">
      <dsp:nvSpPr>
        <dsp:cNvPr id="0" name=""/>
        <dsp:cNvSpPr/>
      </dsp:nvSpPr>
      <dsp:spPr>
        <a:xfrm>
          <a:off x="5856756" y="2990087"/>
          <a:ext cx="1857938" cy="1993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Launch</a:t>
          </a:r>
        </a:p>
      </dsp:txBody>
      <dsp:txXfrm>
        <a:off x="5856756" y="2990087"/>
        <a:ext cx="1857938" cy="1993392"/>
      </dsp:txXfrm>
    </dsp:sp>
    <dsp:sp modelId="{E3755B95-2C9D-E646-9774-D74E34F3EEBC}">
      <dsp:nvSpPr>
        <dsp:cNvPr id="0" name=""/>
        <dsp:cNvSpPr/>
      </dsp:nvSpPr>
      <dsp:spPr>
        <a:xfrm>
          <a:off x="6536551" y="2242565"/>
          <a:ext cx="498348" cy="4983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CA0BDA0-5B9C-DA43-ACB5-740A774D7030}">
      <dsp:nvSpPr>
        <dsp:cNvPr id="0" name=""/>
        <dsp:cNvSpPr/>
      </dsp:nvSpPr>
      <dsp:spPr>
        <a:xfrm>
          <a:off x="7807591" y="0"/>
          <a:ext cx="1857938" cy="1993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b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Learn</a:t>
          </a:r>
        </a:p>
      </dsp:txBody>
      <dsp:txXfrm>
        <a:off x="7807591" y="0"/>
        <a:ext cx="1857938" cy="1993392"/>
      </dsp:txXfrm>
    </dsp:sp>
    <dsp:sp modelId="{333AEC7F-6CF7-1549-AF84-B2C4E89DFB9D}">
      <dsp:nvSpPr>
        <dsp:cNvPr id="0" name=""/>
        <dsp:cNvSpPr/>
      </dsp:nvSpPr>
      <dsp:spPr>
        <a:xfrm>
          <a:off x="8487387" y="2242565"/>
          <a:ext cx="498348" cy="4983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755D7-CAA7-804F-B721-B079D33360E6}">
      <dsp:nvSpPr>
        <dsp:cNvPr id="0" name=""/>
        <dsp:cNvSpPr/>
      </dsp:nvSpPr>
      <dsp:spPr>
        <a:xfrm>
          <a:off x="8677511" y="1502444"/>
          <a:ext cx="1978613" cy="19789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E468704-6C07-0D40-B0B1-870537C4C7AB}">
      <dsp:nvSpPr>
        <dsp:cNvPr id="0" name=""/>
        <dsp:cNvSpPr/>
      </dsp:nvSpPr>
      <dsp:spPr>
        <a:xfrm>
          <a:off x="8742798" y="1568421"/>
          <a:ext cx="1846986" cy="184698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Learn</a:t>
          </a:r>
        </a:p>
      </dsp:txBody>
      <dsp:txXfrm>
        <a:off x="9007104" y="1832325"/>
        <a:ext cx="1319426" cy="1319175"/>
      </dsp:txXfrm>
    </dsp:sp>
    <dsp:sp modelId="{7B09D3BA-4354-2644-B43E-F637FF537A0C}">
      <dsp:nvSpPr>
        <dsp:cNvPr id="0" name=""/>
        <dsp:cNvSpPr/>
      </dsp:nvSpPr>
      <dsp:spPr>
        <a:xfrm rot="2700000">
          <a:off x="6631619" y="1502547"/>
          <a:ext cx="1978384" cy="1978384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8FE30B8-A641-7943-A4EA-FBE217D41354}">
      <dsp:nvSpPr>
        <dsp:cNvPr id="0" name=""/>
        <dsp:cNvSpPr/>
      </dsp:nvSpPr>
      <dsp:spPr>
        <a:xfrm>
          <a:off x="6698897" y="1568421"/>
          <a:ext cx="1846986" cy="184698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Launch</a:t>
          </a:r>
        </a:p>
      </dsp:txBody>
      <dsp:txXfrm>
        <a:off x="6962151" y="1832325"/>
        <a:ext cx="1319426" cy="1319175"/>
      </dsp:txXfrm>
    </dsp:sp>
    <dsp:sp modelId="{B0E8304C-AFA9-0A48-BD7F-3D3975F5E814}">
      <dsp:nvSpPr>
        <dsp:cNvPr id="0" name=""/>
        <dsp:cNvSpPr/>
      </dsp:nvSpPr>
      <dsp:spPr>
        <a:xfrm rot="2700000">
          <a:off x="4587718" y="1502547"/>
          <a:ext cx="1978384" cy="1978384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CBBB14-622B-1345-B249-12DED3AA1F72}">
      <dsp:nvSpPr>
        <dsp:cNvPr id="0" name=""/>
        <dsp:cNvSpPr/>
      </dsp:nvSpPr>
      <dsp:spPr>
        <a:xfrm>
          <a:off x="4653944" y="1568421"/>
          <a:ext cx="1846986" cy="184698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Build</a:t>
          </a:r>
        </a:p>
      </dsp:txBody>
      <dsp:txXfrm>
        <a:off x="4917197" y="1832325"/>
        <a:ext cx="1319426" cy="1319175"/>
      </dsp:txXfrm>
    </dsp:sp>
    <dsp:sp modelId="{65111440-F5C2-FE44-927C-6F9FD726ED19}">
      <dsp:nvSpPr>
        <dsp:cNvPr id="0" name=""/>
        <dsp:cNvSpPr/>
      </dsp:nvSpPr>
      <dsp:spPr>
        <a:xfrm rot="2700000">
          <a:off x="2542765" y="1502547"/>
          <a:ext cx="1978384" cy="1978384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C8EC59-6520-9F43-911C-7D1EB1D55246}">
      <dsp:nvSpPr>
        <dsp:cNvPr id="0" name=""/>
        <dsp:cNvSpPr/>
      </dsp:nvSpPr>
      <dsp:spPr>
        <a:xfrm>
          <a:off x="2608991" y="1568421"/>
          <a:ext cx="1846986" cy="184698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Define</a:t>
          </a:r>
        </a:p>
      </dsp:txBody>
      <dsp:txXfrm>
        <a:off x="2873297" y="1832325"/>
        <a:ext cx="1319426" cy="1319175"/>
      </dsp:txXfrm>
    </dsp:sp>
    <dsp:sp modelId="{59EFF719-C8FB-DF4E-B5AD-D5E59B9AA3A7}">
      <dsp:nvSpPr>
        <dsp:cNvPr id="0" name=""/>
        <dsp:cNvSpPr/>
      </dsp:nvSpPr>
      <dsp:spPr>
        <a:xfrm rot="2700000">
          <a:off x="497812" y="1502547"/>
          <a:ext cx="1978384" cy="1978384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518AE11-A681-574A-9630-8C5B1133B0D4}">
      <dsp:nvSpPr>
        <dsp:cNvPr id="0" name=""/>
        <dsp:cNvSpPr/>
      </dsp:nvSpPr>
      <dsp:spPr>
        <a:xfrm>
          <a:off x="564037" y="1568421"/>
          <a:ext cx="1846986" cy="184698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Discover</a:t>
          </a:r>
        </a:p>
      </dsp:txBody>
      <dsp:txXfrm>
        <a:off x="828344" y="1832325"/>
        <a:ext cx="1319426" cy="1319175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D0C0B8-BF54-FC43-9411-191D083DF9B9}">
      <dsp:nvSpPr>
        <dsp:cNvPr id="0" name=""/>
        <dsp:cNvSpPr/>
      </dsp:nvSpPr>
      <dsp:spPr>
        <a:xfrm>
          <a:off x="2623" y="2024828"/>
          <a:ext cx="2334555" cy="933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Discover</a:t>
          </a:r>
        </a:p>
      </dsp:txBody>
      <dsp:txXfrm>
        <a:off x="469534" y="2024828"/>
        <a:ext cx="1400733" cy="933822"/>
      </dsp:txXfrm>
    </dsp:sp>
    <dsp:sp modelId="{9A756267-B75F-F746-81AF-A79E63253639}">
      <dsp:nvSpPr>
        <dsp:cNvPr id="0" name=""/>
        <dsp:cNvSpPr/>
      </dsp:nvSpPr>
      <dsp:spPr>
        <a:xfrm>
          <a:off x="2103722" y="2024828"/>
          <a:ext cx="2334555" cy="933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Define</a:t>
          </a:r>
        </a:p>
      </dsp:txBody>
      <dsp:txXfrm>
        <a:off x="2570633" y="2024828"/>
        <a:ext cx="1400733" cy="933822"/>
      </dsp:txXfrm>
    </dsp:sp>
    <dsp:sp modelId="{C798B26C-6284-ED47-9799-D99DB3AA842E}">
      <dsp:nvSpPr>
        <dsp:cNvPr id="0" name=""/>
        <dsp:cNvSpPr/>
      </dsp:nvSpPr>
      <dsp:spPr>
        <a:xfrm>
          <a:off x="4204822" y="2024828"/>
          <a:ext cx="2334555" cy="933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Build</a:t>
          </a:r>
        </a:p>
      </dsp:txBody>
      <dsp:txXfrm>
        <a:off x="4671733" y="2024828"/>
        <a:ext cx="1400733" cy="933822"/>
      </dsp:txXfrm>
    </dsp:sp>
    <dsp:sp modelId="{A95B5602-4B2B-DD49-8737-F484B89764BF}">
      <dsp:nvSpPr>
        <dsp:cNvPr id="0" name=""/>
        <dsp:cNvSpPr/>
      </dsp:nvSpPr>
      <dsp:spPr>
        <a:xfrm>
          <a:off x="6305922" y="2024828"/>
          <a:ext cx="2334555" cy="933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Launch</a:t>
          </a:r>
        </a:p>
      </dsp:txBody>
      <dsp:txXfrm>
        <a:off x="6772833" y="2024828"/>
        <a:ext cx="1400733" cy="933822"/>
      </dsp:txXfrm>
    </dsp:sp>
    <dsp:sp modelId="{E90822CE-B242-3641-BD10-6E7C51FDBBE8}">
      <dsp:nvSpPr>
        <dsp:cNvPr id="0" name=""/>
        <dsp:cNvSpPr/>
      </dsp:nvSpPr>
      <dsp:spPr>
        <a:xfrm>
          <a:off x="8407021" y="2024828"/>
          <a:ext cx="2334555" cy="933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Learn</a:t>
          </a:r>
        </a:p>
      </dsp:txBody>
      <dsp:txXfrm>
        <a:off x="8873932" y="2024828"/>
        <a:ext cx="1400733" cy="933822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955056-0EC9-A149-8BA7-CD614DE0C24B}">
      <dsp:nvSpPr>
        <dsp:cNvPr id="0" name=""/>
        <dsp:cNvSpPr/>
      </dsp:nvSpPr>
      <dsp:spPr>
        <a:xfrm>
          <a:off x="1689" y="2035538"/>
          <a:ext cx="1890989" cy="72992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076BFD5-53A5-B041-98D6-3CF8B681F3D1}">
      <dsp:nvSpPr>
        <dsp:cNvPr id="0" name=""/>
        <dsp:cNvSpPr/>
      </dsp:nvSpPr>
      <dsp:spPr>
        <a:xfrm>
          <a:off x="505953" y="2218019"/>
          <a:ext cx="1596835" cy="7299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Discover</a:t>
          </a:r>
        </a:p>
      </dsp:txBody>
      <dsp:txXfrm>
        <a:off x="527332" y="2239398"/>
        <a:ext cx="1554077" cy="687164"/>
      </dsp:txXfrm>
    </dsp:sp>
    <dsp:sp modelId="{EFDB667C-AC84-2B4E-8B9B-B8E670F91FC8}">
      <dsp:nvSpPr>
        <dsp:cNvPr id="0" name=""/>
        <dsp:cNvSpPr/>
      </dsp:nvSpPr>
      <dsp:spPr>
        <a:xfrm>
          <a:off x="2161619" y="2035538"/>
          <a:ext cx="1890989" cy="72992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37CF969-C7C7-8947-982F-1DF83B3BEF34}">
      <dsp:nvSpPr>
        <dsp:cNvPr id="0" name=""/>
        <dsp:cNvSpPr/>
      </dsp:nvSpPr>
      <dsp:spPr>
        <a:xfrm>
          <a:off x="2665883" y="2218019"/>
          <a:ext cx="1596835" cy="7299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Define</a:t>
          </a:r>
        </a:p>
      </dsp:txBody>
      <dsp:txXfrm>
        <a:off x="2687262" y="2239398"/>
        <a:ext cx="1554077" cy="687164"/>
      </dsp:txXfrm>
    </dsp:sp>
    <dsp:sp modelId="{6C5709CC-5714-B941-9629-09A399E041FA}">
      <dsp:nvSpPr>
        <dsp:cNvPr id="0" name=""/>
        <dsp:cNvSpPr/>
      </dsp:nvSpPr>
      <dsp:spPr>
        <a:xfrm>
          <a:off x="4321550" y="2035538"/>
          <a:ext cx="1890989" cy="72992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63D24A0-49D2-964C-84C0-4F872D6E9687}">
      <dsp:nvSpPr>
        <dsp:cNvPr id="0" name=""/>
        <dsp:cNvSpPr/>
      </dsp:nvSpPr>
      <dsp:spPr>
        <a:xfrm>
          <a:off x="4825814" y="2218019"/>
          <a:ext cx="1596835" cy="7299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Build</a:t>
          </a:r>
        </a:p>
      </dsp:txBody>
      <dsp:txXfrm>
        <a:off x="4847193" y="2239398"/>
        <a:ext cx="1554077" cy="687164"/>
      </dsp:txXfrm>
    </dsp:sp>
    <dsp:sp modelId="{FC7FA702-39B4-694A-BC34-DE16C2CE776C}">
      <dsp:nvSpPr>
        <dsp:cNvPr id="0" name=""/>
        <dsp:cNvSpPr/>
      </dsp:nvSpPr>
      <dsp:spPr>
        <a:xfrm>
          <a:off x="6481480" y="2035538"/>
          <a:ext cx="1890989" cy="72992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22B1B03-286D-FA4F-8D16-441418F45BD6}">
      <dsp:nvSpPr>
        <dsp:cNvPr id="0" name=""/>
        <dsp:cNvSpPr/>
      </dsp:nvSpPr>
      <dsp:spPr>
        <a:xfrm>
          <a:off x="6985744" y="2218019"/>
          <a:ext cx="1596835" cy="7299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Launch</a:t>
          </a:r>
        </a:p>
      </dsp:txBody>
      <dsp:txXfrm>
        <a:off x="7007123" y="2239398"/>
        <a:ext cx="1554077" cy="687164"/>
      </dsp:txXfrm>
    </dsp:sp>
    <dsp:sp modelId="{C1C4C191-0C61-2C43-88BE-C1A7AFBA37FB}">
      <dsp:nvSpPr>
        <dsp:cNvPr id="0" name=""/>
        <dsp:cNvSpPr/>
      </dsp:nvSpPr>
      <dsp:spPr>
        <a:xfrm>
          <a:off x="8641411" y="2035538"/>
          <a:ext cx="1890989" cy="72992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694C125-45C5-A148-B985-35FD02AA3FAE}">
      <dsp:nvSpPr>
        <dsp:cNvPr id="0" name=""/>
        <dsp:cNvSpPr/>
      </dsp:nvSpPr>
      <dsp:spPr>
        <a:xfrm>
          <a:off x="9145674" y="2218019"/>
          <a:ext cx="1596835" cy="7299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Learn</a:t>
          </a:r>
        </a:p>
      </dsp:txBody>
      <dsp:txXfrm>
        <a:off x="9167053" y="2239398"/>
        <a:ext cx="1554077" cy="687164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99B19C-2046-3349-BEEF-843B1280B58A}">
      <dsp:nvSpPr>
        <dsp:cNvPr id="0" name=""/>
        <dsp:cNvSpPr/>
      </dsp:nvSpPr>
      <dsp:spPr>
        <a:xfrm>
          <a:off x="1311" y="1980236"/>
          <a:ext cx="2557518" cy="10230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6022" tIns="88011" rIns="44006" bIns="88011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Discover</a:t>
          </a:r>
        </a:p>
      </dsp:txBody>
      <dsp:txXfrm>
        <a:off x="1311" y="1980236"/>
        <a:ext cx="2301766" cy="1023007"/>
      </dsp:txXfrm>
    </dsp:sp>
    <dsp:sp modelId="{3DFC1B29-8A14-154F-A8BA-36264FE64CBA}">
      <dsp:nvSpPr>
        <dsp:cNvPr id="0" name=""/>
        <dsp:cNvSpPr/>
      </dsp:nvSpPr>
      <dsp:spPr>
        <a:xfrm>
          <a:off x="2047326" y="1980236"/>
          <a:ext cx="2557518" cy="10230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2017" tIns="88011" rIns="44006" bIns="88011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Define</a:t>
          </a:r>
        </a:p>
      </dsp:txBody>
      <dsp:txXfrm>
        <a:off x="2558830" y="1980236"/>
        <a:ext cx="1534511" cy="1023007"/>
      </dsp:txXfrm>
    </dsp:sp>
    <dsp:sp modelId="{752E5662-5E91-DE47-AAC1-51ED017C7E84}">
      <dsp:nvSpPr>
        <dsp:cNvPr id="0" name=""/>
        <dsp:cNvSpPr/>
      </dsp:nvSpPr>
      <dsp:spPr>
        <a:xfrm>
          <a:off x="4093340" y="1980236"/>
          <a:ext cx="2557518" cy="10230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2017" tIns="88011" rIns="44006" bIns="88011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Build</a:t>
          </a:r>
        </a:p>
      </dsp:txBody>
      <dsp:txXfrm>
        <a:off x="4604844" y="1980236"/>
        <a:ext cx="1534511" cy="1023007"/>
      </dsp:txXfrm>
    </dsp:sp>
    <dsp:sp modelId="{6D5FD4CA-1C24-C643-95E0-7A4FF1B06D1F}">
      <dsp:nvSpPr>
        <dsp:cNvPr id="0" name=""/>
        <dsp:cNvSpPr/>
      </dsp:nvSpPr>
      <dsp:spPr>
        <a:xfrm>
          <a:off x="6139355" y="1980236"/>
          <a:ext cx="2557518" cy="10230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2017" tIns="88011" rIns="44006" bIns="88011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Launch</a:t>
          </a:r>
        </a:p>
      </dsp:txBody>
      <dsp:txXfrm>
        <a:off x="6650859" y="1980236"/>
        <a:ext cx="1534511" cy="1023007"/>
      </dsp:txXfrm>
    </dsp:sp>
    <dsp:sp modelId="{3C9ED170-70A7-4147-B55D-68451C7B7203}">
      <dsp:nvSpPr>
        <dsp:cNvPr id="0" name=""/>
        <dsp:cNvSpPr/>
      </dsp:nvSpPr>
      <dsp:spPr>
        <a:xfrm>
          <a:off x="8185370" y="1980236"/>
          <a:ext cx="2557518" cy="10230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2017" tIns="88011" rIns="44006" bIns="88011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Learn</a:t>
          </a:r>
        </a:p>
      </dsp:txBody>
      <dsp:txXfrm>
        <a:off x="8696874" y="1980236"/>
        <a:ext cx="1534511" cy="1023007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EA10FB-F44E-6249-AAF8-4B0851CF9813}">
      <dsp:nvSpPr>
        <dsp:cNvPr id="0" name=""/>
        <dsp:cNvSpPr/>
      </dsp:nvSpPr>
      <dsp:spPr>
        <a:xfrm>
          <a:off x="4252038" y="722"/>
          <a:ext cx="2240123" cy="896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Discover</a:t>
          </a:r>
        </a:p>
      </dsp:txBody>
      <dsp:txXfrm>
        <a:off x="4700063" y="722"/>
        <a:ext cx="1344074" cy="896049"/>
      </dsp:txXfrm>
    </dsp:sp>
    <dsp:sp modelId="{C468BE4A-EA53-D447-81AF-6CEC47D47D99}">
      <dsp:nvSpPr>
        <dsp:cNvPr id="0" name=""/>
        <dsp:cNvSpPr/>
      </dsp:nvSpPr>
      <dsp:spPr>
        <a:xfrm>
          <a:off x="4252038" y="1022218"/>
          <a:ext cx="2240123" cy="896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Define</a:t>
          </a:r>
        </a:p>
      </dsp:txBody>
      <dsp:txXfrm>
        <a:off x="4700063" y="1022218"/>
        <a:ext cx="1344074" cy="896049"/>
      </dsp:txXfrm>
    </dsp:sp>
    <dsp:sp modelId="{C449B634-3ACB-0545-9F57-D886472B4C7D}">
      <dsp:nvSpPr>
        <dsp:cNvPr id="0" name=""/>
        <dsp:cNvSpPr/>
      </dsp:nvSpPr>
      <dsp:spPr>
        <a:xfrm>
          <a:off x="4252038" y="2043715"/>
          <a:ext cx="2240123" cy="896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Build</a:t>
          </a:r>
        </a:p>
      </dsp:txBody>
      <dsp:txXfrm>
        <a:off x="4700063" y="2043715"/>
        <a:ext cx="1344074" cy="896049"/>
      </dsp:txXfrm>
    </dsp:sp>
    <dsp:sp modelId="{D7FBD87D-D759-BF4B-9936-71C8BDDFEE0A}">
      <dsp:nvSpPr>
        <dsp:cNvPr id="0" name=""/>
        <dsp:cNvSpPr/>
      </dsp:nvSpPr>
      <dsp:spPr>
        <a:xfrm>
          <a:off x="4252038" y="3065211"/>
          <a:ext cx="2240123" cy="896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Launch</a:t>
          </a:r>
        </a:p>
      </dsp:txBody>
      <dsp:txXfrm>
        <a:off x="4700063" y="3065211"/>
        <a:ext cx="1344074" cy="896049"/>
      </dsp:txXfrm>
    </dsp:sp>
    <dsp:sp modelId="{A1D1C286-9D83-004D-9FE4-4C647F915572}">
      <dsp:nvSpPr>
        <dsp:cNvPr id="0" name=""/>
        <dsp:cNvSpPr/>
      </dsp:nvSpPr>
      <dsp:spPr>
        <a:xfrm>
          <a:off x="4252038" y="4086708"/>
          <a:ext cx="2240123" cy="896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Learn</a:t>
          </a:r>
        </a:p>
      </dsp:txBody>
      <dsp:txXfrm>
        <a:off x="4700063" y="4086708"/>
        <a:ext cx="1344074" cy="896049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24AF70-737E-ED42-A6D3-AF7B2E91C19A}">
      <dsp:nvSpPr>
        <dsp:cNvPr id="0" name=""/>
        <dsp:cNvSpPr/>
      </dsp:nvSpPr>
      <dsp:spPr>
        <a:xfrm>
          <a:off x="1311" y="1417582"/>
          <a:ext cx="2148315" cy="21483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Discover</a:t>
          </a:r>
        </a:p>
      </dsp:txBody>
      <dsp:txXfrm>
        <a:off x="315924" y="1732195"/>
        <a:ext cx="1519089" cy="1519089"/>
      </dsp:txXfrm>
    </dsp:sp>
    <dsp:sp modelId="{448709BD-C2C2-D94A-9E04-D448ADB63DC4}">
      <dsp:nvSpPr>
        <dsp:cNvPr id="0" name=""/>
        <dsp:cNvSpPr/>
      </dsp:nvSpPr>
      <dsp:spPr>
        <a:xfrm>
          <a:off x="2149626" y="1417582"/>
          <a:ext cx="2148315" cy="21483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Define</a:t>
          </a:r>
        </a:p>
      </dsp:txBody>
      <dsp:txXfrm>
        <a:off x="2464239" y="1732195"/>
        <a:ext cx="1519089" cy="1519089"/>
      </dsp:txXfrm>
    </dsp:sp>
    <dsp:sp modelId="{079082B1-DF1F-0A41-8CDD-9BFC07C732F9}">
      <dsp:nvSpPr>
        <dsp:cNvPr id="0" name=""/>
        <dsp:cNvSpPr/>
      </dsp:nvSpPr>
      <dsp:spPr>
        <a:xfrm>
          <a:off x="4297942" y="1417582"/>
          <a:ext cx="2148315" cy="21483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Build</a:t>
          </a:r>
        </a:p>
      </dsp:txBody>
      <dsp:txXfrm>
        <a:off x="4612555" y="1732195"/>
        <a:ext cx="1519089" cy="1519089"/>
      </dsp:txXfrm>
    </dsp:sp>
    <dsp:sp modelId="{BCC65911-7BBD-A84B-9179-C5275D07D020}">
      <dsp:nvSpPr>
        <dsp:cNvPr id="0" name=""/>
        <dsp:cNvSpPr/>
      </dsp:nvSpPr>
      <dsp:spPr>
        <a:xfrm>
          <a:off x="6446257" y="1417582"/>
          <a:ext cx="2148315" cy="21483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Launch</a:t>
          </a:r>
        </a:p>
      </dsp:txBody>
      <dsp:txXfrm>
        <a:off x="6760870" y="1732195"/>
        <a:ext cx="1519089" cy="1519089"/>
      </dsp:txXfrm>
    </dsp:sp>
    <dsp:sp modelId="{35A8343B-5263-2649-A7AA-EDDF4D6421D7}">
      <dsp:nvSpPr>
        <dsp:cNvPr id="0" name=""/>
        <dsp:cNvSpPr/>
      </dsp:nvSpPr>
      <dsp:spPr>
        <a:xfrm>
          <a:off x="8594573" y="1417582"/>
          <a:ext cx="2148315" cy="21483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Learn</a:t>
          </a:r>
        </a:p>
      </dsp:txBody>
      <dsp:txXfrm>
        <a:off x="8909186" y="1732195"/>
        <a:ext cx="1519089" cy="1519089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5FB7C8-107D-DE41-B57D-EB271C838940}">
      <dsp:nvSpPr>
        <dsp:cNvPr id="0" name=""/>
        <dsp:cNvSpPr/>
      </dsp:nvSpPr>
      <dsp:spPr>
        <a:xfrm rot="5400000">
          <a:off x="272" y="594271"/>
          <a:ext cx="3550412" cy="3550958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AD8A0DE-3EE0-6D4C-9A40-CEDC3BB023F7}">
      <dsp:nvSpPr>
        <dsp:cNvPr id="0" name=""/>
        <dsp:cNvSpPr/>
      </dsp:nvSpPr>
      <dsp:spPr>
        <a:xfrm rot="16200000">
          <a:off x="3654375" y="594271"/>
          <a:ext cx="3550412" cy="3550958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DE975F4-DAC5-5440-B308-AE582DA586D3}">
      <dsp:nvSpPr>
        <dsp:cNvPr id="0" name=""/>
        <dsp:cNvSpPr/>
      </dsp:nvSpPr>
      <dsp:spPr>
        <a:xfrm>
          <a:off x="4074200" y="3678625"/>
          <a:ext cx="2695719" cy="710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Define</a:t>
          </a:r>
        </a:p>
      </dsp:txBody>
      <dsp:txXfrm>
        <a:off x="4074200" y="3678625"/>
        <a:ext cx="2695719" cy="710310"/>
      </dsp:txXfrm>
    </dsp:sp>
    <dsp:sp modelId="{0CE013F3-7590-9745-AC8F-F05C1ACF6A3C}">
      <dsp:nvSpPr>
        <dsp:cNvPr id="0" name=""/>
        <dsp:cNvSpPr/>
      </dsp:nvSpPr>
      <dsp:spPr>
        <a:xfrm rot="5400000">
          <a:off x="3540486" y="594271"/>
          <a:ext cx="3550412" cy="3550958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EC74C71-60E4-5F46-9859-A0A380CA4339}">
      <dsp:nvSpPr>
        <dsp:cNvPr id="0" name=""/>
        <dsp:cNvSpPr/>
      </dsp:nvSpPr>
      <dsp:spPr>
        <a:xfrm rot="16200000">
          <a:off x="7193514" y="594271"/>
          <a:ext cx="3550412" cy="3550958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A47E69E-9E3B-EC4E-BF2B-700F949B4595}">
      <dsp:nvSpPr>
        <dsp:cNvPr id="0" name=""/>
        <dsp:cNvSpPr/>
      </dsp:nvSpPr>
      <dsp:spPr>
        <a:xfrm>
          <a:off x="7354404" y="3678625"/>
          <a:ext cx="2695719" cy="710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Build</a:t>
          </a:r>
        </a:p>
      </dsp:txBody>
      <dsp:txXfrm>
        <a:off x="7354404" y="3678625"/>
        <a:ext cx="2695719" cy="710310"/>
      </dsp:txXfrm>
    </dsp:sp>
    <dsp:sp modelId="{932BC12E-90E5-8543-AA26-4EF5123CC4B9}">
      <dsp:nvSpPr>
        <dsp:cNvPr id="0" name=""/>
        <dsp:cNvSpPr/>
      </dsp:nvSpPr>
      <dsp:spPr>
        <a:xfrm>
          <a:off x="667214" y="3678625"/>
          <a:ext cx="2695719" cy="710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Discover</a:t>
          </a:r>
        </a:p>
      </dsp:txBody>
      <dsp:txXfrm>
        <a:off x="667214" y="3678625"/>
        <a:ext cx="2695719" cy="710310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DA19A1-C476-4D4C-8725-769CBF6AEE2E}">
      <dsp:nvSpPr>
        <dsp:cNvPr id="0" name=""/>
        <dsp:cNvSpPr/>
      </dsp:nvSpPr>
      <dsp:spPr>
        <a:xfrm>
          <a:off x="112756" y="2261044"/>
          <a:ext cx="1647824" cy="543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Discover</a:t>
          </a:r>
        </a:p>
      </dsp:txBody>
      <dsp:txXfrm>
        <a:off x="112756" y="2261044"/>
        <a:ext cx="1647824" cy="543033"/>
      </dsp:txXfrm>
    </dsp:sp>
    <dsp:sp modelId="{BBA4A2F0-44A0-9446-B22F-CAB14A9F9009}">
      <dsp:nvSpPr>
        <dsp:cNvPr id="0" name=""/>
        <dsp:cNvSpPr/>
      </dsp:nvSpPr>
      <dsp:spPr>
        <a:xfrm>
          <a:off x="110883" y="2095887"/>
          <a:ext cx="131076" cy="13107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7DC5D0-C454-2F44-8029-73C09BD90870}">
      <dsp:nvSpPr>
        <dsp:cNvPr id="0" name=""/>
        <dsp:cNvSpPr/>
      </dsp:nvSpPr>
      <dsp:spPr>
        <a:xfrm>
          <a:off x="202637" y="1912379"/>
          <a:ext cx="131076" cy="13107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92C1BB7-FE6E-D84A-8184-59BEF2623527}">
      <dsp:nvSpPr>
        <dsp:cNvPr id="0" name=""/>
        <dsp:cNvSpPr/>
      </dsp:nvSpPr>
      <dsp:spPr>
        <a:xfrm>
          <a:off x="422847" y="1949081"/>
          <a:ext cx="205978" cy="2059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3841567-8A51-3448-8618-52D2CD821350}">
      <dsp:nvSpPr>
        <dsp:cNvPr id="0" name=""/>
        <dsp:cNvSpPr/>
      </dsp:nvSpPr>
      <dsp:spPr>
        <a:xfrm>
          <a:off x="606354" y="1747222"/>
          <a:ext cx="131076" cy="13107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8D538F8-97FD-9F4C-90E2-E92104A7F5CD}">
      <dsp:nvSpPr>
        <dsp:cNvPr id="0" name=""/>
        <dsp:cNvSpPr/>
      </dsp:nvSpPr>
      <dsp:spPr>
        <a:xfrm>
          <a:off x="844914" y="1673819"/>
          <a:ext cx="131076" cy="13107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06A2C62-332D-7043-8B1F-1A73D8957E51}">
      <dsp:nvSpPr>
        <dsp:cNvPr id="0" name=""/>
        <dsp:cNvSpPr/>
      </dsp:nvSpPr>
      <dsp:spPr>
        <a:xfrm>
          <a:off x="1138527" y="1802275"/>
          <a:ext cx="131076" cy="13107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43DFC81-50A1-764D-B69B-A7A34BF79F43}">
      <dsp:nvSpPr>
        <dsp:cNvPr id="0" name=""/>
        <dsp:cNvSpPr/>
      </dsp:nvSpPr>
      <dsp:spPr>
        <a:xfrm>
          <a:off x="1322035" y="1894029"/>
          <a:ext cx="205978" cy="2059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91C7052-A591-9347-BC8B-82F80BA09364}">
      <dsp:nvSpPr>
        <dsp:cNvPr id="0" name=""/>
        <dsp:cNvSpPr/>
      </dsp:nvSpPr>
      <dsp:spPr>
        <a:xfrm>
          <a:off x="1578945" y="2095887"/>
          <a:ext cx="131076" cy="13107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983D06D-8DAC-7542-8E81-F7A2CF25246A}">
      <dsp:nvSpPr>
        <dsp:cNvPr id="0" name=""/>
        <dsp:cNvSpPr/>
      </dsp:nvSpPr>
      <dsp:spPr>
        <a:xfrm>
          <a:off x="1689050" y="2297746"/>
          <a:ext cx="131076" cy="13107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2025D09-6291-E340-A726-CFCD57E2581D}">
      <dsp:nvSpPr>
        <dsp:cNvPr id="0" name=""/>
        <dsp:cNvSpPr/>
      </dsp:nvSpPr>
      <dsp:spPr>
        <a:xfrm>
          <a:off x="734810" y="1912379"/>
          <a:ext cx="337055" cy="3370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CC5FE85-7D74-6C4A-828A-6FD87196356A}">
      <dsp:nvSpPr>
        <dsp:cNvPr id="0" name=""/>
        <dsp:cNvSpPr/>
      </dsp:nvSpPr>
      <dsp:spPr>
        <a:xfrm>
          <a:off x="19130" y="2609709"/>
          <a:ext cx="131076" cy="13107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00BDCD2-0B93-8041-BFA1-5C0E50C42DC6}">
      <dsp:nvSpPr>
        <dsp:cNvPr id="0" name=""/>
        <dsp:cNvSpPr/>
      </dsp:nvSpPr>
      <dsp:spPr>
        <a:xfrm>
          <a:off x="129234" y="2774866"/>
          <a:ext cx="205978" cy="2059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50E6834-B6BF-B547-A841-DA9D03325DB9}">
      <dsp:nvSpPr>
        <dsp:cNvPr id="0" name=""/>
        <dsp:cNvSpPr/>
      </dsp:nvSpPr>
      <dsp:spPr>
        <a:xfrm>
          <a:off x="404496" y="2921672"/>
          <a:ext cx="299604" cy="2996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0743657-0B84-5F43-ACDA-BE035AB567A9}">
      <dsp:nvSpPr>
        <dsp:cNvPr id="0" name=""/>
        <dsp:cNvSpPr/>
      </dsp:nvSpPr>
      <dsp:spPr>
        <a:xfrm>
          <a:off x="789862" y="3160232"/>
          <a:ext cx="131076" cy="13107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DDED181-6B78-CD43-B10F-D12D2307E37F}">
      <dsp:nvSpPr>
        <dsp:cNvPr id="0" name=""/>
        <dsp:cNvSpPr/>
      </dsp:nvSpPr>
      <dsp:spPr>
        <a:xfrm>
          <a:off x="863265" y="2921672"/>
          <a:ext cx="205978" cy="2059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8CB4968-5988-9547-A7DD-96E4506EDE1C}">
      <dsp:nvSpPr>
        <dsp:cNvPr id="0" name=""/>
        <dsp:cNvSpPr/>
      </dsp:nvSpPr>
      <dsp:spPr>
        <a:xfrm>
          <a:off x="1046773" y="3178583"/>
          <a:ext cx="131076" cy="13107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775854-4A17-184D-B9C5-ADB4E8EACBCF}">
      <dsp:nvSpPr>
        <dsp:cNvPr id="0" name=""/>
        <dsp:cNvSpPr/>
      </dsp:nvSpPr>
      <dsp:spPr>
        <a:xfrm>
          <a:off x="1211930" y="2884970"/>
          <a:ext cx="299604" cy="2996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419518-EFD4-574B-9484-A0DFF9D4CA96}">
      <dsp:nvSpPr>
        <dsp:cNvPr id="0" name=""/>
        <dsp:cNvSpPr/>
      </dsp:nvSpPr>
      <dsp:spPr>
        <a:xfrm>
          <a:off x="1615647" y="2811567"/>
          <a:ext cx="205978" cy="2059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020D67B-76C6-3040-B651-0FFA7D17AD7E}">
      <dsp:nvSpPr>
        <dsp:cNvPr id="0" name=""/>
        <dsp:cNvSpPr/>
      </dsp:nvSpPr>
      <dsp:spPr>
        <a:xfrm>
          <a:off x="1821625" y="1948776"/>
          <a:ext cx="604928" cy="1154874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AC05DEB-967A-694A-A66B-53764B60A23A}">
      <dsp:nvSpPr>
        <dsp:cNvPr id="0" name=""/>
        <dsp:cNvSpPr/>
      </dsp:nvSpPr>
      <dsp:spPr>
        <a:xfrm>
          <a:off x="2426553" y="1949337"/>
          <a:ext cx="1649804" cy="11548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Define</a:t>
          </a:r>
        </a:p>
      </dsp:txBody>
      <dsp:txXfrm>
        <a:off x="2426553" y="1949337"/>
        <a:ext cx="1649804" cy="1154863"/>
      </dsp:txXfrm>
    </dsp:sp>
    <dsp:sp modelId="{7402B419-9E59-664B-A082-2D32FE5ECEAF}">
      <dsp:nvSpPr>
        <dsp:cNvPr id="0" name=""/>
        <dsp:cNvSpPr/>
      </dsp:nvSpPr>
      <dsp:spPr>
        <a:xfrm>
          <a:off x="4076358" y="1948776"/>
          <a:ext cx="604928" cy="1154874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7420D0-DF31-FF42-A4BA-1026AC9209F7}">
      <dsp:nvSpPr>
        <dsp:cNvPr id="0" name=""/>
        <dsp:cNvSpPr/>
      </dsp:nvSpPr>
      <dsp:spPr>
        <a:xfrm>
          <a:off x="4681286" y="1949337"/>
          <a:ext cx="1649804" cy="11548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Build</a:t>
          </a:r>
        </a:p>
      </dsp:txBody>
      <dsp:txXfrm>
        <a:off x="4681286" y="1949337"/>
        <a:ext cx="1649804" cy="1154863"/>
      </dsp:txXfrm>
    </dsp:sp>
    <dsp:sp modelId="{D5A76503-B7DC-0B43-B898-5FD3A58D7633}">
      <dsp:nvSpPr>
        <dsp:cNvPr id="0" name=""/>
        <dsp:cNvSpPr/>
      </dsp:nvSpPr>
      <dsp:spPr>
        <a:xfrm>
          <a:off x="6331090" y="1948776"/>
          <a:ext cx="604928" cy="1154874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120EA2D-53DE-334F-B679-1705F1DE5A13}">
      <dsp:nvSpPr>
        <dsp:cNvPr id="0" name=""/>
        <dsp:cNvSpPr/>
      </dsp:nvSpPr>
      <dsp:spPr>
        <a:xfrm>
          <a:off x="6936019" y="1949337"/>
          <a:ext cx="1649804" cy="11548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Launch</a:t>
          </a:r>
        </a:p>
      </dsp:txBody>
      <dsp:txXfrm>
        <a:off x="6936019" y="1949337"/>
        <a:ext cx="1649804" cy="1154863"/>
      </dsp:txXfrm>
    </dsp:sp>
    <dsp:sp modelId="{50F70EF5-D48A-7D40-BA33-8CDE0DAB34A2}">
      <dsp:nvSpPr>
        <dsp:cNvPr id="0" name=""/>
        <dsp:cNvSpPr/>
      </dsp:nvSpPr>
      <dsp:spPr>
        <a:xfrm>
          <a:off x="8585823" y="1948776"/>
          <a:ext cx="604928" cy="1154874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E3F1A54-439A-0743-AAE4-56DF8C9F8E81}">
      <dsp:nvSpPr>
        <dsp:cNvPr id="0" name=""/>
        <dsp:cNvSpPr/>
      </dsp:nvSpPr>
      <dsp:spPr>
        <a:xfrm>
          <a:off x="9256744" y="1853334"/>
          <a:ext cx="1402333" cy="14023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Learn</a:t>
          </a:r>
        </a:p>
      </dsp:txBody>
      <dsp:txXfrm>
        <a:off x="9462111" y="2058701"/>
        <a:ext cx="991599" cy="991599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B376B-849A-6447-990B-191B28C4D24F}">
      <dsp:nvSpPr>
        <dsp:cNvPr id="0" name=""/>
        <dsp:cNvSpPr/>
      </dsp:nvSpPr>
      <dsp:spPr>
        <a:xfrm>
          <a:off x="4731523" y="608"/>
          <a:ext cx="1281153" cy="7117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200" kern="1200"/>
            <a:t>Discover</a:t>
          </a:r>
        </a:p>
      </dsp:txBody>
      <dsp:txXfrm>
        <a:off x="4752369" y="21454"/>
        <a:ext cx="1239461" cy="670059"/>
      </dsp:txXfrm>
    </dsp:sp>
    <dsp:sp modelId="{2F3B81E1-7F08-FD44-BFAE-F9ECDE8F79A0}">
      <dsp:nvSpPr>
        <dsp:cNvPr id="0" name=""/>
        <dsp:cNvSpPr/>
      </dsp:nvSpPr>
      <dsp:spPr>
        <a:xfrm rot="5400000">
          <a:off x="5238646" y="730154"/>
          <a:ext cx="266906" cy="3202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200" kern="1200"/>
        </a:p>
      </dsp:txBody>
      <dsp:txXfrm rot="-5400000">
        <a:off x="5276013" y="756845"/>
        <a:ext cx="192172" cy="186834"/>
      </dsp:txXfrm>
    </dsp:sp>
    <dsp:sp modelId="{8CB0B344-3F40-C44B-9770-AB99855C7E76}">
      <dsp:nvSpPr>
        <dsp:cNvPr id="0" name=""/>
        <dsp:cNvSpPr/>
      </dsp:nvSpPr>
      <dsp:spPr>
        <a:xfrm>
          <a:off x="4731523" y="1068236"/>
          <a:ext cx="1281153" cy="7117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200" kern="1200"/>
            <a:t>Define</a:t>
          </a:r>
        </a:p>
      </dsp:txBody>
      <dsp:txXfrm>
        <a:off x="4752369" y="1089082"/>
        <a:ext cx="1239461" cy="670059"/>
      </dsp:txXfrm>
    </dsp:sp>
    <dsp:sp modelId="{7BA4B2D0-AD62-A742-8843-2068DEBFFAA6}">
      <dsp:nvSpPr>
        <dsp:cNvPr id="0" name=""/>
        <dsp:cNvSpPr/>
      </dsp:nvSpPr>
      <dsp:spPr>
        <a:xfrm rot="5400000">
          <a:off x="5238646" y="1797781"/>
          <a:ext cx="266906" cy="3202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200" kern="1200"/>
        </a:p>
      </dsp:txBody>
      <dsp:txXfrm rot="-5400000">
        <a:off x="5276013" y="1824472"/>
        <a:ext cx="192172" cy="186834"/>
      </dsp:txXfrm>
    </dsp:sp>
    <dsp:sp modelId="{148AFA9B-9C6A-E948-AA84-51FB05197B19}">
      <dsp:nvSpPr>
        <dsp:cNvPr id="0" name=""/>
        <dsp:cNvSpPr/>
      </dsp:nvSpPr>
      <dsp:spPr>
        <a:xfrm>
          <a:off x="4731523" y="2135864"/>
          <a:ext cx="1281153" cy="7117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200" kern="1200"/>
            <a:t>Build</a:t>
          </a:r>
        </a:p>
      </dsp:txBody>
      <dsp:txXfrm>
        <a:off x="4752369" y="2156710"/>
        <a:ext cx="1239461" cy="670059"/>
      </dsp:txXfrm>
    </dsp:sp>
    <dsp:sp modelId="{58E53B78-5A87-AD4A-AA55-3C3CD25C73B8}">
      <dsp:nvSpPr>
        <dsp:cNvPr id="0" name=""/>
        <dsp:cNvSpPr/>
      </dsp:nvSpPr>
      <dsp:spPr>
        <a:xfrm rot="5400000">
          <a:off x="5238646" y="2865409"/>
          <a:ext cx="266906" cy="3202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200" kern="1200"/>
        </a:p>
      </dsp:txBody>
      <dsp:txXfrm rot="-5400000">
        <a:off x="5276013" y="2892100"/>
        <a:ext cx="192172" cy="186834"/>
      </dsp:txXfrm>
    </dsp:sp>
    <dsp:sp modelId="{80B63F5F-4AD6-784B-9762-42293E59B3A2}">
      <dsp:nvSpPr>
        <dsp:cNvPr id="0" name=""/>
        <dsp:cNvSpPr/>
      </dsp:nvSpPr>
      <dsp:spPr>
        <a:xfrm>
          <a:off x="4731523" y="3203491"/>
          <a:ext cx="1281153" cy="7117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200" kern="1200"/>
            <a:t>Launch</a:t>
          </a:r>
        </a:p>
      </dsp:txBody>
      <dsp:txXfrm>
        <a:off x="4752369" y="3224337"/>
        <a:ext cx="1239461" cy="670059"/>
      </dsp:txXfrm>
    </dsp:sp>
    <dsp:sp modelId="{044BF63D-94AD-CB40-BA21-CE9B35F56E51}">
      <dsp:nvSpPr>
        <dsp:cNvPr id="0" name=""/>
        <dsp:cNvSpPr/>
      </dsp:nvSpPr>
      <dsp:spPr>
        <a:xfrm rot="5400000">
          <a:off x="5238646" y="3933037"/>
          <a:ext cx="266906" cy="3202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200" kern="1200"/>
        </a:p>
      </dsp:txBody>
      <dsp:txXfrm rot="-5400000">
        <a:off x="5276013" y="3959728"/>
        <a:ext cx="192172" cy="186834"/>
      </dsp:txXfrm>
    </dsp:sp>
    <dsp:sp modelId="{BF53EB55-2A2A-F142-AD22-3B713D76DBD9}">
      <dsp:nvSpPr>
        <dsp:cNvPr id="0" name=""/>
        <dsp:cNvSpPr/>
      </dsp:nvSpPr>
      <dsp:spPr>
        <a:xfrm>
          <a:off x="4731523" y="4271119"/>
          <a:ext cx="1281153" cy="7117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200" kern="1200"/>
            <a:t>Learn</a:t>
          </a:r>
        </a:p>
      </dsp:txBody>
      <dsp:txXfrm>
        <a:off x="4752369" y="4291965"/>
        <a:ext cx="1239461" cy="670059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DA664-5BD5-B14D-8359-827E15983F6D}">
      <dsp:nvSpPr>
        <dsp:cNvPr id="0" name=""/>
        <dsp:cNvSpPr/>
      </dsp:nvSpPr>
      <dsp:spPr>
        <a:xfrm>
          <a:off x="0" y="0"/>
          <a:ext cx="8273034" cy="897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Discover</a:t>
          </a:r>
        </a:p>
      </dsp:txBody>
      <dsp:txXfrm>
        <a:off x="26273" y="26273"/>
        <a:ext cx="7200120" cy="844480"/>
      </dsp:txXfrm>
    </dsp:sp>
    <dsp:sp modelId="{E9EDA472-511A-7945-B4F6-D3557843D593}">
      <dsp:nvSpPr>
        <dsp:cNvPr id="0" name=""/>
        <dsp:cNvSpPr/>
      </dsp:nvSpPr>
      <dsp:spPr>
        <a:xfrm>
          <a:off x="617791" y="1021613"/>
          <a:ext cx="8273034" cy="897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Define</a:t>
          </a:r>
        </a:p>
      </dsp:txBody>
      <dsp:txXfrm>
        <a:off x="644064" y="1047886"/>
        <a:ext cx="7019629" cy="844480"/>
      </dsp:txXfrm>
    </dsp:sp>
    <dsp:sp modelId="{A30D3ED9-9CA7-2841-A777-8C77F8F7897C}">
      <dsp:nvSpPr>
        <dsp:cNvPr id="0" name=""/>
        <dsp:cNvSpPr/>
      </dsp:nvSpPr>
      <dsp:spPr>
        <a:xfrm>
          <a:off x="1235582" y="2043226"/>
          <a:ext cx="8273034" cy="897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Build</a:t>
          </a:r>
        </a:p>
      </dsp:txBody>
      <dsp:txXfrm>
        <a:off x="1261855" y="2069499"/>
        <a:ext cx="7019629" cy="844480"/>
      </dsp:txXfrm>
    </dsp:sp>
    <dsp:sp modelId="{8E8B596B-3B0B-2B41-B16E-3A8CEED15FB6}">
      <dsp:nvSpPr>
        <dsp:cNvPr id="0" name=""/>
        <dsp:cNvSpPr/>
      </dsp:nvSpPr>
      <dsp:spPr>
        <a:xfrm>
          <a:off x="1853374" y="3064840"/>
          <a:ext cx="8273034" cy="897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Launch</a:t>
          </a:r>
        </a:p>
      </dsp:txBody>
      <dsp:txXfrm>
        <a:off x="1879647" y="3091113"/>
        <a:ext cx="7019629" cy="844480"/>
      </dsp:txXfrm>
    </dsp:sp>
    <dsp:sp modelId="{397EFBCE-C937-4749-88FE-1985FE734B10}">
      <dsp:nvSpPr>
        <dsp:cNvPr id="0" name=""/>
        <dsp:cNvSpPr/>
      </dsp:nvSpPr>
      <dsp:spPr>
        <a:xfrm>
          <a:off x="2471165" y="4086453"/>
          <a:ext cx="8273034" cy="897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Learn</a:t>
          </a:r>
        </a:p>
      </dsp:txBody>
      <dsp:txXfrm>
        <a:off x="2497438" y="4112726"/>
        <a:ext cx="7019629" cy="844480"/>
      </dsp:txXfrm>
    </dsp:sp>
    <dsp:sp modelId="{E80C9C3E-4F2F-414B-A238-B9150D52C69B}">
      <dsp:nvSpPr>
        <dsp:cNvPr id="0" name=""/>
        <dsp:cNvSpPr/>
      </dsp:nvSpPr>
      <dsp:spPr>
        <a:xfrm>
          <a:off x="7689966" y="655327"/>
          <a:ext cx="583067" cy="58306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2400" kern="1200"/>
        </a:p>
      </dsp:txBody>
      <dsp:txXfrm>
        <a:off x="7821156" y="655327"/>
        <a:ext cx="320687" cy="438758"/>
      </dsp:txXfrm>
    </dsp:sp>
    <dsp:sp modelId="{A5046BF2-1960-AB47-B6C2-8F8A7F8EDE50}">
      <dsp:nvSpPr>
        <dsp:cNvPr id="0" name=""/>
        <dsp:cNvSpPr/>
      </dsp:nvSpPr>
      <dsp:spPr>
        <a:xfrm>
          <a:off x="8307758" y="1676941"/>
          <a:ext cx="583067" cy="58306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2400" kern="1200"/>
        </a:p>
      </dsp:txBody>
      <dsp:txXfrm>
        <a:off x="8438948" y="1676941"/>
        <a:ext cx="320687" cy="438758"/>
      </dsp:txXfrm>
    </dsp:sp>
    <dsp:sp modelId="{103D12E0-629B-8D40-AAC3-F441C8F21E15}">
      <dsp:nvSpPr>
        <dsp:cNvPr id="0" name=""/>
        <dsp:cNvSpPr/>
      </dsp:nvSpPr>
      <dsp:spPr>
        <a:xfrm>
          <a:off x="8925549" y="2683603"/>
          <a:ext cx="583067" cy="58306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2400" kern="1200"/>
        </a:p>
      </dsp:txBody>
      <dsp:txXfrm>
        <a:off x="9056739" y="2683603"/>
        <a:ext cx="320687" cy="438758"/>
      </dsp:txXfrm>
    </dsp:sp>
    <dsp:sp modelId="{A5CB14B5-FFEB-3642-B4AD-893E7EED5032}">
      <dsp:nvSpPr>
        <dsp:cNvPr id="0" name=""/>
        <dsp:cNvSpPr/>
      </dsp:nvSpPr>
      <dsp:spPr>
        <a:xfrm>
          <a:off x="9543341" y="3715184"/>
          <a:ext cx="583067" cy="58306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2400" kern="1200"/>
        </a:p>
      </dsp:txBody>
      <dsp:txXfrm>
        <a:off x="9674531" y="3715184"/>
        <a:ext cx="320687" cy="438758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CE7F8-5018-AD47-98D6-FFFFA7BE6FB7}">
      <dsp:nvSpPr>
        <dsp:cNvPr id="0" name=""/>
        <dsp:cNvSpPr/>
      </dsp:nvSpPr>
      <dsp:spPr>
        <a:xfrm>
          <a:off x="940" y="2250231"/>
          <a:ext cx="1932071" cy="4830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Discover</a:t>
          </a:r>
        </a:p>
      </dsp:txBody>
      <dsp:txXfrm>
        <a:off x="15087" y="2264378"/>
        <a:ext cx="1903777" cy="454723"/>
      </dsp:txXfrm>
    </dsp:sp>
    <dsp:sp modelId="{E95E926C-9F6E-7C4F-A114-C703D60B60F9}">
      <dsp:nvSpPr>
        <dsp:cNvPr id="0" name=""/>
        <dsp:cNvSpPr/>
      </dsp:nvSpPr>
      <dsp:spPr>
        <a:xfrm>
          <a:off x="2203502" y="2250231"/>
          <a:ext cx="1932071" cy="4830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Define</a:t>
          </a:r>
        </a:p>
      </dsp:txBody>
      <dsp:txXfrm>
        <a:off x="2217649" y="2264378"/>
        <a:ext cx="1903777" cy="454723"/>
      </dsp:txXfrm>
    </dsp:sp>
    <dsp:sp modelId="{2846F509-DBA5-5C41-95C1-D16838FB3F3B}">
      <dsp:nvSpPr>
        <dsp:cNvPr id="0" name=""/>
        <dsp:cNvSpPr/>
      </dsp:nvSpPr>
      <dsp:spPr>
        <a:xfrm>
          <a:off x="4406064" y="2250231"/>
          <a:ext cx="1932071" cy="4830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Build</a:t>
          </a:r>
        </a:p>
      </dsp:txBody>
      <dsp:txXfrm>
        <a:off x="4420211" y="2264378"/>
        <a:ext cx="1903777" cy="454723"/>
      </dsp:txXfrm>
    </dsp:sp>
    <dsp:sp modelId="{D0E5C1DF-BEA7-A041-AAF4-359D8DE1A903}">
      <dsp:nvSpPr>
        <dsp:cNvPr id="0" name=""/>
        <dsp:cNvSpPr/>
      </dsp:nvSpPr>
      <dsp:spPr>
        <a:xfrm>
          <a:off x="6608625" y="2250231"/>
          <a:ext cx="1932071" cy="4830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Launch</a:t>
          </a:r>
        </a:p>
      </dsp:txBody>
      <dsp:txXfrm>
        <a:off x="6622772" y="2264378"/>
        <a:ext cx="1903777" cy="454723"/>
      </dsp:txXfrm>
    </dsp:sp>
    <dsp:sp modelId="{DF572836-8E7E-B045-B5D0-173934DBF71B}">
      <dsp:nvSpPr>
        <dsp:cNvPr id="0" name=""/>
        <dsp:cNvSpPr/>
      </dsp:nvSpPr>
      <dsp:spPr>
        <a:xfrm>
          <a:off x="8811187" y="2250231"/>
          <a:ext cx="1932071" cy="4830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Learn</a:t>
          </a:r>
        </a:p>
      </dsp:txBody>
      <dsp:txXfrm>
        <a:off x="8825334" y="2264378"/>
        <a:ext cx="1903777" cy="454723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6B4974-4412-484F-9B65-17516B3B70AC}">
      <dsp:nvSpPr>
        <dsp:cNvPr id="0" name=""/>
        <dsp:cNvSpPr/>
      </dsp:nvSpPr>
      <dsp:spPr>
        <a:xfrm>
          <a:off x="4814639" y="0"/>
          <a:ext cx="1543804" cy="1543882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36A3648-4D73-4E45-87CB-6425CD6F7FAB}">
      <dsp:nvSpPr>
        <dsp:cNvPr id="0" name=""/>
        <dsp:cNvSpPr/>
      </dsp:nvSpPr>
      <dsp:spPr>
        <a:xfrm>
          <a:off x="5155486" y="559146"/>
          <a:ext cx="861530" cy="430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Discover</a:t>
          </a:r>
        </a:p>
      </dsp:txBody>
      <dsp:txXfrm>
        <a:off x="5155486" y="559146"/>
        <a:ext cx="861530" cy="430572"/>
      </dsp:txXfrm>
    </dsp:sp>
    <dsp:sp modelId="{2444A7E1-36C5-D148-8061-F7C5D58E100E}">
      <dsp:nvSpPr>
        <dsp:cNvPr id="0" name=""/>
        <dsp:cNvSpPr/>
      </dsp:nvSpPr>
      <dsp:spPr>
        <a:xfrm>
          <a:off x="4385756" y="887059"/>
          <a:ext cx="1543804" cy="1543882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34FCC25-798E-AB4C-89D6-712A075B817C}">
      <dsp:nvSpPr>
        <dsp:cNvPr id="0" name=""/>
        <dsp:cNvSpPr/>
      </dsp:nvSpPr>
      <dsp:spPr>
        <a:xfrm>
          <a:off x="4724866" y="1448199"/>
          <a:ext cx="861530" cy="430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Define</a:t>
          </a:r>
        </a:p>
      </dsp:txBody>
      <dsp:txXfrm>
        <a:off x="4724866" y="1448199"/>
        <a:ext cx="861530" cy="430572"/>
      </dsp:txXfrm>
    </dsp:sp>
    <dsp:sp modelId="{570DF771-9AF3-2648-B7BA-567C8FC4C09C}">
      <dsp:nvSpPr>
        <dsp:cNvPr id="0" name=""/>
        <dsp:cNvSpPr/>
      </dsp:nvSpPr>
      <dsp:spPr>
        <a:xfrm>
          <a:off x="4814639" y="1778105"/>
          <a:ext cx="1543804" cy="1543882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9F93BA8-DA9B-F248-B6E9-0EE6A7197C59}">
      <dsp:nvSpPr>
        <dsp:cNvPr id="0" name=""/>
        <dsp:cNvSpPr/>
      </dsp:nvSpPr>
      <dsp:spPr>
        <a:xfrm>
          <a:off x="5155486" y="2336753"/>
          <a:ext cx="861530" cy="430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Build</a:t>
          </a:r>
        </a:p>
      </dsp:txBody>
      <dsp:txXfrm>
        <a:off x="5155486" y="2336753"/>
        <a:ext cx="861530" cy="430572"/>
      </dsp:txXfrm>
    </dsp:sp>
    <dsp:sp modelId="{702ED63E-06FC-F94D-A485-D9115DC93311}">
      <dsp:nvSpPr>
        <dsp:cNvPr id="0" name=""/>
        <dsp:cNvSpPr/>
      </dsp:nvSpPr>
      <dsp:spPr>
        <a:xfrm>
          <a:off x="4385756" y="2666660"/>
          <a:ext cx="1543804" cy="1543882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1FCA3B7-F75B-FD44-9BC7-939C41DF05F8}">
      <dsp:nvSpPr>
        <dsp:cNvPr id="0" name=""/>
        <dsp:cNvSpPr/>
      </dsp:nvSpPr>
      <dsp:spPr>
        <a:xfrm>
          <a:off x="4724866" y="3225806"/>
          <a:ext cx="861530" cy="430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Launch</a:t>
          </a:r>
        </a:p>
      </dsp:txBody>
      <dsp:txXfrm>
        <a:off x="4724866" y="3225806"/>
        <a:ext cx="861530" cy="430572"/>
      </dsp:txXfrm>
    </dsp:sp>
    <dsp:sp modelId="{A987042F-D68C-614B-9122-5AC0D59A6168}">
      <dsp:nvSpPr>
        <dsp:cNvPr id="0" name=""/>
        <dsp:cNvSpPr/>
      </dsp:nvSpPr>
      <dsp:spPr>
        <a:xfrm>
          <a:off x="4924393" y="3656379"/>
          <a:ext cx="1326322" cy="1327100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4AC0213-956C-E64B-AE9A-1E09EDE1D277}">
      <dsp:nvSpPr>
        <dsp:cNvPr id="0" name=""/>
        <dsp:cNvSpPr/>
      </dsp:nvSpPr>
      <dsp:spPr>
        <a:xfrm>
          <a:off x="5155486" y="4114859"/>
          <a:ext cx="861530" cy="430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Learn</a:t>
          </a:r>
        </a:p>
      </dsp:txBody>
      <dsp:txXfrm>
        <a:off x="5155486" y="4114859"/>
        <a:ext cx="861530" cy="430572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0DE27E-7D40-3D44-AA9A-80E9B4BC752F}">
      <dsp:nvSpPr>
        <dsp:cNvPr id="0" name=""/>
        <dsp:cNvSpPr/>
      </dsp:nvSpPr>
      <dsp:spPr>
        <a:xfrm>
          <a:off x="9443" y="233779"/>
          <a:ext cx="2822450" cy="16934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900" kern="1200"/>
            <a:t>Discover</a:t>
          </a:r>
        </a:p>
      </dsp:txBody>
      <dsp:txXfrm>
        <a:off x="59043" y="283379"/>
        <a:ext cx="2723250" cy="1594270"/>
      </dsp:txXfrm>
    </dsp:sp>
    <dsp:sp modelId="{B0EB9F93-7E73-9D47-8176-A9124CD585F3}">
      <dsp:nvSpPr>
        <dsp:cNvPr id="0" name=""/>
        <dsp:cNvSpPr/>
      </dsp:nvSpPr>
      <dsp:spPr>
        <a:xfrm>
          <a:off x="3080269" y="730530"/>
          <a:ext cx="598359" cy="6999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2700" kern="1200"/>
        </a:p>
      </dsp:txBody>
      <dsp:txXfrm>
        <a:off x="3080269" y="870523"/>
        <a:ext cx="418851" cy="419981"/>
      </dsp:txXfrm>
    </dsp:sp>
    <dsp:sp modelId="{7066E1D3-F1F3-3C4D-82B8-D4D833A8EE21}">
      <dsp:nvSpPr>
        <dsp:cNvPr id="0" name=""/>
        <dsp:cNvSpPr/>
      </dsp:nvSpPr>
      <dsp:spPr>
        <a:xfrm>
          <a:off x="3960874" y="233779"/>
          <a:ext cx="2822450" cy="16934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900" kern="1200"/>
            <a:t>Define</a:t>
          </a:r>
        </a:p>
      </dsp:txBody>
      <dsp:txXfrm>
        <a:off x="4010474" y="283379"/>
        <a:ext cx="2723250" cy="1594270"/>
      </dsp:txXfrm>
    </dsp:sp>
    <dsp:sp modelId="{1E90C4D4-D2D3-2D4F-8490-131FF9386C37}">
      <dsp:nvSpPr>
        <dsp:cNvPr id="0" name=""/>
        <dsp:cNvSpPr/>
      </dsp:nvSpPr>
      <dsp:spPr>
        <a:xfrm>
          <a:off x="7031701" y="730530"/>
          <a:ext cx="598359" cy="6999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2700" kern="1200"/>
        </a:p>
      </dsp:txBody>
      <dsp:txXfrm>
        <a:off x="7031701" y="870523"/>
        <a:ext cx="418851" cy="419981"/>
      </dsp:txXfrm>
    </dsp:sp>
    <dsp:sp modelId="{509D9FD2-B32A-EF49-BD3B-4B901925842B}">
      <dsp:nvSpPr>
        <dsp:cNvPr id="0" name=""/>
        <dsp:cNvSpPr/>
      </dsp:nvSpPr>
      <dsp:spPr>
        <a:xfrm>
          <a:off x="7912305" y="233779"/>
          <a:ext cx="2822450" cy="16934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900" kern="1200"/>
            <a:t>Build</a:t>
          </a:r>
        </a:p>
      </dsp:txBody>
      <dsp:txXfrm>
        <a:off x="7961905" y="283379"/>
        <a:ext cx="2723250" cy="1594270"/>
      </dsp:txXfrm>
    </dsp:sp>
    <dsp:sp modelId="{F891723B-01F6-574E-891E-1ED70F7EDA29}">
      <dsp:nvSpPr>
        <dsp:cNvPr id="0" name=""/>
        <dsp:cNvSpPr/>
      </dsp:nvSpPr>
      <dsp:spPr>
        <a:xfrm rot="5400000">
          <a:off x="9024351" y="2124821"/>
          <a:ext cx="598359" cy="6999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2700" kern="1200"/>
        </a:p>
      </dsp:txBody>
      <dsp:txXfrm rot="-5400000">
        <a:off x="9113540" y="2175625"/>
        <a:ext cx="419981" cy="418851"/>
      </dsp:txXfrm>
    </dsp:sp>
    <dsp:sp modelId="{533DD58C-8BE4-914E-A76B-E5E4E61A6F22}">
      <dsp:nvSpPr>
        <dsp:cNvPr id="0" name=""/>
        <dsp:cNvSpPr/>
      </dsp:nvSpPr>
      <dsp:spPr>
        <a:xfrm>
          <a:off x="7912305" y="3056230"/>
          <a:ext cx="2822450" cy="16934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900" kern="1200"/>
            <a:t>Launch</a:t>
          </a:r>
        </a:p>
      </dsp:txBody>
      <dsp:txXfrm>
        <a:off x="7961905" y="3105830"/>
        <a:ext cx="2723250" cy="1594270"/>
      </dsp:txXfrm>
    </dsp:sp>
    <dsp:sp modelId="{AF329F9C-E4A2-DC4F-854B-D0B781ED21E3}">
      <dsp:nvSpPr>
        <dsp:cNvPr id="0" name=""/>
        <dsp:cNvSpPr/>
      </dsp:nvSpPr>
      <dsp:spPr>
        <a:xfrm rot="10800000">
          <a:off x="7065570" y="3552981"/>
          <a:ext cx="598359" cy="6999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2700" kern="1200"/>
        </a:p>
      </dsp:txBody>
      <dsp:txXfrm rot="10800000">
        <a:off x="7245078" y="3692974"/>
        <a:ext cx="418851" cy="419981"/>
      </dsp:txXfrm>
    </dsp:sp>
    <dsp:sp modelId="{FA4E9794-E473-AF4C-810C-1E1041B10895}">
      <dsp:nvSpPr>
        <dsp:cNvPr id="0" name=""/>
        <dsp:cNvSpPr/>
      </dsp:nvSpPr>
      <dsp:spPr>
        <a:xfrm>
          <a:off x="3960874" y="3056230"/>
          <a:ext cx="2822450" cy="16934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900" kern="1200"/>
            <a:t>Learn</a:t>
          </a:r>
        </a:p>
      </dsp:txBody>
      <dsp:txXfrm>
        <a:off x="4010474" y="3105830"/>
        <a:ext cx="2723250" cy="1594270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61B674-C2FD-A843-A5A9-76C534DD7123}">
      <dsp:nvSpPr>
        <dsp:cNvPr id="0" name=""/>
        <dsp:cNvSpPr/>
      </dsp:nvSpPr>
      <dsp:spPr>
        <a:xfrm>
          <a:off x="3106935" y="1159312"/>
          <a:ext cx="68251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2514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500" kern="1200"/>
        </a:p>
      </dsp:txBody>
      <dsp:txXfrm>
        <a:off x="3430365" y="1201467"/>
        <a:ext cx="35655" cy="7131"/>
      </dsp:txXfrm>
    </dsp:sp>
    <dsp:sp modelId="{486A56DA-B22D-CA42-BEA5-6891849676BA}">
      <dsp:nvSpPr>
        <dsp:cNvPr id="0" name=""/>
        <dsp:cNvSpPr/>
      </dsp:nvSpPr>
      <dsp:spPr>
        <a:xfrm>
          <a:off x="8236" y="274883"/>
          <a:ext cx="3100499" cy="1860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0" tIns="355600" rIns="355600" bIns="3556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000" kern="1200"/>
            <a:t>Discover</a:t>
          </a:r>
        </a:p>
      </dsp:txBody>
      <dsp:txXfrm>
        <a:off x="8236" y="274883"/>
        <a:ext cx="3100499" cy="1860299"/>
      </dsp:txXfrm>
    </dsp:sp>
    <dsp:sp modelId="{DEA0C88E-C04B-734A-8EDB-3B11EA378C04}">
      <dsp:nvSpPr>
        <dsp:cNvPr id="0" name=""/>
        <dsp:cNvSpPr/>
      </dsp:nvSpPr>
      <dsp:spPr>
        <a:xfrm>
          <a:off x="6920549" y="1159312"/>
          <a:ext cx="68251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2514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500" kern="1200"/>
        </a:p>
      </dsp:txBody>
      <dsp:txXfrm>
        <a:off x="7243979" y="1201467"/>
        <a:ext cx="35655" cy="7131"/>
      </dsp:txXfrm>
    </dsp:sp>
    <dsp:sp modelId="{347990A5-7908-7D4E-8D6C-35A6988897DF}">
      <dsp:nvSpPr>
        <dsp:cNvPr id="0" name=""/>
        <dsp:cNvSpPr/>
      </dsp:nvSpPr>
      <dsp:spPr>
        <a:xfrm>
          <a:off x="3821850" y="274883"/>
          <a:ext cx="3100499" cy="1860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0" tIns="355600" rIns="355600" bIns="3556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000" kern="1200"/>
            <a:t>Define</a:t>
          </a:r>
        </a:p>
      </dsp:txBody>
      <dsp:txXfrm>
        <a:off x="3821850" y="274883"/>
        <a:ext cx="3100499" cy="1860299"/>
      </dsp:txXfrm>
    </dsp:sp>
    <dsp:sp modelId="{DFF42EB8-C01B-6D48-A991-C80B56909870}">
      <dsp:nvSpPr>
        <dsp:cNvPr id="0" name=""/>
        <dsp:cNvSpPr/>
      </dsp:nvSpPr>
      <dsp:spPr>
        <a:xfrm>
          <a:off x="1558486" y="2133382"/>
          <a:ext cx="7627227" cy="682514"/>
        </a:xfrm>
        <a:custGeom>
          <a:avLst/>
          <a:gdLst/>
          <a:ahLst/>
          <a:cxnLst/>
          <a:rect l="0" t="0" r="0" b="0"/>
          <a:pathLst>
            <a:path>
              <a:moveTo>
                <a:pt x="7627227" y="0"/>
              </a:moveTo>
              <a:lnTo>
                <a:pt x="7627227" y="358357"/>
              </a:lnTo>
              <a:lnTo>
                <a:pt x="0" y="358357"/>
              </a:lnTo>
              <a:lnTo>
                <a:pt x="0" y="682514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500" kern="1200"/>
        </a:p>
      </dsp:txBody>
      <dsp:txXfrm>
        <a:off x="5180587" y="2471074"/>
        <a:ext cx="383024" cy="7131"/>
      </dsp:txXfrm>
    </dsp:sp>
    <dsp:sp modelId="{8AEB50BA-95B3-9842-9809-024C6D7BA4E1}">
      <dsp:nvSpPr>
        <dsp:cNvPr id="0" name=""/>
        <dsp:cNvSpPr/>
      </dsp:nvSpPr>
      <dsp:spPr>
        <a:xfrm>
          <a:off x="7635464" y="274883"/>
          <a:ext cx="3100499" cy="1860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0" tIns="355600" rIns="355600" bIns="3556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000" kern="1200"/>
            <a:t>Build</a:t>
          </a:r>
        </a:p>
      </dsp:txBody>
      <dsp:txXfrm>
        <a:off x="7635464" y="274883"/>
        <a:ext cx="3100499" cy="1860299"/>
      </dsp:txXfrm>
    </dsp:sp>
    <dsp:sp modelId="{66CEC769-A6A7-D245-AEE2-93049BF9F878}">
      <dsp:nvSpPr>
        <dsp:cNvPr id="0" name=""/>
        <dsp:cNvSpPr/>
      </dsp:nvSpPr>
      <dsp:spPr>
        <a:xfrm>
          <a:off x="3106935" y="3732727"/>
          <a:ext cx="68251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2514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500" kern="1200"/>
        </a:p>
      </dsp:txBody>
      <dsp:txXfrm>
        <a:off x="3430365" y="3774881"/>
        <a:ext cx="35655" cy="7131"/>
      </dsp:txXfrm>
    </dsp:sp>
    <dsp:sp modelId="{A4B69A75-E953-D14B-841C-13C9CAEE652F}">
      <dsp:nvSpPr>
        <dsp:cNvPr id="0" name=""/>
        <dsp:cNvSpPr/>
      </dsp:nvSpPr>
      <dsp:spPr>
        <a:xfrm>
          <a:off x="8236" y="2848297"/>
          <a:ext cx="3100499" cy="1860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0" tIns="355600" rIns="355600" bIns="3556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000" kern="1200"/>
            <a:t>Launch</a:t>
          </a:r>
        </a:p>
      </dsp:txBody>
      <dsp:txXfrm>
        <a:off x="8236" y="2848297"/>
        <a:ext cx="3100499" cy="1860299"/>
      </dsp:txXfrm>
    </dsp:sp>
    <dsp:sp modelId="{C5BD7F1B-D2CA-EB4D-A71F-E25449BA2FC3}">
      <dsp:nvSpPr>
        <dsp:cNvPr id="0" name=""/>
        <dsp:cNvSpPr/>
      </dsp:nvSpPr>
      <dsp:spPr>
        <a:xfrm>
          <a:off x="3821850" y="2848297"/>
          <a:ext cx="3100499" cy="1860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0" tIns="355600" rIns="355600" bIns="3556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000" kern="1200"/>
            <a:t>Learn</a:t>
          </a:r>
        </a:p>
      </dsp:txBody>
      <dsp:txXfrm>
        <a:off x="3821850" y="2848297"/>
        <a:ext cx="3100499" cy="1860299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8582AD-C729-5842-8D41-0024C1A9078D}">
      <dsp:nvSpPr>
        <dsp:cNvPr id="0" name=""/>
        <dsp:cNvSpPr/>
      </dsp:nvSpPr>
      <dsp:spPr>
        <a:xfrm rot="5400000">
          <a:off x="2202532" y="1132227"/>
          <a:ext cx="1770513" cy="21341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7E76F90-B4DC-0146-B987-1EB7CF948028}">
      <dsp:nvSpPr>
        <dsp:cNvPr id="0" name=""/>
        <dsp:cNvSpPr/>
      </dsp:nvSpPr>
      <dsp:spPr>
        <a:xfrm>
          <a:off x="2609560" y="1897"/>
          <a:ext cx="2371278" cy="1422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100" kern="1200"/>
            <a:t>Discover</a:t>
          </a:r>
        </a:p>
      </dsp:txBody>
      <dsp:txXfrm>
        <a:off x="2651231" y="43568"/>
        <a:ext cx="2287936" cy="1339425"/>
      </dsp:txXfrm>
    </dsp:sp>
    <dsp:sp modelId="{32A9CE7B-BF9D-834C-BEA4-7F49E64BA3DA}">
      <dsp:nvSpPr>
        <dsp:cNvPr id="0" name=""/>
        <dsp:cNvSpPr/>
      </dsp:nvSpPr>
      <dsp:spPr>
        <a:xfrm rot="5400000">
          <a:off x="2202532" y="2910686"/>
          <a:ext cx="1770513" cy="21341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F251B5B-7FB4-C549-A06E-23A0C7309361}">
      <dsp:nvSpPr>
        <dsp:cNvPr id="0" name=""/>
        <dsp:cNvSpPr/>
      </dsp:nvSpPr>
      <dsp:spPr>
        <a:xfrm>
          <a:off x="2609560" y="1780356"/>
          <a:ext cx="2371278" cy="1422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100" kern="1200"/>
            <a:t>Define</a:t>
          </a:r>
        </a:p>
      </dsp:txBody>
      <dsp:txXfrm>
        <a:off x="2651231" y="1822027"/>
        <a:ext cx="2287936" cy="1339425"/>
      </dsp:txXfrm>
    </dsp:sp>
    <dsp:sp modelId="{987B4B5B-9F5C-CF47-8A7B-A534BF4A8D1E}">
      <dsp:nvSpPr>
        <dsp:cNvPr id="0" name=""/>
        <dsp:cNvSpPr/>
      </dsp:nvSpPr>
      <dsp:spPr>
        <a:xfrm>
          <a:off x="3091761" y="3799915"/>
          <a:ext cx="3145855" cy="21341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5DD760C-962B-8C41-9DB8-EB2684F075AE}">
      <dsp:nvSpPr>
        <dsp:cNvPr id="0" name=""/>
        <dsp:cNvSpPr/>
      </dsp:nvSpPr>
      <dsp:spPr>
        <a:xfrm>
          <a:off x="2609560" y="3558815"/>
          <a:ext cx="2371278" cy="1422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100" kern="1200"/>
            <a:t>Build</a:t>
          </a:r>
        </a:p>
      </dsp:txBody>
      <dsp:txXfrm>
        <a:off x="2651231" y="3600486"/>
        <a:ext cx="2287936" cy="1339425"/>
      </dsp:txXfrm>
    </dsp:sp>
    <dsp:sp modelId="{DFD154DE-00CA-134D-8CD0-BB01C84CC36B}">
      <dsp:nvSpPr>
        <dsp:cNvPr id="0" name=""/>
        <dsp:cNvSpPr/>
      </dsp:nvSpPr>
      <dsp:spPr>
        <a:xfrm rot="16200000">
          <a:off x="5356332" y="2910686"/>
          <a:ext cx="1770513" cy="21341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26CB05B-701C-B642-8B30-1D69C6E11CEC}">
      <dsp:nvSpPr>
        <dsp:cNvPr id="0" name=""/>
        <dsp:cNvSpPr/>
      </dsp:nvSpPr>
      <dsp:spPr>
        <a:xfrm>
          <a:off x="5763360" y="3558815"/>
          <a:ext cx="2371278" cy="1422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100" kern="1200"/>
            <a:t>Launch</a:t>
          </a:r>
        </a:p>
      </dsp:txBody>
      <dsp:txXfrm>
        <a:off x="5805031" y="3600486"/>
        <a:ext cx="2287936" cy="1339425"/>
      </dsp:txXfrm>
    </dsp:sp>
    <dsp:sp modelId="{21846BFA-26EF-CB45-A9FB-BC48983C74FD}">
      <dsp:nvSpPr>
        <dsp:cNvPr id="0" name=""/>
        <dsp:cNvSpPr/>
      </dsp:nvSpPr>
      <dsp:spPr>
        <a:xfrm>
          <a:off x="5763360" y="1780356"/>
          <a:ext cx="2371278" cy="1422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100" kern="1200"/>
            <a:t>Learn</a:t>
          </a:r>
        </a:p>
      </dsp:txBody>
      <dsp:txXfrm>
        <a:off x="5805031" y="1822027"/>
        <a:ext cx="2287936" cy="1339425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12E154-96B4-5B48-976A-D6F5F9217A35}">
      <dsp:nvSpPr>
        <dsp:cNvPr id="0" name=""/>
        <dsp:cNvSpPr/>
      </dsp:nvSpPr>
      <dsp:spPr>
        <a:xfrm>
          <a:off x="4290564" y="4036562"/>
          <a:ext cx="76065" cy="76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74C3286-045D-7048-ABD9-20836F361925}">
      <dsp:nvSpPr>
        <dsp:cNvPr id="0" name=""/>
        <dsp:cNvSpPr/>
      </dsp:nvSpPr>
      <dsp:spPr>
        <a:xfrm>
          <a:off x="4121944" y="4105092"/>
          <a:ext cx="76065" cy="76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E02D91A-6826-E245-A29A-52EA7D83CB4B}">
      <dsp:nvSpPr>
        <dsp:cNvPr id="0" name=""/>
        <dsp:cNvSpPr/>
      </dsp:nvSpPr>
      <dsp:spPr>
        <a:xfrm>
          <a:off x="3949600" y="4161743"/>
          <a:ext cx="76065" cy="76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EEF40F-B3DD-D043-929E-76C0E3C1ED1B}">
      <dsp:nvSpPr>
        <dsp:cNvPr id="0" name=""/>
        <dsp:cNvSpPr/>
      </dsp:nvSpPr>
      <dsp:spPr>
        <a:xfrm>
          <a:off x="3774597" y="4205601"/>
          <a:ext cx="76065" cy="76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F3415BA-FAD5-8343-AB5F-B0CDF495123D}">
      <dsp:nvSpPr>
        <dsp:cNvPr id="0" name=""/>
        <dsp:cNvSpPr/>
      </dsp:nvSpPr>
      <dsp:spPr>
        <a:xfrm>
          <a:off x="5210793" y="3373199"/>
          <a:ext cx="76065" cy="76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BB59453-D9AA-234B-B092-B2BDB9C1F9A8}">
      <dsp:nvSpPr>
        <dsp:cNvPr id="0" name=""/>
        <dsp:cNvSpPr/>
      </dsp:nvSpPr>
      <dsp:spPr>
        <a:xfrm>
          <a:off x="5077280" y="3508430"/>
          <a:ext cx="76065" cy="76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62A8F59-C671-6C4B-8A2A-0BB3F9E51CF7}">
      <dsp:nvSpPr>
        <dsp:cNvPr id="0" name=""/>
        <dsp:cNvSpPr/>
      </dsp:nvSpPr>
      <dsp:spPr>
        <a:xfrm>
          <a:off x="5763463" y="2550847"/>
          <a:ext cx="76065" cy="76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276CC76-DEB8-7F46-A775-CF47BB7A9E9F}">
      <dsp:nvSpPr>
        <dsp:cNvPr id="0" name=""/>
        <dsp:cNvSpPr/>
      </dsp:nvSpPr>
      <dsp:spPr>
        <a:xfrm>
          <a:off x="6060277" y="1548948"/>
          <a:ext cx="76065" cy="76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ADBCA6D-1009-3447-BC9B-B5A3662FA992}">
      <dsp:nvSpPr>
        <dsp:cNvPr id="0" name=""/>
        <dsp:cNvSpPr/>
      </dsp:nvSpPr>
      <dsp:spPr>
        <a:xfrm>
          <a:off x="5911870" y="363847"/>
          <a:ext cx="76065" cy="76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76D8B5B-54B8-8649-B2B1-E396F9EC938B}">
      <dsp:nvSpPr>
        <dsp:cNvPr id="0" name=""/>
        <dsp:cNvSpPr/>
      </dsp:nvSpPr>
      <dsp:spPr>
        <a:xfrm>
          <a:off x="6022510" y="278414"/>
          <a:ext cx="76065" cy="76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6AA41F0-8871-574E-83E0-32AD09FBAABA}">
      <dsp:nvSpPr>
        <dsp:cNvPr id="0" name=""/>
        <dsp:cNvSpPr/>
      </dsp:nvSpPr>
      <dsp:spPr>
        <a:xfrm>
          <a:off x="6133151" y="192524"/>
          <a:ext cx="76065" cy="76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F2B608-5BF7-B64C-BE23-454C827C818D}">
      <dsp:nvSpPr>
        <dsp:cNvPr id="0" name=""/>
        <dsp:cNvSpPr/>
      </dsp:nvSpPr>
      <dsp:spPr>
        <a:xfrm>
          <a:off x="6244323" y="278414"/>
          <a:ext cx="76065" cy="76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BAA591B-76D6-7E4F-B808-9AEF8211629C}">
      <dsp:nvSpPr>
        <dsp:cNvPr id="0" name=""/>
        <dsp:cNvSpPr/>
      </dsp:nvSpPr>
      <dsp:spPr>
        <a:xfrm>
          <a:off x="6354963" y="363847"/>
          <a:ext cx="76065" cy="76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8C343B1-8ADC-974F-9F6E-05AD69FB0085}">
      <dsp:nvSpPr>
        <dsp:cNvPr id="0" name=""/>
        <dsp:cNvSpPr/>
      </dsp:nvSpPr>
      <dsp:spPr>
        <a:xfrm>
          <a:off x="6133151" y="373441"/>
          <a:ext cx="76065" cy="76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31FAF10-B42D-BD4D-A71F-A89F57117D71}">
      <dsp:nvSpPr>
        <dsp:cNvPr id="0" name=""/>
        <dsp:cNvSpPr/>
      </dsp:nvSpPr>
      <dsp:spPr>
        <a:xfrm>
          <a:off x="6133151" y="554359"/>
          <a:ext cx="76065" cy="76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2D32AFF-A3AF-5C48-B9C8-867148946010}">
      <dsp:nvSpPr>
        <dsp:cNvPr id="0" name=""/>
        <dsp:cNvSpPr/>
      </dsp:nvSpPr>
      <dsp:spPr>
        <a:xfrm>
          <a:off x="3351983" y="4351454"/>
          <a:ext cx="1638859" cy="4395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6892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Discover</a:t>
          </a:r>
        </a:p>
      </dsp:txBody>
      <dsp:txXfrm>
        <a:off x="3373438" y="4372909"/>
        <a:ext cx="1595949" cy="396591"/>
      </dsp:txXfrm>
    </dsp:sp>
    <dsp:sp modelId="{3AC0EEA6-C720-4E8A-B197-E2ED1E8B46D6}">
      <dsp:nvSpPr>
        <dsp:cNvPr id="0" name=""/>
        <dsp:cNvSpPr/>
      </dsp:nvSpPr>
      <dsp:spPr>
        <a:xfrm>
          <a:off x="2897453" y="3920861"/>
          <a:ext cx="760120" cy="75976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6E0661B-33AD-CE43-8005-AD4594E79520}">
      <dsp:nvSpPr>
        <dsp:cNvPr id="0" name=""/>
        <dsp:cNvSpPr/>
      </dsp:nvSpPr>
      <dsp:spPr>
        <a:xfrm>
          <a:off x="4791903" y="3832001"/>
          <a:ext cx="1638859" cy="4395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6892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Define</a:t>
          </a:r>
        </a:p>
      </dsp:txBody>
      <dsp:txXfrm>
        <a:off x="4813358" y="3853456"/>
        <a:ext cx="1595949" cy="396591"/>
      </dsp:txXfrm>
    </dsp:sp>
    <dsp:sp modelId="{E349D3FF-9533-4660-ADE5-63B207628094}">
      <dsp:nvSpPr>
        <dsp:cNvPr id="0" name=""/>
        <dsp:cNvSpPr/>
      </dsp:nvSpPr>
      <dsp:spPr>
        <a:xfrm>
          <a:off x="4337373" y="3401409"/>
          <a:ext cx="760120" cy="75976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FBB12C7-0146-1547-86B8-717D532F5BC3}">
      <dsp:nvSpPr>
        <dsp:cNvPr id="0" name=""/>
        <dsp:cNvSpPr/>
      </dsp:nvSpPr>
      <dsp:spPr>
        <a:xfrm>
          <a:off x="5572768" y="3081377"/>
          <a:ext cx="1638859" cy="4395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6892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Build</a:t>
          </a:r>
        </a:p>
      </dsp:txBody>
      <dsp:txXfrm>
        <a:off x="5594223" y="3102832"/>
        <a:ext cx="1595949" cy="396591"/>
      </dsp:txXfrm>
    </dsp:sp>
    <dsp:sp modelId="{521D9A52-E918-43BC-B88B-7C11420EEEE3}">
      <dsp:nvSpPr>
        <dsp:cNvPr id="0" name=""/>
        <dsp:cNvSpPr/>
      </dsp:nvSpPr>
      <dsp:spPr>
        <a:xfrm>
          <a:off x="5118238" y="2650784"/>
          <a:ext cx="760120" cy="75976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B1F4131-CAC8-9B43-B85A-F5BE692CF8C3}">
      <dsp:nvSpPr>
        <dsp:cNvPr id="0" name=""/>
        <dsp:cNvSpPr/>
      </dsp:nvSpPr>
      <dsp:spPr>
        <a:xfrm>
          <a:off x="5980754" y="2116484"/>
          <a:ext cx="1638859" cy="4395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6892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Launch</a:t>
          </a:r>
        </a:p>
      </dsp:txBody>
      <dsp:txXfrm>
        <a:off x="6002209" y="2137939"/>
        <a:ext cx="1595949" cy="396591"/>
      </dsp:txXfrm>
    </dsp:sp>
    <dsp:sp modelId="{93965647-1138-44D7-BC0A-A1A00AD2EEBA}">
      <dsp:nvSpPr>
        <dsp:cNvPr id="0" name=""/>
        <dsp:cNvSpPr/>
      </dsp:nvSpPr>
      <dsp:spPr>
        <a:xfrm>
          <a:off x="5526225" y="1685891"/>
          <a:ext cx="760120" cy="75976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7FD9E2C-A401-2449-B61E-92F553983129}">
      <dsp:nvSpPr>
        <dsp:cNvPr id="0" name=""/>
        <dsp:cNvSpPr/>
      </dsp:nvSpPr>
      <dsp:spPr>
        <a:xfrm>
          <a:off x="6207886" y="1134230"/>
          <a:ext cx="1638859" cy="4395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6892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Learn</a:t>
          </a:r>
        </a:p>
      </dsp:txBody>
      <dsp:txXfrm>
        <a:off x="6229341" y="1155685"/>
        <a:ext cx="1595949" cy="396591"/>
      </dsp:txXfrm>
    </dsp:sp>
    <dsp:sp modelId="{4B6726C5-A62D-414E-9085-249B734ECB66}">
      <dsp:nvSpPr>
        <dsp:cNvPr id="0" name=""/>
        <dsp:cNvSpPr/>
      </dsp:nvSpPr>
      <dsp:spPr>
        <a:xfrm>
          <a:off x="5753356" y="703637"/>
          <a:ext cx="760120" cy="75976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AB0729-6663-A64E-BA5D-3F04950AFE5F}">
      <dsp:nvSpPr>
        <dsp:cNvPr id="0" name=""/>
        <dsp:cNvSpPr/>
      </dsp:nvSpPr>
      <dsp:spPr>
        <a:xfrm>
          <a:off x="1385315" y="0"/>
          <a:ext cx="7973568" cy="498348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DFC764-2184-B348-8CF3-6A150ED94A13}">
      <dsp:nvSpPr>
        <dsp:cNvPr id="0" name=""/>
        <dsp:cNvSpPr/>
      </dsp:nvSpPr>
      <dsp:spPr>
        <a:xfrm>
          <a:off x="2170712" y="3705715"/>
          <a:ext cx="183392" cy="1833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479D5AD-1DB4-1C45-AC77-ACF3B0367FE4}">
      <dsp:nvSpPr>
        <dsp:cNvPr id="0" name=""/>
        <dsp:cNvSpPr/>
      </dsp:nvSpPr>
      <dsp:spPr>
        <a:xfrm>
          <a:off x="2262408" y="3797411"/>
          <a:ext cx="1044537" cy="1186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76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Discover</a:t>
          </a:r>
        </a:p>
      </dsp:txBody>
      <dsp:txXfrm>
        <a:off x="2262408" y="3797411"/>
        <a:ext cx="1044537" cy="1186068"/>
      </dsp:txXfrm>
    </dsp:sp>
    <dsp:sp modelId="{BD591F33-BA66-914E-8200-BE9805A7D905}">
      <dsp:nvSpPr>
        <dsp:cNvPr id="0" name=""/>
        <dsp:cNvSpPr/>
      </dsp:nvSpPr>
      <dsp:spPr>
        <a:xfrm>
          <a:off x="3163421" y="2751877"/>
          <a:ext cx="287048" cy="2870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08FBCF4-9EDF-6C43-B1EE-E8410469CEA2}">
      <dsp:nvSpPr>
        <dsp:cNvPr id="0" name=""/>
        <dsp:cNvSpPr/>
      </dsp:nvSpPr>
      <dsp:spPr>
        <a:xfrm>
          <a:off x="3306945" y="2895401"/>
          <a:ext cx="1323612" cy="2088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101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Define</a:t>
          </a:r>
        </a:p>
      </dsp:txBody>
      <dsp:txXfrm>
        <a:off x="3306945" y="2895401"/>
        <a:ext cx="1323612" cy="2088078"/>
      </dsp:txXfrm>
    </dsp:sp>
    <dsp:sp modelId="{480D4A1C-E79C-134A-9780-38213FE0F26B}">
      <dsp:nvSpPr>
        <dsp:cNvPr id="0" name=""/>
        <dsp:cNvSpPr/>
      </dsp:nvSpPr>
      <dsp:spPr>
        <a:xfrm>
          <a:off x="4439192" y="1991398"/>
          <a:ext cx="382731" cy="382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CC3CF8D-3EE9-A34B-8FF6-E34FFB7162BC}">
      <dsp:nvSpPr>
        <dsp:cNvPr id="0" name=""/>
        <dsp:cNvSpPr/>
      </dsp:nvSpPr>
      <dsp:spPr>
        <a:xfrm>
          <a:off x="4630558" y="2182764"/>
          <a:ext cx="1538898" cy="2800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801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Build</a:t>
          </a:r>
        </a:p>
      </dsp:txBody>
      <dsp:txXfrm>
        <a:off x="4630558" y="2182764"/>
        <a:ext cx="1538898" cy="2800715"/>
      </dsp:txXfrm>
    </dsp:sp>
    <dsp:sp modelId="{B887A060-154B-1145-BB2D-EA751D405F9D}">
      <dsp:nvSpPr>
        <dsp:cNvPr id="0" name=""/>
        <dsp:cNvSpPr/>
      </dsp:nvSpPr>
      <dsp:spPr>
        <a:xfrm>
          <a:off x="5922276" y="1397367"/>
          <a:ext cx="494361" cy="4943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42DF22-2041-6E42-A649-46B3848F15C8}">
      <dsp:nvSpPr>
        <dsp:cNvPr id="0" name=""/>
        <dsp:cNvSpPr/>
      </dsp:nvSpPr>
      <dsp:spPr>
        <a:xfrm>
          <a:off x="6169456" y="1644548"/>
          <a:ext cx="1594713" cy="33389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952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Launch</a:t>
          </a:r>
        </a:p>
      </dsp:txBody>
      <dsp:txXfrm>
        <a:off x="6169456" y="1644548"/>
        <a:ext cx="1594713" cy="3338931"/>
      </dsp:txXfrm>
    </dsp:sp>
    <dsp:sp modelId="{01B8BC86-D793-9444-879B-FA2F2B19C6B0}">
      <dsp:nvSpPr>
        <dsp:cNvPr id="0" name=""/>
        <dsp:cNvSpPr/>
      </dsp:nvSpPr>
      <dsp:spPr>
        <a:xfrm>
          <a:off x="7449214" y="1000682"/>
          <a:ext cx="629911" cy="6299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E3DDD8-928D-3B42-9314-88D690439E6E}">
      <dsp:nvSpPr>
        <dsp:cNvPr id="0" name=""/>
        <dsp:cNvSpPr/>
      </dsp:nvSpPr>
      <dsp:spPr>
        <a:xfrm>
          <a:off x="7764170" y="1315638"/>
          <a:ext cx="1594713" cy="366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777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Learn</a:t>
          </a:r>
        </a:p>
      </dsp:txBody>
      <dsp:txXfrm>
        <a:off x="7764170" y="1315638"/>
        <a:ext cx="1594713" cy="3667841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74CC65-E86A-6747-8541-31E35F02641E}">
      <dsp:nvSpPr>
        <dsp:cNvPr id="0" name=""/>
        <dsp:cNvSpPr/>
      </dsp:nvSpPr>
      <dsp:spPr>
        <a:xfrm rot="4396374">
          <a:off x="2919581" y="991673"/>
          <a:ext cx="4302035" cy="3000133"/>
        </a:xfrm>
        <a:prstGeom prst="swooshArrow">
          <a:avLst>
            <a:gd name="adj1" fmla="val 16310"/>
            <a:gd name="adj2" fmla="val 313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C70F7E1-CD5F-7B4F-B61B-2D7378A3A162}">
      <dsp:nvSpPr>
        <dsp:cNvPr id="0" name=""/>
        <dsp:cNvSpPr/>
      </dsp:nvSpPr>
      <dsp:spPr>
        <a:xfrm>
          <a:off x="4531137" y="1383414"/>
          <a:ext cx="108639" cy="108639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406F146-40F1-7E45-8E58-65EEF4C18012}">
      <dsp:nvSpPr>
        <dsp:cNvPr id="0" name=""/>
        <dsp:cNvSpPr/>
      </dsp:nvSpPr>
      <dsp:spPr>
        <a:xfrm>
          <a:off x="5275021" y="1983425"/>
          <a:ext cx="108639" cy="108639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83BB060-2420-9646-9BA0-C0501D9E483E}">
      <dsp:nvSpPr>
        <dsp:cNvPr id="0" name=""/>
        <dsp:cNvSpPr/>
      </dsp:nvSpPr>
      <dsp:spPr>
        <a:xfrm>
          <a:off x="5832523" y="2685099"/>
          <a:ext cx="108639" cy="108639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4031AE5-54C7-3B4A-BCC4-60BA586BB5B4}">
      <dsp:nvSpPr>
        <dsp:cNvPr id="0" name=""/>
        <dsp:cNvSpPr/>
      </dsp:nvSpPr>
      <dsp:spPr>
        <a:xfrm>
          <a:off x="2631185" y="0"/>
          <a:ext cx="2028276" cy="797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b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Discover</a:t>
          </a:r>
        </a:p>
      </dsp:txBody>
      <dsp:txXfrm>
        <a:off x="2631185" y="0"/>
        <a:ext cx="2028276" cy="797356"/>
      </dsp:txXfrm>
    </dsp:sp>
    <dsp:sp modelId="{36467CDE-C5A0-294A-AF35-B499EDC4C57E}">
      <dsp:nvSpPr>
        <dsp:cNvPr id="0" name=""/>
        <dsp:cNvSpPr/>
      </dsp:nvSpPr>
      <dsp:spPr>
        <a:xfrm>
          <a:off x="5152826" y="1039055"/>
          <a:ext cx="2960187" cy="797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Define</a:t>
          </a:r>
        </a:p>
      </dsp:txBody>
      <dsp:txXfrm>
        <a:off x="5152826" y="1039055"/>
        <a:ext cx="2960187" cy="797356"/>
      </dsp:txXfrm>
    </dsp:sp>
    <dsp:sp modelId="{107162F7-3C46-9346-9FB1-8A16A5CFEA55}">
      <dsp:nvSpPr>
        <dsp:cNvPr id="0" name=""/>
        <dsp:cNvSpPr/>
      </dsp:nvSpPr>
      <dsp:spPr>
        <a:xfrm>
          <a:off x="2631185" y="1639066"/>
          <a:ext cx="2357186" cy="797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Build</a:t>
          </a:r>
        </a:p>
      </dsp:txBody>
      <dsp:txXfrm>
        <a:off x="2631185" y="1639066"/>
        <a:ext cx="2357186" cy="797356"/>
      </dsp:txXfrm>
    </dsp:sp>
    <dsp:sp modelId="{1C1A96DD-2F53-E640-B9B0-F90AD513DEF2}">
      <dsp:nvSpPr>
        <dsp:cNvPr id="0" name=""/>
        <dsp:cNvSpPr/>
      </dsp:nvSpPr>
      <dsp:spPr>
        <a:xfrm>
          <a:off x="6304010" y="2340740"/>
          <a:ext cx="1809003" cy="797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Launch</a:t>
          </a:r>
        </a:p>
      </dsp:txBody>
      <dsp:txXfrm>
        <a:off x="6304010" y="2340740"/>
        <a:ext cx="1809003" cy="797356"/>
      </dsp:txXfrm>
    </dsp:sp>
    <dsp:sp modelId="{31ABF751-6A6F-DF4B-B0F8-2E07E695291C}">
      <dsp:nvSpPr>
        <dsp:cNvPr id="0" name=""/>
        <dsp:cNvSpPr/>
      </dsp:nvSpPr>
      <dsp:spPr>
        <a:xfrm>
          <a:off x="5372100" y="4186123"/>
          <a:ext cx="2740914" cy="797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Learn</a:t>
          </a:r>
        </a:p>
      </dsp:txBody>
      <dsp:txXfrm>
        <a:off x="5372100" y="4186123"/>
        <a:ext cx="2740914" cy="797356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D9C084-F545-2148-B887-6FF630F2B9CF}">
      <dsp:nvSpPr>
        <dsp:cNvPr id="0" name=""/>
        <dsp:cNvSpPr/>
      </dsp:nvSpPr>
      <dsp:spPr>
        <a:xfrm>
          <a:off x="1133177" y="1372"/>
          <a:ext cx="2119461" cy="21194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Discover</a:t>
          </a:r>
        </a:p>
      </dsp:txBody>
      <dsp:txXfrm>
        <a:off x="1443565" y="311760"/>
        <a:ext cx="1498685" cy="1498685"/>
      </dsp:txXfrm>
    </dsp:sp>
    <dsp:sp modelId="{840257A6-3A08-3C45-8472-8C492593A0FD}">
      <dsp:nvSpPr>
        <dsp:cNvPr id="0" name=""/>
        <dsp:cNvSpPr/>
      </dsp:nvSpPr>
      <dsp:spPr>
        <a:xfrm rot="10800000">
          <a:off x="1822002" y="2394509"/>
          <a:ext cx="741811" cy="580191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2B5E16E-B09F-E642-9D74-E02883ADFDA3}">
      <dsp:nvSpPr>
        <dsp:cNvPr id="0" name=""/>
        <dsp:cNvSpPr/>
      </dsp:nvSpPr>
      <dsp:spPr>
        <a:xfrm>
          <a:off x="1486067" y="3215536"/>
          <a:ext cx="1413680" cy="14136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Define</a:t>
          </a:r>
        </a:p>
      </dsp:txBody>
      <dsp:txXfrm>
        <a:off x="1693096" y="3422565"/>
        <a:ext cx="999622" cy="999622"/>
      </dsp:txXfrm>
    </dsp:sp>
    <dsp:sp modelId="{18BEDACC-7DD1-164E-B3FB-7971B9AB226C}">
      <dsp:nvSpPr>
        <dsp:cNvPr id="0" name=""/>
        <dsp:cNvSpPr/>
      </dsp:nvSpPr>
      <dsp:spPr>
        <a:xfrm rot="5400000">
          <a:off x="3428018" y="3632280"/>
          <a:ext cx="741811" cy="580191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6BD0021-DF2B-094B-99AA-D23BD6E36FBB}">
      <dsp:nvSpPr>
        <dsp:cNvPr id="0" name=""/>
        <dsp:cNvSpPr/>
      </dsp:nvSpPr>
      <dsp:spPr>
        <a:xfrm>
          <a:off x="4665259" y="3215536"/>
          <a:ext cx="1413680" cy="14136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Build</a:t>
          </a:r>
        </a:p>
      </dsp:txBody>
      <dsp:txXfrm>
        <a:off x="4872288" y="3422565"/>
        <a:ext cx="999622" cy="999622"/>
      </dsp:txXfrm>
    </dsp:sp>
    <dsp:sp modelId="{D0B2FF4E-8F39-454C-8D2E-D7C3BA051B2C}">
      <dsp:nvSpPr>
        <dsp:cNvPr id="0" name=""/>
        <dsp:cNvSpPr/>
      </dsp:nvSpPr>
      <dsp:spPr>
        <a:xfrm>
          <a:off x="5001194" y="2185223"/>
          <a:ext cx="741811" cy="580191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B25F630-41A8-C84D-B70D-F21711559192}">
      <dsp:nvSpPr>
        <dsp:cNvPr id="0" name=""/>
        <dsp:cNvSpPr/>
      </dsp:nvSpPr>
      <dsp:spPr>
        <a:xfrm>
          <a:off x="4665259" y="354263"/>
          <a:ext cx="1413680" cy="14136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Launch</a:t>
          </a:r>
        </a:p>
      </dsp:txBody>
      <dsp:txXfrm>
        <a:off x="4872288" y="561292"/>
        <a:ext cx="999622" cy="999622"/>
      </dsp:txXfrm>
    </dsp:sp>
    <dsp:sp modelId="{08D6FB3A-79C6-AB4B-965F-AC9ABCBDF4BE}">
      <dsp:nvSpPr>
        <dsp:cNvPr id="0" name=""/>
        <dsp:cNvSpPr/>
      </dsp:nvSpPr>
      <dsp:spPr>
        <a:xfrm rot="5400000">
          <a:off x="6430765" y="771007"/>
          <a:ext cx="741811" cy="580191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0291F17-DDEA-F941-BB20-31575CA1958F}">
      <dsp:nvSpPr>
        <dsp:cNvPr id="0" name=""/>
        <dsp:cNvSpPr/>
      </dsp:nvSpPr>
      <dsp:spPr>
        <a:xfrm>
          <a:off x="7491561" y="1372"/>
          <a:ext cx="2119461" cy="21194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Learn</a:t>
          </a:r>
        </a:p>
      </dsp:txBody>
      <dsp:txXfrm>
        <a:off x="7801949" y="311760"/>
        <a:ext cx="1498685" cy="1498685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0AFB1-CE52-854C-94C1-CBAE885A3C77}">
      <dsp:nvSpPr>
        <dsp:cNvPr id="0" name=""/>
        <dsp:cNvSpPr/>
      </dsp:nvSpPr>
      <dsp:spPr>
        <a:xfrm>
          <a:off x="9961" y="1818915"/>
          <a:ext cx="1345648" cy="1345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Discover</a:t>
          </a:r>
        </a:p>
      </dsp:txBody>
      <dsp:txXfrm>
        <a:off x="207027" y="2015981"/>
        <a:ext cx="951516" cy="951516"/>
      </dsp:txXfrm>
    </dsp:sp>
    <dsp:sp modelId="{B2E307A5-7935-E749-BBD7-79DBB23430F0}">
      <dsp:nvSpPr>
        <dsp:cNvPr id="0" name=""/>
        <dsp:cNvSpPr/>
      </dsp:nvSpPr>
      <dsp:spPr>
        <a:xfrm>
          <a:off x="1464876" y="2101502"/>
          <a:ext cx="780475" cy="780475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200" kern="1200"/>
        </a:p>
      </dsp:txBody>
      <dsp:txXfrm>
        <a:off x="1568328" y="2399956"/>
        <a:ext cx="573571" cy="183567"/>
      </dsp:txXfrm>
    </dsp:sp>
    <dsp:sp modelId="{2487E694-4CCF-C441-ACB4-A03AABCC4D54}">
      <dsp:nvSpPr>
        <dsp:cNvPr id="0" name=""/>
        <dsp:cNvSpPr/>
      </dsp:nvSpPr>
      <dsp:spPr>
        <a:xfrm>
          <a:off x="2354618" y="1818915"/>
          <a:ext cx="1345648" cy="1345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Define</a:t>
          </a:r>
        </a:p>
      </dsp:txBody>
      <dsp:txXfrm>
        <a:off x="2551684" y="2015981"/>
        <a:ext cx="951516" cy="951516"/>
      </dsp:txXfrm>
    </dsp:sp>
    <dsp:sp modelId="{6AA60DB1-EB89-DC42-B10E-FA2D64553839}">
      <dsp:nvSpPr>
        <dsp:cNvPr id="0" name=""/>
        <dsp:cNvSpPr/>
      </dsp:nvSpPr>
      <dsp:spPr>
        <a:xfrm>
          <a:off x="3809533" y="2101502"/>
          <a:ext cx="780475" cy="780475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200" kern="1200"/>
        </a:p>
      </dsp:txBody>
      <dsp:txXfrm>
        <a:off x="3912985" y="2399956"/>
        <a:ext cx="573571" cy="183567"/>
      </dsp:txXfrm>
    </dsp:sp>
    <dsp:sp modelId="{3E0FBB1B-7258-3942-AF0A-5A53AFC0B2C1}">
      <dsp:nvSpPr>
        <dsp:cNvPr id="0" name=""/>
        <dsp:cNvSpPr/>
      </dsp:nvSpPr>
      <dsp:spPr>
        <a:xfrm>
          <a:off x="4699275" y="1818915"/>
          <a:ext cx="1345648" cy="1345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Build</a:t>
          </a:r>
        </a:p>
      </dsp:txBody>
      <dsp:txXfrm>
        <a:off x="4896341" y="2015981"/>
        <a:ext cx="951516" cy="951516"/>
      </dsp:txXfrm>
    </dsp:sp>
    <dsp:sp modelId="{7FBBC535-F0A3-0541-98E0-ACD8750A6222}">
      <dsp:nvSpPr>
        <dsp:cNvPr id="0" name=""/>
        <dsp:cNvSpPr/>
      </dsp:nvSpPr>
      <dsp:spPr>
        <a:xfrm>
          <a:off x="6154190" y="2101502"/>
          <a:ext cx="780475" cy="780475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200" kern="1200"/>
        </a:p>
      </dsp:txBody>
      <dsp:txXfrm>
        <a:off x="6257642" y="2399956"/>
        <a:ext cx="573571" cy="183567"/>
      </dsp:txXfrm>
    </dsp:sp>
    <dsp:sp modelId="{BADC8174-3698-8146-BE18-210324F6EA4A}">
      <dsp:nvSpPr>
        <dsp:cNvPr id="0" name=""/>
        <dsp:cNvSpPr/>
      </dsp:nvSpPr>
      <dsp:spPr>
        <a:xfrm>
          <a:off x="7043933" y="1818915"/>
          <a:ext cx="1345648" cy="1345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Launch</a:t>
          </a:r>
        </a:p>
      </dsp:txBody>
      <dsp:txXfrm>
        <a:off x="7240999" y="2015981"/>
        <a:ext cx="951516" cy="951516"/>
      </dsp:txXfrm>
    </dsp:sp>
    <dsp:sp modelId="{1A680961-42A9-874C-96C7-D0D176A023C8}">
      <dsp:nvSpPr>
        <dsp:cNvPr id="0" name=""/>
        <dsp:cNvSpPr/>
      </dsp:nvSpPr>
      <dsp:spPr>
        <a:xfrm>
          <a:off x="8498847" y="2101502"/>
          <a:ext cx="780475" cy="780475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500" kern="1200"/>
        </a:p>
      </dsp:txBody>
      <dsp:txXfrm>
        <a:off x="8602299" y="2262280"/>
        <a:ext cx="573571" cy="458919"/>
      </dsp:txXfrm>
    </dsp:sp>
    <dsp:sp modelId="{35F73954-1FA9-B34B-BF94-7CD9A47674B9}">
      <dsp:nvSpPr>
        <dsp:cNvPr id="0" name=""/>
        <dsp:cNvSpPr/>
      </dsp:nvSpPr>
      <dsp:spPr>
        <a:xfrm>
          <a:off x="9388590" y="1818915"/>
          <a:ext cx="1345648" cy="1345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Learn</a:t>
          </a:r>
        </a:p>
      </dsp:txBody>
      <dsp:txXfrm>
        <a:off x="9585656" y="2015981"/>
        <a:ext cx="951516" cy="951516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671FA9-D6B1-8C4E-B05F-E96520D2280A}">
      <dsp:nvSpPr>
        <dsp:cNvPr id="0" name=""/>
        <dsp:cNvSpPr/>
      </dsp:nvSpPr>
      <dsp:spPr>
        <a:xfrm>
          <a:off x="3932020" y="722"/>
          <a:ext cx="800044" cy="8000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100" kern="1200"/>
            <a:t>Discover</a:t>
          </a:r>
        </a:p>
      </dsp:txBody>
      <dsp:txXfrm>
        <a:off x="4049184" y="117886"/>
        <a:ext cx="565716" cy="565716"/>
      </dsp:txXfrm>
    </dsp:sp>
    <dsp:sp modelId="{4DFBE4D4-0EAB-B447-93E6-5C0D354EBF3D}">
      <dsp:nvSpPr>
        <dsp:cNvPr id="0" name=""/>
        <dsp:cNvSpPr/>
      </dsp:nvSpPr>
      <dsp:spPr>
        <a:xfrm>
          <a:off x="4100029" y="865730"/>
          <a:ext cx="464025" cy="464025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700" kern="1200"/>
        </a:p>
      </dsp:txBody>
      <dsp:txXfrm>
        <a:off x="4161536" y="1043173"/>
        <a:ext cx="341011" cy="109139"/>
      </dsp:txXfrm>
    </dsp:sp>
    <dsp:sp modelId="{C361B049-817E-B04B-9E46-48F546FA7F6E}">
      <dsp:nvSpPr>
        <dsp:cNvPr id="0" name=""/>
        <dsp:cNvSpPr/>
      </dsp:nvSpPr>
      <dsp:spPr>
        <a:xfrm>
          <a:off x="3932020" y="1394719"/>
          <a:ext cx="800044" cy="8000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100" kern="1200"/>
            <a:t>Define</a:t>
          </a:r>
        </a:p>
      </dsp:txBody>
      <dsp:txXfrm>
        <a:off x="4049184" y="1511883"/>
        <a:ext cx="565716" cy="565716"/>
      </dsp:txXfrm>
    </dsp:sp>
    <dsp:sp modelId="{C7AE1360-F148-5C4E-851A-D454DEA23319}">
      <dsp:nvSpPr>
        <dsp:cNvPr id="0" name=""/>
        <dsp:cNvSpPr/>
      </dsp:nvSpPr>
      <dsp:spPr>
        <a:xfrm>
          <a:off x="4100029" y="2259727"/>
          <a:ext cx="464025" cy="464025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700" kern="1200"/>
        </a:p>
      </dsp:txBody>
      <dsp:txXfrm>
        <a:off x="4161536" y="2437170"/>
        <a:ext cx="341011" cy="109139"/>
      </dsp:txXfrm>
    </dsp:sp>
    <dsp:sp modelId="{771D6C03-2EF7-AE45-B06A-07461C98E674}">
      <dsp:nvSpPr>
        <dsp:cNvPr id="0" name=""/>
        <dsp:cNvSpPr/>
      </dsp:nvSpPr>
      <dsp:spPr>
        <a:xfrm>
          <a:off x="3932020" y="2788716"/>
          <a:ext cx="800044" cy="8000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100" kern="1200"/>
            <a:t>Build</a:t>
          </a:r>
        </a:p>
      </dsp:txBody>
      <dsp:txXfrm>
        <a:off x="4049184" y="2905880"/>
        <a:ext cx="565716" cy="565716"/>
      </dsp:txXfrm>
    </dsp:sp>
    <dsp:sp modelId="{024E1527-3903-EB45-90B9-FA3B5CBB681D}">
      <dsp:nvSpPr>
        <dsp:cNvPr id="0" name=""/>
        <dsp:cNvSpPr/>
      </dsp:nvSpPr>
      <dsp:spPr>
        <a:xfrm>
          <a:off x="4100029" y="3653724"/>
          <a:ext cx="464025" cy="464025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700" kern="1200"/>
        </a:p>
      </dsp:txBody>
      <dsp:txXfrm>
        <a:off x="4161536" y="3831167"/>
        <a:ext cx="341011" cy="109139"/>
      </dsp:txXfrm>
    </dsp:sp>
    <dsp:sp modelId="{B740EA54-E2C2-E84D-A8F1-F8F67DAFEC66}">
      <dsp:nvSpPr>
        <dsp:cNvPr id="0" name=""/>
        <dsp:cNvSpPr/>
      </dsp:nvSpPr>
      <dsp:spPr>
        <a:xfrm>
          <a:off x="3932020" y="4182713"/>
          <a:ext cx="800044" cy="8000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100" kern="1200"/>
            <a:t>Launch</a:t>
          </a:r>
        </a:p>
      </dsp:txBody>
      <dsp:txXfrm>
        <a:off x="4049184" y="4299877"/>
        <a:ext cx="565716" cy="565716"/>
      </dsp:txXfrm>
    </dsp:sp>
    <dsp:sp modelId="{29C7E461-1E48-9244-A5E3-1CCEEAC51FE7}">
      <dsp:nvSpPr>
        <dsp:cNvPr id="0" name=""/>
        <dsp:cNvSpPr/>
      </dsp:nvSpPr>
      <dsp:spPr>
        <a:xfrm>
          <a:off x="4852071" y="2342931"/>
          <a:ext cx="254414" cy="2976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900" kern="1200"/>
        </a:p>
      </dsp:txBody>
      <dsp:txXfrm>
        <a:off x="4852071" y="2402454"/>
        <a:ext cx="178090" cy="178570"/>
      </dsp:txXfrm>
    </dsp:sp>
    <dsp:sp modelId="{105F43DA-722C-3347-B7CB-0896021F4689}">
      <dsp:nvSpPr>
        <dsp:cNvPr id="0" name=""/>
        <dsp:cNvSpPr/>
      </dsp:nvSpPr>
      <dsp:spPr>
        <a:xfrm>
          <a:off x="5212091" y="1691695"/>
          <a:ext cx="1600088" cy="16000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400" kern="1200"/>
            <a:t>Learn</a:t>
          </a:r>
        </a:p>
      </dsp:txBody>
      <dsp:txXfrm>
        <a:off x="5446418" y="1926022"/>
        <a:ext cx="1131434" cy="1131434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2E84C6-1CFA-6946-812F-02B1A05EECE7}">
      <dsp:nvSpPr>
        <dsp:cNvPr id="0" name=""/>
        <dsp:cNvSpPr/>
      </dsp:nvSpPr>
      <dsp:spPr>
        <a:xfrm>
          <a:off x="3356905" y="202453"/>
          <a:ext cx="4017930" cy="1395374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F38222-9928-6645-9016-4B53257267D2}">
      <dsp:nvSpPr>
        <dsp:cNvPr id="0" name=""/>
        <dsp:cNvSpPr/>
      </dsp:nvSpPr>
      <dsp:spPr>
        <a:xfrm>
          <a:off x="4982765" y="3619252"/>
          <a:ext cx="778668" cy="498348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3776165-F747-1F46-A123-55ECBF9EC02E}">
      <dsp:nvSpPr>
        <dsp:cNvPr id="0" name=""/>
        <dsp:cNvSpPr/>
      </dsp:nvSpPr>
      <dsp:spPr>
        <a:xfrm>
          <a:off x="3503294" y="4017930"/>
          <a:ext cx="3737610" cy="934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Launch</a:t>
          </a:r>
        </a:p>
      </dsp:txBody>
      <dsp:txXfrm>
        <a:off x="3503294" y="4017930"/>
        <a:ext cx="3737610" cy="934402"/>
      </dsp:txXfrm>
    </dsp:sp>
    <dsp:sp modelId="{CA0CB4C7-5C7A-0147-AE13-DB5AD1A03FCA}">
      <dsp:nvSpPr>
        <dsp:cNvPr id="0" name=""/>
        <dsp:cNvSpPr/>
      </dsp:nvSpPr>
      <dsp:spPr>
        <a:xfrm>
          <a:off x="4817687" y="1705596"/>
          <a:ext cx="1401603" cy="14016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Build</a:t>
          </a:r>
        </a:p>
      </dsp:txBody>
      <dsp:txXfrm>
        <a:off x="5022947" y="1910856"/>
        <a:ext cx="991083" cy="991083"/>
      </dsp:txXfrm>
    </dsp:sp>
    <dsp:sp modelId="{FB0E2CA0-D953-9043-8FA6-28BFED3ADB66}">
      <dsp:nvSpPr>
        <dsp:cNvPr id="0" name=""/>
        <dsp:cNvSpPr/>
      </dsp:nvSpPr>
      <dsp:spPr>
        <a:xfrm>
          <a:off x="3814762" y="654081"/>
          <a:ext cx="1401603" cy="14016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Define</a:t>
          </a:r>
        </a:p>
      </dsp:txBody>
      <dsp:txXfrm>
        <a:off x="4020022" y="859341"/>
        <a:ext cx="991083" cy="991083"/>
      </dsp:txXfrm>
    </dsp:sp>
    <dsp:sp modelId="{08BAC5E7-8048-864C-8737-9F54A8F556E1}">
      <dsp:nvSpPr>
        <dsp:cNvPr id="0" name=""/>
        <dsp:cNvSpPr/>
      </dsp:nvSpPr>
      <dsp:spPr>
        <a:xfrm>
          <a:off x="5247513" y="315205"/>
          <a:ext cx="1401603" cy="14016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Discover</a:t>
          </a:r>
        </a:p>
      </dsp:txBody>
      <dsp:txXfrm>
        <a:off x="5452773" y="520465"/>
        <a:ext cx="991083" cy="991083"/>
      </dsp:txXfrm>
    </dsp:sp>
    <dsp:sp modelId="{E789066B-9384-CE4F-8959-C18E46E9011E}">
      <dsp:nvSpPr>
        <dsp:cNvPr id="0" name=""/>
        <dsp:cNvSpPr/>
      </dsp:nvSpPr>
      <dsp:spPr>
        <a:xfrm>
          <a:off x="3191827" y="31146"/>
          <a:ext cx="4360545" cy="348843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E59CA3-9F96-2C43-B189-FDFB6BC6D5D2}">
      <dsp:nvSpPr>
        <dsp:cNvPr id="0" name=""/>
        <dsp:cNvSpPr/>
      </dsp:nvSpPr>
      <dsp:spPr>
        <a:xfrm>
          <a:off x="5122925" y="2242566"/>
          <a:ext cx="2740914" cy="2740914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200" kern="1200"/>
            <a:t>People</a:t>
          </a:r>
        </a:p>
      </dsp:txBody>
      <dsp:txXfrm>
        <a:off x="5673971" y="2884612"/>
        <a:ext cx="1638822" cy="1408886"/>
      </dsp:txXfrm>
    </dsp:sp>
    <dsp:sp modelId="{312321F6-3A6B-B74A-8C9F-AA731ADCDEB8}">
      <dsp:nvSpPr>
        <dsp:cNvPr id="0" name=""/>
        <dsp:cNvSpPr/>
      </dsp:nvSpPr>
      <dsp:spPr>
        <a:xfrm>
          <a:off x="3528212" y="1594713"/>
          <a:ext cx="1993392" cy="1993392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200" kern="1200"/>
            <a:t>Process</a:t>
          </a:r>
        </a:p>
      </dsp:txBody>
      <dsp:txXfrm>
        <a:off x="4030054" y="2099589"/>
        <a:ext cx="989708" cy="983640"/>
      </dsp:txXfrm>
    </dsp:sp>
    <dsp:sp modelId="{2A0390C3-071A-9643-9154-26C49D3D6E3E}">
      <dsp:nvSpPr>
        <dsp:cNvPr id="0" name=""/>
        <dsp:cNvSpPr/>
      </dsp:nvSpPr>
      <dsp:spPr>
        <a:xfrm rot="20700000">
          <a:off x="4644715" y="219476"/>
          <a:ext cx="1953117" cy="1953117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200" kern="1200"/>
            <a:t>Tools</a:t>
          </a:r>
        </a:p>
      </dsp:txBody>
      <dsp:txXfrm rot="-20700000">
        <a:off x="5073091" y="647852"/>
        <a:ext cx="1096365" cy="1096365"/>
      </dsp:txXfrm>
    </dsp:sp>
    <dsp:sp modelId="{40ADBCD0-49FE-9D4B-883D-50A06B52AF9E}">
      <dsp:nvSpPr>
        <dsp:cNvPr id="0" name=""/>
        <dsp:cNvSpPr/>
      </dsp:nvSpPr>
      <dsp:spPr>
        <a:xfrm>
          <a:off x="4920928" y="1823966"/>
          <a:ext cx="3508369" cy="3508369"/>
        </a:xfrm>
        <a:prstGeom prst="circularArrow">
          <a:avLst>
            <a:gd name="adj1" fmla="val 4687"/>
            <a:gd name="adj2" fmla="val 299029"/>
            <a:gd name="adj3" fmla="val 2532256"/>
            <a:gd name="adj4" fmla="val 15827040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9ABE69-95E7-674D-8EF4-57CA6A1FFAD1}">
      <dsp:nvSpPr>
        <dsp:cNvPr id="0" name=""/>
        <dsp:cNvSpPr/>
      </dsp:nvSpPr>
      <dsp:spPr>
        <a:xfrm>
          <a:off x="3175186" y="1150264"/>
          <a:ext cx="2549050" cy="254905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DC4F221-374F-4546-AD97-A741EB0CA790}">
      <dsp:nvSpPr>
        <dsp:cNvPr id="0" name=""/>
        <dsp:cNvSpPr/>
      </dsp:nvSpPr>
      <dsp:spPr>
        <a:xfrm>
          <a:off x="4192939" y="-211716"/>
          <a:ext cx="2748389" cy="2748389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D0EAB9-6E67-A942-90DD-552801233740}">
      <dsp:nvSpPr>
        <dsp:cNvPr id="0" name=""/>
        <dsp:cNvSpPr/>
      </dsp:nvSpPr>
      <dsp:spPr>
        <a:xfrm>
          <a:off x="0" y="342900"/>
          <a:ext cx="10744200" cy="4297680"/>
        </a:xfrm>
        <a:prstGeom prst="leftRightRibb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D30FF4-55CA-1F4C-AB42-0A9990007EC8}">
      <dsp:nvSpPr>
        <dsp:cNvPr id="0" name=""/>
        <dsp:cNvSpPr/>
      </dsp:nvSpPr>
      <dsp:spPr>
        <a:xfrm>
          <a:off x="1289304" y="1094994"/>
          <a:ext cx="3545586" cy="2105863"/>
        </a:xfrm>
        <a:prstGeom prst="rect">
          <a:avLst/>
        </a:prstGeom>
        <a:noFill/>
        <a:ln w="17145" cap="flat" cmpd="sng" algn="ctr">
          <a:noFill/>
          <a:prstDash val="solid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231140" rIns="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500" kern="1200"/>
            <a:t>Option A</a:t>
          </a:r>
        </a:p>
      </dsp:txBody>
      <dsp:txXfrm>
        <a:off x="1289304" y="1094994"/>
        <a:ext cx="3545586" cy="2105863"/>
      </dsp:txXfrm>
    </dsp:sp>
    <dsp:sp modelId="{343E346E-4F37-E746-84E7-29AB8A38D564}">
      <dsp:nvSpPr>
        <dsp:cNvPr id="0" name=""/>
        <dsp:cNvSpPr/>
      </dsp:nvSpPr>
      <dsp:spPr>
        <a:xfrm>
          <a:off x="5372100" y="1782622"/>
          <a:ext cx="4190238" cy="2105863"/>
        </a:xfrm>
        <a:prstGeom prst="rect">
          <a:avLst/>
        </a:prstGeom>
        <a:noFill/>
        <a:ln w="17145" cap="flat" cmpd="sng" algn="ctr">
          <a:noFill/>
          <a:prstDash val="solid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231140" rIns="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500" kern="1200"/>
            <a:t>Option B</a:t>
          </a:r>
        </a:p>
      </dsp:txBody>
      <dsp:txXfrm>
        <a:off x="5372100" y="1782622"/>
        <a:ext cx="4190238" cy="2105863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390588-17A6-0C4D-A4D0-9401B924F611}">
      <dsp:nvSpPr>
        <dsp:cNvPr id="0" name=""/>
        <dsp:cNvSpPr/>
      </dsp:nvSpPr>
      <dsp:spPr>
        <a:xfrm>
          <a:off x="242754" y="0"/>
          <a:ext cx="3189427" cy="2392070"/>
        </a:xfrm>
        <a:prstGeom prst="up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F699F8-C3D4-F04C-89D8-C42620C4733D}">
      <dsp:nvSpPr>
        <dsp:cNvPr id="0" name=""/>
        <dsp:cNvSpPr/>
      </dsp:nvSpPr>
      <dsp:spPr>
        <a:xfrm>
          <a:off x="3527864" y="0"/>
          <a:ext cx="6016752" cy="2392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0" rIns="462280" bIns="46228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500" kern="1200"/>
            <a:t>Option A</a:t>
          </a:r>
        </a:p>
      </dsp:txBody>
      <dsp:txXfrm>
        <a:off x="3527864" y="0"/>
        <a:ext cx="6016752" cy="2392070"/>
      </dsp:txXfrm>
    </dsp:sp>
    <dsp:sp modelId="{7CA59309-8C38-4542-8081-045855C57215}">
      <dsp:nvSpPr>
        <dsp:cNvPr id="0" name=""/>
        <dsp:cNvSpPr/>
      </dsp:nvSpPr>
      <dsp:spPr>
        <a:xfrm>
          <a:off x="1199583" y="2591409"/>
          <a:ext cx="3189427" cy="2392070"/>
        </a:xfrm>
        <a:prstGeom prst="down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17E94F-CFBA-1B44-86D4-2FAF515A6F3F}">
      <dsp:nvSpPr>
        <dsp:cNvPr id="0" name=""/>
        <dsp:cNvSpPr/>
      </dsp:nvSpPr>
      <dsp:spPr>
        <a:xfrm>
          <a:off x="4484693" y="2591409"/>
          <a:ext cx="6016752" cy="2392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0" rIns="462280" bIns="46228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500" kern="1200"/>
            <a:t>Option B</a:t>
          </a:r>
        </a:p>
      </dsp:txBody>
      <dsp:txXfrm>
        <a:off x="4484693" y="2591409"/>
        <a:ext cx="6016752" cy="2392070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5F827A-82A1-C743-ABD2-3CE5F3EAE888}">
      <dsp:nvSpPr>
        <dsp:cNvPr id="0" name=""/>
        <dsp:cNvSpPr/>
      </dsp:nvSpPr>
      <dsp:spPr>
        <a:xfrm>
          <a:off x="4377946" y="1164"/>
          <a:ext cx="1988306" cy="1988306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Focus</a:t>
          </a:r>
        </a:p>
      </dsp:txBody>
      <dsp:txXfrm>
        <a:off x="4875023" y="1164"/>
        <a:ext cx="994153" cy="1640352"/>
      </dsp:txXfrm>
    </dsp:sp>
    <dsp:sp modelId="{CD8AB407-7EAC-BF44-B485-741538E07896}">
      <dsp:nvSpPr>
        <dsp:cNvPr id="0" name=""/>
        <dsp:cNvSpPr/>
      </dsp:nvSpPr>
      <dsp:spPr>
        <a:xfrm rot="5400000">
          <a:off x="5874369" y="1497586"/>
          <a:ext cx="1988306" cy="1988306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Insight</a:t>
          </a:r>
        </a:p>
      </dsp:txBody>
      <dsp:txXfrm rot="-5400000">
        <a:off x="6222324" y="1994663"/>
        <a:ext cx="1640352" cy="994153"/>
      </dsp:txXfrm>
    </dsp:sp>
    <dsp:sp modelId="{00FA1708-F4A4-FC4F-8A82-F49BBA0D2DC5}">
      <dsp:nvSpPr>
        <dsp:cNvPr id="0" name=""/>
        <dsp:cNvSpPr/>
      </dsp:nvSpPr>
      <dsp:spPr>
        <a:xfrm rot="10800000">
          <a:off x="4377946" y="2994009"/>
          <a:ext cx="1988306" cy="1988306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Design</a:t>
          </a:r>
        </a:p>
      </dsp:txBody>
      <dsp:txXfrm rot="10800000">
        <a:off x="4875022" y="3341963"/>
        <a:ext cx="994153" cy="1640352"/>
      </dsp:txXfrm>
    </dsp:sp>
    <dsp:sp modelId="{BBAB0A68-33CF-C64E-B380-C3399F6B853F}">
      <dsp:nvSpPr>
        <dsp:cNvPr id="0" name=""/>
        <dsp:cNvSpPr/>
      </dsp:nvSpPr>
      <dsp:spPr>
        <a:xfrm rot="16200000">
          <a:off x="2881524" y="1497586"/>
          <a:ext cx="1988306" cy="1988306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Build</a:t>
          </a:r>
        </a:p>
      </dsp:txBody>
      <dsp:txXfrm rot="5400000">
        <a:off x="2881525" y="1994662"/>
        <a:ext cx="1640352" cy="994153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7B8C6E-512F-0645-9B1C-185A3BA9F4E2}">
      <dsp:nvSpPr>
        <dsp:cNvPr id="0" name=""/>
        <dsp:cNvSpPr/>
      </dsp:nvSpPr>
      <dsp:spPr>
        <a:xfrm>
          <a:off x="4377946" y="1164"/>
          <a:ext cx="1988306" cy="1988306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Focus</a:t>
          </a:r>
        </a:p>
      </dsp:txBody>
      <dsp:txXfrm>
        <a:off x="4875023" y="349118"/>
        <a:ext cx="994153" cy="1640352"/>
      </dsp:txXfrm>
    </dsp:sp>
    <dsp:sp modelId="{0627E530-46C8-7642-8CAA-C8D4CAF66505}">
      <dsp:nvSpPr>
        <dsp:cNvPr id="0" name=""/>
        <dsp:cNvSpPr/>
      </dsp:nvSpPr>
      <dsp:spPr>
        <a:xfrm rot="5400000">
          <a:off x="5874369" y="1497586"/>
          <a:ext cx="1988306" cy="1988306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Insight</a:t>
          </a:r>
        </a:p>
      </dsp:txBody>
      <dsp:txXfrm rot="-5400000">
        <a:off x="5874370" y="1994663"/>
        <a:ext cx="1640352" cy="994153"/>
      </dsp:txXfrm>
    </dsp:sp>
    <dsp:sp modelId="{3B5CADD6-4697-C146-9388-1798D1726FFF}">
      <dsp:nvSpPr>
        <dsp:cNvPr id="0" name=""/>
        <dsp:cNvSpPr/>
      </dsp:nvSpPr>
      <dsp:spPr>
        <a:xfrm rot="10800000">
          <a:off x="4377946" y="2994009"/>
          <a:ext cx="1988306" cy="1988306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Design</a:t>
          </a:r>
        </a:p>
      </dsp:txBody>
      <dsp:txXfrm rot="10800000">
        <a:off x="4875022" y="2994009"/>
        <a:ext cx="994153" cy="1640352"/>
      </dsp:txXfrm>
    </dsp:sp>
    <dsp:sp modelId="{BC129D36-FCDA-D349-B777-1AB237CD60AE}">
      <dsp:nvSpPr>
        <dsp:cNvPr id="0" name=""/>
        <dsp:cNvSpPr/>
      </dsp:nvSpPr>
      <dsp:spPr>
        <a:xfrm rot="16200000">
          <a:off x="2881524" y="1497586"/>
          <a:ext cx="1988306" cy="1988306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Build</a:t>
          </a:r>
        </a:p>
      </dsp:txBody>
      <dsp:txXfrm rot="5400000">
        <a:off x="3229479" y="1994662"/>
        <a:ext cx="1640352" cy="994153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FD32C0-514A-2044-BC66-7BB47C7D1CDE}">
      <dsp:nvSpPr>
        <dsp:cNvPr id="0" name=""/>
        <dsp:cNvSpPr/>
      </dsp:nvSpPr>
      <dsp:spPr>
        <a:xfrm>
          <a:off x="4619271" y="1006"/>
          <a:ext cx="1505656" cy="15056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Plan</a:t>
          </a:r>
        </a:p>
      </dsp:txBody>
      <dsp:txXfrm>
        <a:off x="4839769" y="221504"/>
        <a:ext cx="1064660" cy="1064660"/>
      </dsp:txXfrm>
    </dsp:sp>
    <dsp:sp modelId="{81C6555C-2D91-2C49-AF5A-D6394BC94443}">
      <dsp:nvSpPr>
        <dsp:cNvPr id="0" name=""/>
        <dsp:cNvSpPr/>
      </dsp:nvSpPr>
      <dsp:spPr>
        <a:xfrm rot="2160000">
          <a:off x="6077070" y="1156936"/>
          <a:ext cx="399122" cy="5081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700" kern="1200"/>
        </a:p>
      </dsp:txBody>
      <dsp:txXfrm>
        <a:off x="6088504" y="1223378"/>
        <a:ext cx="279385" cy="304895"/>
      </dsp:txXfrm>
    </dsp:sp>
    <dsp:sp modelId="{40EAEE37-887E-B649-B22F-120CC302989F}">
      <dsp:nvSpPr>
        <dsp:cNvPr id="0" name=""/>
        <dsp:cNvSpPr/>
      </dsp:nvSpPr>
      <dsp:spPr>
        <a:xfrm>
          <a:off x="6446613" y="1328647"/>
          <a:ext cx="1505656" cy="15056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Create</a:t>
          </a:r>
        </a:p>
      </dsp:txBody>
      <dsp:txXfrm>
        <a:off x="6667111" y="1549145"/>
        <a:ext cx="1064660" cy="1064660"/>
      </dsp:txXfrm>
    </dsp:sp>
    <dsp:sp modelId="{C343AA81-4968-6B4E-94F1-DC2D6EB8D087}">
      <dsp:nvSpPr>
        <dsp:cNvPr id="0" name=""/>
        <dsp:cNvSpPr/>
      </dsp:nvSpPr>
      <dsp:spPr>
        <a:xfrm rot="6480000">
          <a:off x="6654379" y="2890738"/>
          <a:ext cx="399122" cy="5081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700" kern="1200"/>
        </a:p>
      </dsp:txBody>
      <dsp:txXfrm rot="10800000">
        <a:off x="6732748" y="2935432"/>
        <a:ext cx="279385" cy="304895"/>
      </dsp:txXfrm>
    </dsp:sp>
    <dsp:sp modelId="{E16E5E21-8B28-7F4F-932E-ED96BAEDDBCC}">
      <dsp:nvSpPr>
        <dsp:cNvPr id="0" name=""/>
        <dsp:cNvSpPr/>
      </dsp:nvSpPr>
      <dsp:spPr>
        <a:xfrm>
          <a:off x="5748630" y="3476816"/>
          <a:ext cx="1505656" cy="15056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Measure</a:t>
          </a:r>
        </a:p>
      </dsp:txBody>
      <dsp:txXfrm>
        <a:off x="5969128" y="3697314"/>
        <a:ext cx="1064660" cy="1064660"/>
      </dsp:txXfrm>
    </dsp:sp>
    <dsp:sp modelId="{D12476C4-1153-B24A-BF1B-E0FBA0C550C7}">
      <dsp:nvSpPr>
        <dsp:cNvPr id="0" name=""/>
        <dsp:cNvSpPr/>
      </dsp:nvSpPr>
      <dsp:spPr>
        <a:xfrm rot="10800000">
          <a:off x="5183834" y="3975565"/>
          <a:ext cx="399122" cy="5081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700" kern="1200"/>
        </a:p>
      </dsp:txBody>
      <dsp:txXfrm rot="10800000">
        <a:off x="5303571" y="4077197"/>
        <a:ext cx="279385" cy="304895"/>
      </dsp:txXfrm>
    </dsp:sp>
    <dsp:sp modelId="{01600C4F-0D97-0140-A461-0443E2FF16A2}">
      <dsp:nvSpPr>
        <dsp:cNvPr id="0" name=""/>
        <dsp:cNvSpPr/>
      </dsp:nvSpPr>
      <dsp:spPr>
        <a:xfrm>
          <a:off x="3489912" y="3476816"/>
          <a:ext cx="1505656" cy="15056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Improve</a:t>
          </a:r>
        </a:p>
      </dsp:txBody>
      <dsp:txXfrm>
        <a:off x="3710410" y="3697314"/>
        <a:ext cx="1064660" cy="1064660"/>
      </dsp:txXfrm>
    </dsp:sp>
    <dsp:sp modelId="{69C447C6-5F4B-204B-A094-558B02D1B7F4}">
      <dsp:nvSpPr>
        <dsp:cNvPr id="0" name=""/>
        <dsp:cNvSpPr/>
      </dsp:nvSpPr>
      <dsp:spPr>
        <a:xfrm rot="15120000">
          <a:off x="3697678" y="2912224"/>
          <a:ext cx="399122" cy="5081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700" kern="1200"/>
        </a:p>
      </dsp:txBody>
      <dsp:txXfrm rot="10800000">
        <a:off x="3776047" y="3070794"/>
        <a:ext cx="279385" cy="304895"/>
      </dsp:txXfrm>
    </dsp:sp>
    <dsp:sp modelId="{3183DAFE-DB65-FC41-81B6-9386235C866C}">
      <dsp:nvSpPr>
        <dsp:cNvPr id="0" name=""/>
        <dsp:cNvSpPr/>
      </dsp:nvSpPr>
      <dsp:spPr>
        <a:xfrm>
          <a:off x="2791929" y="1328647"/>
          <a:ext cx="1505656" cy="15056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Repeat</a:t>
          </a:r>
        </a:p>
      </dsp:txBody>
      <dsp:txXfrm>
        <a:off x="3012427" y="1549145"/>
        <a:ext cx="1064660" cy="1064660"/>
      </dsp:txXfrm>
    </dsp:sp>
    <dsp:sp modelId="{A3A11252-29A6-BD4D-B414-992D283C3FB0}">
      <dsp:nvSpPr>
        <dsp:cNvPr id="0" name=""/>
        <dsp:cNvSpPr/>
      </dsp:nvSpPr>
      <dsp:spPr>
        <a:xfrm rot="19440000">
          <a:off x="4249729" y="1170215"/>
          <a:ext cx="399122" cy="5081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700" kern="1200"/>
        </a:p>
      </dsp:txBody>
      <dsp:txXfrm>
        <a:off x="4261163" y="1307037"/>
        <a:ext cx="279385" cy="304895"/>
      </dsp:txXfrm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F75FC8-F961-CD4A-AD5A-AFD9FCD12E6D}">
      <dsp:nvSpPr>
        <dsp:cNvPr id="0" name=""/>
        <dsp:cNvSpPr/>
      </dsp:nvSpPr>
      <dsp:spPr>
        <a:xfrm>
          <a:off x="5962821" y="35050"/>
          <a:ext cx="1232854" cy="1232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Plan</a:t>
          </a:r>
        </a:p>
      </dsp:txBody>
      <dsp:txXfrm>
        <a:off x="5962821" y="35050"/>
        <a:ext cx="1232854" cy="1232854"/>
      </dsp:txXfrm>
    </dsp:sp>
    <dsp:sp modelId="{63A25B12-0D41-FB47-AFFB-3F901FB296C7}">
      <dsp:nvSpPr>
        <dsp:cNvPr id="0" name=""/>
        <dsp:cNvSpPr/>
      </dsp:nvSpPr>
      <dsp:spPr>
        <a:xfrm>
          <a:off x="3057935" y="-1188"/>
          <a:ext cx="4628329" cy="4628329"/>
        </a:xfrm>
        <a:prstGeom prst="circularArrow">
          <a:avLst>
            <a:gd name="adj1" fmla="val 5194"/>
            <a:gd name="adj2" fmla="val 335482"/>
            <a:gd name="adj3" fmla="val 21294997"/>
            <a:gd name="adj4" fmla="val 19764701"/>
            <a:gd name="adj5" fmla="val 60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6236D0-E8CB-1449-9258-30AACD1AD7AC}">
      <dsp:nvSpPr>
        <dsp:cNvPr id="0" name=""/>
        <dsp:cNvSpPr/>
      </dsp:nvSpPr>
      <dsp:spPr>
        <a:xfrm>
          <a:off x="6708880" y="2331184"/>
          <a:ext cx="1232854" cy="1232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Create</a:t>
          </a:r>
        </a:p>
      </dsp:txBody>
      <dsp:txXfrm>
        <a:off x="6708880" y="2331184"/>
        <a:ext cx="1232854" cy="1232854"/>
      </dsp:txXfrm>
    </dsp:sp>
    <dsp:sp modelId="{974050BA-F595-2E45-80FC-3921132DE186}">
      <dsp:nvSpPr>
        <dsp:cNvPr id="0" name=""/>
        <dsp:cNvSpPr/>
      </dsp:nvSpPr>
      <dsp:spPr>
        <a:xfrm>
          <a:off x="3057935" y="-1188"/>
          <a:ext cx="4628329" cy="4628329"/>
        </a:xfrm>
        <a:prstGeom prst="circularArrow">
          <a:avLst>
            <a:gd name="adj1" fmla="val 5194"/>
            <a:gd name="adj2" fmla="val 335482"/>
            <a:gd name="adj3" fmla="val 4016517"/>
            <a:gd name="adj4" fmla="val 2251762"/>
            <a:gd name="adj5" fmla="val 60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156382E-3049-A24E-AF00-1E40A3FE679C}">
      <dsp:nvSpPr>
        <dsp:cNvPr id="0" name=""/>
        <dsp:cNvSpPr/>
      </dsp:nvSpPr>
      <dsp:spPr>
        <a:xfrm>
          <a:off x="4755672" y="3750272"/>
          <a:ext cx="1232854" cy="1232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Measure</a:t>
          </a:r>
        </a:p>
      </dsp:txBody>
      <dsp:txXfrm>
        <a:off x="4755672" y="3750272"/>
        <a:ext cx="1232854" cy="1232854"/>
      </dsp:txXfrm>
    </dsp:sp>
    <dsp:sp modelId="{B5D72CEF-D8A8-544F-8922-C57DCD0291F3}">
      <dsp:nvSpPr>
        <dsp:cNvPr id="0" name=""/>
        <dsp:cNvSpPr/>
      </dsp:nvSpPr>
      <dsp:spPr>
        <a:xfrm>
          <a:off x="3057935" y="-1188"/>
          <a:ext cx="4628329" cy="4628329"/>
        </a:xfrm>
        <a:prstGeom prst="circularArrow">
          <a:avLst>
            <a:gd name="adj1" fmla="val 5194"/>
            <a:gd name="adj2" fmla="val 335482"/>
            <a:gd name="adj3" fmla="val 8212755"/>
            <a:gd name="adj4" fmla="val 6448001"/>
            <a:gd name="adj5" fmla="val 60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BC73DB2-D85D-4B40-AFE0-F3ECB51CF6D8}">
      <dsp:nvSpPr>
        <dsp:cNvPr id="0" name=""/>
        <dsp:cNvSpPr/>
      </dsp:nvSpPr>
      <dsp:spPr>
        <a:xfrm>
          <a:off x="2802464" y="2331184"/>
          <a:ext cx="1232854" cy="1232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Improve</a:t>
          </a:r>
        </a:p>
      </dsp:txBody>
      <dsp:txXfrm>
        <a:off x="2802464" y="2331184"/>
        <a:ext cx="1232854" cy="1232854"/>
      </dsp:txXfrm>
    </dsp:sp>
    <dsp:sp modelId="{A7A39AC8-6BAE-5146-BC80-9DE24AD648E6}">
      <dsp:nvSpPr>
        <dsp:cNvPr id="0" name=""/>
        <dsp:cNvSpPr/>
      </dsp:nvSpPr>
      <dsp:spPr>
        <a:xfrm>
          <a:off x="3057935" y="-1188"/>
          <a:ext cx="4628329" cy="4628329"/>
        </a:xfrm>
        <a:prstGeom prst="circularArrow">
          <a:avLst>
            <a:gd name="adj1" fmla="val 5194"/>
            <a:gd name="adj2" fmla="val 335482"/>
            <a:gd name="adj3" fmla="val 12299817"/>
            <a:gd name="adj4" fmla="val 10769521"/>
            <a:gd name="adj5" fmla="val 60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7A3CAE7-D5E9-B742-8D00-4DFC5301A7D7}">
      <dsp:nvSpPr>
        <dsp:cNvPr id="0" name=""/>
        <dsp:cNvSpPr/>
      </dsp:nvSpPr>
      <dsp:spPr>
        <a:xfrm>
          <a:off x="3548523" y="35050"/>
          <a:ext cx="1232854" cy="1232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Repeat</a:t>
          </a:r>
        </a:p>
      </dsp:txBody>
      <dsp:txXfrm>
        <a:off x="3548523" y="35050"/>
        <a:ext cx="1232854" cy="1232854"/>
      </dsp:txXfrm>
    </dsp:sp>
    <dsp:sp modelId="{AFE6F48F-9D55-A840-AE50-B67BB367CA13}">
      <dsp:nvSpPr>
        <dsp:cNvPr id="0" name=""/>
        <dsp:cNvSpPr/>
      </dsp:nvSpPr>
      <dsp:spPr>
        <a:xfrm>
          <a:off x="3057935" y="-1188"/>
          <a:ext cx="4628329" cy="4628329"/>
        </a:xfrm>
        <a:prstGeom prst="circularArrow">
          <a:avLst>
            <a:gd name="adj1" fmla="val 5194"/>
            <a:gd name="adj2" fmla="val 335482"/>
            <a:gd name="adj3" fmla="val 16867500"/>
            <a:gd name="adj4" fmla="val 15197018"/>
            <a:gd name="adj5" fmla="val 60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8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099CF1-ECE6-E84C-BC4A-38D657A78934}">
      <dsp:nvSpPr>
        <dsp:cNvPr id="0" name=""/>
        <dsp:cNvSpPr/>
      </dsp:nvSpPr>
      <dsp:spPr>
        <a:xfrm>
          <a:off x="4553694" y="919"/>
          <a:ext cx="1636811" cy="10639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Plan</a:t>
          </a:r>
        </a:p>
      </dsp:txBody>
      <dsp:txXfrm>
        <a:off x="4605631" y="52856"/>
        <a:ext cx="1532937" cy="960053"/>
      </dsp:txXfrm>
    </dsp:sp>
    <dsp:sp modelId="{48081016-C1FD-0C47-8468-F5586D7FEFEC}">
      <dsp:nvSpPr>
        <dsp:cNvPr id="0" name=""/>
        <dsp:cNvSpPr/>
      </dsp:nvSpPr>
      <dsp:spPr>
        <a:xfrm>
          <a:off x="3245470" y="532883"/>
          <a:ext cx="4253259" cy="4253259"/>
        </a:xfrm>
        <a:custGeom>
          <a:avLst/>
          <a:gdLst/>
          <a:ahLst/>
          <a:cxnLst/>
          <a:rect l="0" t="0" r="0" b="0"/>
          <a:pathLst>
            <a:path>
              <a:moveTo>
                <a:pt x="3164561" y="270490"/>
              </a:moveTo>
              <a:arcTo wR="2126629" hR="2126629" stAng="17952805" swAng="121253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71377E-4233-FE48-A2D4-D277F347DE00}">
      <dsp:nvSpPr>
        <dsp:cNvPr id="0" name=""/>
        <dsp:cNvSpPr/>
      </dsp:nvSpPr>
      <dsp:spPr>
        <a:xfrm>
          <a:off x="6576239" y="1470384"/>
          <a:ext cx="1636811" cy="10639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Create</a:t>
          </a:r>
        </a:p>
      </dsp:txBody>
      <dsp:txXfrm>
        <a:off x="6628176" y="1522321"/>
        <a:ext cx="1532937" cy="960053"/>
      </dsp:txXfrm>
    </dsp:sp>
    <dsp:sp modelId="{274229A6-4493-9646-A036-F55F1517BF36}">
      <dsp:nvSpPr>
        <dsp:cNvPr id="0" name=""/>
        <dsp:cNvSpPr/>
      </dsp:nvSpPr>
      <dsp:spPr>
        <a:xfrm>
          <a:off x="3245470" y="532883"/>
          <a:ext cx="4253259" cy="4253259"/>
        </a:xfrm>
        <a:custGeom>
          <a:avLst/>
          <a:gdLst/>
          <a:ahLst/>
          <a:cxnLst/>
          <a:rect l="0" t="0" r="0" b="0"/>
          <a:pathLst>
            <a:path>
              <a:moveTo>
                <a:pt x="4248172" y="2273638"/>
              </a:moveTo>
              <a:arcTo wR="2126629" hR="2126629" stAng="21837833" swAng="1360500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BF29C4-8FD6-2948-861B-9B5E6939B8D3}">
      <dsp:nvSpPr>
        <dsp:cNvPr id="0" name=""/>
        <dsp:cNvSpPr/>
      </dsp:nvSpPr>
      <dsp:spPr>
        <a:xfrm>
          <a:off x="5803695" y="3848028"/>
          <a:ext cx="1636811" cy="10639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Measure</a:t>
          </a:r>
        </a:p>
      </dsp:txBody>
      <dsp:txXfrm>
        <a:off x="5855632" y="3899965"/>
        <a:ext cx="1532937" cy="960053"/>
      </dsp:txXfrm>
    </dsp:sp>
    <dsp:sp modelId="{F6D0E51F-D732-9F40-B7CB-63A451C283E5}">
      <dsp:nvSpPr>
        <dsp:cNvPr id="0" name=""/>
        <dsp:cNvSpPr/>
      </dsp:nvSpPr>
      <dsp:spPr>
        <a:xfrm>
          <a:off x="3245470" y="532883"/>
          <a:ext cx="4253259" cy="4253259"/>
        </a:xfrm>
        <a:custGeom>
          <a:avLst/>
          <a:gdLst/>
          <a:ahLst/>
          <a:cxnLst/>
          <a:rect l="0" t="0" r="0" b="0"/>
          <a:pathLst>
            <a:path>
              <a:moveTo>
                <a:pt x="2387944" y="4237143"/>
              </a:moveTo>
              <a:arcTo wR="2126629" hR="2126629" stAng="4976509" swAng="846982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340760-A886-F947-B614-4E337829593A}">
      <dsp:nvSpPr>
        <dsp:cNvPr id="0" name=""/>
        <dsp:cNvSpPr/>
      </dsp:nvSpPr>
      <dsp:spPr>
        <a:xfrm>
          <a:off x="3303692" y="3848028"/>
          <a:ext cx="1636811" cy="10639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Improve</a:t>
          </a:r>
        </a:p>
      </dsp:txBody>
      <dsp:txXfrm>
        <a:off x="3355629" y="3899965"/>
        <a:ext cx="1532937" cy="960053"/>
      </dsp:txXfrm>
    </dsp:sp>
    <dsp:sp modelId="{6AFDAF8D-2226-8847-952B-66BC7F146DEB}">
      <dsp:nvSpPr>
        <dsp:cNvPr id="0" name=""/>
        <dsp:cNvSpPr/>
      </dsp:nvSpPr>
      <dsp:spPr>
        <a:xfrm>
          <a:off x="3245470" y="532883"/>
          <a:ext cx="4253259" cy="4253259"/>
        </a:xfrm>
        <a:custGeom>
          <a:avLst/>
          <a:gdLst/>
          <a:ahLst/>
          <a:cxnLst/>
          <a:rect l="0" t="0" r="0" b="0"/>
          <a:pathLst>
            <a:path>
              <a:moveTo>
                <a:pt x="225741" y="3080137"/>
              </a:moveTo>
              <a:arcTo wR="2126629" hR="2126629" stAng="9201667" swAng="1360500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B56758-D0A8-4D45-BA41-CC9B58FACECF}">
      <dsp:nvSpPr>
        <dsp:cNvPr id="0" name=""/>
        <dsp:cNvSpPr/>
      </dsp:nvSpPr>
      <dsp:spPr>
        <a:xfrm>
          <a:off x="2531149" y="1470384"/>
          <a:ext cx="1636811" cy="10639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Repeat</a:t>
          </a:r>
        </a:p>
      </dsp:txBody>
      <dsp:txXfrm>
        <a:off x="2583086" y="1522321"/>
        <a:ext cx="1532937" cy="960053"/>
      </dsp:txXfrm>
    </dsp:sp>
    <dsp:sp modelId="{8D7A197F-38B3-6545-94BA-2971694FAB76}">
      <dsp:nvSpPr>
        <dsp:cNvPr id="0" name=""/>
        <dsp:cNvSpPr/>
      </dsp:nvSpPr>
      <dsp:spPr>
        <a:xfrm>
          <a:off x="3245470" y="532883"/>
          <a:ext cx="4253259" cy="4253259"/>
        </a:xfrm>
        <a:custGeom>
          <a:avLst/>
          <a:gdLst/>
          <a:ahLst/>
          <a:cxnLst/>
          <a:rect l="0" t="0" r="0" b="0"/>
          <a:pathLst>
            <a:path>
              <a:moveTo>
                <a:pt x="511399" y="743305"/>
              </a:moveTo>
              <a:arcTo wR="2126629" hR="2126629" stAng="13234656" swAng="121253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D824F-CFCB-3744-A143-CD5F0440C6D1}">
      <dsp:nvSpPr>
        <dsp:cNvPr id="0" name=""/>
        <dsp:cNvSpPr/>
      </dsp:nvSpPr>
      <dsp:spPr>
        <a:xfrm>
          <a:off x="4553694" y="919"/>
          <a:ext cx="1636811" cy="10639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Plan</a:t>
          </a:r>
        </a:p>
      </dsp:txBody>
      <dsp:txXfrm>
        <a:off x="4605631" y="52856"/>
        <a:ext cx="1532937" cy="960053"/>
      </dsp:txXfrm>
    </dsp:sp>
    <dsp:sp modelId="{BAFDEF4F-EE74-1846-89C1-6E4B06C809AB}">
      <dsp:nvSpPr>
        <dsp:cNvPr id="0" name=""/>
        <dsp:cNvSpPr/>
      </dsp:nvSpPr>
      <dsp:spPr>
        <a:xfrm>
          <a:off x="3245470" y="532883"/>
          <a:ext cx="4253259" cy="4253259"/>
        </a:xfrm>
        <a:custGeom>
          <a:avLst/>
          <a:gdLst/>
          <a:ahLst/>
          <a:cxnLst/>
          <a:rect l="0" t="0" r="0" b="0"/>
          <a:pathLst>
            <a:path>
              <a:moveTo>
                <a:pt x="2956292" y="168514"/>
              </a:moveTo>
              <a:arcTo wR="2126629" hR="2126629" stAng="17577757" swAng="196263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EF8844-B328-5842-B091-5E81274E5B8B}">
      <dsp:nvSpPr>
        <dsp:cNvPr id="0" name=""/>
        <dsp:cNvSpPr/>
      </dsp:nvSpPr>
      <dsp:spPr>
        <a:xfrm>
          <a:off x="6576239" y="1470384"/>
          <a:ext cx="1636811" cy="10639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Create</a:t>
          </a:r>
        </a:p>
      </dsp:txBody>
      <dsp:txXfrm>
        <a:off x="6628176" y="1522321"/>
        <a:ext cx="1532937" cy="960053"/>
      </dsp:txXfrm>
    </dsp:sp>
    <dsp:sp modelId="{FAD604B0-8069-7446-82D5-DFB072461E56}">
      <dsp:nvSpPr>
        <dsp:cNvPr id="0" name=""/>
        <dsp:cNvSpPr/>
      </dsp:nvSpPr>
      <dsp:spPr>
        <a:xfrm>
          <a:off x="3245470" y="532883"/>
          <a:ext cx="4253259" cy="4253259"/>
        </a:xfrm>
        <a:custGeom>
          <a:avLst/>
          <a:gdLst/>
          <a:ahLst/>
          <a:cxnLst/>
          <a:rect l="0" t="0" r="0" b="0"/>
          <a:pathLst>
            <a:path>
              <a:moveTo>
                <a:pt x="4250329" y="2015027"/>
              </a:moveTo>
              <a:arcTo wR="2126629" hR="2126629" stAng="21419510" swAng="2197147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0D5A03-8F45-1D4E-A64A-72873113F4E2}">
      <dsp:nvSpPr>
        <dsp:cNvPr id="0" name=""/>
        <dsp:cNvSpPr/>
      </dsp:nvSpPr>
      <dsp:spPr>
        <a:xfrm>
          <a:off x="5803695" y="3848028"/>
          <a:ext cx="1636811" cy="10639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Measure</a:t>
          </a:r>
        </a:p>
      </dsp:txBody>
      <dsp:txXfrm>
        <a:off x="5855632" y="3899965"/>
        <a:ext cx="1532937" cy="960053"/>
      </dsp:txXfrm>
    </dsp:sp>
    <dsp:sp modelId="{2CCE3CD3-72F8-3E44-A098-8CB98B51C03F}">
      <dsp:nvSpPr>
        <dsp:cNvPr id="0" name=""/>
        <dsp:cNvSpPr/>
      </dsp:nvSpPr>
      <dsp:spPr>
        <a:xfrm>
          <a:off x="3245470" y="532883"/>
          <a:ext cx="4253259" cy="4253259"/>
        </a:xfrm>
        <a:custGeom>
          <a:avLst/>
          <a:gdLst/>
          <a:ahLst/>
          <a:cxnLst/>
          <a:rect l="0" t="0" r="0" b="0"/>
          <a:pathLst>
            <a:path>
              <a:moveTo>
                <a:pt x="2549769" y="4210737"/>
              </a:moveTo>
              <a:arcTo wR="2126629" hR="2126629" stAng="4711389" swAng="137722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8DB6AA-C01F-D940-BD88-F66A818CFBE9}">
      <dsp:nvSpPr>
        <dsp:cNvPr id="0" name=""/>
        <dsp:cNvSpPr/>
      </dsp:nvSpPr>
      <dsp:spPr>
        <a:xfrm>
          <a:off x="3303692" y="3848028"/>
          <a:ext cx="1636811" cy="10639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Improve</a:t>
          </a:r>
        </a:p>
      </dsp:txBody>
      <dsp:txXfrm>
        <a:off x="3355629" y="3899965"/>
        <a:ext cx="1532937" cy="960053"/>
      </dsp:txXfrm>
    </dsp:sp>
    <dsp:sp modelId="{C7E2E2C4-47D8-3542-8018-9F0D102C0C1D}">
      <dsp:nvSpPr>
        <dsp:cNvPr id="0" name=""/>
        <dsp:cNvSpPr/>
      </dsp:nvSpPr>
      <dsp:spPr>
        <a:xfrm>
          <a:off x="3245470" y="532883"/>
          <a:ext cx="4253259" cy="4253259"/>
        </a:xfrm>
        <a:custGeom>
          <a:avLst/>
          <a:gdLst/>
          <a:ahLst/>
          <a:cxnLst/>
          <a:rect l="0" t="0" r="0" b="0"/>
          <a:pathLst>
            <a:path>
              <a:moveTo>
                <a:pt x="355539" y="3303826"/>
              </a:moveTo>
              <a:arcTo wR="2126629" hR="2126629" stAng="8783344" swAng="2197147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56E76B-A595-1F40-BC2A-2F08C80E9D63}">
      <dsp:nvSpPr>
        <dsp:cNvPr id="0" name=""/>
        <dsp:cNvSpPr/>
      </dsp:nvSpPr>
      <dsp:spPr>
        <a:xfrm>
          <a:off x="2531149" y="1470384"/>
          <a:ext cx="1636811" cy="10639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Repeat</a:t>
          </a:r>
        </a:p>
      </dsp:txBody>
      <dsp:txXfrm>
        <a:off x="2583086" y="1522321"/>
        <a:ext cx="1532937" cy="960053"/>
      </dsp:txXfrm>
    </dsp:sp>
    <dsp:sp modelId="{353C0B96-58C7-3448-999C-338C8AD49DF0}">
      <dsp:nvSpPr>
        <dsp:cNvPr id="0" name=""/>
        <dsp:cNvSpPr/>
      </dsp:nvSpPr>
      <dsp:spPr>
        <a:xfrm>
          <a:off x="3245470" y="532883"/>
          <a:ext cx="4253259" cy="4253259"/>
        </a:xfrm>
        <a:custGeom>
          <a:avLst/>
          <a:gdLst/>
          <a:ahLst/>
          <a:cxnLst/>
          <a:rect l="0" t="0" r="0" b="0"/>
          <a:pathLst>
            <a:path>
              <a:moveTo>
                <a:pt x="370385" y="927397"/>
              </a:moveTo>
              <a:arcTo wR="2126629" hR="2126629" stAng="12859607" swAng="196263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B0238A-47E8-4F4C-9062-F4BD06313D08}">
      <dsp:nvSpPr>
        <dsp:cNvPr id="0" name=""/>
        <dsp:cNvSpPr/>
      </dsp:nvSpPr>
      <dsp:spPr>
        <a:xfrm>
          <a:off x="2905268" y="-32381"/>
          <a:ext cx="4933662" cy="4933662"/>
        </a:xfrm>
        <a:prstGeom prst="circularArrow">
          <a:avLst>
            <a:gd name="adj1" fmla="val 5544"/>
            <a:gd name="adj2" fmla="val 330680"/>
            <a:gd name="adj3" fmla="val 13735617"/>
            <a:gd name="adj4" fmla="val 17410544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80FC81-9075-0C43-9F76-17EDCA474BB9}">
      <dsp:nvSpPr>
        <dsp:cNvPr id="0" name=""/>
        <dsp:cNvSpPr/>
      </dsp:nvSpPr>
      <dsp:spPr>
        <a:xfrm>
          <a:off x="4196953" y="1164"/>
          <a:ext cx="2350293" cy="11751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Plan</a:t>
          </a:r>
        </a:p>
      </dsp:txBody>
      <dsp:txXfrm>
        <a:off x="4254319" y="58530"/>
        <a:ext cx="2235561" cy="1060414"/>
      </dsp:txXfrm>
    </dsp:sp>
    <dsp:sp modelId="{51F550BC-4E92-3B43-9DEB-FC77E7B6F395}">
      <dsp:nvSpPr>
        <dsp:cNvPr id="0" name=""/>
        <dsp:cNvSpPr/>
      </dsp:nvSpPr>
      <dsp:spPr>
        <a:xfrm>
          <a:off x="6197887" y="1454928"/>
          <a:ext cx="2350293" cy="11751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Create</a:t>
          </a:r>
        </a:p>
      </dsp:txBody>
      <dsp:txXfrm>
        <a:off x="6255253" y="1512294"/>
        <a:ext cx="2235561" cy="1060414"/>
      </dsp:txXfrm>
    </dsp:sp>
    <dsp:sp modelId="{68483B9D-1C53-9941-A520-8BF8A3FE5B48}">
      <dsp:nvSpPr>
        <dsp:cNvPr id="0" name=""/>
        <dsp:cNvSpPr/>
      </dsp:nvSpPr>
      <dsp:spPr>
        <a:xfrm>
          <a:off x="5433598" y="3807168"/>
          <a:ext cx="2350293" cy="11751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Measure</a:t>
          </a:r>
        </a:p>
      </dsp:txBody>
      <dsp:txXfrm>
        <a:off x="5490964" y="3864534"/>
        <a:ext cx="2235561" cy="1060414"/>
      </dsp:txXfrm>
    </dsp:sp>
    <dsp:sp modelId="{4594D8CD-61DE-1044-8BFB-5EC9AF07704A}">
      <dsp:nvSpPr>
        <dsp:cNvPr id="0" name=""/>
        <dsp:cNvSpPr/>
      </dsp:nvSpPr>
      <dsp:spPr>
        <a:xfrm>
          <a:off x="2960307" y="3807168"/>
          <a:ext cx="2350293" cy="11751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Improve</a:t>
          </a:r>
        </a:p>
      </dsp:txBody>
      <dsp:txXfrm>
        <a:off x="3017673" y="3864534"/>
        <a:ext cx="2235561" cy="1060414"/>
      </dsp:txXfrm>
    </dsp:sp>
    <dsp:sp modelId="{F1915AD1-B331-2D4A-BD54-5CDE95BDC323}">
      <dsp:nvSpPr>
        <dsp:cNvPr id="0" name=""/>
        <dsp:cNvSpPr/>
      </dsp:nvSpPr>
      <dsp:spPr>
        <a:xfrm>
          <a:off x="2196018" y="1454928"/>
          <a:ext cx="2350293" cy="11751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Repeat</a:t>
          </a:r>
        </a:p>
      </dsp:txBody>
      <dsp:txXfrm>
        <a:off x="2253384" y="1512294"/>
        <a:ext cx="2235561" cy="1060414"/>
      </dsp:txXfrm>
    </dsp:sp>
  </dsp:spTree>
</dsp:drawing>
</file>

<file path=ppt/diagrams/drawing8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531025-E873-3D4E-B866-5CE7AA7208D2}">
      <dsp:nvSpPr>
        <dsp:cNvPr id="0" name=""/>
        <dsp:cNvSpPr/>
      </dsp:nvSpPr>
      <dsp:spPr>
        <a:xfrm>
          <a:off x="4553694" y="712"/>
          <a:ext cx="1636811" cy="818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Plan</a:t>
          </a:r>
        </a:p>
      </dsp:txBody>
      <dsp:txXfrm>
        <a:off x="4577664" y="24682"/>
        <a:ext cx="1588871" cy="770465"/>
      </dsp:txXfrm>
    </dsp:sp>
    <dsp:sp modelId="{7B092C55-8324-154B-A965-F8DBACE49B47}">
      <dsp:nvSpPr>
        <dsp:cNvPr id="0" name=""/>
        <dsp:cNvSpPr/>
      </dsp:nvSpPr>
      <dsp:spPr>
        <a:xfrm rot="2160000">
          <a:off x="6039023" y="1061880"/>
          <a:ext cx="855113" cy="286442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100" kern="1200"/>
        </a:p>
      </dsp:txBody>
      <dsp:txXfrm>
        <a:off x="6124956" y="1119168"/>
        <a:ext cx="683247" cy="171866"/>
      </dsp:txXfrm>
    </dsp:sp>
    <dsp:sp modelId="{039E057D-FCFD-A542-BA43-CC22916CA70B}">
      <dsp:nvSpPr>
        <dsp:cNvPr id="0" name=""/>
        <dsp:cNvSpPr/>
      </dsp:nvSpPr>
      <dsp:spPr>
        <a:xfrm>
          <a:off x="6742653" y="1591084"/>
          <a:ext cx="1636811" cy="818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Create</a:t>
          </a:r>
        </a:p>
      </dsp:txBody>
      <dsp:txXfrm>
        <a:off x="6766623" y="1615054"/>
        <a:ext cx="1588871" cy="770465"/>
      </dsp:txXfrm>
    </dsp:sp>
    <dsp:sp modelId="{D7DBECA2-9722-5F4E-B576-FC337505BD5A}">
      <dsp:nvSpPr>
        <dsp:cNvPr id="0" name=""/>
        <dsp:cNvSpPr/>
      </dsp:nvSpPr>
      <dsp:spPr>
        <a:xfrm rot="6480000">
          <a:off x="6715449" y="3143705"/>
          <a:ext cx="855113" cy="286442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100" kern="1200"/>
        </a:p>
      </dsp:txBody>
      <dsp:txXfrm rot="10800000">
        <a:off x="6801382" y="3200993"/>
        <a:ext cx="683247" cy="171866"/>
      </dsp:txXfrm>
    </dsp:sp>
    <dsp:sp modelId="{D9FFB852-DAF9-DA46-BD73-504B5DFA8DC9}">
      <dsp:nvSpPr>
        <dsp:cNvPr id="0" name=""/>
        <dsp:cNvSpPr/>
      </dsp:nvSpPr>
      <dsp:spPr>
        <a:xfrm>
          <a:off x="5906545" y="4164361"/>
          <a:ext cx="1636811" cy="818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Measure</a:t>
          </a:r>
        </a:p>
      </dsp:txBody>
      <dsp:txXfrm>
        <a:off x="5930515" y="4188331"/>
        <a:ext cx="1588871" cy="770465"/>
      </dsp:txXfrm>
    </dsp:sp>
    <dsp:sp modelId="{6D0CCB12-049D-064E-B94B-8BA4D58D409B}">
      <dsp:nvSpPr>
        <dsp:cNvPr id="0" name=""/>
        <dsp:cNvSpPr/>
      </dsp:nvSpPr>
      <dsp:spPr>
        <a:xfrm rot="10800000">
          <a:off x="4944543" y="4430343"/>
          <a:ext cx="855113" cy="286442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100" kern="1200"/>
        </a:p>
      </dsp:txBody>
      <dsp:txXfrm rot="10800000">
        <a:off x="5030476" y="4487631"/>
        <a:ext cx="683247" cy="171866"/>
      </dsp:txXfrm>
    </dsp:sp>
    <dsp:sp modelId="{7BF557DD-365C-524F-9F61-1B8E686909A9}">
      <dsp:nvSpPr>
        <dsp:cNvPr id="0" name=""/>
        <dsp:cNvSpPr/>
      </dsp:nvSpPr>
      <dsp:spPr>
        <a:xfrm>
          <a:off x="3200842" y="4164361"/>
          <a:ext cx="1636811" cy="818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Improve</a:t>
          </a:r>
        </a:p>
      </dsp:txBody>
      <dsp:txXfrm>
        <a:off x="3224812" y="4188331"/>
        <a:ext cx="1588871" cy="770465"/>
      </dsp:txXfrm>
    </dsp:sp>
    <dsp:sp modelId="{18F248D8-2FB9-564D-8B6F-2ED499F6D365}">
      <dsp:nvSpPr>
        <dsp:cNvPr id="0" name=""/>
        <dsp:cNvSpPr/>
      </dsp:nvSpPr>
      <dsp:spPr>
        <a:xfrm rot="15120000">
          <a:off x="3173637" y="3143705"/>
          <a:ext cx="855113" cy="286442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100" kern="1200"/>
        </a:p>
      </dsp:txBody>
      <dsp:txXfrm rot="10800000">
        <a:off x="3259570" y="3200993"/>
        <a:ext cx="683247" cy="171866"/>
      </dsp:txXfrm>
    </dsp:sp>
    <dsp:sp modelId="{52707151-410C-8045-9A99-30FD1655DECF}">
      <dsp:nvSpPr>
        <dsp:cNvPr id="0" name=""/>
        <dsp:cNvSpPr/>
      </dsp:nvSpPr>
      <dsp:spPr>
        <a:xfrm>
          <a:off x="2364734" y="1591084"/>
          <a:ext cx="1636811" cy="818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800" kern="1200"/>
            <a:t>Repeat</a:t>
          </a:r>
        </a:p>
      </dsp:txBody>
      <dsp:txXfrm>
        <a:off x="2388704" y="1615054"/>
        <a:ext cx="1588871" cy="770465"/>
      </dsp:txXfrm>
    </dsp:sp>
    <dsp:sp modelId="{34382DB8-0913-FB4E-BEEA-3EF442FB8533}">
      <dsp:nvSpPr>
        <dsp:cNvPr id="0" name=""/>
        <dsp:cNvSpPr/>
      </dsp:nvSpPr>
      <dsp:spPr>
        <a:xfrm rot="19440000">
          <a:off x="3850063" y="1061880"/>
          <a:ext cx="855113" cy="286442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100" kern="1200"/>
        </a:p>
      </dsp:txBody>
      <dsp:txXfrm>
        <a:off x="3935996" y="1119168"/>
        <a:ext cx="683247" cy="171866"/>
      </dsp:txXfrm>
    </dsp:sp>
  </dsp:spTree>
</dsp:drawing>
</file>

<file path=ppt/diagrams/drawing8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90628-F8F3-6E4E-A63F-05F0A669BD41}">
      <dsp:nvSpPr>
        <dsp:cNvPr id="0" name=""/>
        <dsp:cNvSpPr/>
      </dsp:nvSpPr>
      <dsp:spPr>
        <a:xfrm>
          <a:off x="3337843" y="308477"/>
          <a:ext cx="4186123" cy="4186123"/>
        </a:xfrm>
        <a:prstGeom prst="pie">
          <a:avLst>
            <a:gd name="adj1" fmla="val 16200000"/>
            <a:gd name="adj2" fmla="val 205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Plan</a:t>
          </a:r>
        </a:p>
      </dsp:txBody>
      <dsp:txXfrm>
        <a:off x="5521604" y="1012144"/>
        <a:ext cx="1345539" cy="897026"/>
      </dsp:txXfrm>
    </dsp:sp>
    <dsp:sp modelId="{93613B8E-D8C0-0E4D-B147-22FA583CC12F}">
      <dsp:nvSpPr>
        <dsp:cNvPr id="0" name=""/>
        <dsp:cNvSpPr/>
      </dsp:nvSpPr>
      <dsp:spPr>
        <a:xfrm>
          <a:off x="3373724" y="420107"/>
          <a:ext cx="4186123" cy="4186123"/>
        </a:xfrm>
        <a:prstGeom prst="pie">
          <a:avLst>
            <a:gd name="adj1" fmla="val 20520000"/>
            <a:gd name="adj2" fmla="val 32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Create</a:t>
          </a:r>
        </a:p>
      </dsp:txBody>
      <dsp:txXfrm>
        <a:off x="6069787" y="2332766"/>
        <a:ext cx="1245870" cy="996696"/>
      </dsp:txXfrm>
    </dsp:sp>
    <dsp:sp modelId="{D5A9421A-74B4-FA43-9B58-ACA3BEAE93A5}">
      <dsp:nvSpPr>
        <dsp:cNvPr id="0" name=""/>
        <dsp:cNvSpPr/>
      </dsp:nvSpPr>
      <dsp:spPr>
        <a:xfrm>
          <a:off x="3279038" y="488879"/>
          <a:ext cx="4186123" cy="4186123"/>
        </a:xfrm>
        <a:prstGeom prst="pie">
          <a:avLst>
            <a:gd name="adj1" fmla="val 3240000"/>
            <a:gd name="adj2" fmla="val 756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Measure</a:t>
          </a:r>
        </a:p>
      </dsp:txBody>
      <dsp:txXfrm>
        <a:off x="4774082" y="3429132"/>
        <a:ext cx="1196035" cy="1096365"/>
      </dsp:txXfrm>
    </dsp:sp>
    <dsp:sp modelId="{70F2FCC3-57A0-2D44-A7F3-E79AF712EE9B}">
      <dsp:nvSpPr>
        <dsp:cNvPr id="0" name=""/>
        <dsp:cNvSpPr/>
      </dsp:nvSpPr>
      <dsp:spPr>
        <a:xfrm>
          <a:off x="3184352" y="420107"/>
          <a:ext cx="4186123" cy="4186123"/>
        </a:xfrm>
        <a:prstGeom prst="pie">
          <a:avLst>
            <a:gd name="adj1" fmla="val 7560000"/>
            <a:gd name="adj2" fmla="val 1188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Improve</a:t>
          </a:r>
        </a:p>
      </dsp:txBody>
      <dsp:txXfrm>
        <a:off x="3428542" y="2332766"/>
        <a:ext cx="1245870" cy="996696"/>
      </dsp:txXfrm>
    </dsp:sp>
    <dsp:sp modelId="{DE2D7D12-2563-3841-8067-502CB97189B7}">
      <dsp:nvSpPr>
        <dsp:cNvPr id="0" name=""/>
        <dsp:cNvSpPr/>
      </dsp:nvSpPr>
      <dsp:spPr>
        <a:xfrm>
          <a:off x="3220233" y="308477"/>
          <a:ext cx="4186123" cy="4186123"/>
        </a:xfrm>
        <a:prstGeom prst="pie">
          <a:avLst>
            <a:gd name="adj1" fmla="val 1188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Repeat</a:t>
          </a:r>
        </a:p>
      </dsp:txBody>
      <dsp:txXfrm>
        <a:off x="3877055" y="1012144"/>
        <a:ext cx="1345539" cy="897026"/>
      </dsp:txXfrm>
    </dsp:sp>
    <dsp:sp modelId="{3A222AC1-C322-4A4D-8B88-573A322CB86D}">
      <dsp:nvSpPr>
        <dsp:cNvPr id="0" name=""/>
        <dsp:cNvSpPr/>
      </dsp:nvSpPr>
      <dsp:spPr>
        <a:xfrm>
          <a:off x="3078505" y="49336"/>
          <a:ext cx="4704405" cy="4704405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DBDD0C0-AD65-DC4E-89FC-10E66E6AB453}">
      <dsp:nvSpPr>
        <dsp:cNvPr id="0" name=""/>
        <dsp:cNvSpPr/>
      </dsp:nvSpPr>
      <dsp:spPr>
        <a:xfrm>
          <a:off x="3114872" y="160929"/>
          <a:ext cx="4704405" cy="4704405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42E1425-D2BA-3A4C-84D3-12941AA8B1F8}">
      <dsp:nvSpPr>
        <dsp:cNvPr id="0" name=""/>
        <dsp:cNvSpPr/>
      </dsp:nvSpPr>
      <dsp:spPr>
        <a:xfrm>
          <a:off x="3019897" y="229911"/>
          <a:ext cx="4704405" cy="4704405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A3FD3F2-4A98-F840-A736-F06CD4CC8A81}">
      <dsp:nvSpPr>
        <dsp:cNvPr id="0" name=""/>
        <dsp:cNvSpPr/>
      </dsp:nvSpPr>
      <dsp:spPr>
        <a:xfrm>
          <a:off x="2924922" y="160929"/>
          <a:ext cx="4704405" cy="4704405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739FE9B-3809-014F-B1AA-EC7F487478F1}">
      <dsp:nvSpPr>
        <dsp:cNvPr id="0" name=""/>
        <dsp:cNvSpPr/>
      </dsp:nvSpPr>
      <dsp:spPr>
        <a:xfrm>
          <a:off x="2961289" y="49336"/>
          <a:ext cx="4704405" cy="4704405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9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CEDC40-2CFE-F543-A6AD-42D0D7173E84}">
      <dsp:nvSpPr>
        <dsp:cNvPr id="0" name=""/>
        <dsp:cNvSpPr/>
      </dsp:nvSpPr>
      <dsp:spPr>
        <a:xfrm>
          <a:off x="3352295" y="297762"/>
          <a:ext cx="4186123" cy="4186123"/>
        </a:xfrm>
        <a:prstGeom prst="pie">
          <a:avLst>
            <a:gd name="adj1" fmla="val 16200000"/>
            <a:gd name="adj2" fmla="val 205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Plan</a:t>
          </a:r>
        </a:p>
      </dsp:txBody>
      <dsp:txXfrm>
        <a:off x="5498182" y="923189"/>
        <a:ext cx="1420291" cy="971778"/>
      </dsp:txXfrm>
    </dsp:sp>
    <dsp:sp modelId="{A72F7A43-5A38-5A4E-9E38-9B2B2B513B69}">
      <dsp:nvSpPr>
        <dsp:cNvPr id="0" name=""/>
        <dsp:cNvSpPr/>
      </dsp:nvSpPr>
      <dsp:spPr>
        <a:xfrm>
          <a:off x="3205781" y="499593"/>
          <a:ext cx="4186123" cy="4186123"/>
        </a:xfrm>
        <a:prstGeom prst="pie">
          <a:avLst>
            <a:gd name="adj1" fmla="val 20520000"/>
            <a:gd name="adj2" fmla="val 32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Create</a:t>
          </a:r>
        </a:p>
      </dsp:txBody>
      <dsp:txXfrm>
        <a:off x="5941711" y="2393316"/>
        <a:ext cx="1245870" cy="1051514"/>
      </dsp:txXfrm>
    </dsp:sp>
    <dsp:sp modelId="{A66F9216-FEE9-DF4B-906F-79188FD13A08}">
      <dsp:nvSpPr>
        <dsp:cNvPr id="0" name=""/>
        <dsp:cNvSpPr/>
      </dsp:nvSpPr>
      <dsp:spPr>
        <a:xfrm>
          <a:off x="3205781" y="499593"/>
          <a:ext cx="4186123" cy="4186123"/>
        </a:xfrm>
        <a:prstGeom prst="pie">
          <a:avLst>
            <a:gd name="adj1" fmla="val 3240000"/>
            <a:gd name="adj2" fmla="val 756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Measure</a:t>
          </a:r>
        </a:p>
      </dsp:txBody>
      <dsp:txXfrm>
        <a:off x="4551320" y="3639186"/>
        <a:ext cx="1495044" cy="897026"/>
      </dsp:txXfrm>
    </dsp:sp>
    <dsp:sp modelId="{DD574C59-BE08-314E-AEE8-22BC60D39AC1}">
      <dsp:nvSpPr>
        <dsp:cNvPr id="0" name=""/>
        <dsp:cNvSpPr/>
      </dsp:nvSpPr>
      <dsp:spPr>
        <a:xfrm>
          <a:off x="3205781" y="499593"/>
          <a:ext cx="4186123" cy="4186123"/>
        </a:xfrm>
        <a:prstGeom prst="pie">
          <a:avLst>
            <a:gd name="adj1" fmla="val 7560000"/>
            <a:gd name="adj2" fmla="val 1188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Improve</a:t>
          </a:r>
        </a:p>
      </dsp:txBody>
      <dsp:txXfrm>
        <a:off x="3405120" y="2393316"/>
        <a:ext cx="1245870" cy="1051514"/>
      </dsp:txXfrm>
    </dsp:sp>
    <dsp:sp modelId="{EC503DEA-7925-E246-AB00-7D8A880D6CD8}">
      <dsp:nvSpPr>
        <dsp:cNvPr id="0" name=""/>
        <dsp:cNvSpPr/>
      </dsp:nvSpPr>
      <dsp:spPr>
        <a:xfrm>
          <a:off x="3205781" y="499593"/>
          <a:ext cx="4186123" cy="4186123"/>
        </a:xfrm>
        <a:prstGeom prst="pie">
          <a:avLst>
            <a:gd name="adj1" fmla="val 1188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Repeat</a:t>
          </a:r>
        </a:p>
      </dsp:txBody>
      <dsp:txXfrm>
        <a:off x="3816257" y="1137479"/>
        <a:ext cx="1420291" cy="971778"/>
      </dsp:txXfrm>
    </dsp:sp>
  </dsp:spTree>
</dsp:drawing>
</file>

<file path=ppt/diagrams/drawing9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48FCD1-9C16-4E4B-82AE-BFC21E8F8089}">
      <dsp:nvSpPr>
        <dsp:cNvPr id="0" name=""/>
        <dsp:cNvSpPr/>
      </dsp:nvSpPr>
      <dsp:spPr>
        <a:xfrm>
          <a:off x="2491399" y="0"/>
          <a:ext cx="5761401" cy="4983480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500" kern="1200"/>
            <a:t>Plan</a:t>
          </a:r>
        </a:p>
      </dsp:txBody>
      <dsp:txXfrm>
        <a:off x="3446109" y="825802"/>
        <a:ext cx="3851981" cy="3331876"/>
      </dsp:txXfrm>
    </dsp:sp>
  </dsp:spTree>
</dsp:drawing>
</file>

<file path=ppt/diagrams/drawing9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2D588C-32F1-6E4A-98B1-80F1E78DE549}">
      <dsp:nvSpPr>
        <dsp:cNvPr id="0" name=""/>
        <dsp:cNvSpPr/>
      </dsp:nvSpPr>
      <dsp:spPr>
        <a:xfrm>
          <a:off x="2882782" y="2422"/>
          <a:ext cx="4978635" cy="49786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500" kern="1200"/>
            <a:t>Plan</a:t>
          </a:r>
        </a:p>
      </dsp:txBody>
      <dsp:txXfrm>
        <a:off x="3611886" y="731526"/>
        <a:ext cx="3520427" cy="3520427"/>
      </dsp:txXfrm>
    </dsp:sp>
  </dsp:spTree>
</dsp:drawing>
</file>

<file path=ppt/diagrams/drawing9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5A31E0-95AB-C747-A964-BD1D85FBDED0}">
      <dsp:nvSpPr>
        <dsp:cNvPr id="0" name=""/>
        <dsp:cNvSpPr/>
      </dsp:nvSpPr>
      <dsp:spPr>
        <a:xfrm>
          <a:off x="2882782" y="2422"/>
          <a:ext cx="4978635" cy="49786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500" kern="1200"/>
            <a:t>Plan</a:t>
          </a:r>
        </a:p>
      </dsp:txBody>
      <dsp:txXfrm>
        <a:off x="3611886" y="731526"/>
        <a:ext cx="3520427" cy="3520427"/>
      </dsp:txXfrm>
    </dsp:sp>
  </dsp:spTree>
</dsp:drawing>
</file>

<file path=ppt/diagrams/drawing9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E269-4B14-D54B-B7C5-8EDAABED93C5}">
      <dsp:nvSpPr>
        <dsp:cNvPr id="0" name=""/>
        <dsp:cNvSpPr/>
      </dsp:nvSpPr>
      <dsp:spPr>
        <a:xfrm>
          <a:off x="2882782" y="2422"/>
          <a:ext cx="4978635" cy="49786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500" kern="1200"/>
            <a:t>Plan</a:t>
          </a:r>
        </a:p>
      </dsp:txBody>
      <dsp:txXfrm>
        <a:off x="3611886" y="731526"/>
        <a:ext cx="3520427" cy="3520427"/>
      </dsp:txXfrm>
    </dsp:sp>
  </dsp:spTree>
</dsp:drawing>
</file>

<file path=ppt/diagrams/drawing9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96A58D-B6B3-D348-B2AD-0F73CE14B6C8}">
      <dsp:nvSpPr>
        <dsp:cNvPr id="0" name=""/>
        <dsp:cNvSpPr/>
      </dsp:nvSpPr>
      <dsp:spPr>
        <a:xfrm>
          <a:off x="2880359" y="0"/>
          <a:ext cx="4983480" cy="49834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500" kern="1200"/>
            <a:t>Plan</a:t>
          </a:r>
        </a:p>
      </dsp:txBody>
      <dsp:txXfrm>
        <a:off x="3610173" y="729814"/>
        <a:ext cx="3523852" cy="3523852"/>
      </dsp:txXfrm>
    </dsp:sp>
  </dsp:spTree>
</dsp:drawing>
</file>

<file path=ppt/diagrams/drawing9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4C278-373B-9747-A170-49FAB961CFC2}">
      <dsp:nvSpPr>
        <dsp:cNvPr id="0" name=""/>
        <dsp:cNvSpPr/>
      </dsp:nvSpPr>
      <dsp:spPr>
        <a:xfrm>
          <a:off x="3164418" y="284058"/>
          <a:ext cx="2157846" cy="2157846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Plan</a:t>
          </a:r>
        </a:p>
      </dsp:txBody>
      <dsp:txXfrm>
        <a:off x="3796436" y="916076"/>
        <a:ext cx="1525828" cy="1525828"/>
      </dsp:txXfrm>
    </dsp:sp>
    <dsp:sp modelId="{46BA4680-203D-7F41-BD4F-98D803059980}">
      <dsp:nvSpPr>
        <dsp:cNvPr id="0" name=""/>
        <dsp:cNvSpPr/>
      </dsp:nvSpPr>
      <dsp:spPr>
        <a:xfrm rot="5400000">
          <a:off x="5421934" y="284058"/>
          <a:ext cx="2157846" cy="2157846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Create</a:t>
          </a:r>
        </a:p>
      </dsp:txBody>
      <dsp:txXfrm rot="-5400000">
        <a:off x="5421934" y="916076"/>
        <a:ext cx="1525828" cy="1525828"/>
      </dsp:txXfrm>
    </dsp:sp>
    <dsp:sp modelId="{F1148FAB-7D3F-F746-BEFC-D49850193277}">
      <dsp:nvSpPr>
        <dsp:cNvPr id="0" name=""/>
        <dsp:cNvSpPr/>
      </dsp:nvSpPr>
      <dsp:spPr>
        <a:xfrm rot="10800000">
          <a:off x="5421934" y="2541574"/>
          <a:ext cx="2157846" cy="2157846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Measure</a:t>
          </a:r>
        </a:p>
      </dsp:txBody>
      <dsp:txXfrm rot="10800000">
        <a:off x="5421934" y="2541574"/>
        <a:ext cx="1525828" cy="1525828"/>
      </dsp:txXfrm>
    </dsp:sp>
    <dsp:sp modelId="{5CB53714-5543-AF44-A04F-CABEB2A7D6C1}">
      <dsp:nvSpPr>
        <dsp:cNvPr id="0" name=""/>
        <dsp:cNvSpPr/>
      </dsp:nvSpPr>
      <dsp:spPr>
        <a:xfrm rot="16200000">
          <a:off x="3164418" y="2541574"/>
          <a:ext cx="2157846" cy="2157846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Improve</a:t>
          </a:r>
        </a:p>
      </dsp:txBody>
      <dsp:txXfrm rot="5400000">
        <a:off x="3796436" y="2541574"/>
        <a:ext cx="1525828" cy="1525828"/>
      </dsp:txXfrm>
    </dsp:sp>
    <dsp:sp modelId="{71143F18-00E2-954D-AA47-FFA930337BE0}">
      <dsp:nvSpPr>
        <dsp:cNvPr id="0" name=""/>
        <dsp:cNvSpPr/>
      </dsp:nvSpPr>
      <dsp:spPr>
        <a:xfrm>
          <a:off x="4999584" y="2043226"/>
          <a:ext cx="745030" cy="647852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23C3FA1-9887-DC4A-BBBE-315114CD96AD}">
      <dsp:nvSpPr>
        <dsp:cNvPr id="0" name=""/>
        <dsp:cNvSpPr/>
      </dsp:nvSpPr>
      <dsp:spPr>
        <a:xfrm rot="10800000">
          <a:off x="4999584" y="2292400"/>
          <a:ext cx="745030" cy="647852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9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5ADEC9-0C83-9A40-93CA-293A8545E0CF}">
      <dsp:nvSpPr>
        <dsp:cNvPr id="0" name=""/>
        <dsp:cNvSpPr/>
      </dsp:nvSpPr>
      <dsp:spPr>
        <a:xfrm>
          <a:off x="2880359" y="0"/>
          <a:ext cx="4983480" cy="4983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600" kern="1200"/>
            <a:t>Plan</a:t>
          </a:r>
        </a:p>
      </dsp:txBody>
      <dsp:txXfrm>
        <a:off x="3123632" y="243273"/>
        <a:ext cx="4496934" cy="4496934"/>
      </dsp:txXfrm>
    </dsp:sp>
  </dsp:spTree>
</dsp:drawing>
</file>

<file path=ppt/diagrams/drawing9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13CC5D-1AA0-8348-AC49-2264DD981262}">
      <dsp:nvSpPr>
        <dsp:cNvPr id="0" name=""/>
        <dsp:cNvSpPr/>
      </dsp:nvSpPr>
      <dsp:spPr>
        <a:xfrm>
          <a:off x="5372100" y="1298690"/>
          <a:ext cx="3138238" cy="5446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326"/>
              </a:lnTo>
              <a:lnTo>
                <a:pt x="3138238" y="272326"/>
              </a:lnTo>
              <a:lnTo>
                <a:pt x="3138238" y="5446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8BC114-BF13-E242-B818-9BFB4303363C}">
      <dsp:nvSpPr>
        <dsp:cNvPr id="0" name=""/>
        <dsp:cNvSpPr/>
      </dsp:nvSpPr>
      <dsp:spPr>
        <a:xfrm>
          <a:off x="4334665" y="3140136"/>
          <a:ext cx="389037" cy="1193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3049"/>
              </a:lnTo>
              <a:lnTo>
                <a:pt x="389037" y="1193049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1F36A4-4C1A-B446-883F-F692ECEE1E15}">
      <dsp:nvSpPr>
        <dsp:cNvPr id="0" name=""/>
        <dsp:cNvSpPr/>
      </dsp:nvSpPr>
      <dsp:spPr>
        <a:xfrm>
          <a:off x="5326379" y="1298690"/>
          <a:ext cx="91440" cy="5446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446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8F53D6-DAD5-254B-9232-7F69DCC7CDD3}">
      <dsp:nvSpPr>
        <dsp:cNvPr id="0" name=""/>
        <dsp:cNvSpPr/>
      </dsp:nvSpPr>
      <dsp:spPr>
        <a:xfrm>
          <a:off x="1196426" y="3140136"/>
          <a:ext cx="389037" cy="1193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3049"/>
              </a:lnTo>
              <a:lnTo>
                <a:pt x="389037" y="1193049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37C739-CE2B-0845-B7C5-61CDB22EE4EA}">
      <dsp:nvSpPr>
        <dsp:cNvPr id="0" name=""/>
        <dsp:cNvSpPr/>
      </dsp:nvSpPr>
      <dsp:spPr>
        <a:xfrm>
          <a:off x="2233861" y="1298690"/>
          <a:ext cx="3138238" cy="544653"/>
        </a:xfrm>
        <a:custGeom>
          <a:avLst/>
          <a:gdLst/>
          <a:ahLst/>
          <a:cxnLst/>
          <a:rect l="0" t="0" r="0" b="0"/>
          <a:pathLst>
            <a:path>
              <a:moveTo>
                <a:pt x="3138238" y="0"/>
              </a:moveTo>
              <a:lnTo>
                <a:pt x="3138238" y="272326"/>
              </a:lnTo>
              <a:lnTo>
                <a:pt x="0" y="272326"/>
              </a:lnTo>
              <a:lnTo>
                <a:pt x="0" y="5446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BAC694-FE9C-3C43-A7AB-024106253B67}">
      <dsp:nvSpPr>
        <dsp:cNvPr id="0" name=""/>
        <dsp:cNvSpPr/>
      </dsp:nvSpPr>
      <dsp:spPr>
        <a:xfrm>
          <a:off x="4075307" y="1897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Program lead</a:t>
          </a:r>
        </a:p>
      </dsp:txBody>
      <dsp:txXfrm>
        <a:off x="4075307" y="1897"/>
        <a:ext cx="2593585" cy="1296792"/>
      </dsp:txXfrm>
    </dsp:sp>
    <dsp:sp modelId="{F74F7AAE-7656-0143-A5E7-750A91EACF4D}">
      <dsp:nvSpPr>
        <dsp:cNvPr id="0" name=""/>
        <dsp:cNvSpPr/>
      </dsp:nvSpPr>
      <dsp:spPr>
        <a:xfrm>
          <a:off x="937068" y="1843343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Design</a:t>
          </a:r>
        </a:p>
      </dsp:txBody>
      <dsp:txXfrm>
        <a:off x="937068" y="1843343"/>
        <a:ext cx="2593585" cy="1296792"/>
      </dsp:txXfrm>
    </dsp:sp>
    <dsp:sp modelId="{2B70C5B6-68B1-2049-B7EC-45515082D61F}">
      <dsp:nvSpPr>
        <dsp:cNvPr id="0" name=""/>
        <dsp:cNvSpPr/>
      </dsp:nvSpPr>
      <dsp:spPr>
        <a:xfrm>
          <a:off x="1585464" y="3684789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Research</a:t>
          </a:r>
        </a:p>
      </dsp:txBody>
      <dsp:txXfrm>
        <a:off x="1585464" y="3684789"/>
        <a:ext cx="2593585" cy="1296792"/>
      </dsp:txXfrm>
    </dsp:sp>
    <dsp:sp modelId="{14844396-AAFF-D24B-924B-C317ACF01239}">
      <dsp:nvSpPr>
        <dsp:cNvPr id="0" name=""/>
        <dsp:cNvSpPr/>
      </dsp:nvSpPr>
      <dsp:spPr>
        <a:xfrm>
          <a:off x="4075307" y="1843343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Engineering</a:t>
          </a:r>
        </a:p>
      </dsp:txBody>
      <dsp:txXfrm>
        <a:off x="4075307" y="1843343"/>
        <a:ext cx="2593585" cy="1296792"/>
      </dsp:txXfrm>
    </dsp:sp>
    <dsp:sp modelId="{8F084583-5CA1-9A49-8A3D-7E3ED7B9E2C7}">
      <dsp:nvSpPr>
        <dsp:cNvPr id="0" name=""/>
        <dsp:cNvSpPr/>
      </dsp:nvSpPr>
      <dsp:spPr>
        <a:xfrm>
          <a:off x="4723703" y="3684789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Build</a:t>
          </a:r>
        </a:p>
      </dsp:txBody>
      <dsp:txXfrm>
        <a:off x="4723703" y="3684789"/>
        <a:ext cx="2593585" cy="1296792"/>
      </dsp:txXfrm>
    </dsp:sp>
    <dsp:sp modelId="{78F3444A-EFEB-E147-972E-6ECDF227EB05}">
      <dsp:nvSpPr>
        <dsp:cNvPr id="0" name=""/>
        <dsp:cNvSpPr/>
      </dsp:nvSpPr>
      <dsp:spPr>
        <a:xfrm>
          <a:off x="7213545" y="1843343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Go-to-market</a:t>
          </a:r>
        </a:p>
      </dsp:txBody>
      <dsp:txXfrm>
        <a:off x="7213545" y="1843343"/>
        <a:ext cx="2593585" cy="1296792"/>
      </dsp:txXfrm>
    </dsp:sp>
  </dsp:spTree>
</dsp:drawing>
</file>

<file path=ppt/diagrams/drawing9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FDA047-7468-3E4F-B6A0-0152FECC6F4A}">
      <dsp:nvSpPr>
        <dsp:cNvPr id="0" name=""/>
        <dsp:cNvSpPr/>
      </dsp:nvSpPr>
      <dsp:spPr>
        <a:xfrm>
          <a:off x="5372100" y="1298690"/>
          <a:ext cx="3138238" cy="5446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326"/>
              </a:lnTo>
              <a:lnTo>
                <a:pt x="3138238" y="272326"/>
              </a:lnTo>
              <a:lnTo>
                <a:pt x="3138238" y="5446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879962-123A-674D-B3C7-C314D6BA3630}">
      <dsp:nvSpPr>
        <dsp:cNvPr id="0" name=""/>
        <dsp:cNvSpPr/>
      </dsp:nvSpPr>
      <dsp:spPr>
        <a:xfrm>
          <a:off x="4334665" y="3140136"/>
          <a:ext cx="389037" cy="1193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3049"/>
              </a:lnTo>
              <a:lnTo>
                <a:pt x="389037" y="1193049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252B3F-7FF3-4247-A0B6-65C23B675229}">
      <dsp:nvSpPr>
        <dsp:cNvPr id="0" name=""/>
        <dsp:cNvSpPr/>
      </dsp:nvSpPr>
      <dsp:spPr>
        <a:xfrm>
          <a:off x="5326379" y="1298690"/>
          <a:ext cx="91440" cy="5446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446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102F3C-D4A1-9C4D-B61B-E01FD3A51C9F}">
      <dsp:nvSpPr>
        <dsp:cNvPr id="0" name=""/>
        <dsp:cNvSpPr/>
      </dsp:nvSpPr>
      <dsp:spPr>
        <a:xfrm>
          <a:off x="1196426" y="3140136"/>
          <a:ext cx="389037" cy="1193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3049"/>
              </a:lnTo>
              <a:lnTo>
                <a:pt x="389037" y="1193049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7DB87B-E2BC-DC43-B111-6EE3DA55FFA9}">
      <dsp:nvSpPr>
        <dsp:cNvPr id="0" name=""/>
        <dsp:cNvSpPr/>
      </dsp:nvSpPr>
      <dsp:spPr>
        <a:xfrm>
          <a:off x="2233861" y="1298690"/>
          <a:ext cx="3138238" cy="544653"/>
        </a:xfrm>
        <a:custGeom>
          <a:avLst/>
          <a:gdLst/>
          <a:ahLst/>
          <a:cxnLst/>
          <a:rect l="0" t="0" r="0" b="0"/>
          <a:pathLst>
            <a:path>
              <a:moveTo>
                <a:pt x="3138238" y="0"/>
              </a:moveTo>
              <a:lnTo>
                <a:pt x="3138238" y="272326"/>
              </a:lnTo>
              <a:lnTo>
                <a:pt x="0" y="272326"/>
              </a:lnTo>
              <a:lnTo>
                <a:pt x="0" y="5446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D5B426-8E9E-124E-857F-474B658BDCA2}">
      <dsp:nvSpPr>
        <dsp:cNvPr id="0" name=""/>
        <dsp:cNvSpPr/>
      </dsp:nvSpPr>
      <dsp:spPr>
        <a:xfrm>
          <a:off x="4075307" y="1897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60707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Program lead</a:t>
          </a:r>
        </a:p>
      </dsp:txBody>
      <dsp:txXfrm>
        <a:off x="4075307" y="1897"/>
        <a:ext cx="2593585" cy="1296792"/>
      </dsp:txXfrm>
    </dsp:sp>
    <dsp:sp modelId="{86AE4F08-9D66-4B4C-9FEB-D9BC15802C99}">
      <dsp:nvSpPr>
        <dsp:cNvPr id="0" name=""/>
        <dsp:cNvSpPr/>
      </dsp:nvSpPr>
      <dsp:spPr>
        <a:xfrm>
          <a:off x="4204986" y="131576"/>
          <a:ext cx="778075" cy="1037434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50097" r="-50097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55BF965-BB7F-5042-99CB-0C00A3F3E499}">
      <dsp:nvSpPr>
        <dsp:cNvPr id="0" name=""/>
        <dsp:cNvSpPr/>
      </dsp:nvSpPr>
      <dsp:spPr>
        <a:xfrm>
          <a:off x="937068" y="1843343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60707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Design</a:t>
          </a:r>
        </a:p>
      </dsp:txBody>
      <dsp:txXfrm>
        <a:off x="937068" y="1843343"/>
        <a:ext cx="2593585" cy="1296792"/>
      </dsp:txXfrm>
    </dsp:sp>
    <dsp:sp modelId="{F537F1FA-53BD-4BFD-B115-7C6A4E96FC14}">
      <dsp:nvSpPr>
        <dsp:cNvPr id="0" name=""/>
        <dsp:cNvSpPr/>
      </dsp:nvSpPr>
      <dsp:spPr>
        <a:xfrm>
          <a:off x="1066747" y="1973022"/>
          <a:ext cx="778075" cy="1037434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50097" r="-50097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378D70A-9438-5540-A9C4-9B6AECAFDA0E}">
      <dsp:nvSpPr>
        <dsp:cNvPr id="0" name=""/>
        <dsp:cNvSpPr/>
      </dsp:nvSpPr>
      <dsp:spPr>
        <a:xfrm>
          <a:off x="1585464" y="3684789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60707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Research</a:t>
          </a:r>
        </a:p>
      </dsp:txBody>
      <dsp:txXfrm>
        <a:off x="1585464" y="3684789"/>
        <a:ext cx="2593585" cy="1296792"/>
      </dsp:txXfrm>
    </dsp:sp>
    <dsp:sp modelId="{A9C6793F-13A7-41AD-AD16-0A9A8EB099E7}">
      <dsp:nvSpPr>
        <dsp:cNvPr id="0" name=""/>
        <dsp:cNvSpPr/>
      </dsp:nvSpPr>
      <dsp:spPr>
        <a:xfrm>
          <a:off x="1715143" y="3814468"/>
          <a:ext cx="778075" cy="1037434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50097" r="-50097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2D73C8F-83B5-B842-9C84-AABA4A8FDEDD}">
      <dsp:nvSpPr>
        <dsp:cNvPr id="0" name=""/>
        <dsp:cNvSpPr/>
      </dsp:nvSpPr>
      <dsp:spPr>
        <a:xfrm>
          <a:off x="4075307" y="1843343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60707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Engineering</a:t>
          </a:r>
        </a:p>
      </dsp:txBody>
      <dsp:txXfrm>
        <a:off x="4075307" y="1843343"/>
        <a:ext cx="2593585" cy="1296792"/>
      </dsp:txXfrm>
    </dsp:sp>
    <dsp:sp modelId="{A0AC1919-105E-47C8-80F4-6BE9CD6BC65E}">
      <dsp:nvSpPr>
        <dsp:cNvPr id="0" name=""/>
        <dsp:cNvSpPr/>
      </dsp:nvSpPr>
      <dsp:spPr>
        <a:xfrm>
          <a:off x="4204986" y="1973022"/>
          <a:ext cx="778075" cy="1037434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50097" r="-50097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331FC91-AE56-A340-ABAF-087BD203F0EA}">
      <dsp:nvSpPr>
        <dsp:cNvPr id="0" name=""/>
        <dsp:cNvSpPr/>
      </dsp:nvSpPr>
      <dsp:spPr>
        <a:xfrm>
          <a:off x="4723703" y="3684789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60707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Build</a:t>
          </a:r>
        </a:p>
      </dsp:txBody>
      <dsp:txXfrm>
        <a:off x="4723703" y="3684789"/>
        <a:ext cx="2593585" cy="1296792"/>
      </dsp:txXfrm>
    </dsp:sp>
    <dsp:sp modelId="{D98AC675-ADBA-4AF8-803B-9E1F2ED61867}">
      <dsp:nvSpPr>
        <dsp:cNvPr id="0" name=""/>
        <dsp:cNvSpPr/>
      </dsp:nvSpPr>
      <dsp:spPr>
        <a:xfrm>
          <a:off x="4853382" y="3814468"/>
          <a:ext cx="778075" cy="1037434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t="-6304" b="-6304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C5DDF9E-EDBF-2649-B5B4-7243F46C2913}">
      <dsp:nvSpPr>
        <dsp:cNvPr id="0" name=""/>
        <dsp:cNvSpPr/>
      </dsp:nvSpPr>
      <dsp:spPr>
        <a:xfrm>
          <a:off x="7213545" y="1843343"/>
          <a:ext cx="2593585" cy="1296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60707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Go-to-market</a:t>
          </a:r>
        </a:p>
      </dsp:txBody>
      <dsp:txXfrm>
        <a:off x="7213545" y="1843343"/>
        <a:ext cx="2593585" cy="1296792"/>
      </dsp:txXfrm>
    </dsp:sp>
    <dsp:sp modelId="{037C3829-5051-4FF5-BC07-2335D656FA23}">
      <dsp:nvSpPr>
        <dsp:cNvPr id="0" name=""/>
        <dsp:cNvSpPr/>
      </dsp:nvSpPr>
      <dsp:spPr>
        <a:xfrm>
          <a:off x="7343225" y="1973022"/>
          <a:ext cx="778075" cy="1037434"/>
        </a:xfrm>
        <a:prstGeom prst="rect">
          <a:avLst/>
        </a:prstGeom>
        <a:blipFill>
          <a:blip xmlns:r="http://schemas.openxmlformats.org/officeDocument/2006/relationships" r:embed="rId6"/>
          <a:srcRect/>
          <a:stretch>
            <a:fillRect l="-50097" r="-50097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10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F5F63-AEAE-8D4A-8E53-046EFA9F8A9F}">
      <dsp:nvSpPr>
        <dsp:cNvPr id="0" name=""/>
        <dsp:cNvSpPr/>
      </dsp:nvSpPr>
      <dsp:spPr>
        <a:xfrm>
          <a:off x="5259391" y="1169011"/>
          <a:ext cx="3024249" cy="674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2005"/>
              </a:lnTo>
              <a:lnTo>
                <a:pt x="3024249" y="402005"/>
              </a:lnTo>
              <a:lnTo>
                <a:pt x="3024249" y="674332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64F301-9596-934A-81AB-8E668398BC3F}">
      <dsp:nvSpPr>
        <dsp:cNvPr id="0" name=""/>
        <dsp:cNvSpPr/>
      </dsp:nvSpPr>
      <dsp:spPr>
        <a:xfrm>
          <a:off x="5213671" y="3010457"/>
          <a:ext cx="91440" cy="6743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74332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D002D3-F9A8-0C4F-BE65-8E418DE0A269}">
      <dsp:nvSpPr>
        <dsp:cNvPr id="0" name=""/>
        <dsp:cNvSpPr/>
      </dsp:nvSpPr>
      <dsp:spPr>
        <a:xfrm>
          <a:off x="5213671" y="1169011"/>
          <a:ext cx="91440" cy="6743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74332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19F8EA-9C10-4A4A-8982-6602CC701A4E}">
      <dsp:nvSpPr>
        <dsp:cNvPr id="0" name=""/>
        <dsp:cNvSpPr/>
      </dsp:nvSpPr>
      <dsp:spPr>
        <a:xfrm>
          <a:off x="2189421" y="3010457"/>
          <a:ext cx="91440" cy="6743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74332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147E83-FE9E-E044-85FA-5C6CC2B5D4F9}">
      <dsp:nvSpPr>
        <dsp:cNvPr id="0" name=""/>
        <dsp:cNvSpPr/>
      </dsp:nvSpPr>
      <dsp:spPr>
        <a:xfrm>
          <a:off x="2235141" y="1169011"/>
          <a:ext cx="3024249" cy="674332"/>
        </a:xfrm>
        <a:custGeom>
          <a:avLst/>
          <a:gdLst/>
          <a:ahLst/>
          <a:cxnLst/>
          <a:rect l="0" t="0" r="0" b="0"/>
          <a:pathLst>
            <a:path>
              <a:moveTo>
                <a:pt x="3024249" y="0"/>
              </a:moveTo>
              <a:lnTo>
                <a:pt x="3024249" y="402005"/>
              </a:lnTo>
              <a:lnTo>
                <a:pt x="0" y="402005"/>
              </a:lnTo>
              <a:lnTo>
                <a:pt x="0" y="674332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0FE807-556A-1E48-80B0-55AEC20B839B}">
      <dsp:nvSpPr>
        <dsp:cNvPr id="0" name=""/>
        <dsp:cNvSpPr/>
      </dsp:nvSpPr>
      <dsp:spPr>
        <a:xfrm>
          <a:off x="4132301" y="1897"/>
          <a:ext cx="2254178" cy="1167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164693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Program lead</a:t>
          </a:r>
        </a:p>
      </dsp:txBody>
      <dsp:txXfrm>
        <a:off x="4132301" y="1897"/>
        <a:ext cx="2254178" cy="1167113"/>
      </dsp:txXfrm>
    </dsp:sp>
    <dsp:sp modelId="{4DA41529-B986-DD4B-BF7D-5AEE627C9903}">
      <dsp:nvSpPr>
        <dsp:cNvPr id="0" name=""/>
        <dsp:cNvSpPr/>
      </dsp:nvSpPr>
      <dsp:spPr>
        <a:xfrm>
          <a:off x="4583137" y="909652"/>
          <a:ext cx="2028760" cy="3890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58420" bIns="14605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2300" kern="1200"/>
        </a:p>
      </dsp:txBody>
      <dsp:txXfrm>
        <a:off x="4583137" y="909652"/>
        <a:ext cx="2028760" cy="389037"/>
      </dsp:txXfrm>
    </dsp:sp>
    <dsp:sp modelId="{303D66C6-780A-134D-9DD0-EFA5D229D7F2}">
      <dsp:nvSpPr>
        <dsp:cNvPr id="0" name=""/>
        <dsp:cNvSpPr/>
      </dsp:nvSpPr>
      <dsp:spPr>
        <a:xfrm>
          <a:off x="1108052" y="1843343"/>
          <a:ext cx="2254178" cy="1167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164693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Design</a:t>
          </a:r>
        </a:p>
      </dsp:txBody>
      <dsp:txXfrm>
        <a:off x="1108052" y="1843343"/>
        <a:ext cx="2254178" cy="1167113"/>
      </dsp:txXfrm>
    </dsp:sp>
    <dsp:sp modelId="{F978D908-A3C5-E94C-9136-78BECAF179C8}">
      <dsp:nvSpPr>
        <dsp:cNvPr id="0" name=""/>
        <dsp:cNvSpPr/>
      </dsp:nvSpPr>
      <dsp:spPr>
        <a:xfrm>
          <a:off x="1558888" y="2751098"/>
          <a:ext cx="2028760" cy="3890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58420" bIns="14605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2300" kern="1200"/>
        </a:p>
      </dsp:txBody>
      <dsp:txXfrm>
        <a:off x="1558888" y="2751098"/>
        <a:ext cx="2028760" cy="389037"/>
      </dsp:txXfrm>
    </dsp:sp>
    <dsp:sp modelId="{180E56C9-15E5-4149-8F26-BA2911197AC9}">
      <dsp:nvSpPr>
        <dsp:cNvPr id="0" name=""/>
        <dsp:cNvSpPr/>
      </dsp:nvSpPr>
      <dsp:spPr>
        <a:xfrm>
          <a:off x="1108052" y="3684789"/>
          <a:ext cx="2254178" cy="1167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164693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Research</a:t>
          </a:r>
        </a:p>
      </dsp:txBody>
      <dsp:txXfrm>
        <a:off x="1108052" y="3684789"/>
        <a:ext cx="2254178" cy="1167113"/>
      </dsp:txXfrm>
    </dsp:sp>
    <dsp:sp modelId="{0B6607B7-BA69-0F4A-8813-AEF13CB2BC60}">
      <dsp:nvSpPr>
        <dsp:cNvPr id="0" name=""/>
        <dsp:cNvSpPr/>
      </dsp:nvSpPr>
      <dsp:spPr>
        <a:xfrm>
          <a:off x="1558888" y="4592544"/>
          <a:ext cx="2028760" cy="3890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58420" bIns="14605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2300" kern="1200"/>
        </a:p>
      </dsp:txBody>
      <dsp:txXfrm>
        <a:off x="1558888" y="4592544"/>
        <a:ext cx="2028760" cy="389037"/>
      </dsp:txXfrm>
    </dsp:sp>
    <dsp:sp modelId="{EB0B2B04-83EB-194A-AB58-E38E85CCA588}">
      <dsp:nvSpPr>
        <dsp:cNvPr id="0" name=""/>
        <dsp:cNvSpPr/>
      </dsp:nvSpPr>
      <dsp:spPr>
        <a:xfrm>
          <a:off x="4132301" y="1843343"/>
          <a:ext cx="2254178" cy="1167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164693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Engineering</a:t>
          </a:r>
        </a:p>
      </dsp:txBody>
      <dsp:txXfrm>
        <a:off x="4132301" y="1843343"/>
        <a:ext cx="2254178" cy="1167113"/>
      </dsp:txXfrm>
    </dsp:sp>
    <dsp:sp modelId="{DEA4364F-6E5A-254A-84EB-655C417C2059}">
      <dsp:nvSpPr>
        <dsp:cNvPr id="0" name=""/>
        <dsp:cNvSpPr/>
      </dsp:nvSpPr>
      <dsp:spPr>
        <a:xfrm>
          <a:off x="4583137" y="2751098"/>
          <a:ext cx="2028760" cy="3890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58420" bIns="14605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2300" kern="1200"/>
        </a:p>
      </dsp:txBody>
      <dsp:txXfrm>
        <a:off x="4583137" y="2751098"/>
        <a:ext cx="2028760" cy="389037"/>
      </dsp:txXfrm>
    </dsp:sp>
    <dsp:sp modelId="{0CE9A0A0-A4C2-9746-98D5-710E2AFB729E}">
      <dsp:nvSpPr>
        <dsp:cNvPr id="0" name=""/>
        <dsp:cNvSpPr/>
      </dsp:nvSpPr>
      <dsp:spPr>
        <a:xfrm>
          <a:off x="4132301" y="3684789"/>
          <a:ext cx="2254178" cy="1167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164693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Build</a:t>
          </a:r>
        </a:p>
      </dsp:txBody>
      <dsp:txXfrm>
        <a:off x="4132301" y="3684789"/>
        <a:ext cx="2254178" cy="1167113"/>
      </dsp:txXfrm>
    </dsp:sp>
    <dsp:sp modelId="{A3BE99FC-3087-0348-8D98-CA07E081B2E6}">
      <dsp:nvSpPr>
        <dsp:cNvPr id="0" name=""/>
        <dsp:cNvSpPr/>
      </dsp:nvSpPr>
      <dsp:spPr>
        <a:xfrm>
          <a:off x="4583137" y="4592544"/>
          <a:ext cx="2028760" cy="3890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58420" bIns="14605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2300" kern="1200"/>
        </a:p>
      </dsp:txBody>
      <dsp:txXfrm>
        <a:off x="4583137" y="4592544"/>
        <a:ext cx="2028760" cy="389037"/>
      </dsp:txXfrm>
    </dsp:sp>
    <dsp:sp modelId="{0C8F5B81-EB18-C54F-B964-E53FEFBF2597}">
      <dsp:nvSpPr>
        <dsp:cNvPr id="0" name=""/>
        <dsp:cNvSpPr/>
      </dsp:nvSpPr>
      <dsp:spPr>
        <a:xfrm>
          <a:off x="7156551" y="1843343"/>
          <a:ext cx="2254178" cy="1167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164693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200" kern="1200"/>
            <a:t>Go-to-market</a:t>
          </a:r>
        </a:p>
      </dsp:txBody>
      <dsp:txXfrm>
        <a:off x="7156551" y="1843343"/>
        <a:ext cx="2254178" cy="1167113"/>
      </dsp:txXfrm>
    </dsp:sp>
    <dsp:sp modelId="{FB145EFB-82E7-D64D-83C8-4965D1D61EC5}">
      <dsp:nvSpPr>
        <dsp:cNvPr id="0" name=""/>
        <dsp:cNvSpPr/>
      </dsp:nvSpPr>
      <dsp:spPr>
        <a:xfrm>
          <a:off x="7607386" y="2751098"/>
          <a:ext cx="2028760" cy="3890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58420" bIns="14605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2300" kern="1200"/>
        </a:p>
      </dsp:txBody>
      <dsp:txXfrm>
        <a:off x="7607386" y="2751098"/>
        <a:ext cx="2028760" cy="389037"/>
      </dsp:txXfrm>
    </dsp:sp>
  </dsp:spTree>
</dsp:drawing>
</file>

<file path=ppt/diagrams/drawing10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FFBA0E-4DEE-9F4B-A2A1-2E4938BBBBFF}">
      <dsp:nvSpPr>
        <dsp:cNvPr id="0" name=""/>
        <dsp:cNvSpPr/>
      </dsp:nvSpPr>
      <dsp:spPr>
        <a:xfrm>
          <a:off x="5372100" y="1298690"/>
          <a:ext cx="3138238" cy="5446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326"/>
              </a:lnTo>
              <a:lnTo>
                <a:pt x="3138238" y="272326"/>
              </a:lnTo>
              <a:lnTo>
                <a:pt x="3138238" y="5446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F52FC-CD6A-934E-A040-C673E026248A}">
      <dsp:nvSpPr>
        <dsp:cNvPr id="0" name=""/>
        <dsp:cNvSpPr/>
      </dsp:nvSpPr>
      <dsp:spPr>
        <a:xfrm>
          <a:off x="5372100" y="3140136"/>
          <a:ext cx="1193049" cy="7780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8075"/>
              </a:lnTo>
              <a:lnTo>
                <a:pt x="1193049" y="778075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BC2F1B-4DFB-2944-BCAB-D4AA88667253}">
      <dsp:nvSpPr>
        <dsp:cNvPr id="0" name=""/>
        <dsp:cNvSpPr/>
      </dsp:nvSpPr>
      <dsp:spPr>
        <a:xfrm>
          <a:off x="5326380" y="1298690"/>
          <a:ext cx="91440" cy="5446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446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A47263-CEC8-534E-8F75-585F1BF80AC5}">
      <dsp:nvSpPr>
        <dsp:cNvPr id="0" name=""/>
        <dsp:cNvSpPr/>
      </dsp:nvSpPr>
      <dsp:spPr>
        <a:xfrm>
          <a:off x="2233861" y="3140136"/>
          <a:ext cx="1193049" cy="7780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8075"/>
              </a:lnTo>
              <a:lnTo>
                <a:pt x="1193049" y="778075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90F21B-53A6-CA4E-A8F2-55E46D182AEC}">
      <dsp:nvSpPr>
        <dsp:cNvPr id="0" name=""/>
        <dsp:cNvSpPr/>
      </dsp:nvSpPr>
      <dsp:spPr>
        <a:xfrm>
          <a:off x="2233861" y="1298690"/>
          <a:ext cx="3138238" cy="544653"/>
        </a:xfrm>
        <a:custGeom>
          <a:avLst/>
          <a:gdLst/>
          <a:ahLst/>
          <a:cxnLst/>
          <a:rect l="0" t="0" r="0" b="0"/>
          <a:pathLst>
            <a:path>
              <a:moveTo>
                <a:pt x="3138238" y="0"/>
              </a:moveTo>
              <a:lnTo>
                <a:pt x="3138238" y="272326"/>
              </a:lnTo>
              <a:lnTo>
                <a:pt x="0" y="272326"/>
              </a:lnTo>
              <a:lnTo>
                <a:pt x="0" y="5446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056559-13C7-6045-976E-D7FE08911A07}">
      <dsp:nvSpPr>
        <dsp:cNvPr id="0" name=""/>
        <dsp:cNvSpPr/>
      </dsp:nvSpPr>
      <dsp:spPr>
        <a:xfrm>
          <a:off x="4723703" y="1897"/>
          <a:ext cx="1296792" cy="1296792"/>
        </a:xfrm>
        <a:prstGeom prst="arc">
          <a:avLst>
            <a:gd name="adj1" fmla="val 13200000"/>
            <a:gd name="adj2" fmla="val 192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B22418-8C48-0C47-BC97-242EFD67EED3}">
      <dsp:nvSpPr>
        <dsp:cNvPr id="0" name=""/>
        <dsp:cNvSpPr/>
      </dsp:nvSpPr>
      <dsp:spPr>
        <a:xfrm>
          <a:off x="4723703" y="1897"/>
          <a:ext cx="1296792" cy="1296792"/>
        </a:xfrm>
        <a:prstGeom prst="arc">
          <a:avLst>
            <a:gd name="adj1" fmla="val 2400000"/>
            <a:gd name="adj2" fmla="val 84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8BB871-77D7-9B45-9C37-611661B4C130}">
      <dsp:nvSpPr>
        <dsp:cNvPr id="0" name=""/>
        <dsp:cNvSpPr/>
      </dsp:nvSpPr>
      <dsp:spPr>
        <a:xfrm>
          <a:off x="4075307" y="235320"/>
          <a:ext cx="2593585" cy="829947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Program lead</a:t>
          </a:r>
        </a:p>
      </dsp:txBody>
      <dsp:txXfrm>
        <a:off x="4075307" y="235320"/>
        <a:ext cx="2593585" cy="829947"/>
      </dsp:txXfrm>
    </dsp:sp>
    <dsp:sp modelId="{BF3DD3D0-04A8-8349-9662-5DAD0AC8F8AB}">
      <dsp:nvSpPr>
        <dsp:cNvPr id="0" name=""/>
        <dsp:cNvSpPr/>
      </dsp:nvSpPr>
      <dsp:spPr>
        <a:xfrm>
          <a:off x="1585464" y="1843343"/>
          <a:ext cx="1296792" cy="1296792"/>
        </a:xfrm>
        <a:prstGeom prst="arc">
          <a:avLst>
            <a:gd name="adj1" fmla="val 13200000"/>
            <a:gd name="adj2" fmla="val 192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CCF080-242C-A344-976B-80711E5494D1}">
      <dsp:nvSpPr>
        <dsp:cNvPr id="0" name=""/>
        <dsp:cNvSpPr/>
      </dsp:nvSpPr>
      <dsp:spPr>
        <a:xfrm>
          <a:off x="1585464" y="1843343"/>
          <a:ext cx="1296792" cy="1296792"/>
        </a:xfrm>
        <a:prstGeom prst="arc">
          <a:avLst>
            <a:gd name="adj1" fmla="val 2400000"/>
            <a:gd name="adj2" fmla="val 84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52DBB2-F4A4-CE4F-A331-421B6E206448}">
      <dsp:nvSpPr>
        <dsp:cNvPr id="0" name=""/>
        <dsp:cNvSpPr/>
      </dsp:nvSpPr>
      <dsp:spPr>
        <a:xfrm>
          <a:off x="937068" y="2076766"/>
          <a:ext cx="2593585" cy="829947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Design</a:t>
          </a:r>
        </a:p>
      </dsp:txBody>
      <dsp:txXfrm>
        <a:off x="937068" y="2076766"/>
        <a:ext cx="2593585" cy="829947"/>
      </dsp:txXfrm>
    </dsp:sp>
    <dsp:sp modelId="{40D11020-0949-9046-B1D8-ED26A9ACF1BB}">
      <dsp:nvSpPr>
        <dsp:cNvPr id="0" name=""/>
        <dsp:cNvSpPr/>
      </dsp:nvSpPr>
      <dsp:spPr>
        <a:xfrm>
          <a:off x="3271295" y="3684789"/>
          <a:ext cx="1296792" cy="1296792"/>
        </a:xfrm>
        <a:prstGeom prst="arc">
          <a:avLst>
            <a:gd name="adj1" fmla="val 13200000"/>
            <a:gd name="adj2" fmla="val 192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716339-8418-F543-A45F-BDA959228CC6}">
      <dsp:nvSpPr>
        <dsp:cNvPr id="0" name=""/>
        <dsp:cNvSpPr/>
      </dsp:nvSpPr>
      <dsp:spPr>
        <a:xfrm>
          <a:off x="3271295" y="3684789"/>
          <a:ext cx="1296792" cy="1296792"/>
        </a:xfrm>
        <a:prstGeom prst="arc">
          <a:avLst>
            <a:gd name="adj1" fmla="val 2400000"/>
            <a:gd name="adj2" fmla="val 84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4CAA28-388B-E141-AE85-993C2163AF58}">
      <dsp:nvSpPr>
        <dsp:cNvPr id="0" name=""/>
        <dsp:cNvSpPr/>
      </dsp:nvSpPr>
      <dsp:spPr>
        <a:xfrm>
          <a:off x="2622898" y="3918212"/>
          <a:ext cx="2593585" cy="829947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Research</a:t>
          </a:r>
        </a:p>
      </dsp:txBody>
      <dsp:txXfrm>
        <a:off x="2622898" y="3918212"/>
        <a:ext cx="2593585" cy="829947"/>
      </dsp:txXfrm>
    </dsp:sp>
    <dsp:sp modelId="{2AB085F6-22B6-E547-A322-3C072C53FF28}">
      <dsp:nvSpPr>
        <dsp:cNvPr id="0" name=""/>
        <dsp:cNvSpPr/>
      </dsp:nvSpPr>
      <dsp:spPr>
        <a:xfrm>
          <a:off x="4723703" y="1843343"/>
          <a:ext cx="1296792" cy="1296792"/>
        </a:xfrm>
        <a:prstGeom prst="arc">
          <a:avLst>
            <a:gd name="adj1" fmla="val 13200000"/>
            <a:gd name="adj2" fmla="val 192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A16E05-A61D-6740-B11D-9D4A2CA6048F}">
      <dsp:nvSpPr>
        <dsp:cNvPr id="0" name=""/>
        <dsp:cNvSpPr/>
      </dsp:nvSpPr>
      <dsp:spPr>
        <a:xfrm>
          <a:off x="4723703" y="1843343"/>
          <a:ext cx="1296792" cy="1296792"/>
        </a:xfrm>
        <a:prstGeom prst="arc">
          <a:avLst>
            <a:gd name="adj1" fmla="val 2400000"/>
            <a:gd name="adj2" fmla="val 84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8E8DD2-3AB5-7D45-AB82-ABD3C578548D}">
      <dsp:nvSpPr>
        <dsp:cNvPr id="0" name=""/>
        <dsp:cNvSpPr/>
      </dsp:nvSpPr>
      <dsp:spPr>
        <a:xfrm>
          <a:off x="4075307" y="2076766"/>
          <a:ext cx="2593585" cy="829947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Engineering</a:t>
          </a:r>
        </a:p>
      </dsp:txBody>
      <dsp:txXfrm>
        <a:off x="4075307" y="2076766"/>
        <a:ext cx="2593585" cy="829947"/>
      </dsp:txXfrm>
    </dsp:sp>
    <dsp:sp modelId="{1557A992-73A8-D849-B1C1-AC1684D9A57F}">
      <dsp:nvSpPr>
        <dsp:cNvPr id="0" name=""/>
        <dsp:cNvSpPr/>
      </dsp:nvSpPr>
      <dsp:spPr>
        <a:xfrm>
          <a:off x="6409534" y="3684789"/>
          <a:ext cx="1296792" cy="1296792"/>
        </a:xfrm>
        <a:prstGeom prst="arc">
          <a:avLst>
            <a:gd name="adj1" fmla="val 13200000"/>
            <a:gd name="adj2" fmla="val 192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CCBB67-00EE-5148-A450-5E7C627B0B02}">
      <dsp:nvSpPr>
        <dsp:cNvPr id="0" name=""/>
        <dsp:cNvSpPr/>
      </dsp:nvSpPr>
      <dsp:spPr>
        <a:xfrm>
          <a:off x="6409534" y="3684789"/>
          <a:ext cx="1296792" cy="1296792"/>
        </a:xfrm>
        <a:prstGeom prst="arc">
          <a:avLst>
            <a:gd name="adj1" fmla="val 2400000"/>
            <a:gd name="adj2" fmla="val 84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B78809-DF57-3B46-8A90-41881E34F01E}">
      <dsp:nvSpPr>
        <dsp:cNvPr id="0" name=""/>
        <dsp:cNvSpPr/>
      </dsp:nvSpPr>
      <dsp:spPr>
        <a:xfrm>
          <a:off x="5761137" y="3918212"/>
          <a:ext cx="2593585" cy="829947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Build</a:t>
          </a:r>
        </a:p>
      </dsp:txBody>
      <dsp:txXfrm>
        <a:off x="5761137" y="3918212"/>
        <a:ext cx="2593585" cy="829947"/>
      </dsp:txXfrm>
    </dsp:sp>
    <dsp:sp modelId="{8AF64C26-8006-8944-87A2-5EF7262EE4BC}">
      <dsp:nvSpPr>
        <dsp:cNvPr id="0" name=""/>
        <dsp:cNvSpPr/>
      </dsp:nvSpPr>
      <dsp:spPr>
        <a:xfrm>
          <a:off x="7861942" y="1843343"/>
          <a:ext cx="1296792" cy="1296792"/>
        </a:xfrm>
        <a:prstGeom prst="arc">
          <a:avLst>
            <a:gd name="adj1" fmla="val 13200000"/>
            <a:gd name="adj2" fmla="val 192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B24255-3EDD-F94E-9010-4325915598C8}">
      <dsp:nvSpPr>
        <dsp:cNvPr id="0" name=""/>
        <dsp:cNvSpPr/>
      </dsp:nvSpPr>
      <dsp:spPr>
        <a:xfrm>
          <a:off x="7861942" y="1843343"/>
          <a:ext cx="1296792" cy="1296792"/>
        </a:xfrm>
        <a:prstGeom prst="arc">
          <a:avLst>
            <a:gd name="adj1" fmla="val 2400000"/>
            <a:gd name="adj2" fmla="val 84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B18187-B7F3-D647-814C-D31B6DCECE9B}">
      <dsp:nvSpPr>
        <dsp:cNvPr id="0" name=""/>
        <dsp:cNvSpPr/>
      </dsp:nvSpPr>
      <dsp:spPr>
        <a:xfrm>
          <a:off x="7213545" y="2076766"/>
          <a:ext cx="2593585" cy="829947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Go-to-market</a:t>
          </a:r>
        </a:p>
      </dsp:txBody>
      <dsp:txXfrm>
        <a:off x="7213545" y="2076766"/>
        <a:ext cx="2593585" cy="829947"/>
      </dsp:txXfrm>
    </dsp:sp>
  </dsp:spTree>
</dsp:drawing>
</file>

<file path=ppt/diagrams/drawing10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2132C4-B7CF-044F-AD75-4FC8EC3FA1D7}">
      <dsp:nvSpPr>
        <dsp:cNvPr id="0" name=""/>
        <dsp:cNvSpPr/>
      </dsp:nvSpPr>
      <dsp:spPr>
        <a:xfrm>
          <a:off x="4364831" y="1398853"/>
          <a:ext cx="3693318" cy="4230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205"/>
              </a:lnTo>
              <a:lnTo>
                <a:pt x="3693318" y="213205"/>
              </a:lnTo>
              <a:lnTo>
                <a:pt x="3693318" y="423052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EF853C-6507-4E4C-8B18-1223EDAC17D4}">
      <dsp:nvSpPr>
        <dsp:cNvPr id="0" name=""/>
        <dsp:cNvSpPr/>
      </dsp:nvSpPr>
      <dsp:spPr>
        <a:xfrm>
          <a:off x="4319111" y="3164931"/>
          <a:ext cx="91440" cy="4230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23052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FF67F4-C0B4-1D4F-888B-D19A09DA7785}">
      <dsp:nvSpPr>
        <dsp:cNvPr id="0" name=""/>
        <dsp:cNvSpPr/>
      </dsp:nvSpPr>
      <dsp:spPr>
        <a:xfrm>
          <a:off x="4319111" y="1398853"/>
          <a:ext cx="91440" cy="4230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23052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C484BD-671E-D942-9359-FAB6CB9519D3}">
      <dsp:nvSpPr>
        <dsp:cNvPr id="0" name=""/>
        <dsp:cNvSpPr/>
      </dsp:nvSpPr>
      <dsp:spPr>
        <a:xfrm>
          <a:off x="625792" y="3164931"/>
          <a:ext cx="91440" cy="4230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23052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41766E-BEEB-A34F-93D5-862052E40C43}">
      <dsp:nvSpPr>
        <dsp:cNvPr id="0" name=""/>
        <dsp:cNvSpPr/>
      </dsp:nvSpPr>
      <dsp:spPr>
        <a:xfrm>
          <a:off x="671512" y="1398853"/>
          <a:ext cx="3693318" cy="423052"/>
        </a:xfrm>
        <a:custGeom>
          <a:avLst/>
          <a:gdLst/>
          <a:ahLst/>
          <a:cxnLst/>
          <a:rect l="0" t="0" r="0" b="0"/>
          <a:pathLst>
            <a:path>
              <a:moveTo>
                <a:pt x="3693318" y="0"/>
              </a:moveTo>
              <a:lnTo>
                <a:pt x="3693318" y="213205"/>
              </a:lnTo>
              <a:lnTo>
                <a:pt x="0" y="213205"/>
              </a:lnTo>
              <a:lnTo>
                <a:pt x="0" y="423052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AF867C-56C1-4EB2-9117-9E2C6006720C}">
      <dsp:nvSpPr>
        <dsp:cNvPr id="0" name=""/>
        <dsp:cNvSpPr/>
      </dsp:nvSpPr>
      <dsp:spPr>
        <a:xfrm>
          <a:off x="3693318" y="55828"/>
          <a:ext cx="1343024" cy="1343024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5F681F6-832F-7543-8F0D-57DDE1547AB3}">
      <dsp:nvSpPr>
        <dsp:cNvPr id="0" name=""/>
        <dsp:cNvSpPr/>
      </dsp:nvSpPr>
      <dsp:spPr>
        <a:xfrm>
          <a:off x="5036343" y="52470"/>
          <a:ext cx="2014537" cy="1343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Program lead</a:t>
          </a:r>
        </a:p>
      </dsp:txBody>
      <dsp:txXfrm>
        <a:off x="5036343" y="52470"/>
        <a:ext cx="2014537" cy="1343024"/>
      </dsp:txXfrm>
    </dsp:sp>
    <dsp:sp modelId="{4DF52C90-B28C-429E-9339-63CFDECB4D37}">
      <dsp:nvSpPr>
        <dsp:cNvPr id="0" name=""/>
        <dsp:cNvSpPr/>
      </dsp:nvSpPr>
      <dsp:spPr>
        <a:xfrm>
          <a:off x="0" y="1821906"/>
          <a:ext cx="1343024" cy="1343024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97C8B5F-9CD3-7948-9C60-0DEEC9981743}">
      <dsp:nvSpPr>
        <dsp:cNvPr id="0" name=""/>
        <dsp:cNvSpPr/>
      </dsp:nvSpPr>
      <dsp:spPr>
        <a:xfrm>
          <a:off x="1343025" y="1818548"/>
          <a:ext cx="2014537" cy="1343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Design</a:t>
          </a:r>
        </a:p>
      </dsp:txBody>
      <dsp:txXfrm>
        <a:off x="1343025" y="1818548"/>
        <a:ext cx="2014537" cy="1343024"/>
      </dsp:txXfrm>
    </dsp:sp>
    <dsp:sp modelId="{B3327519-5A64-4E01-86F0-0A17433B174D}">
      <dsp:nvSpPr>
        <dsp:cNvPr id="0" name=""/>
        <dsp:cNvSpPr/>
      </dsp:nvSpPr>
      <dsp:spPr>
        <a:xfrm>
          <a:off x="0" y="3587984"/>
          <a:ext cx="1343024" cy="1343024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DA1F871-D7B7-3B45-82B9-BDB9301A37B9}">
      <dsp:nvSpPr>
        <dsp:cNvPr id="0" name=""/>
        <dsp:cNvSpPr/>
      </dsp:nvSpPr>
      <dsp:spPr>
        <a:xfrm>
          <a:off x="1343025" y="3584626"/>
          <a:ext cx="2014537" cy="1343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Research</a:t>
          </a:r>
        </a:p>
      </dsp:txBody>
      <dsp:txXfrm>
        <a:off x="1343025" y="3584626"/>
        <a:ext cx="2014537" cy="1343024"/>
      </dsp:txXfrm>
    </dsp:sp>
    <dsp:sp modelId="{CE7D76D8-6C66-4ECA-92D5-4B9A52265860}">
      <dsp:nvSpPr>
        <dsp:cNvPr id="0" name=""/>
        <dsp:cNvSpPr/>
      </dsp:nvSpPr>
      <dsp:spPr>
        <a:xfrm>
          <a:off x="3693318" y="1821906"/>
          <a:ext cx="1343024" cy="1343024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52E5547-26CA-B843-B966-0279BC77DC91}">
      <dsp:nvSpPr>
        <dsp:cNvPr id="0" name=""/>
        <dsp:cNvSpPr/>
      </dsp:nvSpPr>
      <dsp:spPr>
        <a:xfrm>
          <a:off x="5036343" y="1818548"/>
          <a:ext cx="2014537" cy="1343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Engineering</a:t>
          </a:r>
        </a:p>
      </dsp:txBody>
      <dsp:txXfrm>
        <a:off x="5036343" y="1818548"/>
        <a:ext cx="2014537" cy="1343024"/>
      </dsp:txXfrm>
    </dsp:sp>
    <dsp:sp modelId="{30D14120-DCE5-448F-A4CE-42082C645FF7}">
      <dsp:nvSpPr>
        <dsp:cNvPr id="0" name=""/>
        <dsp:cNvSpPr/>
      </dsp:nvSpPr>
      <dsp:spPr>
        <a:xfrm>
          <a:off x="3693318" y="3587984"/>
          <a:ext cx="1343024" cy="1343024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 t="-25073" b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6B8D975-0773-3A44-8179-EFC6B0201D3A}">
      <dsp:nvSpPr>
        <dsp:cNvPr id="0" name=""/>
        <dsp:cNvSpPr/>
      </dsp:nvSpPr>
      <dsp:spPr>
        <a:xfrm>
          <a:off x="5036343" y="3584626"/>
          <a:ext cx="2014537" cy="1343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Build</a:t>
          </a:r>
        </a:p>
      </dsp:txBody>
      <dsp:txXfrm>
        <a:off x="5036343" y="3584626"/>
        <a:ext cx="2014537" cy="1343024"/>
      </dsp:txXfrm>
    </dsp:sp>
    <dsp:sp modelId="{9CD6D7D6-23D2-4ECE-A9AA-4BA45EB547B2}">
      <dsp:nvSpPr>
        <dsp:cNvPr id="0" name=""/>
        <dsp:cNvSpPr/>
      </dsp:nvSpPr>
      <dsp:spPr>
        <a:xfrm>
          <a:off x="7386637" y="1821906"/>
          <a:ext cx="1343024" cy="1343024"/>
        </a:xfrm>
        <a:prstGeom prst="ellipse">
          <a:avLst/>
        </a:prstGeom>
        <a:blipFill>
          <a:blip xmlns:r="http://schemas.openxmlformats.org/officeDocument/2006/relationships" r:embed="rId6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8FF1694-84E4-1F4B-9559-E440F853E8C9}">
      <dsp:nvSpPr>
        <dsp:cNvPr id="0" name=""/>
        <dsp:cNvSpPr/>
      </dsp:nvSpPr>
      <dsp:spPr>
        <a:xfrm>
          <a:off x="8729662" y="1818548"/>
          <a:ext cx="2014537" cy="1343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Go-to-market</a:t>
          </a:r>
        </a:p>
      </dsp:txBody>
      <dsp:txXfrm>
        <a:off x="8729662" y="1818548"/>
        <a:ext cx="2014537" cy="1343024"/>
      </dsp:txXfrm>
    </dsp:sp>
  </dsp:spTree>
</dsp:drawing>
</file>

<file path=ppt/diagrams/drawing10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3870F6-D4EB-F941-B95D-DEBAD7AC3794}">
      <dsp:nvSpPr>
        <dsp:cNvPr id="0" name=""/>
        <dsp:cNvSpPr/>
      </dsp:nvSpPr>
      <dsp:spPr>
        <a:xfrm>
          <a:off x="5265340" y="1221296"/>
          <a:ext cx="2348719" cy="5588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866"/>
              </a:lnTo>
              <a:lnTo>
                <a:pt x="2348719" y="380866"/>
              </a:lnTo>
              <a:lnTo>
                <a:pt x="2348719" y="558888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A86A25-9F64-854F-8210-6598CD9BC169}">
      <dsp:nvSpPr>
        <dsp:cNvPr id="0" name=""/>
        <dsp:cNvSpPr/>
      </dsp:nvSpPr>
      <dsp:spPr>
        <a:xfrm>
          <a:off x="5219620" y="3000451"/>
          <a:ext cx="91440" cy="5588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8888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AF8EBC-F698-A84F-A30B-4CD7073FA449}">
      <dsp:nvSpPr>
        <dsp:cNvPr id="0" name=""/>
        <dsp:cNvSpPr/>
      </dsp:nvSpPr>
      <dsp:spPr>
        <a:xfrm>
          <a:off x="5219620" y="1221296"/>
          <a:ext cx="91440" cy="5588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8888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3A3737-5A8A-FD4F-A606-FCAD56136274}">
      <dsp:nvSpPr>
        <dsp:cNvPr id="0" name=""/>
        <dsp:cNvSpPr/>
      </dsp:nvSpPr>
      <dsp:spPr>
        <a:xfrm>
          <a:off x="2870900" y="3000451"/>
          <a:ext cx="91440" cy="5588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8888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51F5A3-88D3-CC4C-A2FD-7802F19630EE}">
      <dsp:nvSpPr>
        <dsp:cNvPr id="0" name=""/>
        <dsp:cNvSpPr/>
      </dsp:nvSpPr>
      <dsp:spPr>
        <a:xfrm>
          <a:off x="2916620" y="1221296"/>
          <a:ext cx="2348719" cy="558888"/>
        </a:xfrm>
        <a:custGeom>
          <a:avLst/>
          <a:gdLst/>
          <a:ahLst/>
          <a:cxnLst/>
          <a:rect l="0" t="0" r="0" b="0"/>
          <a:pathLst>
            <a:path>
              <a:moveTo>
                <a:pt x="2348719" y="0"/>
              </a:moveTo>
              <a:lnTo>
                <a:pt x="2348719" y="380866"/>
              </a:lnTo>
              <a:lnTo>
                <a:pt x="0" y="380866"/>
              </a:lnTo>
              <a:lnTo>
                <a:pt x="0" y="558888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DD70A0-69BE-CE4D-8A18-87F948C9CEA7}">
      <dsp:nvSpPr>
        <dsp:cNvPr id="0" name=""/>
        <dsp:cNvSpPr/>
      </dsp:nvSpPr>
      <dsp:spPr>
        <a:xfrm>
          <a:off x="4304500" y="1029"/>
          <a:ext cx="1921679" cy="12202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CEA8E16-E564-5D41-BE4A-25826E60F0FF}">
      <dsp:nvSpPr>
        <dsp:cNvPr id="0" name=""/>
        <dsp:cNvSpPr/>
      </dsp:nvSpPr>
      <dsp:spPr>
        <a:xfrm>
          <a:off x="4518020" y="203873"/>
          <a:ext cx="1921679" cy="1220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Program lead</a:t>
          </a:r>
        </a:p>
      </dsp:txBody>
      <dsp:txXfrm>
        <a:off x="4553760" y="239613"/>
        <a:ext cx="1850199" cy="1148786"/>
      </dsp:txXfrm>
    </dsp:sp>
    <dsp:sp modelId="{911D4526-DEB5-AE4F-906C-1692267A2EEB}">
      <dsp:nvSpPr>
        <dsp:cNvPr id="0" name=""/>
        <dsp:cNvSpPr/>
      </dsp:nvSpPr>
      <dsp:spPr>
        <a:xfrm>
          <a:off x="1955780" y="1780184"/>
          <a:ext cx="1921679" cy="12202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60C808D-E35C-E643-824D-FFC44C561B20}">
      <dsp:nvSpPr>
        <dsp:cNvPr id="0" name=""/>
        <dsp:cNvSpPr/>
      </dsp:nvSpPr>
      <dsp:spPr>
        <a:xfrm>
          <a:off x="2169300" y="1983028"/>
          <a:ext cx="1921679" cy="1220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Design</a:t>
          </a:r>
        </a:p>
      </dsp:txBody>
      <dsp:txXfrm>
        <a:off x="2205040" y="2018768"/>
        <a:ext cx="1850199" cy="1148786"/>
      </dsp:txXfrm>
    </dsp:sp>
    <dsp:sp modelId="{075DFB8F-6EF4-F14A-898A-1412D576EC72}">
      <dsp:nvSpPr>
        <dsp:cNvPr id="0" name=""/>
        <dsp:cNvSpPr/>
      </dsp:nvSpPr>
      <dsp:spPr>
        <a:xfrm>
          <a:off x="1955780" y="3559339"/>
          <a:ext cx="1921679" cy="12202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94F8E3E-1F16-F64A-BC35-5BF2F32B9BD6}">
      <dsp:nvSpPr>
        <dsp:cNvPr id="0" name=""/>
        <dsp:cNvSpPr/>
      </dsp:nvSpPr>
      <dsp:spPr>
        <a:xfrm>
          <a:off x="2169300" y="3762183"/>
          <a:ext cx="1921679" cy="1220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Research</a:t>
          </a:r>
        </a:p>
      </dsp:txBody>
      <dsp:txXfrm>
        <a:off x="2205040" y="3797923"/>
        <a:ext cx="1850199" cy="1148786"/>
      </dsp:txXfrm>
    </dsp:sp>
    <dsp:sp modelId="{BED3937E-2160-EE46-ABC1-7508E9377DD8}">
      <dsp:nvSpPr>
        <dsp:cNvPr id="0" name=""/>
        <dsp:cNvSpPr/>
      </dsp:nvSpPr>
      <dsp:spPr>
        <a:xfrm>
          <a:off x="4304500" y="1780184"/>
          <a:ext cx="1921679" cy="12202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7EB76DF-2C1F-E740-98B9-DA2ABD6644F1}">
      <dsp:nvSpPr>
        <dsp:cNvPr id="0" name=""/>
        <dsp:cNvSpPr/>
      </dsp:nvSpPr>
      <dsp:spPr>
        <a:xfrm>
          <a:off x="4518020" y="1983028"/>
          <a:ext cx="1921679" cy="1220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Engineering</a:t>
          </a:r>
        </a:p>
      </dsp:txBody>
      <dsp:txXfrm>
        <a:off x="4553760" y="2018768"/>
        <a:ext cx="1850199" cy="1148786"/>
      </dsp:txXfrm>
    </dsp:sp>
    <dsp:sp modelId="{371935B2-E681-4A4E-8596-063E40398CC7}">
      <dsp:nvSpPr>
        <dsp:cNvPr id="0" name=""/>
        <dsp:cNvSpPr/>
      </dsp:nvSpPr>
      <dsp:spPr>
        <a:xfrm>
          <a:off x="4304500" y="3559339"/>
          <a:ext cx="1921679" cy="12202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9D7013A-E760-2740-86EF-ABF50BCC5B78}">
      <dsp:nvSpPr>
        <dsp:cNvPr id="0" name=""/>
        <dsp:cNvSpPr/>
      </dsp:nvSpPr>
      <dsp:spPr>
        <a:xfrm>
          <a:off x="4518020" y="3762183"/>
          <a:ext cx="1921679" cy="1220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Build</a:t>
          </a:r>
        </a:p>
      </dsp:txBody>
      <dsp:txXfrm>
        <a:off x="4553760" y="3797923"/>
        <a:ext cx="1850199" cy="1148786"/>
      </dsp:txXfrm>
    </dsp:sp>
    <dsp:sp modelId="{9EED39EE-8A3A-1043-A36B-E91CA3718F2D}">
      <dsp:nvSpPr>
        <dsp:cNvPr id="0" name=""/>
        <dsp:cNvSpPr/>
      </dsp:nvSpPr>
      <dsp:spPr>
        <a:xfrm>
          <a:off x="6653219" y="1780184"/>
          <a:ext cx="1921679" cy="12202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6AC2D91-CA4A-554B-AA56-0501356167FF}">
      <dsp:nvSpPr>
        <dsp:cNvPr id="0" name=""/>
        <dsp:cNvSpPr/>
      </dsp:nvSpPr>
      <dsp:spPr>
        <a:xfrm>
          <a:off x="6866739" y="1983028"/>
          <a:ext cx="1921679" cy="1220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Go-to-market</a:t>
          </a:r>
        </a:p>
      </dsp:txBody>
      <dsp:txXfrm>
        <a:off x="6902479" y="2018768"/>
        <a:ext cx="1850199" cy="1148786"/>
      </dsp:txXfrm>
    </dsp:sp>
  </dsp:spTree>
</dsp:drawing>
</file>

<file path=ppt/diagrams/drawing10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B7865-E638-0146-AEA8-479852CEA4D7}">
      <dsp:nvSpPr>
        <dsp:cNvPr id="0" name=""/>
        <dsp:cNvSpPr/>
      </dsp:nvSpPr>
      <dsp:spPr>
        <a:xfrm>
          <a:off x="4389750" y="3121"/>
          <a:ext cx="1964698" cy="1309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Program lead</a:t>
          </a:r>
        </a:p>
      </dsp:txBody>
      <dsp:txXfrm>
        <a:off x="4428113" y="41484"/>
        <a:ext cx="1887972" cy="1233073"/>
      </dsp:txXfrm>
    </dsp:sp>
    <dsp:sp modelId="{8288E374-9959-C74D-88C3-5621287BFC8B}">
      <dsp:nvSpPr>
        <dsp:cNvPr id="0" name=""/>
        <dsp:cNvSpPr/>
      </dsp:nvSpPr>
      <dsp:spPr>
        <a:xfrm>
          <a:off x="2817991" y="1312920"/>
          <a:ext cx="2554108" cy="523919"/>
        </a:xfrm>
        <a:custGeom>
          <a:avLst/>
          <a:gdLst/>
          <a:ahLst/>
          <a:cxnLst/>
          <a:rect l="0" t="0" r="0" b="0"/>
          <a:pathLst>
            <a:path>
              <a:moveTo>
                <a:pt x="2554108" y="0"/>
              </a:moveTo>
              <a:lnTo>
                <a:pt x="2554108" y="261959"/>
              </a:lnTo>
              <a:lnTo>
                <a:pt x="0" y="261959"/>
              </a:lnTo>
              <a:lnTo>
                <a:pt x="0" y="523919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40A7AF-3A76-8E4E-A629-0E24772E554D}">
      <dsp:nvSpPr>
        <dsp:cNvPr id="0" name=""/>
        <dsp:cNvSpPr/>
      </dsp:nvSpPr>
      <dsp:spPr>
        <a:xfrm>
          <a:off x="1835642" y="1836840"/>
          <a:ext cx="1964698" cy="1309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Design</a:t>
          </a:r>
        </a:p>
      </dsp:txBody>
      <dsp:txXfrm>
        <a:off x="1874005" y="1875203"/>
        <a:ext cx="1887972" cy="1233073"/>
      </dsp:txXfrm>
    </dsp:sp>
    <dsp:sp modelId="{B8BCCEB3-B54C-1249-9E43-B0170C1D6389}">
      <dsp:nvSpPr>
        <dsp:cNvPr id="0" name=""/>
        <dsp:cNvSpPr/>
      </dsp:nvSpPr>
      <dsp:spPr>
        <a:xfrm>
          <a:off x="2772271" y="3146639"/>
          <a:ext cx="91440" cy="5239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3919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23E1F3-DCDD-2446-AEBF-50661B7428CD}">
      <dsp:nvSpPr>
        <dsp:cNvPr id="0" name=""/>
        <dsp:cNvSpPr/>
      </dsp:nvSpPr>
      <dsp:spPr>
        <a:xfrm>
          <a:off x="1835642" y="3670559"/>
          <a:ext cx="1964698" cy="1309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Research</a:t>
          </a:r>
        </a:p>
      </dsp:txBody>
      <dsp:txXfrm>
        <a:off x="1874005" y="3708922"/>
        <a:ext cx="1887972" cy="1233073"/>
      </dsp:txXfrm>
    </dsp:sp>
    <dsp:sp modelId="{22061BD9-3E2D-FF44-BEC6-4171F9385156}">
      <dsp:nvSpPr>
        <dsp:cNvPr id="0" name=""/>
        <dsp:cNvSpPr/>
      </dsp:nvSpPr>
      <dsp:spPr>
        <a:xfrm>
          <a:off x="5326379" y="1312920"/>
          <a:ext cx="91440" cy="5239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3919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2EF276-9538-AC4B-A1F4-1360F19CD1D0}">
      <dsp:nvSpPr>
        <dsp:cNvPr id="0" name=""/>
        <dsp:cNvSpPr/>
      </dsp:nvSpPr>
      <dsp:spPr>
        <a:xfrm>
          <a:off x="4389750" y="1836840"/>
          <a:ext cx="1964698" cy="1309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Engineering</a:t>
          </a:r>
        </a:p>
      </dsp:txBody>
      <dsp:txXfrm>
        <a:off x="4428113" y="1875203"/>
        <a:ext cx="1887972" cy="1233073"/>
      </dsp:txXfrm>
    </dsp:sp>
    <dsp:sp modelId="{94253B54-DEF8-AD4A-BA87-B078BA1BF1CE}">
      <dsp:nvSpPr>
        <dsp:cNvPr id="0" name=""/>
        <dsp:cNvSpPr/>
      </dsp:nvSpPr>
      <dsp:spPr>
        <a:xfrm>
          <a:off x="5326379" y="3146639"/>
          <a:ext cx="91440" cy="5239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3919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23C39B-1FC6-B54A-AF7F-1606A28C969D}">
      <dsp:nvSpPr>
        <dsp:cNvPr id="0" name=""/>
        <dsp:cNvSpPr/>
      </dsp:nvSpPr>
      <dsp:spPr>
        <a:xfrm>
          <a:off x="4389750" y="3670559"/>
          <a:ext cx="1964698" cy="1309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Build</a:t>
          </a:r>
        </a:p>
      </dsp:txBody>
      <dsp:txXfrm>
        <a:off x="4428113" y="3708922"/>
        <a:ext cx="1887972" cy="1233073"/>
      </dsp:txXfrm>
    </dsp:sp>
    <dsp:sp modelId="{64D0F67A-3A78-D44A-B5E9-277EBD0FB658}">
      <dsp:nvSpPr>
        <dsp:cNvPr id="0" name=""/>
        <dsp:cNvSpPr/>
      </dsp:nvSpPr>
      <dsp:spPr>
        <a:xfrm>
          <a:off x="5372100" y="1312920"/>
          <a:ext cx="2554108" cy="5239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1959"/>
              </a:lnTo>
              <a:lnTo>
                <a:pt x="2554108" y="261959"/>
              </a:lnTo>
              <a:lnTo>
                <a:pt x="2554108" y="523919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7DBDB6-C944-664C-8CB4-A039313C308D}">
      <dsp:nvSpPr>
        <dsp:cNvPr id="0" name=""/>
        <dsp:cNvSpPr/>
      </dsp:nvSpPr>
      <dsp:spPr>
        <a:xfrm>
          <a:off x="6943858" y="1836840"/>
          <a:ext cx="1964698" cy="1309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Go-to-market</a:t>
          </a:r>
        </a:p>
      </dsp:txBody>
      <dsp:txXfrm>
        <a:off x="6982221" y="1875203"/>
        <a:ext cx="1887972" cy="1233073"/>
      </dsp:txXfrm>
    </dsp:sp>
  </dsp:spTree>
</dsp:drawing>
</file>

<file path=ppt/diagrams/drawing10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7EB38-F57E-DF4E-B742-91AEF016FA90}">
      <dsp:nvSpPr>
        <dsp:cNvPr id="0" name=""/>
        <dsp:cNvSpPr/>
      </dsp:nvSpPr>
      <dsp:spPr>
        <a:xfrm>
          <a:off x="3161813" y="2491740"/>
          <a:ext cx="631510" cy="13577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5755" y="0"/>
              </a:lnTo>
              <a:lnTo>
                <a:pt x="315755" y="1357747"/>
              </a:lnTo>
              <a:lnTo>
                <a:pt x="631510" y="1357747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E7DD9A-E958-B446-8A62-1EE5C98DA0E0}">
      <dsp:nvSpPr>
        <dsp:cNvPr id="0" name=""/>
        <dsp:cNvSpPr/>
      </dsp:nvSpPr>
      <dsp:spPr>
        <a:xfrm>
          <a:off x="6950875" y="2446020"/>
          <a:ext cx="6315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1510" y="45720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E12626-D8DD-3B45-ABE9-4BA97C16093B}">
      <dsp:nvSpPr>
        <dsp:cNvPr id="0" name=""/>
        <dsp:cNvSpPr/>
      </dsp:nvSpPr>
      <dsp:spPr>
        <a:xfrm>
          <a:off x="3161813" y="2446020"/>
          <a:ext cx="6315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1510" y="45720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2B17CE-0ABF-2A41-960B-264F51EA4A6C}">
      <dsp:nvSpPr>
        <dsp:cNvPr id="0" name=""/>
        <dsp:cNvSpPr/>
      </dsp:nvSpPr>
      <dsp:spPr>
        <a:xfrm>
          <a:off x="6950875" y="1088272"/>
          <a:ext cx="6315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1510" y="45720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1CD343-3903-E547-86A9-226A985CA855}">
      <dsp:nvSpPr>
        <dsp:cNvPr id="0" name=""/>
        <dsp:cNvSpPr/>
      </dsp:nvSpPr>
      <dsp:spPr>
        <a:xfrm>
          <a:off x="3161813" y="1133992"/>
          <a:ext cx="631510" cy="1357747"/>
        </a:xfrm>
        <a:custGeom>
          <a:avLst/>
          <a:gdLst/>
          <a:ahLst/>
          <a:cxnLst/>
          <a:rect l="0" t="0" r="0" b="0"/>
          <a:pathLst>
            <a:path>
              <a:moveTo>
                <a:pt x="0" y="1357747"/>
              </a:moveTo>
              <a:lnTo>
                <a:pt x="315755" y="1357747"/>
              </a:lnTo>
              <a:lnTo>
                <a:pt x="315755" y="0"/>
              </a:lnTo>
              <a:lnTo>
                <a:pt x="631510" y="0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045B98-749F-EA47-89F7-5482E7AA2A95}">
      <dsp:nvSpPr>
        <dsp:cNvPr id="0" name=""/>
        <dsp:cNvSpPr/>
      </dsp:nvSpPr>
      <dsp:spPr>
        <a:xfrm>
          <a:off x="4262" y="2010213"/>
          <a:ext cx="3157551" cy="9630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Program lead</a:t>
          </a:r>
        </a:p>
      </dsp:txBody>
      <dsp:txXfrm>
        <a:off x="4262" y="2010213"/>
        <a:ext cx="3157551" cy="963053"/>
      </dsp:txXfrm>
    </dsp:sp>
    <dsp:sp modelId="{53658EF8-1B44-B143-BA01-6F466EF668D7}">
      <dsp:nvSpPr>
        <dsp:cNvPr id="0" name=""/>
        <dsp:cNvSpPr/>
      </dsp:nvSpPr>
      <dsp:spPr>
        <a:xfrm>
          <a:off x="3793324" y="652466"/>
          <a:ext cx="3157551" cy="9630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Design</a:t>
          </a:r>
        </a:p>
      </dsp:txBody>
      <dsp:txXfrm>
        <a:off x="3793324" y="652466"/>
        <a:ext cx="3157551" cy="963053"/>
      </dsp:txXfrm>
    </dsp:sp>
    <dsp:sp modelId="{50CE6DD6-0820-594D-88C5-BA0E64BABB4B}">
      <dsp:nvSpPr>
        <dsp:cNvPr id="0" name=""/>
        <dsp:cNvSpPr/>
      </dsp:nvSpPr>
      <dsp:spPr>
        <a:xfrm>
          <a:off x="7582386" y="652466"/>
          <a:ext cx="3157551" cy="9630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Research</a:t>
          </a:r>
        </a:p>
      </dsp:txBody>
      <dsp:txXfrm>
        <a:off x="7582386" y="652466"/>
        <a:ext cx="3157551" cy="963053"/>
      </dsp:txXfrm>
    </dsp:sp>
    <dsp:sp modelId="{62C04452-BA59-574F-ACF3-6133A5A5821A}">
      <dsp:nvSpPr>
        <dsp:cNvPr id="0" name=""/>
        <dsp:cNvSpPr/>
      </dsp:nvSpPr>
      <dsp:spPr>
        <a:xfrm>
          <a:off x="3793324" y="2010213"/>
          <a:ext cx="3157551" cy="9630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Engineering</a:t>
          </a:r>
        </a:p>
      </dsp:txBody>
      <dsp:txXfrm>
        <a:off x="3793324" y="2010213"/>
        <a:ext cx="3157551" cy="963053"/>
      </dsp:txXfrm>
    </dsp:sp>
    <dsp:sp modelId="{D9C5AEDD-1D9E-9345-8AEC-9DF579547DEB}">
      <dsp:nvSpPr>
        <dsp:cNvPr id="0" name=""/>
        <dsp:cNvSpPr/>
      </dsp:nvSpPr>
      <dsp:spPr>
        <a:xfrm>
          <a:off x="7582386" y="2010213"/>
          <a:ext cx="3157551" cy="9630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Build</a:t>
          </a:r>
        </a:p>
      </dsp:txBody>
      <dsp:txXfrm>
        <a:off x="7582386" y="2010213"/>
        <a:ext cx="3157551" cy="963053"/>
      </dsp:txXfrm>
    </dsp:sp>
    <dsp:sp modelId="{ED1F0E12-3E3A-244E-9058-A685383247ED}">
      <dsp:nvSpPr>
        <dsp:cNvPr id="0" name=""/>
        <dsp:cNvSpPr/>
      </dsp:nvSpPr>
      <dsp:spPr>
        <a:xfrm>
          <a:off x="3793324" y="3367960"/>
          <a:ext cx="3157551" cy="9630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Go-to-market</a:t>
          </a:r>
        </a:p>
      </dsp:txBody>
      <dsp:txXfrm>
        <a:off x="3793324" y="3367960"/>
        <a:ext cx="3157551" cy="963053"/>
      </dsp:txXfrm>
    </dsp:sp>
  </dsp:spTree>
</dsp:drawing>
</file>

<file path=ppt/diagrams/drawing10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714E8B-D124-B24D-BAB8-CBC5DC395C8E}">
      <dsp:nvSpPr>
        <dsp:cNvPr id="0" name=""/>
        <dsp:cNvSpPr/>
      </dsp:nvSpPr>
      <dsp:spPr>
        <a:xfrm>
          <a:off x="2118684" y="2491740"/>
          <a:ext cx="621140" cy="11835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0570" y="0"/>
              </a:lnTo>
              <a:lnTo>
                <a:pt x="310570" y="1183576"/>
              </a:lnTo>
              <a:lnTo>
                <a:pt x="621140" y="1183576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500" kern="1200"/>
        </a:p>
      </dsp:txBody>
      <dsp:txXfrm>
        <a:off x="2395838" y="3050111"/>
        <a:ext cx="66833" cy="66833"/>
      </dsp:txXfrm>
    </dsp:sp>
    <dsp:sp modelId="{2DE252C7-4EA9-274A-940F-2A06D55FAE0B}">
      <dsp:nvSpPr>
        <dsp:cNvPr id="0" name=""/>
        <dsp:cNvSpPr/>
      </dsp:nvSpPr>
      <dsp:spPr>
        <a:xfrm>
          <a:off x="5845530" y="2446020"/>
          <a:ext cx="62114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1140" y="45720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500" kern="1200"/>
        </a:p>
      </dsp:txBody>
      <dsp:txXfrm>
        <a:off x="6140572" y="2476211"/>
        <a:ext cx="31057" cy="31057"/>
      </dsp:txXfrm>
    </dsp:sp>
    <dsp:sp modelId="{7F4FBAFE-5AD6-E746-991B-2DFD850F8D2D}">
      <dsp:nvSpPr>
        <dsp:cNvPr id="0" name=""/>
        <dsp:cNvSpPr/>
      </dsp:nvSpPr>
      <dsp:spPr>
        <a:xfrm>
          <a:off x="2118684" y="2446020"/>
          <a:ext cx="62114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1140" y="45720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500" kern="1200"/>
        </a:p>
      </dsp:txBody>
      <dsp:txXfrm>
        <a:off x="2413726" y="2476211"/>
        <a:ext cx="31057" cy="31057"/>
      </dsp:txXfrm>
    </dsp:sp>
    <dsp:sp modelId="{EC0EFDEC-610D-7548-B3C5-B634C798F064}">
      <dsp:nvSpPr>
        <dsp:cNvPr id="0" name=""/>
        <dsp:cNvSpPr/>
      </dsp:nvSpPr>
      <dsp:spPr>
        <a:xfrm>
          <a:off x="5845530" y="1262443"/>
          <a:ext cx="62114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1140" y="45720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500" kern="1200"/>
        </a:p>
      </dsp:txBody>
      <dsp:txXfrm>
        <a:off x="6140572" y="1292634"/>
        <a:ext cx="31057" cy="31057"/>
      </dsp:txXfrm>
    </dsp:sp>
    <dsp:sp modelId="{F2B0D9DF-2D07-4A4F-9F6D-31E6B4E6A2B0}">
      <dsp:nvSpPr>
        <dsp:cNvPr id="0" name=""/>
        <dsp:cNvSpPr/>
      </dsp:nvSpPr>
      <dsp:spPr>
        <a:xfrm>
          <a:off x="2118684" y="1308163"/>
          <a:ext cx="621140" cy="1183576"/>
        </a:xfrm>
        <a:custGeom>
          <a:avLst/>
          <a:gdLst/>
          <a:ahLst/>
          <a:cxnLst/>
          <a:rect l="0" t="0" r="0" b="0"/>
          <a:pathLst>
            <a:path>
              <a:moveTo>
                <a:pt x="0" y="1183576"/>
              </a:moveTo>
              <a:lnTo>
                <a:pt x="310570" y="1183576"/>
              </a:lnTo>
              <a:lnTo>
                <a:pt x="310570" y="0"/>
              </a:lnTo>
              <a:lnTo>
                <a:pt x="621140" y="0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500" kern="1200"/>
        </a:p>
      </dsp:txBody>
      <dsp:txXfrm>
        <a:off x="2395838" y="1866535"/>
        <a:ext cx="66833" cy="66833"/>
      </dsp:txXfrm>
    </dsp:sp>
    <dsp:sp modelId="{BB490227-1822-A445-8866-79AE669D3F4E}">
      <dsp:nvSpPr>
        <dsp:cNvPr id="0" name=""/>
        <dsp:cNvSpPr/>
      </dsp:nvSpPr>
      <dsp:spPr>
        <a:xfrm rot="16200000">
          <a:off x="-846485" y="2018309"/>
          <a:ext cx="4983480" cy="946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700" kern="1200"/>
            <a:t>Program lead</a:t>
          </a:r>
        </a:p>
      </dsp:txBody>
      <dsp:txXfrm>
        <a:off x="-846485" y="2018309"/>
        <a:ext cx="4983480" cy="946861"/>
      </dsp:txXfrm>
    </dsp:sp>
    <dsp:sp modelId="{DA0F6671-CD13-8049-A30F-EE1FF0528F28}">
      <dsp:nvSpPr>
        <dsp:cNvPr id="0" name=""/>
        <dsp:cNvSpPr/>
      </dsp:nvSpPr>
      <dsp:spPr>
        <a:xfrm>
          <a:off x="2739825" y="834732"/>
          <a:ext cx="3105704" cy="946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900" kern="1200"/>
            <a:t>Design</a:t>
          </a:r>
        </a:p>
      </dsp:txBody>
      <dsp:txXfrm>
        <a:off x="2739825" y="834732"/>
        <a:ext cx="3105704" cy="946861"/>
      </dsp:txXfrm>
    </dsp:sp>
    <dsp:sp modelId="{D0229395-5521-AB46-8A3D-74C50B258A62}">
      <dsp:nvSpPr>
        <dsp:cNvPr id="0" name=""/>
        <dsp:cNvSpPr/>
      </dsp:nvSpPr>
      <dsp:spPr>
        <a:xfrm>
          <a:off x="6466671" y="834732"/>
          <a:ext cx="3105704" cy="946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900" kern="1200"/>
            <a:t>Research</a:t>
          </a:r>
        </a:p>
      </dsp:txBody>
      <dsp:txXfrm>
        <a:off x="6466671" y="834732"/>
        <a:ext cx="3105704" cy="946861"/>
      </dsp:txXfrm>
    </dsp:sp>
    <dsp:sp modelId="{E65BF800-0A6D-9D47-A506-1416CC0571D8}">
      <dsp:nvSpPr>
        <dsp:cNvPr id="0" name=""/>
        <dsp:cNvSpPr/>
      </dsp:nvSpPr>
      <dsp:spPr>
        <a:xfrm>
          <a:off x="2739825" y="2018309"/>
          <a:ext cx="3105704" cy="946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900" kern="1200"/>
            <a:t>Engineering</a:t>
          </a:r>
        </a:p>
      </dsp:txBody>
      <dsp:txXfrm>
        <a:off x="2739825" y="2018309"/>
        <a:ext cx="3105704" cy="946861"/>
      </dsp:txXfrm>
    </dsp:sp>
    <dsp:sp modelId="{47E963D6-A158-A445-92FE-82AAFF72919C}">
      <dsp:nvSpPr>
        <dsp:cNvPr id="0" name=""/>
        <dsp:cNvSpPr/>
      </dsp:nvSpPr>
      <dsp:spPr>
        <a:xfrm>
          <a:off x="6466671" y="2018309"/>
          <a:ext cx="3105704" cy="946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900" kern="1200"/>
            <a:t>Build</a:t>
          </a:r>
        </a:p>
      </dsp:txBody>
      <dsp:txXfrm>
        <a:off x="6466671" y="2018309"/>
        <a:ext cx="3105704" cy="946861"/>
      </dsp:txXfrm>
    </dsp:sp>
    <dsp:sp modelId="{8CCF6319-FA95-BB4C-B92A-E736F3E6EDC1}">
      <dsp:nvSpPr>
        <dsp:cNvPr id="0" name=""/>
        <dsp:cNvSpPr/>
      </dsp:nvSpPr>
      <dsp:spPr>
        <a:xfrm>
          <a:off x="2739825" y="3201885"/>
          <a:ext cx="3105704" cy="946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900" kern="1200"/>
            <a:t>Go-to-market</a:t>
          </a:r>
        </a:p>
      </dsp:txBody>
      <dsp:txXfrm>
        <a:off x="2739825" y="3201885"/>
        <a:ext cx="3105704" cy="946861"/>
      </dsp:txXfrm>
    </dsp:sp>
  </dsp:spTree>
</dsp:drawing>
</file>

<file path=ppt/diagrams/drawing10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245DB-5637-5141-8CBD-5E44D8227365}">
      <dsp:nvSpPr>
        <dsp:cNvPr id="0" name=""/>
        <dsp:cNvSpPr/>
      </dsp:nvSpPr>
      <dsp:spPr>
        <a:xfrm>
          <a:off x="9018" y="1786071"/>
          <a:ext cx="2822674" cy="1411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Program lead</a:t>
          </a:r>
        </a:p>
      </dsp:txBody>
      <dsp:txXfrm>
        <a:off x="50355" y="1827408"/>
        <a:ext cx="2740000" cy="1328663"/>
      </dsp:txXfrm>
    </dsp:sp>
    <dsp:sp modelId="{F4BA9549-B0AF-6245-9C39-7428E01E9E89}">
      <dsp:nvSpPr>
        <dsp:cNvPr id="0" name=""/>
        <dsp:cNvSpPr/>
      </dsp:nvSpPr>
      <dsp:spPr>
        <a:xfrm rot="18289469">
          <a:off x="2407662" y="1654732"/>
          <a:ext cx="1977131" cy="50976"/>
        </a:xfrm>
        <a:custGeom>
          <a:avLst/>
          <a:gdLst/>
          <a:ahLst/>
          <a:cxnLst/>
          <a:rect l="0" t="0" r="0" b="0"/>
          <a:pathLst>
            <a:path>
              <a:moveTo>
                <a:pt x="0" y="25488"/>
              </a:moveTo>
              <a:lnTo>
                <a:pt x="1977131" y="25488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600" kern="1200"/>
        </a:p>
      </dsp:txBody>
      <dsp:txXfrm>
        <a:off x="3346799" y="1630792"/>
        <a:ext cx="98856" cy="98856"/>
      </dsp:txXfrm>
    </dsp:sp>
    <dsp:sp modelId="{4EB6947D-156A-8847-ADF8-84C3FD1652C4}">
      <dsp:nvSpPr>
        <dsp:cNvPr id="0" name=""/>
        <dsp:cNvSpPr/>
      </dsp:nvSpPr>
      <dsp:spPr>
        <a:xfrm>
          <a:off x="3960762" y="163033"/>
          <a:ext cx="2822674" cy="1411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Design</a:t>
          </a:r>
        </a:p>
      </dsp:txBody>
      <dsp:txXfrm>
        <a:off x="4002099" y="204370"/>
        <a:ext cx="2740000" cy="1328663"/>
      </dsp:txXfrm>
    </dsp:sp>
    <dsp:sp modelId="{CB7ECFDD-15D3-224D-9677-F901DF22056B}">
      <dsp:nvSpPr>
        <dsp:cNvPr id="0" name=""/>
        <dsp:cNvSpPr/>
      </dsp:nvSpPr>
      <dsp:spPr>
        <a:xfrm>
          <a:off x="6783437" y="843214"/>
          <a:ext cx="1129069" cy="50976"/>
        </a:xfrm>
        <a:custGeom>
          <a:avLst/>
          <a:gdLst/>
          <a:ahLst/>
          <a:cxnLst/>
          <a:rect l="0" t="0" r="0" b="0"/>
          <a:pathLst>
            <a:path>
              <a:moveTo>
                <a:pt x="0" y="25488"/>
              </a:moveTo>
              <a:lnTo>
                <a:pt x="1129069" y="25488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500" kern="1200"/>
        </a:p>
      </dsp:txBody>
      <dsp:txXfrm>
        <a:off x="7319745" y="840475"/>
        <a:ext cx="56453" cy="56453"/>
      </dsp:txXfrm>
    </dsp:sp>
    <dsp:sp modelId="{EA5F8E52-6297-104B-B589-FF40022273C4}">
      <dsp:nvSpPr>
        <dsp:cNvPr id="0" name=""/>
        <dsp:cNvSpPr/>
      </dsp:nvSpPr>
      <dsp:spPr>
        <a:xfrm>
          <a:off x="7912506" y="163033"/>
          <a:ext cx="2822674" cy="1411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Research</a:t>
          </a:r>
        </a:p>
      </dsp:txBody>
      <dsp:txXfrm>
        <a:off x="7953843" y="204370"/>
        <a:ext cx="2740000" cy="1328663"/>
      </dsp:txXfrm>
    </dsp:sp>
    <dsp:sp modelId="{331139A8-56AE-4B4F-82DD-F1B282DC6556}">
      <dsp:nvSpPr>
        <dsp:cNvPr id="0" name=""/>
        <dsp:cNvSpPr/>
      </dsp:nvSpPr>
      <dsp:spPr>
        <a:xfrm>
          <a:off x="2831693" y="2466251"/>
          <a:ext cx="1129069" cy="50976"/>
        </a:xfrm>
        <a:custGeom>
          <a:avLst/>
          <a:gdLst/>
          <a:ahLst/>
          <a:cxnLst/>
          <a:rect l="0" t="0" r="0" b="0"/>
          <a:pathLst>
            <a:path>
              <a:moveTo>
                <a:pt x="0" y="25488"/>
              </a:moveTo>
              <a:lnTo>
                <a:pt x="1129069" y="25488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500" kern="1200"/>
        </a:p>
      </dsp:txBody>
      <dsp:txXfrm>
        <a:off x="3368001" y="2463513"/>
        <a:ext cx="56453" cy="56453"/>
      </dsp:txXfrm>
    </dsp:sp>
    <dsp:sp modelId="{4249CDC3-CA60-AC42-9058-E5564D81E306}">
      <dsp:nvSpPr>
        <dsp:cNvPr id="0" name=""/>
        <dsp:cNvSpPr/>
      </dsp:nvSpPr>
      <dsp:spPr>
        <a:xfrm>
          <a:off x="3960762" y="1786071"/>
          <a:ext cx="2822674" cy="1411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Engineering</a:t>
          </a:r>
        </a:p>
      </dsp:txBody>
      <dsp:txXfrm>
        <a:off x="4002099" y="1827408"/>
        <a:ext cx="2740000" cy="1328663"/>
      </dsp:txXfrm>
    </dsp:sp>
    <dsp:sp modelId="{74771F27-E007-0747-AEDB-5CD72B22002F}">
      <dsp:nvSpPr>
        <dsp:cNvPr id="0" name=""/>
        <dsp:cNvSpPr/>
      </dsp:nvSpPr>
      <dsp:spPr>
        <a:xfrm>
          <a:off x="6783437" y="2466251"/>
          <a:ext cx="1129069" cy="50976"/>
        </a:xfrm>
        <a:custGeom>
          <a:avLst/>
          <a:gdLst/>
          <a:ahLst/>
          <a:cxnLst/>
          <a:rect l="0" t="0" r="0" b="0"/>
          <a:pathLst>
            <a:path>
              <a:moveTo>
                <a:pt x="0" y="25488"/>
              </a:moveTo>
              <a:lnTo>
                <a:pt x="1129069" y="25488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500" kern="1200"/>
        </a:p>
      </dsp:txBody>
      <dsp:txXfrm>
        <a:off x="7319745" y="2463513"/>
        <a:ext cx="56453" cy="56453"/>
      </dsp:txXfrm>
    </dsp:sp>
    <dsp:sp modelId="{F43E7B86-093B-9F44-969E-A7ED24D3E815}">
      <dsp:nvSpPr>
        <dsp:cNvPr id="0" name=""/>
        <dsp:cNvSpPr/>
      </dsp:nvSpPr>
      <dsp:spPr>
        <a:xfrm>
          <a:off x="7912506" y="1786071"/>
          <a:ext cx="2822674" cy="1411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Build</a:t>
          </a:r>
        </a:p>
      </dsp:txBody>
      <dsp:txXfrm>
        <a:off x="7953843" y="1827408"/>
        <a:ext cx="2740000" cy="1328663"/>
      </dsp:txXfrm>
    </dsp:sp>
    <dsp:sp modelId="{435B91BA-B514-9843-AA34-C03446CBAD08}">
      <dsp:nvSpPr>
        <dsp:cNvPr id="0" name=""/>
        <dsp:cNvSpPr/>
      </dsp:nvSpPr>
      <dsp:spPr>
        <a:xfrm rot="3310531">
          <a:off x="2407662" y="3277770"/>
          <a:ext cx="1977131" cy="50976"/>
        </a:xfrm>
        <a:custGeom>
          <a:avLst/>
          <a:gdLst/>
          <a:ahLst/>
          <a:cxnLst/>
          <a:rect l="0" t="0" r="0" b="0"/>
          <a:pathLst>
            <a:path>
              <a:moveTo>
                <a:pt x="0" y="25488"/>
              </a:moveTo>
              <a:lnTo>
                <a:pt x="1977131" y="25488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600" kern="1200"/>
        </a:p>
      </dsp:txBody>
      <dsp:txXfrm>
        <a:off x="3346799" y="3253830"/>
        <a:ext cx="98856" cy="98856"/>
      </dsp:txXfrm>
    </dsp:sp>
    <dsp:sp modelId="{66EA27D7-7BE1-D748-89E1-F03D2B15CD80}">
      <dsp:nvSpPr>
        <dsp:cNvPr id="0" name=""/>
        <dsp:cNvSpPr/>
      </dsp:nvSpPr>
      <dsp:spPr>
        <a:xfrm>
          <a:off x="3960762" y="3409109"/>
          <a:ext cx="2822674" cy="1411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Go-to-market</a:t>
          </a:r>
        </a:p>
      </dsp:txBody>
      <dsp:txXfrm>
        <a:off x="4002099" y="3450446"/>
        <a:ext cx="2740000" cy="1328663"/>
      </dsp:txXfrm>
    </dsp:sp>
  </dsp:spTree>
</dsp:drawing>
</file>

<file path=ppt/diagrams/drawing10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8D94A2-7C03-2244-9BEA-E95670E9E7DE}">
      <dsp:nvSpPr>
        <dsp:cNvPr id="0" name=""/>
        <dsp:cNvSpPr/>
      </dsp:nvSpPr>
      <dsp:spPr>
        <a:xfrm>
          <a:off x="9018" y="1786071"/>
          <a:ext cx="2822674" cy="1411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Program lead</a:t>
          </a:r>
        </a:p>
      </dsp:txBody>
      <dsp:txXfrm>
        <a:off x="50355" y="1827408"/>
        <a:ext cx="2740000" cy="1328663"/>
      </dsp:txXfrm>
    </dsp:sp>
    <dsp:sp modelId="{7E0B4D0B-C636-AF43-B11D-DA6064E1A100}">
      <dsp:nvSpPr>
        <dsp:cNvPr id="0" name=""/>
        <dsp:cNvSpPr/>
      </dsp:nvSpPr>
      <dsp:spPr>
        <a:xfrm rot="18289469">
          <a:off x="2407662" y="1654732"/>
          <a:ext cx="1977131" cy="50976"/>
        </a:xfrm>
        <a:custGeom>
          <a:avLst/>
          <a:gdLst/>
          <a:ahLst/>
          <a:cxnLst/>
          <a:rect l="0" t="0" r="0" b="0"/>
          <a:pathLst>
            <a:path>
              <a:moveTo>
                <a:pt x="0" y="25488"/>
              </a:moveTo>
              <a:lnTo>
                <a:pt x="1977131" y="25488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600" kern="1200"/>
        </a:p>
      </dsp:txBody>
      <dsp:txXfrm>
        <a:off x="3346799" y="1630792"/>
        <a:ext cx="98856" cy="98856"/>
      </dsp:txXfrm>
    </dsp:sp>
    <dsp:sp modelId="{24882486-D638-C64A-8578-E7B61CF0BEB5}">
      <dsp:nvSpPr>
        <dsp:cNvPr id="0" name=""/>
        <dsp:cNvSpPr/>
      </dsp:nvSpPr>
      <dsp:spPr>
        <a:xfrm>
          <a:off x="3960762" y="163033"/>
          <a:ext cx="2822674" cy="1411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Design</a:t>
          </a:r>
        </a:p>
      </dsp:txBody>
      <dsp:txXfrm>
        <a:off x="4002099" y="204370"/>
        <a:ext cx="2740000" cy="1328663"/>
      </dsp:txXfrm>
    </dsp:sp>
    <dsp:sp modelId="{A543B7E2-4D46-E340-96F4-DEB1CFF740F0}">
      <dsp:nvSpPr>
        <dsp:cNvPr id="0" name=""/>
        <dsp:cNvSpPr/>
      </dsp:nvSpPr>
      <dsp:spPr>
        <a:xfrm>
          <a:off x="6783437" y="843214"/>
          <a:ext cx="1129069" cy="50976"/>
        </a:xfrm>
        <a:custGeom>
          <a:avLst/>
          <a:gdLst/>
          <a:ahLst/>
          <a:cxnLst/>
          <a:rect l="0" t="0" r="0" b="0"/>
          <a:pathLst>
            <a:path>
              <a:moveTo>
                <a:pt x="0" y="25488"/>
              </a:moveTo>
              <a:lnTo>
                <a:pt x="1129069" y="25488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500" kern="1200"/>
        </a:p>
      </dsp:txBody>
      <dsp:txXfrm>
        <a:off x="7319745" y="840475"/>
        <a:ext cx="56453" cy="56453"/>
      </dsp:txXfrm>
    </dsp:sp>
    <dsp:sp modelId="{5C070300-79D9-ED4F-B4E6-D9B8911DBE33}">
      <dsp:nvSpPr>
        <dsp:cNvPr id="0" name=""/>
        <dsp:cNvSpPr/>
      </dsp:nvSpPr>
      <dsp:spPr>
        <a:xfrm>
          <a:off x="7912506" y="163033"/>
          <a:ext cx="2822674" cy="1411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Research</a:t>
          </a:r>
        </a:p>
      </dsp:txBody>
      <dsp:txXfrm>
        <a:off x="7953843" y="204370"/>
        <a:ext cx="2740000" cy="1328663"/>
      </dsp:txXfrm>
    </dsp:sp>
    <dsp:sp modelId="{34E83951-BEB6-4D41-9E01-F7B5766C74F0}">
      <dsp:nvSpPr>
        <dsp:cNvPr id="0" name=""/>
        <dsp:cNvSpPr/>
      </dsp:nvSpPr>
      <dsp:spPr>
        <a:xfrm>
          <a:off x="2831693" y="2466251"/>
          <a:ext cx="1129069" cy="50976"/>
        </a:xfrm>
        <a:custGeom>
          <a:avLst/>
          <a:gdLst/>
          <a:ahLst/>
          <a:cxnLst/>
          <a:rect l="0" t="0" r="0" b="0"/>
          <a:pathLst>
            <a:path>
              <a:moveTo>
                <a:pt x="0" y="25488"/>
              </a:moveTo>
              <a:lnTo>
                <a:pt x="1129069" y="25488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500" kern="1200"/>
        </a:p>
      </dsp:txBody>
      <dsp:txXfrm>
        <a:off x="3368001" y="2463513"/>
        <a:ext cx="56453" cy="56453"/>
      </dsp:txXfrm>
    </dsp:sp>
    <dsp:sp modelId="{F70BCAB3-E0FB-D642-894C-7FE06212909D}">
      <dsp:nvSpPr>
        <dsp:cNvPr id="0" name=""/>
        <dsp:cNvSpPr/>
      </dsp:nvSpPr>
      <dsp:spPr>
        <a:xfrm>
          <a:off x="3960762" y="1786071"/>
          <a:ext cx="2822674" cy="1411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Engineering</a:t>
          </a:r>
        </a:p>
      </dsp:txBody>
      <dsp:txXfrm>
        <a:off x="4002099" y="1827408"/>
        <a:ext cx="2740000" cy="1328663"/>
      </dsp:txXfrm>
    </dsp:sp>
    <dsp:sp modelId="{5C21B78B-1E00-6A4C-BCBB-6593058AED8E}">
      <dsp:nvSpPr>
        <dsp:cNvPr id="0" name=""/>
        <dsp:cNvSpPr/>
      </dsp:nvSpPr>
      <dsp:spPr>
        <a:xfrm>
          <a:off x="6783437" y="2466251"/>
          <a:ext cx="1129069" cy="50976"/>
        </a:xfrm>
        <a:custGeom>
          <a:avLst/>
          <a:gdLst/>
          <a:ahLst/>
          <a:cxnLst/>
          <a:rect l="0" t="0" r="0" b="0"/>
          <a:pathLst>
            <a:path>
              <a:moveTo>
                <a:pt x="0" y="25488"/>
              </a:moveTo>
              <a:lnTo>
                <a:pt x="1129069" y="25488"/>
              </a:lnTo>
            </a:path>
          </a:pathLst>
        </a:custGeom>
        <a:noFill/>
        <a:ln w="1079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500" kern="1200"/>
        </a:p>
      </dsp:txBody>
      <dsp:txXfrm>
        <a:off x="7319745" y="2463513"/>
        <a:ext cx="56453" cy="56453"/>
      </dsp:txXfrm>
    </dsp:sp>
    <dsp:sp modelId="{E639075E-F449-E445-B7E3-A38D8C1A0F4E}">
      <dsp:nvSpPr>
        <dsp:cNvPr id="0" name=""/>
        <dsp:cNvSpPr/>
      </dsp:nvSpPr>
      <dsp:spPr>
        <a:xfrm>
          <a:off x="7912506" y="1786071"/>
          <a:ext cx="2822674" cy="1411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Build</a:t>
          </a:r>
        </a:p>
      </dsp:txBody>
      <dsp:txXfrm>
        <a:off x="7953843" y="1827408"/>
        <a:ext cx="2740000" cy="1328663"/>
      </dsp:txXfrm>
    </dsp:sp>
    <dsp:sp modelId="{AEAB33A8-E5EB-D446-9B96-181D706C10F3}">
      <dsp:nvSpPr>
        <dsp:cNvPr id="0" name=""/>
        <dsp:cNvSpPr/>
      </dsp:nvSpPr>
      <dsp:spPr>
        <a:xfrm rot="3310531">
          <a:off x="2407662" y="3277770"/>
          <a:ext cx="1977131" cy="50976"/>
        </a:xfrm>
        <a:custGeom>
          <a:avLst/>
          <a:gdLst/>
          <a:ahLst/>
          <a:cxnLst/>
          <a:rect l="0" t="0" r="0" b="0"/>
          <a:pathLst>
            <a:path>
              <a:moveTo>
                <a:pt x="0" y="25488"/>
              </a:moveTo>
              <a:lnTo>
                <a:pt x="1977131" y="25488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600" kern="1200"/>
        </a:p>
      </dsp:txBody>
      <dsp:txXfrm>
        <a:off x="3346799" y="3253830"/>
        <a:ext cx="98856" cy="98856"/>
      </dsp:txXfrm>
    </dsp:sp>
    <dsp:sp modelId="{0F05585D-0F23-AD41-8886-DB2E5C371815}">
      <dsp:nvSpPr>
        <dsp:cNvPr id="0" name=""/>
        <dsp:cNvSpPr/>
      </dsp:nvSpPr>
      <dsp:spPr>
        <a:xfrm>
          <a:off x="3960762" y="3409109"/>
          <a:ext cx="2822674" cy="1411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Go-to-market</a:t>
          </a:r>
        </a:p>
      </dsp:txBody>
      <dsp:txXfrm>
        <a:off x="4002099" y="3450446"/>
        <a:ext cx="2740000" cy="1328663"/>
      </dsp:txXfrm>
    </dsp:sp>
  </dsp:spTree>
</dsp:drawing>
</file>

<file path=ppt/diagrams/drawing10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368630-A7BD-3A4F-B8B5-654B93D9924C}">
      <dsp:nvSpPr>
        <dsp:cNvPr id="0" name=""/>
        <dsp:cNvSpPr/>
      </dsp:nvSpPr>
      <dsp:spPr>
        <a:xfrm>
          <a:off x="3179368" y="0"/>
          <a:ext cx="1794052" cy="99669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Option A</a:t>
          </a:r>
        </a:p>
      </dsp:txBody>
      <dsp:txXfrm>
        <a:off x="3208560" y="29192"/>
        <a:ext cx="1735668" cy="938312"/>
      </dsp:txXfrm>
    </dsp:sp>
    <dsp:sp modelId="{462F226C-ACC0-9C4D-B32C-879E10B3CE62}">
      <dsp:nvSpPr>
        <dsp:cNvPr id="0" name=""/>
        <dsp:cNvSpPr/>
      </dsp:nvSpPr>
      <dsp:spPr>
        <a:xfrm>
          <a:off x="5770778" y="0"/>
          <a:ext cx="1794052" cy="99669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Option B</a:t>
          </a:r>
        </a:p>
      </dsp:txBody>
      <dsp:txXfrm>
        <a:off x="5799970" y="29192"/>
        <a:ext cx="1735668" cy="938312"/>
      </dsp:txXfrm>
    </dsp:sp>
    <dsp:sp modelId="{A70216CD-4E93-0645-AB4C-214D9D8FA9A6}">
      <dsp:nvSpPr>
        <dsp:cNvPr id="0" name=""/>
        <dsp:cNvSpPr/>
      </dsp:nvSpPr>
      <dsp:spPr>
        <a:xfrm>
          <a:off x="4998339" y="4235958"/>
          <a:ext cx="747522" cy="747522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D22A7-B21C-A648-9FB2-80F114A7155F}">
      <dsp:nvSpPr>
        <dsp:cNvPr id="0" name=""/>
        <dsp:cNvSpPr/>
      </dsp:nvSpPr>
      <dsp:spPr>
        <a:xfrm>
          <a:off x="3129534" y="3922995"/>
          <a:ext cx="4485132" cy="3029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407993-6F86-2547-BD9F-C3A811EC65CD}">
      <dsp:nvSpPr>
        <dsp:cNvPr id="0" name=""/>
        <dsp:cNvSpPr/>
      </dsp:nvSpPr>
      <dsp:spPr>
        <a:xfrm>
          <a:off x="5770778" y="2611343"/>
          <a:ext cx="1794052" cy="1275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Benefit</a:t>
          </a:r>
        </a:p>
      </dsp:txBody>
      <dsp:txXfrm>
        <a:off x="5833056" y="2673621"/>
        <a:ext cx="1669496" cy="1151214"/>
      </dsp:txXfrm>
    </dsp:sp>
    <dsp:sp modelId="{3C7AA837-08A1-1F4C-814A-F7461F98C250}">
      <dsp:nvSpPr>
        <dsp:cNvPr id="0" name=""/>
        <dsp:cNvSpPr/>
      </dsp:nvSpPr>
      <dsp:spPr>
        <a:xfrm>
          <a:off x="5770778" y="1275770"/>
          <a:ext cx="1794052" cy="1275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Trade-off</a:t>
          </a:r>
        </a:p>
      </dsp:txBody>
      <dsp:txXfrm>
        <a:off x="5833056" y="1338048"/>
        <a:ext cx="1669496" cy="1151214"/>
      </dsp:txXfrm>
    </dsp:sp>
    <dsp:sp modelId="{17D1C688-EEB7-1D4C-AF86-91AE744C05F4}">
      <dsp:nvSpPr>
        <dsp:cNvPr id="0" name=""/>
        <dsp:cNvSpPr/>
      </dsp:nvSpPr>
      <dsp:spPr>
        <a:xfrm>
          <a:off x="3179368" y="2611343"/>
          <a:ext cx="1794052" cy="1275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Benefit</a:t>
          </a:r>
        </a:p>
      </dsp:txBody>
      <dsp:txXfrm>
        <a:off x="3241646" y="2673621"/>
        <a:ext cx="1669496" cy="1151214"/>
      </dsp:txXfrm>
    </dsp:sp>
    <dsp:sp modelId="{60BA182B-9912-E14B-8352-413DC68B24C5}">
      <dsp:nvSpPr>
        <dsp:cNvPr id="0" name=""/>
        <dsp:cNvSpPr/>
      </dsp:nvSpPr>
      <dsp:spPr>
        <a:xfrm>
          <a:off x="3179368" y="1275770"/>
          <a:ext cx="1794052" cy="1275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Trade-off</a:t>
          </a:r>
        </a:p>
      </dsp:txBody>
      <dsp:txXfrm>
        <a:off x="3241646" y="1338048"/>
        <a:ext cx="1669496" cy="1151214"/>
      </dsp:txXfrm>
    </dsp:sp>
  </dsp:spTree>
</dsp:drawing>
</file>

<file path=ppt/diagrams/drawing1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646E4-8573-174D-86A7-A6F5BABD1B08}">
      <dsp:nvSpPr>
        <dsp:cNvPr id="0" name=""/>
        <dsp:cNvSpPr/>
      </dsp:nvSpPr>
      <dsp:spPr>
        <a:xfrm>
          <a:off x="3117862" y="152494"/>
          <a:ext cx="3340245" cy="33404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Shared goal</a:t>
          </a:r>
        </a:p>
      </dsp:txBody>
      <dsp:txXfrm>
        <a:off x="3607030" y="641688"/>
        <a:ext cx="2361909" cy="2362038"/>
      </dsp:txXfrm>
    </dsp:sp>
    <dsp:sp modelId="{4AB19038-02BB-FB40-94FA-38F1719E0BC5}">
      <dsp:nvSpPr>
        <dsp:cNvPr id="0" name=""/>
        <dsp:cNvSpPr/>
      </dsp:nvSpPr>
      <dsp:spPr>
        <a:xfrm>
          <a:off x="5024029" y="0"/>
          <a:ext cx="371366" cy="3717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DB66B45-F632-1A4C-9B77-E90BFEC0219C}">
      <dsp:nvSpPr>
        <dsp:cNvPr id="0" name=""/>
        <dsp:cNvSpPr/>
      </dsp:nvSpPr>
      <dsp:spPr>
        <a:xfrm>
          <a:off x="4144945" y="3244743"/>
          <a:ext cx="269275" cy="2691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E606AEB-C2B7-F842-8B60-8281981DE823}">
      <dsp:nvSpPr>
        <dsp:cNvPr id="0" name=""/>
        <dsp:cNvSpPr/>
      </dsp:nvSpPr>
      <dsp:spPr>
        <a:xfrm>
          <a:off x="6673254" y="1508001"/>
          <a:ext cx="269275" cy="2691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80310AE-5658-3240-80C5-47D30AB4C38D}">
      <dsp:nvSpPr>
        <dsp:cNvPr id="0" name=""/>
        <dsp:cNvSpPr/>
      </dsp:nvSpPr>
      <dsp:spPr>
        <a:xfrm>
          <a:off x="5386488" y="3530795"/>
          <a:ext cx="371366" cy="3717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BC420AC-38B9-2046-83EA-4C42A541EB94}">
      <dsp:nvSpPr>
        <dsp:cNvPr id="0" name=""/>
        <dsp:cNvSpPr/>
      </dsp:nvSpPr>
      <dsp:spPr>
        <a:xfrm>
          <a:off x="4220314" y="527750"/>
          <a:ext cx="269275" cy="2691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B542574-36BB-4A40-B783-C60922229A9B}">
      <dsp:nvSpPr>
        <dsp:cNvPr id="0" name=""/>
        <dsp:cNvSpPr/>
      </dsp:nvSpPr>
      <dsp:spPr>
        <a:xfrm>
          <a:off x="3372748" y="2068642"/>
          <a:ext cx="269275" cy="2691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2B6D745-A904-4246-9566-98A2B63A2C91}">
      <dsp:nvSpPr>
        <dsp:cNvPr id="0" name=""/>
        <dsp:cNvSpPr/>
      </dsp:nvSpPr>
      <dsp:spPr>
        <a:xfrm>
          <a:off x="2073649" y="754997"/>
          <a:ext cx="1358024" cy="1357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Insight</a:t>
          </a:r>
        </a:p>
      </dsp:txBody>
      <dsp:txXfrm>
        <a:off x="2272527" y="953871"/>
        <a:ext cx="960268" cy="960250"/>
      </dsp:txXfrm>
    </dsp:sp>
    <dsp:sp modelId="{C8018C9C-0781-0446-88DA-6D42902A4C48}">
      <dsp:nvSpPr>
        <dsp:cNvPr id="0" name=""/>
        <dsp:cNvSpPr/>
      </dsp:nvSpPr>
      <dsp:spPr>
        <a:xfrm>
          <a:off x="4648551" y="539710"/>
          <a:ext cx="371366" cy="3717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11B44CD-C635-8C4A-A3B2-003A1A6E1918}">
      <dsp:nvSpPr>
        <dsp:cNvPr id="0" name=""/>
        <dsp:cNvSpPr/>
      </dsp:nvSpPr>
      <dsp:spPr>
        <a:xfrm>
          <a:off x="2201778" y="2510677"/>
          <a:ext cx="671475" cy="6717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D97F67B-BC5D-D445-B805-EF887AE3D851}">
      <dsp:nvSpPr>
        <dsp:cNvPr id="0" name=""/>
        <dsp:cNvSpPr/>
      </dsp:nvSpPr>
      <dsp:spPr>
        <a:xfrm>
          <a:off x="6801382" y="116115"/>
          <a:ext cx="1358024" cy="1357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Design</a:t>
          </a:r>
        </a:p>
      </dsp:txBody>
      <dsp:txXfrm>
        <a:off x="7000260" y="314989"/>
        <a:ext cx="960268" cy="960250"/>
      </dsp:txXfrm>
    </dsp:sp>
    <dsp:sp modelId="{8A632F1E-B21A-8548-979B-C6E0D7CDFE70}">
      <dsp:nvSpPr>
        <dsp:cNvPr id="0" name=""/>
        <dsp:cNvSpPr/>
      </dsp:nvSpPr>
      <dsp:spPr>
        <a:xfrm>
          <a:off x="6194999" y="1054006"/>
          <a:ext cx="371366" cy="3717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9C052A6-432D-764F-8215-CF53E9D64DD0}">
      <dsp:nvSpPr>
        <dsp:cNvPr id="0" name=""/>
        <dsp:cNvSpPr/>
      </dsp:nvSpPr>
      <dsp:spPr>
        <a:xfrm>
          <a:off x="1946206" y="3310027"/>
          <a:ext cx="269275" cy="2691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63860DD-1735-DC4C-BB17-D73AEB119C8C}">
      <dsp:nvSpPr>
        <dsp:cNvPr id="0" name=""/>
        <dsp:cNvSpPr/>
      </dsp:nvSpPr>
      <dsp:spPr>
        <a:xfrm>
          <a:off x="4629366" y="2926797"/>
          <a:ext cx="269275" cy="2691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BA927D9-A944-3042-B778-F0DE5BC684D8}">
      <dsp:nvSpPr>
        <dsp:cNvPr id="0" name=""/>
        <dsp:cNvSpPr/>
      </dsp:nvSpPr>
      <dsp:spPr>
        <a:xfrm>
          <a:off x="7439969" y="2463334"/>
          <a:ext cx="1358024" cy="1357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Delivery</a:t>
          </a:r>
        </a:p>
      </dsp:txBody>
      <dsp:txXfrm>
        <a:off x="7638847" y="2662208"/>
        <a:ext cx="960268" cy="960250"/>
      </dsp:txXfrm>
    </dsp:sp>
    <dsp:sp modelId="{7008612E-567A-FA49-B2F1-88986F8A51ED}">
      <dsp:nvSpPr>
        <dsp:cNvPr id="0" name=""/>
        <dsp:cNvSpPr/>
      </dsp:nvSpPr>
      <dsp:spPr>
        <a:xfrm>
          <a:off x="7056954" y="2415991"/>
          <a:ext cx="269275" cy="2691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7F3031F-D01B-F147-9643-ED2E23C48815}">
      <dsp:nvSpPr>
        <dsp:cNvPr id="0" name=""/>
        <dsp:cNvSpPr/>
      </dsp:nvSpPr>
      <dsp:spPr>
        <a:xfrm>
          <a:off x="3541987" y="3625481"/>
          <a:ext cx="1358024" cy="1357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Learning</a:t>
          </a:r>
        </a:p>
      </dsp:txBody>
      <dsp:txXfrm>
        <a:off x="3740865" y="3824355"/>
        <a:ext cx="960268" cy="960250"/>
      </dsp:txXfrm>
    </dsp:sp>
    <dsp:sp modelId="{DDB3B90E-6B52-4F4A-80E6-9452F9722480}">
      <dsp:nvSpPr>
        <dsp:cNvPr id="0" name=""/>
        <dsp:cNvSpPr/>
      </dsp:nvSpPr>
      <dsp:spPr>
        <a:xfrm>
          <a:off x="4754754" y="3579633"/>
          <a:ext cx="269275" cy="2691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1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9E8A7E-B740-C540-924A-A9161DCED337}">
      <dsp:nvSpPr>
        <dsp:cNvPr id="0" name=""/>
        <dsp:cNvSpPr/>
      </dsp:nvSpPr>
      <dsp:spPr>
        <a:xfrm>
          <a:off x="2396544" y="3096734"/>
          <a:ext cx="2198018" cy="188674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29210" rIns="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People</a:t>
          </a:r>
        </a:p>
      </dsp:txBody>
      <dsp:txXfrm>
        <a:off x="2736941" y="3388926"/>
        <a:ext cx="1517224" cy="1302361"/>
      </dsp:txXfrm>
    </dsp:sp>
    <dsp:sp modelId="{0AC49CFD-ED4B-FB4F-93E4-64B10F16DEA8}">
      <dsp:nvSpPr>
        <dsp:cNvPr id="0" name=""/>
        <dsp:cNvSpPr/>
      </dsp:nvSpPr>
      <dsp:spPr>
        <a:xfrm>
          <a:off x="2465292" y="3930470"/>
          <a:ext cx="256596" cy="22126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F2DB7D-2D99-0A4A-8555-BC3AA6217112}">
      <dsp:nvSpPr>
        <dsp:cNvPr id="0" name=""/>
        <dsp:cNvSpPr/>
      </dsp:nvSpPr>
      <dsp:spPr>
        <a:xfrm>
          <a:off x="530649" y="2071134"/>
          <a:ext cx="2198018" cy="188674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A23AF0-9ABD-2E44-BA4A-B5D48E5FA2A4}">
      <dsp:nvSpPr>
        <dsp:cNvPr id="0" name=""/>
        <dsp:cNvSpPr/>
      </dsp:nvSpPr>
      <dsp:spPr>
        <a:xfrm>
          <a:off x="2018911" y="3696247"/>
          <a:ext cx="256596" cy="22126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85D075-4FAA-8E41-A955-EEA124B1DC81}">
      <dsp:nvSpPr>
        <dsp:cNvPr id="0" name=""/>
        <dsp:cNvSpPr/>
      </dsp:nvSpPr>
      <dsp:spPr>
        <a:xfrm>
          <a:off x="4260502" y="2056682"/>
          <a:ext cx="2198018" cy="188674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29210" rIns="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Process</a:t>
          </a:r>
        </a:p>
      </dsp:txBody>
      <dsp:txXfrm>
        <a:off x="4600899" y="2348874"/>
        <a:ext cx="1517224" cy="1302361"/>
      </dsp:txXfrm>
    </dsp:sp>
    <dsp:sp modelId="{D7709AB3-234C-1748-9E16-02BB094C52F9}">
      <dsp:nvSpPr>
        <dsp:cNvPr id="0" name=""/>
        <dsp:cNvSpPr/>
      </dsp:nvSpPr>
      <dsp:spPr>
        <a:xfrm>
          <a:off x="5766194" y="3679801"/>
          <a:ext cx="256596" cy="22126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DE85B9-5F8C-1A45-A35C-F05B6C078B7B}">
      <dsp:nvSpPr>
        <dsp:cNvPr id="0" name=""/>
        <dsp:cNvSpPr/>
      </dsp:nvSpPr>
      <dsp:spPr>
        <a:xfrm>
          <a:off x="6134144" y="3093744"/>
          <a:ext cx="2198018" cy="188674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9610CE-5AAE-6148-9DC6-23F4B082C8AB}">
      <dsp:nvSpPr>
        <dsp:cNvPr id="0" name=""/>
        <dsp:cNvSpPr/>
      </dsp:nvSpPr>
      <dsp:spPr>
        <a:xfrm>
          <a:off x="6184495" y="3938942"/>
          <a:ext cx="256596" cy="22126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9C9F07-7F78-D143-887F-74AE6FAD5F62}">
      <dsp:nvSpPr>
        <dsp:cNvPr id="0" name=""/>
        <dsp:cNvSpPr/>
      </dsp:nvSpPr>
      <dsp:spPr>
        <a:xfrm>
          <a:off x="2396544" y="1040052"/>
          <a:ext cx="2198018" cy="188674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29210" rIns="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Technology</a:t>
          </a:r>
        </a:p>
      </dsp:txBody>
      <dsp:txXfrm>
        <a:off x="2736941" y="1332244"/>
        <a:ext cx="1517224" cy="1302361"/>
      </dsp:txXfrm>
    </dsp:sp>
    <dsp:sp modelId="{E5281BE3-CC81-7345-B7DA-21B10C567EB1}">
      <dsp:nvSpPr>
        <dsp:cNvPr id="0" name=""/>
        <dsp:cNvSpPr/>
      </dsp:nvSpPr>
      <dsp:spPr>
        <a:xfrm>
          <a:off x="3892552" y="1078923"/>
          <a:ext cx="256596" cy="22126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437074-23D4-B94B-9CFE-178448E311B5}">
      <dsp:nvSpPr>
        <dsp:cNvPr id="0" name=""/>
        <dsp:cNvSpPr/>
      </dsp:nvSpPr>
      <dsp:spPr>
        <a:xfrm>
          <a:off x="4260502" y="0"/>
          <a:ext cx="2198018" cy="188674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20AC4-012E-C540-BC14-1BAA66A8A9A8}">
      <dsp:nvSpPr>
        <dsp:cNvPr id="0" name=""/>
        <dsp:cNvSpPr/>
      </dsp:nvSpPr>
      <dsp:spPr>
        <a:xfrm>
          <a:off x="4310853" y="836227"/>
          <a:ext cx="256596" cy="22126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2EC1B7-ED4C-5043-B8A0-3943067D67B0}">
      <dsp:nvSpPr>
        <dsp:cNvPr id="0" name=""/>
        <dsp:cNvSpPr/>
      </dsp:nvSpPr>
      <dsp:spPr>
        <a:xfrm>
          <a:off x="6134144" y="1037062"/>
          <a:ext cx="2198018" cy="188674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29210" rIns="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Data</a:t>
          </a:r>
        </a:p>
      </dsp:txBody>
      <dsp:txXfrm>
        <a:off x="6474541" y="1329254"/>
        <a:ext cx="1517224" cy="1302361"/>
      </dsp:txXfrm>
    </dsp:sp>
    <dsp:sp modelId="{4E4350DC-30CA-0448-BA70-1439D33C870C}">
      <dsp:nvSpPr>
        <dsp:cNvPr id="0" name=""/>
        <dsp:cNvSpPr/>
      </dsp:nvSpPr>
      <dsp:spPr>
        <a:xfrm>
          <a:off x="8024246" y="1869801"/>
          <a:ext cx="256596" cy="22126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271DB-2328-994F-9E8B-3BE928624DE6}">
      <dsp:nvSpPr>
        <dsp:cNvPr id="0" name=""/>
        <dsp:cNvSpPr/>
      </dsp:nvSpPr>
      <dsp:spPr>
        <a:xfrm>
          <a:off x="8015532" y="2074124"/>
          <a:ext cx="2198018" cy="188674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E40983-5DDD-A64F-A11E-0665337F65F5}">
      <dsp:nvSpPr>
        <dsp:cNvPr id="0" name=""/>
        <dsp:cNvSpPr/>
      </dsp:nvSpPr>
      <dsp:spPr>
        <a:xfrm>
          <a:off x="8459009" y="2107513"/>
          <a:ext cx="256596" cy="22126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5E23E-62E9-FE45-A8DD-2D1772D3BA49}">
      <dsp:nvSpPr>
        <dsp:cNvPr id="0" name=""/>
        <dsp:cNvSpPr/>
      </dsp:nvSpPr>
      <dsp:spPr>
        <a:xfrm>
          <a:off x="2313987" y="847191"/>
          <a:ext cx="6116225" cy="3289096"/>
        </a:xfrm>
        <a:prstGeom prst="round2DiagRect">
          <a:avLst>
            <a:gd name="adj1" fmla="val 0"/>
            <a:gd name="adj2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EBCBAFE-9B9D-F940-90EE-3BB02A6D239B}">
      <dsp:nvSpPr>
        <dsp:cNvPr id="0" name=""/>
        <dsp:cNvSpPr/>
      </dsp:nvSpPr>
      <dsp:spPr>
        <a:xfrm>
          <a:off x="5372099" y="1196035"/>
          <a:ext cx="815" cy="259140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E2B36C4-ACF4-1141-8AF4-8B97F0CBAEBF}">
      <dsp:nvSpPr>
        <dsp:cNvPr id="0" name=""/>
        <dsp:cNvSpPr/>
      </dsp:nvSpPr>
      <dsp:spPr>
        <a:xfrm>
          <a:off x="2517861" y="1096365"/>
          <a:ext cx="2650364" cy="27907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700" kern="1200"/>
            <a:t>Benefit</a:t>
          </a:r>
        </a:p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700" kern="1200"/>
            <a:t>Trade-off</a:t>
          </a:r>
        </a:p>
      </dsp:txBody>
      <dsp:txXfrm>
        <a:off x="2517861" y="1096365"/>
        <a:ext cx="2650364" cy="2790748"/>
      </dsp:txXfrm>
    </dsp:sp>
    <dsp:sp modelId="{1B26D006-CF67-2049-BB78-72FFE0FCEC87}">
      <dsp:nvSpPr>
        <dsp:cNvPr id="0" name=""/>
        <dsp:cNvSpPr/>
      </dsp:nvSpPr>
      <dsp:spPr>
        <a:xfrm>
          <a:off x="5575974" y="1096365"/>
          <a:ext cx="2650364" cy="27907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700" kern="1200"/>
            <a:t>Benefit</a:t>
          </a:r>
        </a:p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700" kern="1200"/>
            <a:t>Trade-off</a:t>
          </a:r>
        </a:p>
      </dsp:txBody>
      <dsp:txXfrm>
        <a:off x="5575974" y="1096365"/>
        <a:ext cx="2650364" cy="2790748"/>
      </dsp:txXfrm>
    </dsp:sp>
    <dsp:sp modelId="{DF91A3D5-CBFC-3646-844B-ACA322B5B153}">
      <dsp:nvSpPr>
        <dsp:cNvPr id="0" name=""/>
        <dsp:cNvSpPr/>
      </dsp:nvSpPr>
      <dsp:spPr>
        <a:xfrm rot="16200000">
          <a:off x="10249" y="1284367"/>
          <a:ext cx="3588105" cy="1019370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200" kern="1200"/>
            <a:t>Option A</a:t>
          </a:r>
        </a:p>
      </dsp:txBody>
      <dsp:txXfrm>
        <a:off x="164311" y="1694138"/>
        <a:ext cx="3279981" cy="507952"/>
      </dsp:txXfrm>
    </dsp:sp>
    <dsp:sp modelId="{266E01A5-ADF1-B947-9884-5771E65D6146}">
      <dsp:nvSpPr>
        <dsp:cNvPr id="0" name=""/>
        <dsp:cNvSpPr/>
      </dsp:nvSpPr>
      <dsp:spPr>
        <a:xfrm rot="5400000">
          <a:off x="7145845" y="2679741"/>
          <a:ext cx="3588105" cy="1019370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200" kern="1200"/>
            <a:t>Option B</a:t>
          </a:r>
        </a:p>
      </dsp:txBody>
      <dsp:txXfrm>
        <a:off x="7299907" y="2781388"/>
        <a:ext cx="3279981" cy="507952"/>
      </dsp:txXfrm>
    </dsp:sp>
  </dsp:spTree>
</dsp:drawing>
</file>

<file path=ppt/diagrams/drawing1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F7D8ED-B13F-8242-96E8-F011191D1594}">
      <dsp:nvSpPr>
        <dsp:cNvPr id="0" name=""/>
        <dsp:cNvSpPr/>
      </dsp:nvSpPr>
      <dsp:spPr>
        <a:xfrm>
          <a:off x="1645662" y="857407"/>
          <a:ext cx="7907317" cy="408645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183F815-BB72-B14D-903A-86259DE9280B}">
      <dsp:nvSpPr>
        <dsp:cNvPr id="0" name=""/>
        <dsp:cNvSpPr/>
      </dsp:nvSpPr>
      <dsp:spPr>
        <a:xfrm>
          <a:off x="1881973" y="1335323"/>
          <a:ext cx="3671903" cy="3495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500" kern="1200"/>
            <a:t>Option A</a:t>
          </a:r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5100" kern="1200"/>
            <a:t>Benefit</a:t>
          </a:r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5100" kern="1200"/>
            <a:t>Trade-off</a:t>
          </a:r>
        </a:p>
      </dsp:txBody>
      <dsp:txXfrm>
        <a:off x="1881973" y="1335323"/>
        <a:ext cx="3671903" cy="3495911"/>
      </dsp:txXfrm>
    </dsp:sp>
    <dsp:sp modelId="{932A058D-504A-0842-A6A0-5360B4099FAA}">
      <dsp:nvSpPr>
        <dsp:cNvPr id="0" name=""/>
        <dsp:cNvSpPr/>
      </dsp:nvSpPr>
      <dsp:spPr>
        <a:xfrm>
          <a:off x="5635677" y="1335323"/>
          <a:ext cx="3671903" cy="3495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500" kern="1200"/>
            <a:t>Option B</a:t>
          </a:r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5100" kern="1200"/>
            <a:t>Benefit</a:t>
          </a:r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5100" kern="1200"/>
            <a:t>Trade-off</a:t>
          </a:r>
        </a:p>
      </dsp:txBody>
      <dsp:txXfrm>
        <a:off x="5635677" y="1335323"/>
        <a:ext cx="3671903" cy="3495911"/>
      </dsp:txXfrm>
    </dsp:sp>
    <dsp:sp modelId="{0C4E9278-0DA1-1E46-A427-C036551D5402}">
      <dsp:nvSpPr>
        <dsp:cNvPr id="0" name=""/>
        <dsp:cNvSpPr/>
      </dsp:nvSpPr>
      <dsp:spPr>
        <a:xfrm>
          <a:off x="827664" y="39618"/>
          <a:ext cx="1545108" cy="1545108"/>
        </a:xfrm>
        <a:prstGeom prst="plus">
          <a:avLst>
            <a:gd name="adj" fmla="val 328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7455302-3E62-204E-B260-3069CFE86E5B}">
      <dsp:nvSpPr>
        <dsp:cNvPr id="0" name=""/>
        <dsp:cNvSpPr/>
      </dsp:nvSpPr>
      <dsp:spPr>
        <a:xfrm>
          <a:off x="8462316" y="595276"/>
          <a:ext cx="1454219" cy="498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DBD1982-BCAB-9A44-AB51-FEE027621F55}">
      <dsp:nvSpPr>
        <dsp:cNvPr id="0" name=""/>
        <dsp:cNvSpPr/>
      </dsp:nvSpPr>
      <dsp:spPr>
        <a:xfrm>
          <a:off x="5599321" y="1342798"/>
          <a:ext cx="908" cy="3338931"/>
        </a:xfrm>
        <a:prstGeom prst="line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9244FA-88EF-9746-AE1B-3CAF3C66F9B4}">
      <dsp:nvSpPr>
        <dsp:cNvPr id="0" name=""/>
        <dsp:cNvSpPr/>
      </dsp:nvSpPr>
      <dsp:spPr>
        <a:xfrm rot="16200000">
          <a:off x="2746753" y="1513034"/>
          <a:ext cx="3203879" cy="1957909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44780" tIns="241300" rIns="217170" bIns="24130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Option A</a:t>
          </a:r>
        </a:p>
      </dsp:txBody>
      <dsp:txXfrm rot="5400000">
        <a:off x="3465332" y="985643"/>
        <a:ext cx="1862315" cy="3012691"/>
      </dsp:txXfrm>
    </dsp:sp>
    <dsp:sp modelId="{F8D8F705-1776-D445-91C0-4E167535AD22}">
      <dsp:nvSpPr>
        <dsp:cNvPr id="0" name=""/>
        <dsp:cNvSpPr/>
      </dsp:nvSpPr>
      <dsp:spPr>
        <a:xfrm rot="5400000">
          <a:off x="4793567" y="1513034"/>
          <a:ext cx="3203879" cy="1957909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217170" tIns="241300" rIns="144780" bIns="24130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Option B</a:t>
          </a:r>
        </a:p>
      </dsp:txBody>
      <dsp:txXfrm rot="-5400000">
        <a:off x="5416552" y="985643"/>
        <a:ext cx="1862315" cy="3012691"/>
      </dsp:txXfrm>
    </dsp:sp>
    <dsp:sp modelId="{5144A3DA-B2CE-0645-BB4C-7B3A6712D842}">
      <dsp:nvSpPr>
        <dsp:cNvPr id="0" name=""/>
        <dsp:cNvSpPr/>
      </dsp:nvSpPr>
      <dsp:spPr>
        <a:xfrm>
          <a:off x="4348492" y="0"/>
          <a:ext cx="2046814" cy="2046715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98F5915-5C71-B840-B7AC-96FBEDF93ABB}">
      <dsp:nvSpPr>
        <dsp:cNvPr id="0" name=""/>
        <dsp:cNvSpPr/>
      </dsp:nvSpPr>
      <dsp:spPr>
        <a:xfrm rot="10800000">
          <a:off x="4348492" y="2936764"/>
          <a:ext cx="2046814" cy="2046715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1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646EC8-973B-F54C-BC63-BBBC5D124A8D}">
      <dsp:nvSpPr>
        <dsp:cNvPr id="0" name=""/>
        <dsp:cNvSpPr/>
      </dsp:nvSpPr>
      <dsp:spPr>
        <a:xfrm rot="21300000">
          <a:off x="26092" y="1958951"/>
          <a:ext cx="10692015" cy="1065576"/>
        </a:xfrm>
        <a:prstGeom prst="mathMin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5364ECE-364A-2745-9325-DAB8EEDB6C1F}">
      <dsp:nvSpPr>
        <dsp:cNvPr id="0" name=""/>
        <dsp:cNvSpPr/>
      </dsp:nvSpPr>
      <dsp:spPr>
        <a:xfrm>
          <a:off x="1289304" y="249174"/>
          <a:ext cx="3223260" cy="1993392"/>
        </a:xfrm>
        <a:prstGeom prst="down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747B2C9-0D23-2643-BB1E-DE7CB6CB0707}">
      <dsp:nvSpPr>
        <dsp:cNvPr id="0" name=""/>
        <dsp:cNvSpPr/>
      </dsp:nvSpPr>
      <dsp:spPr>
        <a:xfrm>
          <a:off x="5694425" y="0"/>
          <a:ext cx="3438144" cy="20930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400" kern="1200"/>
            <a:t>Option A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2700" kern="1200"/>
            <a:t>Benefit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2700" kern="1200"/>
            <a:t>Trade-off</a:t>
          </a:r>
        </a:p>
      </dsp:txBody>
      <dsp:txXfrm>
        <a:off x="5694425" y="0"/>
        <a:ext cx="3438144" cy="2093061"/>
      </dsp:txXfrm>
    </dsp:sp>
    <dsp:sp modelId="{D3448FB5-A4EE-FA49-B5A2-3FC9D344A219}">
      <dsp:nvSpPr>
        <dsp:cNvPr id="0" name=""/>
        <dsp:cNvSpPr/>
      </dsp:nvSpPr>
      <dsp:spPr>
        <a:xfrm>
          <a:off x="6231636" y="2740914"/>
          <a:ext cx="3223260" cy="1993392"/>
        </a:xfrm>
        <a:prstGeom prst="up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4BC87F0-1D27-A948-93E6-B9FE53FD5569}">
      <dsp:nvSpPr>
        <dsp:cNvPr id="0" name=""/>
        <dsp:cNvSpPr/>
      </dsp:nvSpPr>
      <dsp:spPr>
        <a:xfrm>
          <a:off x="1611630" y="2890418"/>
          <a:ext cx="3438144" cy="20930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400" kern="1200"/>
            <a:t>Option B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2700" kern="1200"/>
            <a:t>Benefit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2700" kern="1200"/>
            <a:t>Trade-off</a:t>
          </a:r>
        </a:p>
      </dsp:txBody>
      <dsp:txXfrm>
        <a:off x="1611630" y="2890418"/>
        <a:ext cx="3438144" cy="2093061"/>
      </dsp:txXfrm>
    </dsp:sp>
  </dsp:spTree>
</dsp:drawing>
</file>

<file path=ppt/diagrams/drawing1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4BD8DA-0B44-F045-B8E2-83A723E13580}">
      <dsp:nvSpPr>
        <dsp:cNvPr id="0" name=""/>
        <dsp:cNvSpPr/>
      </dsp:nvSpPr>
      <dsp:spPr>
        <a:xfrm>
          <a:off x="4126230" y="0"/>
          <a:ext cx="2491740" cy="249174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People</a:t>
          </a:r>
        </a:p>
      </dsp:txBody>
      <dsp:txXfrm>
        <a:off x="4749165" y="1245870"/>
        <a:ext cx="1245870" cy="1245870"/>
      </dsp:txXfrm>
    </dsp:sp>
    <dsp:sp modelId="{E24D04E3-EC71-2341-807F-AD9F0F7A4A81}">
      <dsp:nvSpPr>
        <dsp:cNvPr id="0" name=""/>
        <dsp:cNvSpPr/>
      </dsp:nvSpPr>
      <dsp:spPr>
        <a:xfrm>
          <a:off x="2880359" y="2491740"/>
          <a:ext cx="2491740" cy="249174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Process</a:t>
          </a:r>
        </a:p>
      </dsp:txBody>
      <dsp:txXfrm>
        <a:off x="3503294" y="3737610"/>
        <a:ext cx="1245870" cy="1245870"/>
      </dsp:txXfrm>
    </dsp:sp>
    <dsp:sp modelId="{6E1AAFB6-65ED-AF45-B80C-8B982F23A25A}">
      <dsp:nvSpPr>
        <dsp:cNvPr id="0" name=""/>
        <dsp:cNvSpPr/>
      </dsp:nvSpPr>
      <dsp:spPr>
        <a:xfrm rot="10800000">
          <a:off x="4126230" y="2491740"/>
          <a:ext cx="2491740" cy="249174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Technology</a:t>
          </a:r>
        </a:p>
      </dsp:txBody>
      <dsp:txXfrm rot="10800000">
        <a:off x="4749165" y="2491740"/>
        <a:ext cx="1245870" cy="1245870"/>
      </dsp:txXfrm>
    </dsp:sp>
    <dsp:sp modelId="{9154443F-2F4B-5344-8AB8-3BAE4ACB7DBC}">
      <dsp:nvSpPr>
        <dsp:cNvPr id="0" name=""/>
        <dsp:cNvSpPr/>
      </dsp:nvSpPr>
      <dsp:spPr>
        <a:xfrm>
          <a:off x="5372100" y="2491740"/>
          <a:ext cx="2491740" cy="249174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Data</a:t>
          </a:r>
        </a:p>
      </dsp:txBody>
      <dsp:txXfrm>
        <a:off x="5995035" y="3737610"/>
        <a:ext cx="1245870" cy="1245870"/>
      </dsp:txXfrm>
    </dsp:sp>
  </dsp:spTree>
</dsp:drawing>
</file>

<file path=ppt/diagrams/drawing1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8611E0-DCAE-E84B-921C-082CBBE42C3B}">
      <dsp:nvSpPr>
        <dsp:cNvPr id="0" name=""/>
        <dsp:cNvSpPr/>
      </dsp:nvSpPr>
      <dsp:spPr>
        <a:xfrm>
          <a:off x="0" y="0"/>
          <a:ext cx="10744200" cy="4983480"/>
        </a:xfrm>
        <a:prstGeom prst="roundRect">
          <a:avLst>
            <a:gd name="adj" fmla="val 8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3867734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500" kern="1200"/>
            <a:t>People</a:t>
          </a:r>
        </a:p>
      </dsp:txBody>
      <dsp:txXfrm>
        <a:off x="124067" y="124067"/>
        <a:ext cx="10496066" cy="4735346"/>
      </dsp:txXfrm>
    </dsp:sp>
    <dsp:sp modelId="{32F946B7-59B5-9240-BFB9-39126E46B1AF}">
      <dsp:nvSpPr>
        <dsp:cNvPr id="0" name=""/>
        <dsp:cNvSpPr/>
      </dsp:nvSpPr>
      <dsp:spPr>
        <a:xfrm>
          <a:off x="268605" y="1245870"/>
          <a:ext cx="10206990" cy="3488436"/>
        </a:xfrm>
        <a:prstGeom prst="roundRect">
          <a:avLst>
            <a:gd name="adj" fmla="val 10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2215157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500" kern="1200"/>
            <a:t>Process</a:t>
          </a:r>
        </a:p>
      </dsp:txBody>
      <dsp:txXfrm>
        <a:off x="375886" y="1353151"/>
        <a:ext cx="9992428" cy="3273874"/>
      </dsp:txXfrm>
    </dsp:sp>
    <dsp:sp modelId="{EEF640D2-0A4E-B941-9F2B-AF67EEF4E901}">
      <dsp:nvSpPr>
        <dsp:cNvPr id="0" name=""/>
        <dsp:cNvSpPr/>
      </dsp:nvSpPr>
      <dsp:spPr>
        <a:xfrm>
          <a:off x="537210" y="2491740"/>
          <a:ext cx="9669780" cy="1993392"/>
        </a:xfrm>
        <a:prstGeom prst="roundRect">
          <a:avLst>
            <a:gd name="adj" fmla="val 10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32004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500" kern="1200"/>
            <a:t>Technology</a:t>
          </a:r>
        </a:p>
      </dsp:txBody>
      <dsp:txXfrm>
        <a:off x="598514" y="2553044"/>
        <a:ext cx="9547172" cy="1870784"/>
      </dsp:txXfrm>
    </dsp:sp>
  </dsp:spTree>
</dsp:drawing>
</file>

<file path=ppt/diagrams/drawing1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3BEC2-D2E2-9B45-B515-9464E26D5BBE}">
      <dsp:nvSpPr>
        <dsp:cNvPr id="0" name=""/>
        <dsp:cNvSpPr/>
      </dsp:nvSpPr>
      <dsp:spPr>
        <a:xfrm>
          <a:off x="4155350" y="2548733"/>
          <a:ext cx="2433498" cy="24334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200" kern="1200"/>
            <a:t>Shared goal</a:t>
          </a:r>
        </a:p>
      </dsp:txBody>
      <dsp:txXfrm>
        <a:off x="4511728" y="2905111"/>
        <a:ext cx="1720742" cy="1720742"/>
      </dsp:txXfrm>
    </dsp:sp>
    <dsp:sp modelId="{15CAEEE9-11C6-8441-BABA-411FC66B6F95}">
      <dsp:nvSpPr>
        <dsp:cNvPr id="0" name=""/>
        <dsp:cNvSpPr/>
      </dsp:nvSpPr>
      <dsp:spPr>
        <a:xfrm rot="11700000">
          <a:off x="2314955" y="2842165"/>
          <a:ext cx="1810902" cy="693547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5FD10B0-F1CD-4143-AC61-C488EE2F5ABB}">
      <dsp:nvSpPr>
        <dsp:cNvPr id="0" name=""/>
        <dsp:cNvSpPr/>
      </dsp:nvSpPr>
      <dsp:spPr>
        <a:xfrm>
          <a:off x="1189896" y="2029861"/>
          <a:ext cx="2311823" cy="1849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200" kern="1200"/>
            <a:t>Insight</a:t>
          </a:r>
        </a:p>
      </dsp:txBody>
      <dsp:txXfrm>
        <a:off x="1244065" y="2084030"/>
        <a:ext cx="2203485" cy="1741120"/>
      </dsp:txXfrm>
    </dsp:sp>
    <dsp:sp modelId="{711A9595-FF4D-5146-A7A1-CD8286493488}">
      <dsp:nvSpPr>
        <dsp:cNvPr id="0" name=""/>
        <dsp:cNvSpPr/>
      </dsp:nvSpPr>
      <dsp:spPr>
        <a:xfrm rot="14700000">
          <a:off x="3525225" y="1399821"/>
          <a:ext cx="1810902" cy="693547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876143E-1AF2-C345-B81E-96A5B8844519}">
      <dsp:nvSpPr>
        <dsp:cNvPr id="0" name=""/>
        <dsp:cNvSpPr/>
      </dsp:nvSpPr>
      <dsp:spPr>
        <a:xfrm>
          <a:off x="2892104" y="1247"/>
          <a:ext cx="2311823" cy="1849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200" kern="1200"/>
            <a:t>Design</a:t>
          </a:r>
        </a:p>
      </dsp:txBody>
      <dsp:txXfrm>
        <a:off x="2946273" y="55416"/>
        <a:ext cx="2203485" cy="1741120"/>
      </dsp:txXfrm>
    </dsp:sp>
    <dsp:sp modelId="{B9F5FF9A-362F-594C-82E4-F948E8F0648D}">
      <dsp:nvSpPr>
        <dsp:cNvPr id="0" name=""/>
        <dsp:cNvSpPr/>
      </dsp:nvSpPr>
      <dsp:spPr>
        <a:xfrm rot="17700000">
          <a:off x="5408071" y="1399821"/>
          <a:ext cx="1810902" cy="693547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CC97A22-E684-2642-BDA1-506CF70575C4}">
      <dsp:nvSpPr>
        <dsp:cNvPr id="0" name=""/>
        <dsp:cNvSpPr/>
      </dsp:nvSpPr>
      <dsp:spPr>
        <a:xfrm>
          <a:off x="5540271" y="1247"/>
          <a:ext cx="2311823" cy="1849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200" kern="1200"/>
            <a:t>Delivery</a:t>
          </a:r>
        </a:p>
      </dsp:txBody>
      <dsp:txXfrm>
        <a:off x="5594440" y="55416"/>
        <a:ext cx="2203485" cy="1741120"/>
      </dsp:txXfrm>
    </dsp:sp>
    <dsp:sp modelId="{47BC9190-FFC8-3948-BCBC-4DF70F0CDDDA}">
      <dsp:nvSpPr>
        <dsp:cNvPr id="0" name=""/>
        <dsp:cNvSpPr/>
      </dsp:nvSpPr>
      <dsp:spPr>
        <a:xfrm rot="20700000">
          <a:off x="6618342" y="2842165"/>
          <a:ext cx="1810902" cy="693547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A498970-99D3-574C-804F-1222E1BEFB97}">
      <dsp:nvSpPr>
        <dsp:cNvPr id="0" name=""/>
        <dsp:cNvSpPr/>
      </dsp:nvSpPr>
      <dsp:spPr>
        <a:xfrm>
          <a:off x="7242480" y="2029861"/>
          <a:ext cx="2311823" cy="1849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200" kern="1200"/>
            <a:t>Learning</a:t>
          </a:r>
        </a:p>
      </dsp:txBody>
      <dsp:txXfrm>
        <a:off x="7296649" y="2084030"/>
        <a:ext cx="2203485" cy="1741120"/>
      </dsp:txXfrm>
    </dsp:sp>
  </dsp:spTree>
</dsp:drawing>
</file>

<file path=ppt/diagrams/drawing1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365CD7-5F9A-BF4D-959C-2100300F5D0D}">
      <dsp:nvSpPr>
        <dsp:cNvPr id="0" name=""/>
        <dsp:cNvSpPr/>
      </dsp:nvSpPr>
      <dsp:spPr>
        <a:xfrm>
          <a:off x="3475563" y="2457506"/>
          <a:ext cx="891456" cy="68466"/>
        </a:xfrm>
        <a:custGeom>
          <a:avLst/>
          <a:gdLst/>
          <a:ahLst/>
          <a:cxnLst/>
          <a:rect l="0" t="0" r="0" b="0"/>
          <a:pathLst>
            <a:path>
              <a:moveTo>
                <a:pt x="0" y="34233"/>
              </a:moveTo>
              <a:lnTo>
                <a:pt x="891456" y="3423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1C6691-4C55-014C-B9C3-A7449322D3E5}">
      <dsp:nvSpPr>
        <dsp:cNvPr id="0" name=""/>
        <dsp:cNvSpPr/>
      </dsp:nvSpPr>
      <dsp:spPr>
        <a:xfrm>
          <a:off x="1798" y="448348"/>
          <a:ext cx="4086783" cy="40867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36DDEBF-F9C6-3241-9437-EA27B0D7039F}">
      <dsp:nvSpPr>
        <dsp:cNvPr id="0" name=""/>
        <dsp:cNvSpPr/>
      </dsp:nvSpPr>
      <dsp:spPr>
        <a:xfrm>
          <a:off x="4367020" y="1265705"/>
          <a:ext cx="2452069" cy="24520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300" kern="1200"/>
            <a:t>Shared goal</a:t>
          </a:r>
        </a:p>
      </dsp:txBody>
      <dsp:txXfrm>
        <a:off x="4726117" y="1624802"/>
        <a:ext cx="1733875" cy="1733875"/>
      </dsp:txXfrm>
    </dsp:sp>
    <dsp:sp modelId="{7722805A-6F26-824C-9BBF-656CC54BB43A}">
      <dsp:nvSpPr>
        <dsp:cNvPr id="0" name=""/>
        <dsp:cNvSpPr/>
      </dsp:nvSpPr>
      <dsp:spPr>
        <a:xfrm>
          <a:off x="7064297" y="1265705"/>
          <a:ext cx="3678104" cy="2452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3500" kern="1200"/>
            <a:t>Insight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3500" kern="1200"/>
            <a:t>Design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3500" kern="1200"/>
            <a:t>Delivery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3500" kern="1200"/>
            <a:t>Learning</a:t>
          </a:r>
        </a:p>
      </dsp:txBody>
      <dsp:txXfrm>
        <a:off x="7064297" y="1265705"/>
        <a:ext cx="3678104" cy="2452069"/>
      </dsp:txXfrm>
    </dsp:sp>
  </dsp:spTree>
</dsp:drawing>
</file>

<file path=ppt/diagrams/drawing1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B15CE-CAA9-DD4E-A3FE-88D0926099F7}">
      <dsp:nvSpPr>
        <dsp:cNvPr id="0" name=""/>
        <dsp:cNvSpPr/>
      </dsp:nvSpPr>
      <dsp:spPr>
        <a:xfrm rot="18000000">
          <a:off x="1288" y="2617545"/>
          <a:ext cx="2738511" cy="1780032"/>
        </a:xfrm>
        <a:prstGeom prst="round2Same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44450" rIns="1333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500" kern="1200"/>
            <a:t>People</a:t>
          </a:r>
        </a:p>
      </dsp:txBody>
      <dsp:txXfrm>
        <a:off x="125808" y="2682716"/>
        <a:ext cx="2564723" cy="1693138"/>
      </dsp:txXfrm>
    </dsp:sp>
    <dsp:sp modelId="{FAFE793D-B8CB-6346-A6E9-E9FB8C364D44}">
      <dsp:nvSpPr>
        <dsp:cNvPr id="0" name=""/>
        <dsp:cNvSpPr/>
      </dsp:nvSpPr>
      <dsp:spPr>
        <a:xfrm rot="20400000">
          <a:off x="2422506" y="585902"/>
          <a:ext cx="2738511" cy="1780032"/>
        </a:xfrm>
        <a:prstGeom prst="round2Same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44450" rIns="1333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500" kern="1200"/>
            <a:t>Process</a:t>
          </a:r>
        </a:p>
      </dsp:txBody>
      <dsp:txXfrm>
        <a:off x="2524260" y="670176"/>
        <a:ext cx="2564723" cy="1693138"/>
      </dsp:txXfrm>
    </dsp:sp>
    <dsp:sp modelId="{98F1F1A1-7AA5-FD4B-8F7D-8361B0AD6FBE}">
      <dsp:nvSpPr>
        <dsp:cNvPr id="0" name=""/>
        <dsp:cNvSpPr/>
      </dsp:nvSpPr>
      <dsp:spPr>
        <a:xfrm rot="1200000">
          <a:off x="5583181" y="585902"/>
          <a:ext cx="2738511" cy="1780032"/>
        </a:xfrm>
        <a:prstGeom prst="round2Same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44450" rIns="1333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500" kern="1200"/>
            <a:t>Technology</a:t>
          </a:r>
        </a:p>
      </dsp:txBody>
      <dsp:txXfrm>
        <a:off x="5655215" y="670176"/>
        <a:ext cx="2564723" cy="1693138"/>
      </dsp:txXfrm>
    </dsp:sp>
    <dsp:sp modelId="{D5EC6CCE-D860-474E-9077-400722811765}">
      <dsp:nvSpPr>
        <dsp:cNvPr id="0" name=""/>
        <dsp:cNvSpPr/>
      </dsp:nvSpPr>
      <dsp:spPr>
        <a:xfrm rot="3600000">
          <a:off x="8004399" y="2617545"/>
          <a:ext cx="2738511" cy="1780032"/>
        </a:xfrm>
        <a:prstGeom prst="round2Same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44450" rIns="1333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500" kern="1200"/>
            <a:t>Data</a:t>
          </a:r>
        </a:p>
      </dsp:txBody>
      <dsp:txXfrm>
        <a:off x="8053667" y="2682716"/>
        <a:ext cx="2564723" cy="1693138"/>
      </dsp:txXfrm>
    </dsp:sp>
  </dsp:spTree>
</dsp:drawing>
</file>

<file path=ppt/diagrams/drawing1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2E57B-678C-B546-84EF-E1EE4224FEEC}">
      <dsp:nvSpPr>
        <dsp:cNvPr id="0" name=""/>
        <dsp:cNvSpPr/>
      </dsp:nvSpPr>
      <dsp:spPr>
        <a:xfrm>
          <a:off x="2257424" y="1245869"/>
          <a:ext cx="3737610" cy="37376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E095261-0ED7-254B-B192-8947CFB728F6}">
      <dsp:nvSpPr>
        <dsp:cNvPr id="0" name=""/>
        <dsp:cNvSpPr/>
      </dsp:nvSpPr>
      <dsp:spPr>
        <a:xfrm>
          <a:off x="2791591" y="1780036"/>
          <a:ext cx="2669276" cy="266927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E04924B-C5D9-7A46-A506-F4608BD1A520}">
      <dsp:nvSpPr>
        <dsp:cNvPr id="0" name=""/>
        <dsp:cNvSpPr/>
      </dsp:nvSpPr>
      <dsp:spPr>
        <a:xfrm>
          <a:off x="3325447" y="2313892"/>
          <a:ext cx="1601565" cy="16015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D2BE07-B5B2-2547-8B96-FF512425FA67}">
      <dsp:nvSpPr>
        <dsp:cNvPr id="0" name=""/>
        <dsp:cNvSpPr/>
      </dsp:nvSpPr>
      <dsp:spPr>
        <a:xfrm>
          <a:off x="3859302" y="2847747"/>
          <a:ext cx="533855" cy="5338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3BD1295-4B21-DF45-B447-AC3AEE5EC78A}">
      <dsp:nvSpPr>
        <dsp:cNvPr id="0" name=""/>
        <dsp:cNvSpPr/>
      </dsp:nvSpPr>
      <dsp:spPr>
        <a:xfrm>
          <a:off x="6617969" y="0"/>
          <a:ext cx="1868805" cy="893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31750" bIns="317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People</a:t>
          </a:r>
        </a:p>
      </dsp:txBody>
      <dsp:txXfrm>
        <a:off x="6617969" y="0"/>
        <a:ext cx="1868805" cy="893911"/>
      </dsp:txXfrm>
    </dsp:sp>
    <dsp:sp modelId="{C2D73449-7BBB-5A48-9D74-24EFED7CB11C}">
      <dsp:nvSpPr>
        <dsp:cNvPr id="0" name=""/>
        <dsp:cNvSpPr/>
      </dsp:nvSpPr>
      <dsp:spPr>
        <a:xfrm>
          <a:off x="6150768" y="446955"/>
          <a:ext cx="4672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0A1DD10-EDB7-C042-9389-7932812E2351}">
      <dsp:nvSpPr>
        <dsp:cNvPr id="0" name=""/>
        <dsp:cNvSpPr/>
      </dsp:nvSpPr>
      <dsp:spPr>
        <a:xfrm rot="5400000">
          <a:off x="3802303" y="741292"/>
          <a:ext cx="2641244" cy="205568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8800925-5B5F-8B41-8631-05851CF8AE10}">
      <dsp:nvSpPr>
        <dsp:cNvPr id="0" name=""/>
        <dsp:cNvSpPr/>
      </dsp:nvSpPr>
      <dsp:spPr>
        <a:xfrm>
          <a:off x="6617969" y="893911"/>
          <a:ext cx="1868805" cy="893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31750" bIns="317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Process</a:t>
          </a:r>
        </a:p>
      </dsp:txBody>
      <dsp:txXfrm>
        <a:off x="6617969" y="893911"/>
        <a:ext cx="1868805" cy="893911"/>
      </dsp:txXfrm>
    </dsp:sp>
    <dsp:sp modelId="{590807DC-8B47-D54B-91DB-D8AFC2344EEF}">
      <dsp:nvSpPr>
        <dsp:cNvPr id="0" name=""/>
        <dsp:cNvSpPr/>
      </dsp:nvSpPr>
      <dsp:spPr>
        <a:xfrm>
          <a:off x="6150768" y="1340867"/>
          <a:ext cx="4672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1593A27-514E-7B45-8388-7AC0776FE63A}">
      <dsp:nvSpPr>
        <dsp:cNvPr id="0" name=""/>
        <dsp:cNvSpPr/>
      </dsp:nvSpPr>
      <dsp:spPr>
        <a:xfrm rot="5400000">
          <a:off x="4259538" y="1620565"/>
          <a:ext cx="2169059" cy="1610286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0DC01E4-4B77-7247-A5CF-BCF5C9DB9D6F}">
      <dsp:nvSpPr>
        <dsp:cNvPr id="0" name=""/>
        <dsp:cNvSpPr/>
      </dsp:nvSpPr>
      <dsp:spPr>
        <a:xfrm>
          <a:off x="6617969" y="1787823"/>
          <a:ext cx="1868805" cy="893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31750" bIns="317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Technology</a:t>
          </a:r>
        </a:p>
      </dsp:txBody>
      <dsp:txXfrm>
        <a:off x="6617969" y="1787823"/>
        <a:ext cx="1868805" cy="893911"/>
      </dsp:txXfrm>
    </dsp:sp>
    <dsp:sp modelId="{BCF39119-DACF-8C43-936B-8D25E3DB4C8B}">
      <dsp:nvSpPr>
        <dsp:cNvPr id="0" name=""/>
        <dsp:cNvSpPr/>
      </dsp:nvSpPr>
      <dsp:spPr>
        <a:xfrm>
          <a:off x="6150768" y="2234779"/>
          <a:ext cx="4672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7268D37-F7F6-DD49-86FA-B691F3AAB6A2}">
      <dsp:nvSpPr>
        <dsp:cNvPr id="0" name=""/>
        <dsp:cNvSpPr/>
      </dsp:nvSpPr>
      <dsp:spPr>
        <a:xfrm rot="5400000">
          <a:off x="4702133" y="2440036"/>
          <a:ext cx="1654515" cy="124275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562199E-514F-0541-9E4A-DF17D5370415}">
      <dsp:nvSpPr>
        <dsp:cNvPr id="0" name=""/>
        <dsp:cNvSpPr/>
      </dsp:nvSpPr>
      <dsp:spPr>
        <a:xfrm>
          <a:off x="6617969" y="2681735"/>
          <a:ext cx="1868805" cy="893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31750" bIns="317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Data</a:t>
          </a:r>
        </a:p>
      </dsp:txBody>
      <dsp:txXfrm>
        <a:off x="6617969" y="2681735"/>
        <a:ext cx="1868805" cy="893911"/>
      </dsp:txXfrm>
    </dsp:sp>
    <dsp:sp modelId="{282E2B4E-92FC-044C-910F-09B44B022382}">
      <dsp:nvSpPr>
        <dsp:cNvPr id="0" name=""/>
        <dsp:cNvSpPr/>
      </dsp:nvSpPr>
      <dsp:spPr>
        <a:xfrm>
          <a:off x="6150768" y="3128691"/>
          <a:ext cx="4672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C711D45-7519-2E4F-BC47-5748938DC364}">
      <dsp:nvSpPr>
        <dsp:cNvPr id="0" name=""/>
        <dsp:cNvSpPr/>
      </dsp:nvSpPr>
      <dsp:spPr>
        <a:xfrm rot="5400000">
          <a:off x="5145787" y="3262746"/>
          <a:ext cx="1137230" cy="868371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1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F1B0F8-F025-C641-98C6-6D9A768EFC72}">
      <dsp:nvSpPr>
        <dsp:cNvPr id="0" name=""/>
        <dsp:cNvSpPr/>
      </dsp:nvSpPr>
      <dsp:spPr>
        <a:xfrm>
          <a:off x="4076395" y="49834"/>
          <a:ext cx="2591409" cy="259140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People</a:t>
          </a:r>
        </a:p>
      </dsp:txBody>
      <dsp:txXfrm>
        <a:off x="4375404" y="398678"/>
        <a:ext cx="1993392" cy="822274"/>
      </dsp:txXfrm>
    </dsp:sp>
    <dsp:sp modelId="{98643157-74F2-F54C-9CD8-BF4AE024CC84}">
      <dsp:nvSpPr>
        <dsp:cNvPr id="0" name=""/>
        <dsp:cNvSpPr/>
      </dsp:nvSpPr>
      <dsp:spPr>
        <a:xfrm>
          <a:off x="5222595" y="1196035"/>
          <a:ext cx="2591409" cy="259140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Process</a:t>
          </a:r>
        </a:p>
      </dsp:txBody>
      <dsp:txXfrm>
        <a:off x="6617970" y="1495044"/>
        <a:ext cx="996696" cy="1993392"/>
      </dsp:txXfrm>
    </dsp:sp>
    <dsp:sp modelId="{42E98374-6DD7-A847-9CE4-E18057802C9E}">
      <dsp:nvSpPr>
        <dsp:cNvPr id="0" name=""/>
        <dsp:cNvSpPr/>
      </dsp:nvSpPr>
      <dsp:spPr>
        <a:xfrm>
          <a:off x="4076395" y="2342235"/>
          <a:ext cx="2591409" cy="259140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Technology</a:t>
          </a:r>
        </a:p>
      </dsp:txBody>
      <dsp:txXfrm>
        <a:off x="4375404" y="3762527"/>
        <a:ext cx="1993392" cy="822274"/>
      </dsp:txXfrm>
    </dsp:sp>
    <dsp:sp modelId="{EA33487F-2BCB-3841-8A35-959DB7090149}">
      <dsp:nvSpPr>
        <dsp:cNvPr id="0" name=""/>
        <dsp:cNvSpPr/>
      </dsp:nvSpPr>
      <dsp:spPr>
        <a:xfrm>
          <a:off x="2930194" y="1196035"/>
          <a:ext cx="2591409" cy="259140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Data</a:t>
          </a:r>
        </a:p>
      </dsp:txBody>
      <dsp:txXfrm>
        <a:off x="3129534" y="1495044"/>
        <a:ext cx="996696" cy="1993392"/>
      </dsp:txXfrm>
    </dsp:sp>
  </dsp:spTree>
</dsp:drawing>
</file>

<file path=ppt/diagrams/drawing1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6D3012-0337-3246-97C4-1942B7483941}">
      <dsp:nvSpPr>
        <dsp:cNvPr id="0" name=""/>
        <dsp:cNvSpPr/>
      </dsp:nvSpPr>
      <dsp:spPr>
        <a:xfrm>
          <a:off x="3147" y="912636"/>
          <a:ext cx="3158207" cy="315820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3807" tIns="36830" rIns="173807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People</a:t>
          </a:r>
        </a:p>
      </dsp:txBody>
      <dsp:txXfrm>
        <a:off x="465656" y="1375145"/>
        <a:ext cx="2233189" cy="2233189"/>
      </dsp:txXfrm>
    </dsp:sp>
    <dsp:sp modelId="{426583C2-B436-0F4E-9E61-8AA0CD0E2609}">
      <dsp:nvSpPr>
        <dsp:cNvPr id="0" name=""/>
        <dsp:cNvSpPr/>
      </dsp:nvSpPr>
      <dsp:spPr>
        <a:xfrm>
          <a:off x="2529713" y="912636"/>
          <a:ext cx="3158207" cy="315820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3807" tIns="36830" rIns="173807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Process</a:t>
          </a:r>
        </a:p>
      </dsp:txBody>
      <dsp:txXfrm>
        <a:off x="2992222" y="1375145"/>
        <a:ext cx="2233189" cy="2233189"/>
      </dsp:txXfrm>
    </dsp:sp>
    <dsp:sp modelId="{0038467B-4B43-2448-B6DF-169D9E91798B}">
      <dsp:nvSpPr>
        <dsp:cNvPr id="0" name=""/>
        <dsp:cNvSpPr/>
      </dsp:nvSpPr>
      <dsp:spPr>
        <a:xfrm>
          <a:off x="5056279" y="912636"/>
          <a:ext cx="3158207" cy="315820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3807" tIns="36830" rIns="173807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Technology</a:t>
          </a:r>
        </a:p>
      </dsp:txBody>
      <dsp:txXfrm>
        <a:off x="5518788" y="1375145"/>
        <a:ext cx="2233189" cy="2233189"/>
      </dsp:txXfrm>
    </dsp:sp>
    <dsp:sp modelId="{284C4720-08B8-FD4E-BF00-06CD3F41158F}">
      <dsp:nvSpPr>
        <dsp:cNvPr id="0" name=""/>
        <dsp:cNvSpPr/>
      </dsp:nvSpPr>
      <dsp:spPr>
        <a:xfrm>
          <a:off x="7582845" y="912636"/>
          <a:ext cx="3158207" cy="315820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3807" tIns="36830" rIns="173807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Data</a:t>
          </a:r>
        </a:p>
      </dsp:txBody>
      <dsp:txXfrm>
        <a:off x="8045354" y="1375145"/>
        <a:ext cx="2233189" cy="2233189"/>
      </dsp:txXfrm>
    </dsp:sp>
  </dsp:spTree>
</dsp:drawing>
</file>

<file path=ppt/diagrams/drawing1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D30D9A-538A-D040-B79A-EC95C9F9FAF6}">
      <dsp:nvSpPr>
        <dsp:cNvPr id="0" name=""/>
        <dsp:cNvSpPr/>
      </dsp:nvSpPr>
      <dsp:spPr>
        <a:xfrm>
          <a:off x="2880359" y="0"/>
          <a:ext cx="4983480" cy="49834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People</a:t>
          </a:r>
        </a:p>
      </dsp:txBody>
      <dsp:txXfrm>
        <a:off x="4675409" y="249173"/>
        <a:ext cx="1393381" cy="747522"/>
      </dsp:txXfrm>
    </dsp:sp>
    <dsp:sp modelId="{994BAE2E-62F5-2347-A93F-6DD0B5B70DFB}">
      <dsp:nvSpPr>
        <dsp:cNvPr id="0" name=""/>
        <dsp:cNvSpPr/>
      </dsp:nvSpPr>
      <dsp:spPr>
        <a:xfrm>
          <a:off x="3378707" y="996695"/>
          <a:ext cx="3986784" cy="39867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Process</a:t>
          </a:r>
        </a:p>
      </dsp:txBody>
      <dsp:txXfrm>
        <a:off x="4675409" y="1235903"/>
        <a:ext cx="1393381" cy="717621"/>
      </dsp:txXfrm>
    </dsp:sp>
    <dsp:sp modelId="{E6AD93A7-CFC2-1848-BC32-E6AF825DBF3F}">
      <dsp:nvSpPr>
        <dsp:cNvPr id="0" name=""/>
        <dsp:cNvSpPr/>
      </dsp:nvSpPr>
      <dsp:spPr>
        <a:xfrm>
          <a:off x="3877055" y="1993391"/>
          <a:ext cx="2990088" cy="29900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Technology</a:t>
          </a:r>
        </a:p>
      </dsp:txBody>
      <dsp:txXfrm>
        <a:off x="4675409" y="2217648"/>
        <a:ext cx="1393381" cy="672769"/>
      </dsp:txXfrm>
    </dsp:sp>
    <dsp:sp modelId="{E4748215-BED7-5344-AA7D-C32027985696}">
      <dsp:nvSpPr>
        <dsp:cNvPr id="0" name=""/>
        <dsp:cNvSpPr/>
      </dsp:nvSpPr>
      <dsp:spPr>
        <a:xfrm>
          <a:off x="4375403" y="2990087"/>
          <a:ext cx="1993392" cy="19933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Data</a:t>
          </a:r>
        </a:p>
      </dsp:txBody>
      <dsp:txXfrm>
        <a:off x="4667329" y="3488436"/>
        <a:ext cx="1409541" cy="996696"/>
      </dsp:txXfrm>
    </dsp:sp>
  </dsp:spTree>
</dsp:drawing>
</file>

<file path=ppt/diagrams/drawing1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C508AB-130E-4E4C-A600-6CB309FA4257}">
      <dsp:nvSpPr>
        <dsp:cNvPr id="0" name=""/>
        <dsp:cNvSpPr/>
      </dsp:nvSpPr>
      <dsp:spPr>
        <a:xfrm>
          <a:off x="1570950" y="0"/>
          <a:ext cx="2989223" cy="298958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People</a:t>
          </a:r>
        </a:p>
      </dsp:txBody>
      <dsp:txXfrm>
        <a:off x="2008712" y="437815"/>
        <a:ext cx="2113699" cy="2113959"/>
      </dsp:txXfrm>
    </dsp:sp>
    <dsp:sp modelId="{70AB3405-CB16-EC4E-9074-F764375A04F4}">
      <dsp:nvSpPr>
        <dsp:cNvPr id="0" name=""/>
        <dsp:cNvSpPr/>
      </dsp:nvSpPr>
      <dsp:spPr>
        <a:xfrm>
          <a:off x="3108895" y="1993890"/>
          <a:ext cx="2989223" cy="298958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Process</a:t>
          </a:r>
        </a:p>
      </dsp:txBody>
      <dsp:txXfrm>
        <a:off x="3546657" y="2431705"/>
        <a:ext cx="2113699" cy="2113959"/>
      </dsp:txXfrm>
    </dsp:sp>
    <dsp:sp modelId="{4E50B248-2524-5248-B656-CBBC567C0CE8}">
      <dsp:nvSpPr>
        <dsp:cNvPr id="0" name=""/>
        <dsp:cNvSpPr/>
      </dsp:nvSpPr>
      <dsp:spPr>
        <a:xfrm>
          <a:off x="4646080" y="0"/>
          <a:ext cx="2989223" cy="298958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Technology</a:t>
          </a:r>
        </a:p>
      </dsp:txBody>
      <dsp:txXfrm>
        <a:off x="5083842" y="437815"/>
        <a:ext cx="2113699" cy="2113959"/>
      </dsp:txXfrm>
    </dsp:sp>
    <dsp:sp modelId="{FA1FDB77-F576-5345-86E8-8B6501C8F80E}">
      <dsp:nvSpPr>
        <dsp:cNvPr id="0" name=""/>
        <dsp:cNvSpPr/>
      </dsp:nvSpPr>
      <dsp:spPr>
        <a:xfrm>
          <a:off x="6184025" y="1993890"/>
          <a:ext cx="2989223" cy="298958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Data</a:t>
          </a:r>
        </a:p>
      </dsp:txBody>
      <dsp:txXfrm>
        <a:off x="6621787" y="2431705"/>
        <a:ext cx="2113699" cy="2113959"/>
      </dsp:txXfrm>
    </dsp:sp>
  </dsp:spTree>
</dsp:drawing>
</file>

<file path=ppt/diagrams/drawing1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8434DD-F6A4-B845-9FA8-E89F334A3B18}">
      <dsp:nvSpPr>
        <dsp:cNvPr id="0" name=""/>
        <dsp:cNvSpPr/>
      </dsp:nvSpPr>
      <dsp:spPr>
        <a:xfrm>
          <a:off x="2880359" y="0"/>
          <a:ext cx="4983480" cy="498348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614604-57D6-B641-9CBA-D73425EBA5A6}">
      <dsp:nvSpPr>
        <dsp:cNvPr id="0" name=""/>
        <dsp:cNvSpPr/>
      </dsp:nvSpPr>
      <dsp:spPr>
        <a:xfrm>
          <a:off x="3353790" y="473430"/>
          <a:ext cx="1943557" cy="19435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Explore</a:t>
          </a:r>
        </a:p>
      </dsp:txBody>
      <dsp:txXfrm>
        <a:off x="3448667" y="568307"/>
        <a:ext cx="1753803" cy="1753803"/>
      </dsp:txXfrm>
    </dsp:sp>
    <dsp:sp modelId="{79358B2E-B630-E847-BC38-1E6D058A05F1}">
      <dsp:nvSpPr>
        <dsp:cNvPr id="0" name=""/>
        <dsp:cNvSpPr/>
      </dsp:nvSpPr>
      <dsp:spPr>
        <a:xfrm>
          <a:off x="5446852" y="473430"/>
          <a:ext cx="1943557" cy="19435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Invest</a:t>
          </a:r>
        </a:p>
      </dsp:txBody>
      <dsp:txXfrm>
        <a:off x="5541729" y="568307"/>
        <a:ext cx="1753803" cy="1753803"/>
      </dsp:txXfrm>
    </dsp:sp>
    <dsp:sp modelId="{47437C54-2BE3-2F43-8F2B-6EF8860DD90B}">
      <dsp:nvSpPr>
        <dsp:cNvPr id="0" name=""/>
        <dsp:cNvSpPr/>
      </dsp:nvSpPr>
      <dsp:spPr>
        <a:xfrm>
          <a:off x="3353790" y="2566492"/>
          <a:ext cx="1943557" cy="19435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Maintain</a:t>
          </a:r>
        </a:p>
      </dsp:txBody>
      <dsp:txXfrm>
        <a:off x="3448667" y="2661369"/>
        <a:ext cx="1753803" cy="1753803"/>
      </dsp:txXfrm>
    </dsp:sp>
    <dsp:sp modelId="{C05E8CB2-8C4D-764D-86B3-98279A97CA14}">
      <dsp:nvSpPr>
        <dsp:cNvPr id="0" name=""/>
        <dsp:cNvSpPr/>
      </dsp:nvSpPr>
      <dsp:spPr>
        <a:xfrm>
          <a:off x="5446852" y="2566492"/>
          <a:ext cx="1943557" cy="19435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Retire</a:t>
          </a:r>
        </a:p>
      </dsp:txBody>
      <dsp:txXfrm>
        <a:off x="5541729" y="2661369"/>
        <a:ext cx="1753803" cy="1753803"/>
      </dsp:txXfrm>
    </dsp:sp>
  </dsp:spTree>
</dsp:drawing>
</file>

<file path=ppt/diagrams/drawing1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7F2774-F1D1-A54F-B435-687E9F250AFA}">
      <dsp:nvSpPr>
        <dsp:cNvPr id="0" name=""/>
        <dsp:cNvSpPr/>
      </dsp:nvSpPr>
      <dsp:spPr>
        <a:xfrm rot="16200000">
          <a:off x="1440179" y="-1440179"/>
          <a:ext cx="2491740" cy="53721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8488" tIns="348488" rIns="348488" bIns="348488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900" kern="1200"/>
            <a:t>Explore</a:t>
          </a:r>
        </a:p>
      </dsp:txBody>
      <dsp:txXfrm rot="5400000">
        <a:off x="0" y="0"/>
        <a:ext cx="5372100" cy="1868805"/>
      </dsp:txXfrm>
    </dsp:sp>
    <dsp:sp modelId="{9A336B99-BDA0-A34E-A05D-5ACB30D762A3}">
      <dsp:nvSpPr>
        <dsp:cNvPr id="0" name=""/>
        <dsp:cNvSpPr/>
      </dsp:nvSpPr>
      <dsp:spPr>
        <a:xfrm>
          <a:off x="5372100" y="0"/>
          <a:ext cx="5372100" cy="249174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8488" tIns="348488" rIns="348488" bIns="348488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900" kern="1200"/>
            <a:t>Invest</a:t>
          </a:r>
        </a:p>
      </dsp:txBody>
      <dsp:txXfrm>
        <a:off x="5372100" y="0"/>
        <a:ext cx="5372100" cy="1868805"/>
      </dsp:txXfrm>
    </dsp:sp>
    <dsp:sp modelId="{CE0241B3-7C0C-BC4F-878C-8E3AA05D4C7D}">
      <dsp:nvSpPr>
        <dsp:cNvPr id="0" name=""/>
        <dsp:cNvSpPr/>
      </dsp:nvSpPr>
      <dsp:spPr>
        <a:xfrm rot="10800000">
          <a:off x="0" y="2491740"/>
          <a:ext cx="5372100" cy="249174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8488" tIns="348488" rIns="348488" bIns="348488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900" kern="1200"/>
            <a:t>Maintain</a:t>
          </a:r>
        </a:p>
      </dsp:txBody>
      <dsp:txXfrm rot="10800000">
        <a:off x="0" y="3114675"/>
        <a:ext cx="5372100" cy="1868805"/>
      </dsp:txXfrm>
    </dsp:sp>
    <dsp:sp modelId="{0DBBB746-8932-1442-97A5-94E805C23F7D}">
      <dsp:nvSpPr>
        <dsp:cNvPr id="0" name=""/>
        <dsp:cNvSpPr/>
      </dsp:nvSpPr>
      <dsp:spPr>
        <a:xfrm rot="5400000">
          <a:off x="6812280" y="1051560"/>
          <a:ext cx="2491740" cy="53721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8488" tIns="348488" rIns="348488" bIns="348488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900" kern="1200"/>
            <a:t>Retire</a:t>
          </a:r>
        </a:p>
      </dsp:txBody>
      <dsp:txXfrm rot="-5400000">
        <a:off x="5372100" y="3114674"/>
        <a:ext cx="5372100" cy="1868805"/>
      </dsp:txXfrm>
    </dsp:sp>
    <dsp:sp modelId="{732B4A9E-2945-5E41-9A04-AFCAD8BE7033}">
      <dsp:nvSpPr>
        <dsp:cNvPr id="0" name=""/>
        <dsp:cNvSpPr/>
      </dsp:nvSpPr>
      <dsp:spPr>
        <a:xfrm>
          <a:off x="3760469" y="1868805"/>
          <a:ext cx="3223260" cy="1245870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900" kern="1200"/>
            <a:t>Portfolio</a:t>
          </a:r>
        </a:p>
      </dsp:txBody>
      <dsp:txXfrm>
        <a:off x="3821287" y="1929623"/>
        <a:ext cx="3101624" cy="1124234"/>
      </dsp:txXfrm>
    </dsp:sp>
  </dsp:spTree>
</dsp:drawing>
</file>

<file path=ppt/diagrams/drawing1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C9CD9-779D-4643-97BE-2F90A1CB5121}">
      <dsp:nvSpPr>
        <dsp:cNvPr id="0" name=""/>
        <dsp:cNvSpPr/>
      </dsp:nvSpPr>
      <dsp:spPr>
        <a:xfrm>
          <a:off x="2880359" y="0"/>
          <a:ext cx="4983480" cy="4983480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2F26F5-027A-0E46-8A90-E6A6C4010ABC}">
      <dsp:nvSpPr>
        <dsp:cNvPr id="0" name=""/>
        <dsp:cNvSpPr/>
      </dsp:nvSpPr>
      <dsp:spPr>
        <a:xfrm>
          <a:off x="3204286" y="323926"/>
          <a:ext cx="1993392" cy="19933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Explore</a:t>
          </a:r>
        </a:p>
      </dsp:txBody>
      <dsp:txXfrm>
        <a:off x="3301595" y="421235"/>
        <a:ext cx="1798774" cy="1798774"/>
      </dsp:txXfrm>
    </dsp:sp>
    <dsp:sp modelId="{44AC8157-E4FD-C947-ADF5-F14435A50334}">
      <dsp:nvSpPr>
        <dsp:cNvPr id="0" name=""/>
        <dsp:cNvSpPr/>
      </dsp:nvSpPr>
      <dsp:spPr>
        <a:xfrm>
          <a:off x="5546521" y="323926"/>
          <a:ext cx="1993392" cy="19933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Invest</a:t>
          </a:r>
        </a:p>
      </dsp:txBody>
      <dsp:txXfrm>
        <a:off x="5643830" y="421235"/>
        <a:ext cx="1798774" cy="1798774"/>
      </dsp:txXfrm>
    </dsp:sp>
    <dsp:sp modelId="{FA3BCDEE-AF30-4948-8968-3B4E4D8CB07A}">
      <dsp:nvSpPr>
        <dsp:cNvPr id="0" name=""/>
        <dsp:cNvSpPr/>
      </dsp:nvSpPr>
      <dsp:spPr>
        <a:xfrm>
          <a:off x="3204286" y="2666161"/>
          <a:ext cx="1993392" cy="19933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Maintain</a:t>
          </a:r>
        </a:p>
      </dsp:txBody>
      <dsp:txXfrm>
        <a:off x="3301595" y="2763470"/>
        <a:ext cx="1798774" cy="1798774"/>
      </dsp:txXfrm>
    </dsp:sp>
    <dsp:sp modelId="{DBEE3C38-B619-264C-953A-95333876E36B}">
      <dsp:nvSpPr>
        <dsp:cNvPr id="0" name=""/>
        <dsp:cNvSpPr/>
      </dsp:nvSpPr>
      <dsp:spPr>
        <a:xfrm>
          <a:off x="5546521" y="2666161"/>
          <a:ext cx="1993392" cy="19933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Retire</a:t>
          </a:r>
        </a:p>
      </dsp:txBody>
      <dsp:txXfrm>
        <a:off x="5643830" y="2763470"/>
        <a:ext cx="1798774" cy="1798774"/>
      </dsp:txXfrm>
    </dsp:sp>
  </dsp:spTree>
</dsp:drawing>
</file>

<file path=ppt/diagrams/drawing1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FAC9AC-E156-2C47-8F57-53FE622F23EB}">
      <dsp:nvSpPr>
        <dsp:cNvPr id="0" name=""/>
        <dsp:cNvSpPr/>
      </dsp:nvSpPr>
      <dsp:spPr>
        <a:xfrm>
          <a:off x="4029074" y="0"/>
          <a:ext cx="2686050" cy="1245870"/>
        </a:xfrm>
        <a:prstGeom prst="trapezoid">
          <a:avLst>
            <a:gd name="adj" fmla="val 10779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Foundation</a:t>
          </a:r>
        </a:p>
      </dsp:txBody>
      <dsp:txXfrm>
        <a:off x="4029074" y="0"/>
        <a:ext cx="2686050" cy="1245870"/>
      </dsp:txXfrm>
    </dsp:sp>
    <dsp:sp modelId="{203198AA-9BF9-C740-AB29-A85C28F11942}">
      <dsp:nvSpPr>
        <dsp:cNvPr id="0" name=""/>
        <dsp:cNvSpPr/>
      </dsp:nvSpPr>
      <dsp:spPr>
        <a:xfrm>
          <a:off x="2686050" y="1245870"/>
          <a:ext cx="5372100" cy="1245870"/>
        </a:xfrm>
        <a:prstGeom prst="trapezoid">
          <a:avLst>
            <a:gd name="adj" fmla="val 10779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Capability</a:t>
          </a:r>
        </a:p>
      </dsp:txBody>
      <dsp:txXfrm>
        <a:off x="3626167" y="1245870"/>
        <a:ext cx="3491865" cy="1245870"/>
      </dsp:txXfrm>
    </dsp:sp>
    <dsp:sp modelId="{421BC5A5-0462-A648-940D-B9E89053F73F}">
      <dsp:nvSpPr>
        <dsp:cNvPr id="0" name=""/>
        <dsp:cNvSpPr/>
      </dsp:nvSpPr>
      <dsp:spPr>
        <a:xfrm>
          <a:off x="1343025" y="2491740"/>
          <a:ext cx="8058149" cy="1245870"/>
        </a:xfrm>
        <a:prstGeom prst="trapezoid">
          <a:avLst>
            <a:gd name="adj" fmla="val 10779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Advantage</a:t>
          </a:r>
        </a:p>
      </dsp:txBody>
      <dsp:txXfrm>
        <a:off x="2753201" y="2491740"/>
        <a:ext cx="5237797" cy="1245870"/>
      </dsp:txXfrm>
    </dsp:sp>
    <dsp:sp modelId="{1B578063-A377-BA44-A7F8-3B29D615D8F8}">
      <dsp:nvSpPr>
        <dsp:cNvPr id="0" name=""/>
        <dsp:cNvSpPr/>
      </dsp:nvSpPr>
      <dsp:spPr>
        <a:xfrm>
          <a:off x="0" y="3737610"/>
          <a:ext cx="10744200" cy="1245870"/>
        </a:xfrm>
        <a:prstGeom prst="trapezoid">
          <a:avLst>
            <a:gd name="adj" fmla="val 10779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Impact</a:t>
          </a:r>
        </a:p>
      </dsp:txBody>
      <dsp:txXfrm>
        <a:off x="1880234" y="3737610"/>
        <a:ext cx="6983730" cy="1245870"/>
      </dsp:txXfrm>
    </dsp:sp>
  </dsp:spTree>
</dsp:drawing>
</file>

<file path=ppt/diagrams/drawing1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18F261-6094-BB49-8160-740723A636E3}">
      <dsp:nvSpPr>
        <dsp:cNvPr id="0" name=""/>
        <dsp:cNvSpPr/>
      </dsp:nvSpPr>
      <dsp:spPr>
        <a:xfrm rot="10800000">
          <a:off x="0" y="0"/>
          <a:ext cx="10744200" cy="1245870"/>
        </a:xfrm>
        <a:prstGeom prst="trapezoid">
          <a:avLst>
            <a:gd name="adj" fmla="val 10779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0" tIns="69850" rIns="69850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500" kern="1200"/>
            <a:t>Foundation</a:t>
          </a:r>
        </a:p>
      </dsp:txBody>
      <dsp:txXfrm rot="-10800000">
        <a:off x="1880234" y="0"/>
        <a:ext cx="6983730" cy="1245870"/>
      </dsp:txXfrm>
    </dsp:sp>
    <dsp:sp modelId="{302389FB-3C40-6447-ACC1-1A6F9CCA6262}">
      <dsp:nvSpPr>
        <dsp:cNvPr id="0" name=""/>
        <dsp:cNvSpPr/>
      </dsp:nvSpPr>
      <dsp:spPr>
        <a:xfrm rot="10800000">
          <a:off x="1343025" y="1245869"/>
          <a:ext cx="8058149" cy="1245870"/>
        </a:xfrm>
        <a:prstGeom prst="trapezoid">
          <a:avLst>
            <a:gd name="adj" fmla="val 10779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0" tIns="69850" rIns="69850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500" kern="1200"/>
            <a:t>Capability</a:t>
          </a:r>
        </a:p>
      </dsp:txBody>
      <dsp:txXfrm rot="-10800000">
        <a:off x="2753201" y="1245869"/>
        <a:ext cx="5237797" cy="1245870"/>
      </dsp:txXfrm>
    </dsp:sp>
    <dsp:sp modelId="{73AA7F51-353E-5141-84AD-F34B6FB32AE2}">
      <dsp:nvSpPr>
        <dsp:cNvPr id="0" name=""/>
        <dsp:cNvSpPr/>
      </dsp:nvSpPr>
      <dsp:spPr>
        <a:xfrm rot="10800000">
          <a:off x="2686050" y="2491740"/>
          <a:ext cx="5372100" cy="1245870"/>
        </a:xfrm>
        <a:prstGeom prst="trapezoid">
          <a:avLst>
            <a:gd name="adj" fmla="val 10779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0" tIns="69850" rIns="69850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500" kern="1200"/>
            <a:t>Advantage</a:t>
          </a:r>
        </a:p>
      </dsp:txBody>
      <dsp:txXfrm rot="-10800000">
        <a:off x="3626167" y="2491740"/>
        <a:ext cx="3491865" cy="1245870"/>
      </dsp:txXfrm>
    </dsp:sp>
    <dsp:sp modelId="{BE54778B-8546-794F-8317-2B378937E3B2}">
      <dsp:nvSpPr>
        <dsp:cNvPr id="0" name=""/>
        <dsp:cNvSpPr/>
      </dsp:nvSpPr>
      <dsp:spPr>
        <a:xfrm rot="10800000">
          <a:off x="4029074" y="3737610"/>
          <a:ext cx="2686050" cy="1245870"/>
        </a:xfrm>
        <a:prstGeom prst="trapezoid">
          <a:avLst>
            <a:gd name="adj" fmla="val 10779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0" tIns="69850" rIns="69850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500" kern="1200"/>
            <a:t>Impact</a:t>
          </a:r>
        </a:p>
      </dsp:txBody>
      <dsp:txXfrm rot="-10800000">
        <a:off x="4029074" y="3737610"/>
        <a:ext cx="2686050" cy="1245870"/>
      </dsp:txXfrm>
    </dsp:sp>
  </dsp:spTree>
</dsp:drawing>
</file>

<file path=ppt/diagrams/drawing1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B2BEF0-05DF-447E-AD89-363FE81E0C4D}">
      <dsp:nvSpPr>
        <dsp:cNvPr id="0" name=""/>
        <dsp:cNvSpPr/>
      </dsp:nvSpPr>
      <dsp:spPr>
        <a:xfrm>
          <a:off x="1419862" y="229215"/>
          <a:ext cx="3551506" cy="4529983"/>
        </a:xfrm>
        <a:prstGeom prst="roundRect">
          <a:avLst/>
        </a:prstGeom>
        <a:blipFill>
          <a:blip xmlns:r="http://schemas.openxmlformats.org/officeDocument/2006/relationships" r:embed="rId1"/>
          <a:srcRect/>
          <a:stretch>
            <a:fillRect l="-45756" r="-45756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E83C97B-60D6-4BD0-8E99-BD30D245E3DE}">
      <dsp:nvSpPr>
        <dsp:cNvPr id="0" name=""/>
        <dsp:cNvSpPr/>
      </dsp:nvSpPr>
      <dsp:spPr>
        <a:xfrm>
          <a:off x="1561922" y="1860009"/>
          <a:ext cx="2734660" cy="2717989"/>
        </a:xfrm>
        <a:prstGeom prst="rect">
          <a:avLst/>
        </a:prstGeom>
        <a:noFill/>
        <a:ln w="17145" cap="flat" cmpd="sng" algn="ctr">
          <a:noFill/>
          <a:prstDash val="solid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4460" tIns="124460" rIns="124460" bIns="124460" numCol="1" spcCol="1270" anchor="b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900" kern="1200"/>
            <a:t>Research</a:t>
          </a:r>
        </a:p>
      </dsp:txBody>
      <dsp:txXfrm>
        <a:off x="1561922" y="1860009"/>
        <a:ext cx="2734660" cy="2717989"/>
      </dsp:txXfrm>
    </dsp:sp>
    <dsp:sp modelId="{94887B5D-5C2E-4092-BC06-BBB761356F0E}">
      <dsp:nvSpPr>
        <dsp:cNvPr id="0" name=""/>
        <dsp:cNvSpPr/>
      </dsp:nvSpPr>
      <dsp:spPr>
        <a:xfrm>
          <a:off x="4423126" y="2716"/>
          <a:ext cx="1096486" cy="1096486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0070BF1-0DC0-FA4E-A1B3-9CDA9C2FF952}">
      <dsp:nvSpPr>
        <dsp:cNvPr id="0" name=""/>
        <dsp:cNvSpPr/>
      </dsp:nvSpPr>
      <dsp:spPr>
        <a:xfrm>
          <a:off x="5519612" y="2716"/>
          <a:ext cx="3804724" cy="1096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940" tIns="77470" rIns="154940" bIns="7747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100" kern="1200"/>
            <a:t>Workshop</a:t>
          </a:r>
        </a:p>
      </dsp:txBody>
      <dsp:txXfrm>
        <a:off x="5519612" y="2716"/>
        <a:ext cx="3804724" cy="1096486"/>
      </dsp:txXfrm>
    </dsp:sp>
    <dsp:sp modelId="{03549910-B7F7-44AA-A6F7-E35BF93BF96B}">
      <dsp:nvSpPr>
        <dsp:cNvPr id="0" name=""/>
        <dsp:cNvSpPr/>
      </dsp:nvSpPr>
      <dsp:spPr>
        <a:xfrm>
          <a:off x="4423126" y="1296570"/>
          <a:ext cx="1096486" cy="1096486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7B896FA-928B-9142-9E65-D47D8DE8C1D5}">
      <dsp:nvSpPr>
        <dsp:cNvPr id="0" name=""/>
        <dsp:cNvSpPr/>
      </dsp:nvSpPr>
      <dsp:spPr>
        <a:xfrm>
          <a:off x="5519612" y="1296570"/>
          <a:ext cx="3804724" cy="1096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940" tIns="77470" rIns="154940" bIns="7747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100" kern="1200"/>
            <a:t>Prototype</a:t>
          </a:r>
        </a:p>
      </dsp:txBody>
      <dsp:txXfrm>
        <a:off x="5519612" y="1296570"/>
        <a:ext cx="3804724" cy="1096486"/>
      </dsp:txXfrm>
    </dsp:sp>
    <dsp:sp modelId="{9C31E28E-D3EC-44E1-9CB7-358892A9880B}">
      <dsp:nvSpPr>
        <dsp:cNvPr id="0" name=""/>
        <dsp:cNvSpPr/>
      </dsp:nvSpPr>
      <dsp:spPr>
        <a:xfrm>
          <a:off x="4423126" y="2590423"/>
          <a:ext cx="1096486" cy="1096486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F6F60FD-2E7A-7B45-959E-9BA29512CC6F}">
      <dsp:nvSpPr>
        <dsp:cNvPr id="0" name=""/>
        <dsp:cNvSpPr/>
      </dsp:nvSpPr>
      <dsp:spPr>
        <a:xfrm>
          <a:off x="5519612" y="2590423"/>
          <a:ext cx="3804724" cy="1096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940" tIns="77470" rIns="154940" bIns="7747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100" kern="1200"/>
            <a:t>Delivery</a:t>
          </a:r>
        </a:p>
      </dsp:txBody>
      <dsp:txXfrm>
        <a:off x="5519612" y="2590423"/>
        <a:ext cx="3804724" cy="1096486"/>
      </dsp:txXfrm>
    </dsp:sp>
    <dsp:sp modelId="{67AF1E6B-D77D-4626-8511-B90CB1E5B656}">
      <dsp:nvSpPr>
        <dsp:cNvPr id="0" name=""/>
        <dsp:cNvSpPr/>
      </dsp:nvSpPr>
      <dsp:spPr>
        <a:xfrm>
          <a:off x="4423126" y="3884277"/>
          <a:ext cx="1096486" cy="1096486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B7A4CAF-CF0E-DF49-972F-A8793B0547C5}">
      <dsp:nvSpPr>
        <dsp:cNvPr id="0" name=""/>
        <dsp:cNvSpPr/>
      </dsp:nvSpPr>
      <dsp:spPr>
        <a:xfrm>
          <a:off x="5519612" y="3884277"/>
          <a:ext cx="3804724" cy="1096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940" tIns="77470" rIns="154940" bIns="7747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100" kern="1200"/>
            <a:t>Learning</a:t>
          </a:r>
        </a:p>
      </dsp:txBody>
      <dsp:txXfrm>
        <a:off x="5519612" y="3884277"/>
        <a:ext cx="3804724" cy="1096486"/>
      </dsp:txXfrm>
    </dsp:sp>
  </dsp:spTree>
</dsp:drawing>
</file>

<file path=ppt/diagrams/drawing1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4E9327-75E1-CF4A-882B-40C7536CA02F}">
      <dsp:nvSpPr>
        <dsp:cNvPr id="0" name=""/>
        <dsp:cNvSpPr/>
      </dsp:nvSpPr>
      <dsp:spPr>
        <a:xfrm>
          <a:off x="2491740" y="4435297"/>
          <a:ext cx="4908727" cy="0"/>
        </a:xfrm>
        <a:prstGeom prst="line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8A0C37-0D18-DE42-BD16-2F12693FD406}">
      <dsp:nvSpPr>
        <dsp:cNvPr id="0" name=""/>
        <dsp:cNvSpPr/>
      </dsp:nvSpPr>
      <dsp:spPr>
        <a:xfrm>
          <a:off x="2491740" y="3224311"/>
          <a:ext cx="4086453" cy="0"/>
        </a:xfrm>
        <a:prstGeom prst="line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894318-64E6-894E-BD0D-22B88A0A8AE6}">
      <dsp:nvSpPr>
        <dsp:cNvPr id="0" name=""/>
        <dsp:cNvSpPr/>
      </dsp:nvSpPr>
      <dsp:spPr>
        <a:xfrm>
          <a:off x="2491740" y="1759168"/>
          <a:ext cx="4086453" cy="0"/>
        </a:xfrm>
        <a:prstGeom prst="line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EEC7A7-8352-204D-A870-D5F05AED9F82}">
      <dsp:nvSpPr>
        <dsp:cNvPr id="0" name=""/>
        <dsp:cNvSpPr/>
      </dsp:nvSpPr>
      <dsp:spPr>
        <a:xfrm>
          <a:off x="2491740" y="548182"/>
          <a:ext cx="4908727" cy="0"/>
        </a:xfrm>
        <a:prstGeom prst="line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E883F1-E9E3-4568-8320-8C0ECDCA4114}">
      <dsp:nvSpPr>
        <dsp:cNvPr id="0" name=""/>
        <dsp:cNvSpPr/>
      </dsp:nvSpPr>
      <dsp:spPr>
        <a:xfrm>
          <a:off x="0" y="0"/>
          <a:ext cx="4983480" cy="4983480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84AAAC1-1221-3543-90D1-885260A900F2}">
      <dsp:nvSpPr>
        <dsp:cNvPr id="0" name=""/>
        <dsp:cNvSpPr/>
      </dsp:nvSpPr>
      <dsp:spPr>
        <a:xfrm>
          <a:off x="897026" y="2646227"/>
          <a:ext cx="3189427" cy="1644548"/>
        </a:xfrm>
        <a:prstGeom prst="rect">
          <a:avLst/>
        </a:prstGeom>
        <a:noFill/>
        <a:ln w="17145" cap="flat" cmpd="sng" algn="ctr">
          <a:noFill/>
          <a:prstDash val="solid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400" kern="1200"/>
            <a:t>Research</a:t>
          </a:r>
        </a:p>
      </dsp:txBody>
      <dsp:txXfrm>
        <a:off x="897026" y="2646227"/>
        <a:ext cx="3189427" cy="1644548"/>
      </dsp:txXfrm>
    </dsp:sp>
    <dsp:sp modelId="{B8FA0BAF-41B2-45F7-97A7-31D981981250}">
      <dsp:nvSpPr>
        <dsp:cNvPr id="0" name=""/>
        <dsp:cNvSpPr/>
      </dsp:nvSpPr>
      <dsp:spPr>
        <a:xfrm>
          <a:off x="6852285" y="0"/>
          <a:ext cx="1096365" cy="1096365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D5A3A35-282B-2749-B2DA-7C78A0F7354F}">
      <dsp:nvSpPr>
        <dsp:cNvPr id="0" name=""/>
        <dsp:cNvSpPr/>
      </dsp:nvSpPr>
      <dsp:spPr>
        <a:xfrm>
          <a:off x="7948650" y="0"/>
          <a:ext cx="2795549" cy="1096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0" rIns="163830" bIns="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300" kern="1200"/>
            <a:t>Workshop</a:t>
          </a:r>
        </a:p>
      </dsp:txBody>
      <dsp:txXfrm>
        <a:off x="7948650" y="0"/>
        <a:ext cx="2795549" cy="1096365"/>
      </dsp:txXfrm>
    </dsp:sp>
    <dsp:sp modelId="{0DE3A6D6-B516-4CE4-B2D9-3FA4224C05A8}">
      <dsp:nvSpPr>
        <dsp:cNvPr id="0" name=""/>
        <dsp:cNvSpPr/>
      </dsp:nvSpPr>
      <dsp:spPr>
        <a:xfrm>
          <a:off x="6030010" y="1210985"/>
          <a:ext cx="1096365" cy="1096365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DF6ACE1-33DA-B247-9328-D9ED33132BC5}">
      <dsp:nvSpPr>
        <dsp:cNvPr id="0" name=""/>
        <dsp:cNvSpPr/>
      </dsp:nvSpPr>
      <dsp:spPr>
        <a:xfrm>
          <a:off x="7126376" y="1210985"/>
          <a:ext cx="2702062" cy="1096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0" rIns="163830" bIns="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300" kern="1200"/>
            <a:t>Prototype</a:t>
          </a:r>
        </a:p>
      </dsp:txBody>
      <dsp:txXfrm>
        <a:off x="7126376" y="1210985"/>
        <a:ext cx="2702062" cy="1096365"/>
      </dsp:txXfrm>
    </dsp:sp>
    <dsp:sp modelId="{97E1A18F-CC85-4418-9D8D-A3AB1D851768}">
      <dsp:nvSpPr>
        <dsp:cNvPr id="0" name=""/>
        <dsp:cNvSpPr/>
      </dsp:nvSpPr>
      <dsp:spPr>
        <a:xfrm>
          <a:off x="6030010" y="2676128"/>
          <a:ext cx="1096365" cy="1096365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5B7E276-BED2-A745-AB3B-B7AC08BB9612}">
      <dsp:nvSpPr>
        <dsp:cNvPr id="0" name=""/>
        <dsp:cNvSpPr/>
      </dsp:nvSpPr>
      <dsp:spPr>
        <a:xfrm>
          <a:off x="7126376" y="2676128"/>
          <a:ext cx="2295056" cy="1096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0" rIns="163830" bIns="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300" kern="1200"/>
            <a:t>Delivery</a:t>
          </a:r>
        </a:p>
      </dsp:txBody>
      <dsp:txXfrm>
        <a:off x="7126376" y="2676128"/>
        <a:ext cx="2295056" cy="1096365"/>
      </dsp:txXfrm>
    </dsp:sp>
    <dsp:sp modelId="{C97B76A4-80CD-4496-ABB5-0E97F98654E1}">
      <dsp:nvSpPr>
        <dsp:cNvPr id="0" name=""/>
        <dsp:cNvSpPr/>
      </dsp:nvSpPr>
      <dsp:spPr>
        <a:xfrm>
          <a:off x="6852285" y="3887114"/>
          <a:ext cx="1096365" cy="1096365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B0AB666-AEDC-6D4F-B28C-82A3628D0783}">
      <dsp:nvSpPr>
        <dsp:cNvPr id="0" name=""/>
        <dsp:cNvSpPr/>
      </dsp:nvSpPr>
      <dsp:spPr>
        <a:xfrm>
          <a:off x="7948650" y="3887114"/>
          <a:ext cx="2481050" cy="1096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0" rIns="163830" bIns="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300" kern="1200"/>
            <a:t>Learning</a:t>
          </a:r>
        </a:p>
      </dsp:txBody>
      <dsp:txXfrm>
        <a:off x="7948650" y="3887114"/>
        <a:ext cx="2481050" cy="1096365"/>
      </dsp:txXfrm>
    </dsp:sp>
  </dsp:spTree>
</dsp:drawing>
</file>

<file path=ppt/diagrams/drawing1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2C462-9C12-EA4A-BFF2-BB009E2A55D0}">
      <dsp:nvSpPr>
        <dsp:cNvPr id="0" name=""/>
        <dsp:cNvSpPr/>
      </dsp:nvSpPr>
      <dsp:spPr>
        <a:xfrm>
          <a:off x="3294393" y="1392882"/>
          <a:ext cx="2181464" cy="2181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000" kern="1200"/>
            <a:t>Portfolio</a:t>
          </a:r>
        </a:p>
      </dsp:txBody>
      <dsp:txXfrm>
        <a:off x="3613861" y="1712321"/>
        <a:ext cx="1542528" cy="1542391"/>
      </dsp:txXfrm>
    </dsp:sp>
    <dsp:sp modelId="{B22BE74E-BDC1-344F-9B6D-B374F6074209}">
      <dsp:nvSpPr>
        <dsp:cNvPr id="0" name=""/>
        <dsp:cNvSpPr/>
      </dsp:nvSpPr>
      <dsp:spPr>
        <a:xfrm>
          <a:off x="2169715" y="179903"/>
          <a:ext cx="4396873" cy="4583306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95FE9F8-3A8C-104B-BDA4-93693E253389}">
      <dsp:nvSpPr>
        <dsp:cNvPr id="0" name=""/>
        <dsp:cNvSpPr/>
      </dsp:nvSpPr>
      <dsp:spPr>
        <a:xfrm>
          <a:off x="4891742" y="0"/>
          <a:ext cx="1168870" cy="116862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6B5E53E-867C-3049-ADDB-36FBD794FFB9}">
      <dsp:nvSpPr>
        <dsp:cNvPr id="0" name=""/>
        <dsp:cNvSpPr/>
      </dsp:nvSpPr>
      <dsp:spPr>
        <a:xfrm>
          <a:off x="6149638" y="14950"/>
          <a:ext cx="1564684" cy="1131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sz="3000" kern="1200"/>
            <a:t>Discover</a:t>
          </a:r>
        </a:p>
      </dsp:txBody>
      <dsp:txXfrm>
        <a:off x="6149638" y="14950"/>
        <a:ext cx="1564684" cy="1131249"/>
      </dsp:txXfrm>
    </dsp:sp>
    <dsp:sp modelId="{81C9AC10-CC12-4BB0-B5DC-89686D6615B6}">
      <dsp:nvSpPr>
        <dsp:cNvPr id="0" name=""/>
        <dsp:cNvSpPr/>
      </dsp:nvSpPr>
      <dsp:spPr>
        <a:xfrm>
          <a:off x="5755105" y="1088392"/>
          <a:ext cx="1168870" cy="1168626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6DFDCFD-559C-FE40-85F8-C6E21EEAC13B}">
      <dsp:nvSpPr>
        <dsp:cNvPr id="0" name=""/>
        <dsp:cNvSpPr/>
      </dsp:nvSpPr>
      <dsp:spPr>
        <a:xfrm>
          <a:off x="7009799" y="1108824"/>
          <a:ext cx="1564684" cy="1131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sz="3000" kern="1200"/>
            <a:t>Define</a:t>
          </a:r>
        </a:p>
      </dsp:txBody>
      <dsp:txXfrm>
        <a:off x="7009799" y="1108824"/>
        <a:ext cx="1564684" cy="1131249"/>
      </dsp:txXfrm>
    </dsp:sp>
    <dsp:sp modelId="{37AEE040-9D91-4D68-9B60-0D74B6210801}">
      <dsp:nvSpPr>
        <dsp:cNvPr id="0" name=""/>
        <dsp:cNvSpPr/>
      </dsp:nvSpPr>
      <dsp:spPr>
        <a:xfrm>
          <a:off x="5750621" y="2688587"/>
          <a:ext cx="1168870" cy="1168626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C8AA87B-B307-A745-998E-3DFA8EDCDA15}">
      <dsp:nvSpPr>
        <dsp:cNvPr id="0" name=""/>
        <dsp:cNvSpPr/>
      </dsp:nvSpPr>
      <dsp:spPr>
        <a:xfrm>
          <a:off x="7009799" y="2707524"/>
          <a:ext cx="1564684" cy="1131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sz="3000" kern="1200"/>
            <a:t>Build</a:t>
          </a:r>
        </a:p>
      </dsp:txBody>
      <dsp:txXfrm>
        <a:off x="7009799" y="2707524"/>
        <a:ext cx="1564684" cy="1131249"/>
      </dsp:txXfrm>
    </dsp:sp>
    <dsp:sp modelId="{DF2DC575-9843-4459-929D-98158599B667}">
      <dsp:nvSpPr>
        <dsp:cNvPr id="0" name=""/>
        <dsp:cNvSpPr/>
      </dsp:nvSpPr>
      <dsp:spPr>
        <a:xfrm>
          <a:off x="4891742" y="3814853"/>
          <a:ext cx="1168870" cy="1168626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5B1226F-84F1-5C49-A512-253DC9D16B38}">
      <dsp:nvSpPr>
        <dsp:cNvPr id="0" name=""/>
        <dsp:cNvSpPr/>
      </dsp:nvSpPr>
      <dsp:spPr>
        <a:xfrm>
          <a:off x="6149638" y="3838774"/>
          <a:ext cx="1564684" cy="1131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sz="3000" kern="1200"/>
            <a:t>Launch</a:t>
          </a:r>
        </a:p>
      </dsp:txBody>
      <dsp:txXfrm>
        <a:off x="6149638" y="3838774"/>
        <a:ext cx="1564684" cy="1131249"/>
      </dsp:txXfrm>
    </dsp:sp>
  </dsp:spTree>
</dsp:drawing>
</file>

<file path=ppt/diagrams/drawing1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DC0531-F393-C141-97D7-7B454FDF7345}">
      <dsp:nvSpPr>
        <dsp:cNvPr id="0" name=""/>
        <dsp:cNvSpPr/>
      </dsp:nvSpPr>
      <dsp:spPr>
        <a:xfrm>
          <a:off x="89135" y="880903"/>
          <a:ext cx="2143623" cy="1525426"/>
        </a:xfrm>
        <a:prstGeom prst="frame">
          <a:avLst>
            <a:gd name="adj1" fmla="val 5450"/>
          </a:avLst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1A69F7-B50C-B64C-9BF5-5A87F982C2CB}">
      <dsp:nvSpPr>
        <dsp:cNvPr id="0" name=""/>
        <dsp:cNvSpPr/>
      </dsp:nvSpPr>
      <dsp:spPr>
        <a:xfrm>
          <a:off x="89135" y="2759928"/>
          <a:ext cx="2143623" cy="1525426"/>
        </a:xfrm>
        <a:prstGeom prst="frame">
          <a:avLst>
            <a:gd name="adj1" fmla="val 5450"/>
          </a:avLst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5A0DA-07AC-E24A-AD7B-95127AE8D1F2}">
      <dsp:nvSpPr>
        <dsp:cNvPr id="0" name=""/>
        <dsp:cNvSpPr/>
      </dsp:nvSpPr>
      <dsp:spPr>
        <a:xfrm>
          <a:off x="3722998" y="880903"/>
          <a:ext cx="2143623" cy="1525426"/>
        </a:xfrm>
        <a:prstGeom prst="frame">
          <a:avLst>
            <a:gd name="adj1" fmla="val 5450"/>
          </a:avLst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9D98B9-4486-42DD-A9D2-1360A3D809C8}">
      <dsp:nvSpPr>
        <dsp:cNvPr id="0" name=""/>
        <dsp:cNvSpPr/>
      </dsp:nvSpPr>
      <dsp:spPr>
        <a:xfrm>
          <a:off x="6714" y="698125"/>
          <a:ext cx="2061203" cy="1442920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2535" r="-2535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6E0BF98-4605-4840-8F34-4E5A867633E5}">
      <dsp:nvSpPr>
        <dsp:cNvPr id="0" name=""/>
        <dsp:cNvSpPr/>
      </dsp:nvSpPr>
      <dsp:spPr>
        <a:xfrm>
          <a:off x="172940" y="2141558"/>
          <a:ext cx="1977397" cy="18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26670" rIns="7112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700" kern="1200"/>
            <a:t>Research</a:t>
          </a:r>
        </a:p>
      </dsp:txBody>
      <dsp:txXfrm>
        <a:off x="172940" y="2141558"/>
        <a:ext cx="1977397" cy="181069"/>
      </dsp:txXfrm>
    </dsp:sp>
    <dsp:sp modelId="{C3BF0AAE-1A14-5D41-AC7C-6E07018A7A02}">
      <dsp:nvSpPr>
        <dsp:cNvPr id="0" name=""/>
        <dsp:cNvSpPr/>
      </dsp:nvSpPr>
      <dsp:spPr>
        <a:xfrm>
          <a:off x="2320027" y="880903"/>
          <a:ext cx="980041" cy="152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9204B8-FF6A-EB41-8D9D-A58AD3445465}">
      <dsp:nvSpPr>
        <dsp:cNvPr id="0" name=""/>
        <dsp:cNvSpPr/>
      </dsp:nvSpPr>
      <dsp:spPr>
        <a:xfrm>
          <a:off x="3722998" y="2759928"/>
          <a:ext cx="2143623" cy="1525426"/>
        </a:xfrm>
        <a:prstGeom prst="frame">
          <a:avLst>
            <a:gd name="adj1" fmla="val 5450"/>
          </a:avLst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474CD4-2E86-46BB-84E7-62456FD7FA22}">
      <dsp:nvSpPr>
        <dsp:cNvPr id="0" name=""/>
        <dsp:cNvSpPr/>
      </dsp:nvSpPr>
      <dsp:spPr>
        <a:xfrm>
          <a:off x="6714" y="2577150"/>
          <a:ext cx="2061203" cy="1442920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2535" r="-2535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BC125EA-88C1-46BE-88F4-AD492D369B78}">
      <dsp:nvSpPr>
        <dsp:cNvPr id="0" name=""/>
        <dsp:cNvSpPr/>
      </dsp:nvSpPr>
      <dsp:spPr>
        <a:xfrm>
          <a:off x="172940" y="4020583"/>
          <a:ext cx="1977397" cy="18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26670" rIns="7112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700" kern="1200"/>
            <a:t>Workshop</a:t>
          </a:r>
        </a:p>
      </dsp:txBody>
      <dsp:txXfrm>
        <a:off x="172940" y="4020583"/>
        <a:ext cx="1977397" cy="181069"/>
      </dsp:txXfrm>
    </dsp:sp>
    <dsp:sp modelId="{A1800C4B-118C-A04A-80F0-A51F29DA187B}">
      <dsp:nvSpPr>
        <dsp:cNvPr id="0" name=""/>
        <dsp:cNvSpPr/>
      </dsp:nvSpPr>
      <dsp:spPr>
        <a:xfrm>
          <a:off x="2320027" y="2759928"/>
          <a:ext cx="980041" cy="152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1CDA77-9343-934F-81FB-5AC0C259AAF1}">
      <dsp:nvSpPr>
        <dsp:cNvPr id="0" name=""/>
        <dsp:cNvSpPr/>
      </dsp:nvSpPr>
      <dsp:spPr>
        <a:xfrm>
          <a:off x="7356862" y="880903"/>
          <a:ext cx="2143623" cy="1525426"/>
        </a:xfrm>
        <a:prstGeom prst="frame">
          <a:avLst>
            <a:gd name="adj1" fmla="val 5450"/>
          </a:avLst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F6D276-3A89-48DF-A1B3-F367BEFC28F1}">
      <dsp:nvSpPr>
        <dsp:cNvPr id="0" name=""/>
        <dsp:cNvSpPr/>
      </dsp:nvSpPr>
      <dsp:spPr>
        <a:xfrm>
          <a:off x="3640578" y="698125"/>
          <a:ext cx="2061203" cy="1442920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2535" r="-2535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B6C00EC-0A8D-40A4-8E31-5D5E1C4575B8}">
      <dsp:nvSpPr>
        <dsp:cNvPr id="0" name=""/>
        <dsp:cNvSpPr/>
      </dsp:nvSpPr>
      <dsp:spPr>
        <a:xfrm>
          <a:off x="3806804" y="2141558"/>
          <a:ext cx="1977397" cy="18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26670" rIns="7112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700" kern="1200"/>
            <a:t>Prototype</a:t>
          </a:r>
        </a:p>
      </dsp:txBody>
      <dsp:txXfrm>
        <a:off x="3806804" y="2141558"/>
        <a:ext cx="1977397" cy="181069"/>
      </dsp:txXfrm>
    </dsp:sp>
    <dsp:sp modelId="{CBEDAD43-8165-8A44-B872-7BC6B5886B52}">
      <dsp:nvSpPr>
        <dsp:cNvPr id="0" name=""/>
        <dsp:cNvSpPr/>
      </dsp:nvSpPr>
      <dsp:spPr>
        <a:xfrm>
          <a:off x="5953891" y="880903"/>
          <a:ext cx="980041" cy="152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65881E-7EBB-4C5E-8856-E70345AF0A44}">
      <dsp:nvSpPr>
        <dsp:cNvPr id="0" name=""/>
        <dsp:cNvSpPr/>
      </dsp:nvSpPr>
      <dsp:spPr>
        <a:xfrm>
          <a:off x="3640578" y="2577150"/>
          <a:ext cx="2061203" cy="1442920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2535" r="-2535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5CECA9E-8F30-427A-8B49-2DFD036947EE}">
      <dsp:nvSpPr>
        <dsp:cNvPr id="0" name=""/>
        <dsp:cNvSpPr/>
      </dsp:nvSpPr>
      <dsp:spPr>
        <a:xfrm>
          <a:off x="3806804" y="4020583"/>
          <a:ext cx="1977397" cy="18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26670" rIns="7112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700" kern="1200"/>
            <a:t>Delivery</a:t>
          </a:r>
        </a:p>
      </dsp:txBody>
      <dsp:txXfrm>
        <a:off x="3806804" y="4020583"/>
        <a:ext cx="1977397" cy="181069"/>
      </dsp:txXfrm>
    </dsp:sp>
    <dsp:sp modelId="{0A017802-3141-0447-B0DB-DBBF7CF0FBEB}">
      <dsp:nvSpPr>
        <dsp:cNvPr id="0" name=""/>
        <dsp:cNvSpPr/>
      </dsp:nvSpPr>
      <dsp:spPr>
        <a:xfrm>
          <a:off x="5953891" y="2759928"/>
          <a:ext cx="980041" cy="152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D0D28E-E146-4B2A-90EE-11A08FE66328}">
      <dsp:nvSpPr>
        <dsp:cNvPr id="0" name=""/>
        <dsp:cNvSpPr/>
      </dsp:nvSpPr>
      <dsp:spPr>
        <a:xfrm>
          <a:off x="7274442" y="698125"/>
          <a:ext cx="2061203" cy="1442920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l="-2535" r="-2535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4905618-16B7-4DF9-B2B8-A1DE38801FB9}">
      <dsp:nvSpPr>
        <dsp:cNvPr id="0" name=""/>
        <dsp:cNvSpPr/>
      </dsp:nvSpPr>
      <dsp:spPr>
        <a:xfrm>
          <a:off x="7440668" y="2141558"/>
          <a:ext cx="1977397" cy="18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26670" rIns="7112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700" kern="1200"/>
            <a:t>Learning</a:t>
          </a:r>
        </a:p>
      </dsp:txBody>
      <dsp:txXfrm>
        <a:off x="7440668" y="2141558"/>
        <a:ext cx="1977397" cy="181069"/>
      </dsp:txXfrm>
    </dsp:sp>
    <dsp:sp modelId="{C05FC88F-6135-A446-BD13-486B6A75F054}">
      <dsp:nvSpPr>
        <dsp:cNvPr id="0" name=""/>
        <dsp:cNvSpPr/>
      </dsp:nvSpPr>
      <dsp:spPr>
        <a:xfrm>
          <a:off x="9587754" y="880903"/>
          <a:ext cx="980041" cy="152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F16CA2-A92F-8640-B19C-A4F82ACB20F9}">
      <dsp:nvSpPr>
        <dsp:cNvPr id="0" name=""/>
        <dsp:cNvSpPr/>
      </dsp:nvSpPr>
      <dsp:spPr>
        <a:xfrm>
          <a:off x="1597113" y="0"/>
          <a:ext cx="4634636" cy="46346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C1E8D27-DE7B-8C42-9775-844CDCA58CF2}">
      <dsp:nvSpPr>
        <dsp:cNvPr id="0" name=""/>
        <dsp:cNvSpPr/>
      </dsp:nvSpPr>
      <dsp:spPr>
        <a:xfrm>
          <a:off x="6072278" y="4475165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0838A2-094D-A34F-97E3-1A2391CE5117}">
      <dsp:nvSpPr>
        <dsp:cNvPr id="0" name=""/>
        <dsp:cNvSpPr/>
      </dsp:nvSpPr>
      <dsp:spPr>
        <a:xfrm>
          <a:off x="6329227" y="0"/>
          <a:ext cx="2817858" cy="28178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B70C8D6-F392-1B4D-A240-2826C6C99384}">
      <dsp:nvSpPr>
        <dsp:cNvPr id="0" name=""/>
        <dsp:cNvSpPr/>
      </dsp:nvSpPr>
      <dsp:spPr>
        <a:xfrm>
          <a:off x="8868011" y="2658387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A827B5-EF70-654D-85AE-63340BD12B85}">
      <dsp:nvSpPr>
        <dsp:cNvPr id="0" name=""/>
        <dsp:cNvSpPr/>
      </dsp:nvSpPr>
      <dsp:spPr>
        <a:xfrm>
          <a:off x="8987614" y="2658387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250EF0-C0EB-9D4C-8356-1F58EFE6683A}">
      <dsp:nvSpPr>
        <dsp:cNvPr id="0" name=""/>
        <dsp:cNvSpPr/>
      </dsp:nvSpPr>
      <dsp:spPr>
        <a:xfrm>
          <a:off x="7427635" y="2915186"/>
          <a:ext cx="1719450" cy="17194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A88BD0B-0F1D-BA4F-B370-1A3AE3B9EACB}">
      <dsp:nvSpPr>
        <dsp:cNvPr id="0" name=""/>
        <dsp:cNvSpPr/>
      </dsp:nvSpPr>
      <dsp:spPr>
        <a:xfrm>
          <a:off x="8808209" y="4475165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919ED8-14EB-474B-958E-E8324CFB9BAA}">
      <dsp:nvSpPr>
        <dsp:cNvPr id="0" name=""/>
        <dsp:cNvSpPr/>
      </dsp:nvSpPr>
      <dsp:spPr>
        <a:xfrm>
          <a:off x="8897912" y="4385462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1CFC64-893E-D744-9C22-C25825F3D533}">
      <dsp:nvSpPr>
        <dsp:cNvPr id="0" name=""/>
        <dsp:cNvSpPr/>
      </dsp:nvSpPr>
      <dsp:spPr>
        <a:xfrm>
          <a:off x="8987614" y="4295759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7EAAC-5D0E-7B4C-B156-E56D8581B136}">
      <dsp:nvSpPr>
        <dsp:cNvPr id="0" name=""/>
        <dsp:cNvSpPr/>
      </dsp:nvSpPr>
      <dsp:spPr>
        <a:xfrm>
          <a:off x="6329227" y="3633554"/>
          <a:ext cx="1001081" cy="10010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7E8F26-9267-5A4C-992D-A59F60106D33}">
      <dsp:nvSpPr>
        <dsp:cNvPr id="0" name=""/>
        <dsp:cNvSpPr/>
      </dsp:nvSpPr>
      <dsp:spPr>
        <a:xfrm>
          <a:off x="7051233" y="4355561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D32CB-8751-0643-9489-A3948ACC2B55}">
      <dsp:nvSpPr>
        <dsp:cNvPr id="0" name=""/>
        <dsp:cNvSpPr/>
      </dsp:nvSpPr>
      <dsp:spPr>
        <a:xfrm>
          <a:off x="7170837" y="4355561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8AAABF-F688-5945-B7FE-90AD915C4C36}">
      <dsp:nvSpPr>
        <dsp:cNvPr id="0" name=""/>
        <dsp:cNvSpPr/>
      </dsp:nvSpPr>
      <dsp:spPr>
        <a:xfrm>
          <a:off x="7051233" y="4475165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ABB724-A97C-724D-8EED-3534AA05985D}">
      <dsp:nvSpPr>
        <dsp:cNvPr id="0" name=""/>
        <dsp:cNvSpPr/>
      </dsp:nvSpPr>
      <dsp:spPr>
        <a:xfrm>
          <a:off x="7170837" y="4475165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89903E-F802-C84A-B904-F9A87D8E8B39}">
      <dsp:nvSpPr>
        <dsp:cNvPr id="0" name=""/>
        <dsp:cNvSpPr/>
      </dsp:nvSpPr>
      <dsp:spPr>
        <a:xfrm>
          <a:off x="6329227" y="2915186"/>
          <a:ext cx="1001081" cy="6164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2C2ED94-1FF9-6A41-B5E8-26711C8D818A}">
      <dsp:nvSpPr>
        <dsp:cNvPr id="0" name=""/>
        <dsp:cNvSpPr/>
      </dsp:nvSpPr>
      <dsp:spPr>
        <a:xfrm>
          <a:off x="6991431" y="3372121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0A3B3A-C456-5443-9F35-9C07FA81D87E}">
      <dsp:nvSpPr>
        <dsp:cNvPr id="0" name=""/>
        <dsp:cNvSpPr/>
      </dsp:nvSpPr>
      <dsp:spPr>
        <a:xfrm>
          <a:off x="7081134" y="3282418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AC861C-6790-2440-A488-85DFEFEC1605}">
      <dsp:nvSpPr>
        <dsp:cNvPr id="0" name=""/>
        <dsp:cNvSpPr/>
      </dsp:nvSpPr>
      <dsp:spPr>
        <a:xfrm>
          <a:off x="7170837" y="3192716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02927A-E64D-3441-8FA9-B81C1EB80525}">
      <dsp:nvSpPr>
        <dsp:cNvPr id="0" name=""/>
        <dsp:cNvSpPr/>
      </dsp:nvSpPr>
      <dsp:spPr>
        <a:xfrm>
          <a:off x="6991431" y="3192716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079EDA-8548-FD4D-91F0-B95B8295141F}">
      <dsp:nvSpPr>
        <dsp:cNvPr id="0" name=""/>
        <dsp:cNvSpPr/>
      </dsp:nvSpPr>
      <dsp:spPr>
        <a:xfrm>
          <a:off x="7170837" y="3372121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1F7A7C-46A5-DA40-BCFE-0FD16591CE2F}">
      <dsp:nvSpPr>
        <dsp:cNvPr id="0" name=""/>
        <dsp:cNvSpPr/>
      </dsp:nvSpPr>
      <dsp:spPr>
        <a:xfrm>
          <a:off x="1887515" y="4769190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3C6C97-C4B3-F04C-86D5-EE4914CA5F12}">
      <dsp:nvSpPr>
        <dsp:cNvPr id="0" name=""/>
        <dsp:cNvSpPr/>
      </dsp:nvSpPr>
      <dsp:spPr>
        <a:xfrm>
          <a:off x="1967250" y="4634636"/>
          <a:ext cx="1218375" cy="348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48260" rIns="135128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Research</a:t>
          </a:r>
        </a:p>
      </dsp:txBody>
      <dsp:txXfrm>
        <a:off x="1967250" y="4634636"/>
        <a:ext cx="1218375" cy="348843"/>
      </dsp:txXfrm>
    </dsp:sp>
    <dsp:sp modelId="{C2625915-4448-5843-8417-6F6489E24D16}">
      <dsp:nvSpPr>
        <dsp:cNvPr id="0" name=""/>
        <dsp:cNvSpPr/>
      </dsp:nvSpPr>
      <dsp:spPr>
        <a:xfrm>
          <a:off x="3185625" y="4769190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FB6E63-3D73-8948-A162-5310CB653273}">
      <dsp:nvSpPr>
        <dsp:cNvPr id="0" name=""/>
        <dsp:cNvSpPr/>
      </dsp:nvSpPr>
      <dsp:spPr>
        <a:xfrm>
          <a:off x="3305229" y="4769190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02D964-8875-5640-A858-4A7BEAB77C2F}">
      <dsp:nvSpPr>
        <dsp:cNvPr id="0" name=""/>
        <dsp:cNvSpPr/>
      </dsp:nvSpPr>
      <dsp:spPr>
        <a:xfrm>
          <a:off x="3384964" y="4634636"/>
          <a:ext cx="1368000" cy="348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48260" rIns="135128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Workshop</a:t>
          </a:r>
        </a:p>
      </dsp:txBody>
      <dsp:txXfrm>
        <a:off x="3384964" y="4634636"/>
        <a:ext cx="1368000" cy="348843"/>
      </dsp:txXfrm>
    </dsp:sp>
    <dsp:sp modelId="{24E396CE-ABBA-414A-924A-9AFD581782EF}">
      <dsp:nvSpPr>
        <dsp:cNvPr id="0" name=""/>
        <dsp:cNvSpPr/>
      </dsp:nvSpPr>
      <dsp:spPr>
        <a:xfrm>
          <a:off x="4752964" y="4858892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A31BB5-F345-334A-BF84-9EAD6DF25EE7}">
      <dsp:nvSpPr>
        <dsp:cNvPr id="0" name=""/>
        <dsp:cNvSpPr/>
      </dsp:nvSpPr>
      <dsp:spPr>
        <a:xfrm>
          <a:off x="4842667" y="4769190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32365B-4764-5A45-A4E0-13927625C26B}">
      <dsp:nvSpPr>
        <dsp:cNvPr id="0" name=""/>
        <dsp:cNvSpPr/>
      </dsp:nvSpPr>
      <dsp:spPr>
        <a:xfrm>
          <a:off x="4932370" y="4679487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9262A6-F313-C342-BB88-26B12EA90543}">
      <dsp:nvSpPr>
        <dsp:cNvPr id="0" name=""/>
        <dsp:cNvSpPr/>
      </dsp:nvSpPr>
      <dsp:spPr>
        <a:xfrm>
          <a:off x="5012105" y="4634636"/>
          <a:ext cx="1325250" cy="348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48260" rIns="135128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Prototype</a:t>
          </a:r>
        </a:p>
      </dsp:txBody>
      <dsp:txXfrm>
        <a:off x="5012105" y="4634636"/>
        <a:ext cx="1325250" cy="348843"/>
      </dsp:txXfrm>
    </dsp:sp>
    <dsp:sp modelId="{94C6C213-3D54-5848-BD30-1A6527277642}">
      <dsp:nvSpPr>
        <dsp:cNvPr id="0" name=""/>
        <dsp:cNvSpPr/>
      </dsp:nvSpPr>
      <dsp:spPr>
        <a:xfrm>
          <a:off x="6337355" y="4709388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ED77FA-1109-2A42-B178-5132CE11520F}">
      <dsp:nvSpPr>
        <dsp:cNvPr id="0" name=""/>
        <dsp:cNvSpPr/>
      </dsp:nvSpPr>
      <dsp:spPr>
        <a:xfrm>
          <a:off x="6456959" y="4709388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2A772-6DCC-B84F-9E37-65D78D69E1F1}">
      <dsp:nvSpPr>
        <dsp:cNvPr id="0" name=""/>
        <dsp:cNvSpPr/>
      </dsp:nvSpPr>
      <dsp:spPr>
        <a:xfrm>
          <a:off x="6337355" y="4828992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8B5A55-3994-4E49-9B9A-D7CE23BA6B36}">
      <dsp:nvSpPr>
        <dsp:cNvPr id="0" name=""/>
        <dsp:cNvSpPr/>
      </dsp:nvSpPr>
      <dsp:spPr>
        <a:xfrm>
          <a:off x="6456959" y="4828992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85A6A-6243-9745-9A4F-360374502E34}">
      <dsp:nvSpPr>
        <dsp:cNvPr id="0" name=""/>
        <dsp:cNvSpPr/>
      </dsp:nvSpPr>
      <dsp:spPr>
        <a:xfrm>
          <a:off x="6536695" y="4634636"/>
          <a:ext cx="1154250" cy="348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48260" rIns="135128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Delivery</a:t>
          </a:r>
        </a:p>
      </dsp:txBody>
      <dsp:txXfrm>
        <a:off x="6536695" y="4634636"/>
        <a:ext cx="1154250" cy="348843"/>
      </dsp:txXfrm>
    </dsp:sp>
    <dsp:sp modelId="{E0FB4DA6-A4E2-8244-A84B-A239A1EB02F7}">
      <dsp:nvSpPr>
        <dsp:cNvPr id="0" name=""/>
        <dsp:cNvSpPr/>
      </dsp:nvSpPr>
      <dsp:spPr>
        <a:xfrm>
          <a:off x="7690945" y="4858892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DCA50E-001B-314A-878C-DE02D3C56465}">
      <dsp:nvSpPr>
        <dsp:cNvPr id="0" name=""/>
        <dsp:cNvSpPr/>
      </dsp:nvSpPr>
      <dsp:spPr>
        <a:xfrm>
          <a:off x="7780647" y="4769190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56DC4F-E791-6445-AC0B-B1DA0720D23B}">
      <dsp:nvSpPr>
        <dsp:cNvPr id="0" name=""/>
        <dsp:cNvSpPr/>
      </dsp:nvSpPr>
      <dsp:spPr>
        <a:xfrm>
          <a:off x="7870350" y="4679487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FF7640-4661-4C46-9C86-CCE783924DA7}">
      <dsp:nvSpPr>
        <dsp:cNvPr id="0" name=""/>
        <dsp:cNvSpPr/>
      </dsp:nvSpPr>
      <dsp:spPr>
        <a:xfrm>
          <a:off x="7690945" y="4679487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E64009-C02A-3E49-B169-D40CFBA8AF99}">
      <dsp:nvSpPr>
        <dsp:cNvPr id="0" name=""/>
        <dsp:cNvSpPr/>
      </dsp:nvSpPr>
      <dsp:spPr>
        <a:xfrm>
          <a:off x="7870350" y="4858892"/>
          <a:ext cx="79735" cy="797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513143-25EC-8D45-8247-DC9878CAB640}">
      <dsp:nvSpPr>
        <dsp:cNvPr id="0" name=""/>
        <dsp:cNvSpPr/>
      </dsp:nvSpPr>
      <dsp:spPr>
        <a:xfrm>
          <a:off x="7950086" y="4634636"/>
          <a:ext cx="1197000" cy="348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48260" rIns="135128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900" kern="1200"/>
            <a:t>Learning</a:t>
          </a:r>
        </a:p>
      </dsp:txBody>
      <dsp:txXfrm>
        <a:off x="7950086" y="4634636"/>
        <a:ext cx="1197000" cy="348843"/>
      </dsp:txXfrm>
    </dsp:sp>
  </dsp:spTree>
</dsp:drawing>
</file>

<file path=ppt/diagrams/drawing1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C3C68-E2F6-443B-8DCA-59DC5DD53D16}">
      <dsp:nvSpPr>
        <dsp:cNvPr id="0" name=""/>
        <dsp:cNvSpPr/>
      </dsp:nvSpPr>
      <dsp:spPr>
        <a:xfrm>
          <a:off x="822687" y="147776"/>
          <a:ext cx="1911145" cy="224840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807326-060A-41AD-B789-4CBE08626AE5}">
      <dsp:nvSpPr>
        <dsp:cNvPr id="0" name=""/>
        <dsp:cNvSpPr/>
      </dsp:nvSpPr>
      <dsp:spPr>
        <a:xfrm>
          <a:off x="918244" y="237712"/>
          <a:ext cx="1720030" cy="1461463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3783" r="-1378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83D458A-956E-4112-A0D7-52489BEE5CC7}">
      <dsp:nvSpPr>
        <dsp:cNvPr id="0" name=""/>
        <dsp:cNvSpPr/>
      </dsp:nvSpPr>
      <dsp:spPr>
        <a:xfrm>
          <a:off x="918244" y="1699176"/>
          <a:ext cx="1720030" cy="607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Research</a:t>
          </a:r>
        </a:p>
      </dsp:txBody>
      <dsp:txXfrm>
        <a:off x="918244" y="1699176"/>
        <a:ext cx="1720030" cy="607069"/>
      </dsp:txXfrm>
    </dsp:sp>
    <dsp:sp modelId="{1EA3C919-25C8-4FB6-95EF-67148D690560}">
      <dsp:nvSpPr>
        <dsp:cNvPr id="0" name=""/>
        <dsp:cNvSpPr/>
      </dsp:nvSpPr>
      <dsp:spPr>
        <a:xfrm>
          <a:off x="3218580" y="147776"/>
          <a:ext cx="1911145" cy="224840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B041E8-4DA6-4A29-8EEC-F03691FF5562}">
      <dsp:nvSpPr>
        <dsp:cNvPr id="0" name=""/>
        <dsp:cNvSpPr/>
      </dsp:nvSpPr>
      <dsp:spPr>
        <a:xfrm>
          <a:off x="3314138" y="237712"/>
          <a:ext cx="1720030" cy="1461463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13783" r="-1378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099336E-4119-4E61-AE38-D04FCB94476B}">
      <dsp:nvSpPr>
        <dsp:cNvPr id="0" name=""/>
        <dsp:cNvSpPr/>
      </dsp:nvSpPr>
      <dsp:spPr>
        <a:xfrm>
          <a:off x="3314138" y="1699176"/>
          <a:ext cx="1720030" cy="607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Workshop</a:t>
          </a:r>
        </a:p>
      </dsp:txBody>
      <dsp:txXfrm>
        <a:off x="3314138" y="1699176"/>
        <a:ext cx="1720030" cy="607069"/>
      </dsp:txXfrm>
    </dsp:sp>
    <dsp:sp modelId="{E058DF98-984D-4A65-BDEB-823D51923D65}">
      <dsp:nvSpPr>
        <dsp:cNvPr id="0" name=""/>
        <dsp:cNvSpPr/>
      </dsp:nvSpPr>
      <dsp:spPr>
        <a:xfrm>
          <a:off x="5614474" y="147776"/>
          <a:ext cx="1911145" cy="224840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31B1EF-4618-4860-9ACC-F6D59C25685D}">
      <dsp:nvSpPr>
        <dsp:cNvPr id="0" name=""/>
        <dsp:cNvSpPr/>
      </dsp:nvSpPr>
      <dsp:spPr>
        <a:xfrm>
          <a:off x="5710031" y="237712"/>
          <a:ext cx="1720030" cy="1461463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13783" r="-1378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8B60945-FBF4-41DD-B9D1-FD8C7B48BF88}">
      <dsp:nvSpPr>
        <dsp:cNvPr id="0" name=""/>
        <dsp:cNvSpPr/>
      </dsp:nvSpPr>
      <dsp:spPr>
        <a:xfrm>
          <a:off x="5710031" y="1699176"/>
          <a:ext cx="1720030" cy="607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Prototype</a:t>
          </a:r>
        </a:p>
      </dsp:txBody>
      <dsp:txXfrm>
        <a:off x="5710031" y="1699176"/>
        <a:ext cx="1720030" cy="607069"/>
      </dsp:txXfrm>
    </dsp:sp>
    <dsp:sp modelId="{4FCE25C0-615B-45FF-A8C8-DCC8810F4E56}">
      <dsp:nvSpPr>
        <dsp:cNvPr id="0" name=""/>
        <dsp:cNvSpPr/>
      </dsp:nvSpPr>
      <dsp:spPr>
        <a:xfrm>
          <a:off x="8010367" y="147776"/>
          <a:ext cx="1911145" cy="224840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30D83-5318-4C79-9612-8264C20DF37C}">
      <dsp:nvSpPr>
        <dsp:cNvPr id="0" name=""/>
        <dsp:cNvSpPr/>
      </dsp:nvSpPr>
      <dsp:spPr>
        <a:xfrm>
          <a:off x="8105924" y="237712"/>
          <a:ext cx="1720030" cy="1461463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13783" r="-1378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7241B7A-6188-4F6D-9B7D-ECE57BF31780}">
      <dsp:nvSpPr>
        <dsp:cNvPr id="0" name=""/>
        <dsp:cNvSpPr/>
      </dsp:nvSpPr>
      <dsp:spPr>
        <a:xfrm>
          <a:off x="8105924" y="1699176"/>
          <a:ext cx="1720030" cy="607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Delivery</a:t>
          </a:r>
        </a:p>
      </dsp:txBody>
      <dsp:txXfrm>
        <a:off x="8105924" y="1699176"/>
        <a:ext cx="1720030" cy="607069"/>
      </dsp:txXfrm>
    </dsp:sp>
    <dsp:sp modelId="{FB1A40C7-D5E6-4019-B0A8-9ED22D6EDB61}">
      <dsp:nvSpPr>
        <dsp:cNvPr id="0" name=""/>
        <dsp:cNvSpPr/>
      </dsp:nvSpPr>
      <dsp:spPr>
        <a:xfrm>
          <a:off x="4416527" y="2587297"/>
          <a:ext cx="1911145" cy="224840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6E5768-9A5F-4441-8202-04156C03EE96}">
      <dsp:nvSpPr>
        <dsp:cNvPr id="0" name=""/>
        <dsp:cNvSpPr/>
      </dsp:nvSpPr>
      <dsp:spPr>
        <a:xfrm>
          <a:off x="4512084" y="2677233"/>
          <a:ext cx="1720030" cy="1461463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l="-13783" r="-1378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A8814D8-5458-4A09-B82B-418241CFF598}">
      <dsp:nvSpPr>
        <dsp:cNvPr id="0" name=""/>
        <dsp:cNvSpPr/>
      </dsp:nvSpPr>
      <dsp:spPr>
        <a:xfrm>
          <a:off x="4512084" y="4138697"/>
          <a:ext cx="1720030" cy="607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600" kern="1200"/>
            <a:t>Learning</a:t>
          </a:r>
        </a:p>
      </dsp:txBody>
      <dsp:txXfrm>
        <a:off x="4512084" y="4138697"/>
        <a:ext cx="1720030" cy="607069"/>
      </dsp:txXfrm>
    </dsp:sp>
  </dsp:spTree>
</dsp:drawing>
</file>

<file path=ppt/diagrams/drawing1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1A4732-A55C-F349-9478-802FD2D47958}">
      <dsp:nvSpPr>
        <dsp:cNvPr id="0" name=""/>
        <dsp:cNvSpPr/>
      </dsp:nvSpPr>
      <dsp:spPr>
        <a:xfrm>
          <a:off x="469234" y="96063"/>
          <a:ext cx="2768687" cy="2046049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1FCC3B-0F9B-4948-8EB6-003CE76A6A04}">
      <dsp:nvSpPr>
        <dsp:cNvPr id="0" name=""/>
        <dsp:cNvSpPr/>
      </dsp:nvSpPr>
      <dsp:spPr>
        <a:xfrm>
          <a:off x="1028862" y="1771125"/>
          <a:ext cx="2385783" cy="5733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sz="3000" kern="1200"/>
            <a:t>Research</a:t>
          </a:r>
        </a:p>
      </dsp:txBody>
      <dsp:txXfrm>
        <a:off x="1028862" y="1771125"/>
        <a:ext cx="2385783" cy="573343"/>
      </dsp:txXfrm>
    </dsp:sp>
    <dsp:sp modelId="{B0DEE721-B374-D444-8A06-DE6DC7E1CEF9}">
      <dsp:nvSpPr>
        <dsp:cNvPr id="0" name=""/>
        <dsp:cNvSpPr/>
      </dsp:nvSpPr>
      <dsp:spPr>
        <a:xfrm>
          <a:off x="3899394" y="96063"/>
          <a:ext cx="2768687" cy="2046049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A4F989-0E2B-8F48-9D7F-9704D5F0F008}">
      <dsp:nvSpPr>
        <dsp:cNvPr id="0" name=""/>
        <dsp:cNvSpPr/>
      </dsp:nvSpPr>
      <dsp:spPr>
        <a:xfrm>
          <a:off x="4459022" y="1771125"/>
          <a:ext cx="2385783" cy="5733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sz="3000" kern="1200"/>
            <a:t>Workshop</a:t>
          </a:r>
        </a:p>
      </dsp:txBody>
      <dsp:txXfrm>
        <a:off x="4459022" y="1771125"/>
        <a:ext cx="2385783" cy="573343"/>
      </dsp:txXfrm>
    </dsp:sp>
    <dsp:sp modelId="{5AE96F5A-B3C3-EB42-A18A-5153ED4D2062}">
      <dsp:nvSpPr>
        <dsp:cNvPr id="0" name=""/>
        <dsp:cNvSpPr/>
      </dsp:nvSpPr>
      <dsp:spPr>
        <a:xfrm>
          <a:off x="7329554" y="96063"/>
          <a:ext cx="2768687" cy="2046049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E4E24E-54D8-634A-B5AB-6E402D56C44A}">
      <dsp:nvSpPr>
        <dsp:cNvPr id="0" name=""/>
        <dsp:cNvSpPr/>
      </dsp:nvSpPr>
      <dsp:spPr>
        <a:xfrm>
          <a:off x="7889182" y="1771125"/>
          <a:ext cx="2385783" cy="5733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sz="3000" kern="1200"/>
            <a:t>Prototype</a:t>
          </a:r>
        </a:p>
      </dsp:txBody>
      <dsp:txXfrm>
        <a:off x="7889182" y="1771125"/>
        <a:ext cx="2385783" cy="573343"/>
      </dsp:txXfrm>
    </dsp:sp>
    <dsp:sp modelId="{B118AA94-396D-C54C-96D6-F14968D7AE70}">
      <dsp:nvSpPr>
        <dsp:cNvPr id="0" name=""/>
        <dsp:cNvSpPr/>
      </dsp:nvSpPr>
      <dsp:spPr>
        <a:xfrm>
          <a:off x="2184314" y="2639010"/>
          <a:ext cx="2768687" cy="2046049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E2462-D734-5444-870B-5C6B75B929D5}">
      <dsp:nvSpPr>
        <dsp:cNvPr id="0" name=""/>
        <dsp:cNvSpPr/>
      </dsp:nvSpPr>
      <dsp:spPr>
        <a:xfrm>
          <a:off x="2743942" y="4314073"/>
          <a:ext cx="2385783" cy="5733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sz="3000" kern="1200"/>
            <a:t>Delivery</a:t>
          </a:r>
        </a:p>
      </dsp:txBody>
      <dsp:txXfrm>
        <a:off x="2743942" y="4314073"/>
        <a:ext cx="2385783" cy="573343"/>
      </dsp:txXfrm>
    </dsp:sp>
    <dsp:sp modelId="{15B6B776-1EB3-1F48-83EA-A5AA1339ADD5}">
      <dsp:nvSpPr>
        <dsp:cNvPr id="0" name=""/>
        <dsp:cNvSpPr/>
      </dsp:nvSpPr>
      <dsp:spPr>
        <a:xfrm>
          <a:off x="5614474" y="2639010"/>
          <a:ext cx="2768687" cy="2046049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67A95C-BA5E-614F-A9C9-2605B07D62CE}">
      <dsp:nvSpPr>
        <dsp:cNvPr id="0" name=""/>
        <dsp:cNvSpPr/>
      </dsp:nvSpPr>
      <dsp:spPr>
        <a:xfrm>
          <a:off x="6174102" y="4314073"/>
          <a:ext cx="2385783" cy="5733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sz="3000" kern="1200"/>
            <a:t>Learning</a:t>
          </a:r>
        </a:p>
      </dsp:txBody>
      <dsp:txXfrm>
        <a:off x="6174102" y="4314073"/>
        <a:ext cx="2385783" cy="573343"/>
      </dsp:txXfrm>
    </dsp:sp>
  </dsp:spTree>
</dsp:drawing>
</file>

<file path=ppt/diagrams/drawing1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A5E35C-A8B3-42A4-B92D-B804FEE94332}">
      <dsp:nvSpPr>
        <dsp:cNvPr id="0" name=""/>
        <dsp:cNvSpPr/>
      </dsp:nvSpPr>
      <dsp:spPr>
        <a:xfrm>
          <a:off x="2106328" y="2655009"/>
          <a:ext cx="3029954" cy="1870374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3947" b="-3947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3826C37-7E99-4E0E-810D-FC4D07B072BB}">
      <dsp:nvSpPr>
        <dsp:cNvPr id="0" name=""/>
        <dsp:cNvSpPr/>
      </dsp:nvSpPr>
      <dsp:spPr>
        <a:xfrm>
          <a:off x="5843350" y="2655009"/>
          <a:ext cx="3029954" cy="1870374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t="-3947" b="-3947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3BAFD93-ED4E-451C-9435-B808853F6635}">
      <dsp:nvSpPr>
        <dsp:cNvPr id="0" name=""/>
        <dsp:cNvSpPr/>
      </dsp:nvSpPr>
      <dsp:spPr>
        <a:xfrm>
          <a:off x="7711861" y="140898"/>
          <a:ext cx="3029954" cy="1870374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t="-3947" b="-3947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64FD0A3-BF0D-4E8E-B955-27847CD97D51}">
      <dsp:nvSpPr>
        <dsp:cNvPr id="0" name=""/>
        <dsp:cNvSpPr/>
      </dsp:nvSpPr>
      <dsp:spPr>
        <a:xfrm>
          <a:off x="237817" y="140898"/>
          <a:ext cx="3029954" cy="1870374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t="-3947" b="-3947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BF44481-9A93-49BC-8DEF-6D14DC7DC26E}">
      <dsp:nvSpPr>
        <dsp:cNvPr id="0" name=""/>
        <dsp:cNvSpPr/>
      </dsp:nvSpPr>
      <dsp:spPr>
        <a:xfrm>
          <a:off x="3974839" y="140898"/>
          <a:ext cx="3029954" cy="1870374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t="-3947" b="-3947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D74882E-074F-45C7-9837-578AD0EBDCF9}">
      <dsp:nvSpPr>
        <dsp:cNvPr id="0" name=""/>
        <dsp:cNvSpPr/>
      </dsp:nvSpPr>
      <dsp:spPr>
        <a:xfrm>
          <a:off x="2383" y="2000334"/>
          <a:ext cx="3023750" cy="320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0" rIns="80010" bIns="0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Research</a:t>
          </a:r>
        </a:p>
      </dsp:txBody>
      <dsp:txXfrm>
        <a:off x="2383" y="2000334"/>
        <a:ext cx="3023750" cy="320041"/>
      </dsp:txXfrm>
    </dsp:sp>
    <dsp:sp modelId="{6BA5AF3E-79BD-4ECF-AD0D-3E3DF5558266}">
      <dsp:nvSpPr>
        <dsp:cNvPr id="0" name=""/>
        <dsp:cNvSpPr/>
      </dsp:nvSpPr>
      <dsp:spPr>
        <a:xfrm>
          <a:off x="3739405" y="2000334"/>
          <a:ext cx="3023750" cy="320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0" rIns="80010" bIns="0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Workshop</a:t>
          </a:r>
        </a:p>
      </dsp:txBody>
      <dsp:txXfrm>
        <a:off x="3739405" y="2000334"/>
        <a:ext cx="3023750" cy="320041"/>
      </dsp:txXfrm>
    </dsp:sp>
    <dsp:sp modelId="{C4358FBB-6082-DF4C-B8E8-5BAE9520DF34}">
      <dsp:nvSpPr>
        <dsp:cNvPr id="0" name=""/>
        <dsp:cNvSpPr/>
      </dsp:nvSpPr>
      <dsp:spPr>
        <a:xfrm>
          <a:off x="2383" y="382406"/>
          <a:ext cx="3028975" cy="1946064"/>
        </a:xfrm>
        <a:prstGeom prst="rect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3F584B-3B84-3D4D-968D-2F7940B91318}">
      <dsp:nvSpPr>
        <dsp:cNvPr id="0" name=""/>
        <dsp:cNvSpPr/>
      </dsp:nvSpPr>
      <dsp:spPr>
        <a:xfrm>
          <a:off x="3739405" y="382406"/>
          <a:ext cx="3028975" cy="1946064"/>
        </a:xfrm>
        <a:prstGeom prst="rect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5F0802-F9DF-473D-B81A-36CA43CB2197}">
      <dsp:nvSpPr>
        <dsp:cNvPr id="0" name=""/>
        <dsp:cNvSpPr/>
      </dsp:nvSpPr>
      <dsp:spPr>
        <a:xfrm>
          <a:off x="7476427" y="2000334"/>
          <a:ext cx="3023750" cy="320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0" rIns="80010" bIns="0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Prototype</a:t>
          </a:r>
        </a:p>
      </dsp:txBody>
      <dsp:txXfrm>
        <a:off x="7476427" y="2000334"/>
        <a:ext cx="3023750" cy="320041"/>
      </dsp:txXfrm>
    </dsp:sp>
    <dsp:sp modelId="{4067E87C-EEC8-4C62-8929-AAF67831CB45}">
      <dsp:nvSpPr>
        <dsp:cNvPr id="0" name=""/>
        <dsp:cNvSpPr/>
      </dsp:nvSpPr>
      <dsp:spPr>
        <a:xfrm>
          <a:off x="1870894" y="4514446"/>
          <a:ext cx="3023750" cy="320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0" rIns="80010" bIns="0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Delivery</a:t>
          </a:r>
        </a:p>
      </dsp:txBody>
      <dsp:txXfrm>
        <a:off x="1870894" y="4514446"/>
        <a:ext cx="3023750" cy="320041"/>
      </dsp:txXfrm>
    </dsp:sp>
    <dsp:sp modelId="{F14BCB03-2F83-E747-BA1A-507AE33324BA}">
      <dsp:nvSpPr>
        <dsp:cNvPr id="0" name=""/>
        <dsp:cNvSpPr/>
      </dsp:nvSpPr>
      <dsp:spPr>
        <a:xfrm>
          <a:off x="7476427" y="382406"/>
          <a:ext cx="3028975" cy="1946064"/>
        </a:xfrm>
        <a:prstGeom prst="rect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DC6727-6240-6245-A9E3-5678A3EE72EE}">
      <dsp:nvSpPr>
        <dsp:cNvPr id="0" name=""/>
        <dsp:cNvSpPr/>
      </dsp:nvSpPr>
      <dsp:spPr>
        <a:xfrm>
          <a:off x="1870894" y="2896517"/>
          <a:ext cx="3028975" cy="1946064"/>
        </a:xfrm>
        <a:prstGeom prst="rect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5C9C3F-F4F2-4E49-ABD2-FCEF68C42C26}">
      <dsp:nvSpPr>
        <dsp:cNvPr id="0" name=""/>
        <dsp:cNvSpPr/>
      </dsp:nvSpPr>
      <dsp:spPr>
        <a:xfrm>
          <a:off x="5607916" y="4514446"/>
          <a:ext cx="3023750" cy="320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0" rIns="80010" bIns="0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Learning</a:t>
          </a:r>
        </a:p>
      </dsp:txBody>
      <dsp:txXfrm>
        <a:off x="5607916" y="4514446"/>
        <a:ext cx="3023750" cy="320041"/>
      </dsp:txXfrm>
    </dsp:sp>
    <dsp:sp modelId="{51ACC8F9-C63C-3E46-A7E6-590D8C95CF18}">
      <dsp:nvSpPr>
        <dsp:cNvPr id="0" name=""/>
        <dsp:cNvSpPr/>
      </dsp:nvSpPr>
      <dsp:spPr>
        <a:xfrm>
          <a:off x="5607916" y="2896517"/>
          <a:ext cx="3028975" cy="1946064"/>
        </a:xfrm>
        <a:prstGeom prst="rect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F7F2D-633E-6849-9918-C84A7B7A5999}">
      <dsp:nvSpPr>
        <dsp:cNvPr id="0" name=""/>
        <dsp:cNvSpPr/>
      </dsp:nvSpPr>
      <dsp:spPr>
        <a:xfrm>
          <a:off x="978699" y="4011"/>
          <a:ext cx="2742452" cy="2350606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9E7A3A-E7CC-5240-B715-DF0941659D04}">
      <dsp:nvSpPr>
        <dsp:cNvPr id="0" name=""/>
        <dsp:cNvSpPr/>
      </dsp:nvSpPr>
      <dsp:spPr>
        <a:xfrm>
          <a:off x="978699" y="1649435"/>
          <a:ext cx="2742452" cy="564145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Research</a:t>
          </a:r>
        </a:p>
      </dsp:txBody>
      <dsp:txXfrm>
        <a:off x="978699" y="1649435"/>
        <a:ext cx="2742452" cy="564145"/>
      </dsp:txXfrm>
    </dsp:sp>
    <dsp:sp modelId="{F535848C-C927-5D42-9171-6E493983DF57}">
      <dsp:nvSpPr>
        <dsp:cNvPr id="0" name=""/>
        <dsp:cNvSpPr/>
      </dsp:nvSpPr>
      <dsp:spPr>
        <a:xfrm>
          <a:off x="4000873" y="4011"/>
          <a:ext cx="2742452" cy="2350606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E1276C-7744-A74F-B9A0-B88D048384C0}">
      <dsp:nvSpPr>
        <dsp:cNvPr id="0" name=""/>
        <dsp:cNvSpPr/>
      </dsp:nvSpPr>
      <dsp:spPr>
        <a:xfrm>
          <a:off x="4000873" y="1649435"/>
          <a:ext cx="2742452" cy="564145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Workshop</a:t>
          </a:r>
        </a:p>
      </dsp:txBody>
      <dsp:txXfrm>
        <a:off x="4000873" y="1649435"/>
        <a:ext cx="2742452" cy="564145"/>
      </dsp:txXfrm>
    </dsp:sp>
    <dsp:sp modelId="{4D44F3FF-1F1C-9644-8150-B9791D282429}">
      <dsp:nvSpPr>
        <dsp:cNvPr id="0" name=""/>
        <dsp:cNvSpPr/>
      </dsp:nvSpPr>
      <dsp:spPr>
        <a:xfrm>
          <a:off x="7023048" y="4011"/>
          <a:ext cx="2742452" cy="2350606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5D830-15C3-D541-81DA-770C12F97B25}">
      <dsp:nvSpPr>
        <dsp:cNvPr id="0" name=""/>
        <dsp:cNvSpPr/>
      </dsp:nvSpPr>
      <dsp:spPr>
        <a:xfrm>
          <a:off x="7023048" y="1649435"/>
          <a:ext cx="2742452" cy="564145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Prototype</a:t>
          </a:r>
        </a:p>
      </dsp:txBody>
      <dsp:txXfrm>
        <a:off x="7023048" y="1649435"/>
        <a:ext cx="2742452" cy="564145"/>
      </dsp:txXfrm>
    </dsp:sp>
    <dsp:sp modelId="{E44F1390-6E73-F047-B3C8-4B7C3A69DBAA}">
      <dsp:nvSpPr>
        <dsp:cNvPr id="0" name=""/>
        <dsp:cNvSpPr/>
      </dsp:nvSpPr>
      <dsp:spPr>
        <a:xfrm>
          <a:off x="2489786" y="2628862"/>
          <a:ext cx="2742452" cy="2350606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7D9A9-E9AB-6C40-BEBC-7F0416FEB526}">
      <dsp:nvSpPr>
        <dsp:cNvPr id="0" name=""/>
        <dsp:cNvSpPr/>
      </dsp:nvSpPr>
      <dsp:spPr>
        <a:xfrm>
          <a:off x="2489786" y="4274287"/>
          <a:ext cx="2742452" cy="564145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Delivery</a:t>
          </a:r>
        </a:p>
      </dsp:txBody>
      <dsp:txXfrm>
        <a:off x="2489786" y="4274287"/>
        <a:ext cx="2742452" cy="564145"/>
      </dsp:txXfrm>
    </dsp:sp>
    <dsp:sp modelId="{AB7CB002-2BEB-A749-9CBC-5F9FAB46E5AB}">
      <dsp:nvSpPr>
        <dsp:cNvPr id="0" name=""/>
        <dsp:cNvSpPr/>
      </dsp:nvSpPr>
      <dsp:spPr>
        <a:xfrm>
          <a:off x="5511961" y="2628862"/>
          <a:ext cx="2742452" cy="2350606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385F02-5100-7940-AFE6-F9929E9D6D64}">
      <dsp:nvSpPr>
        <dsp:cNvPr id="0" name=""/>
        <dsp:cNvSpPr/>
      </dsp:nvSpPr>
      <dsp:spPr>
        <a:xfrm>
          <a:off x="5511961" y="4274287"/>
          <a:ext cx="2742452" cy="564145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Learning</a:t>
          </a:r>
        </a:p>
      </dsp:txBody>
      <dsp:txXfrm>
        <a:off x="5511961" y="4274287"/>
        <a:ext cx="2742452" cy="564145"/>
      </dsp:txXfrm>
    </dsp:sp>
  </dsp:spTree>
</dsp:drawing>
</file>

<file path=ppt/diagrams/drawing1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2A33EE-4944-4459-8E70-A9DCB771207E}">
      <dsp:nvSpPr>
        <dsp:cNvPr id="0" name=""/>
        <dsp:cNvSpPr/>
      </dsp:nvSpPr>
      <dsp:spPr>
        <a:xfrm>
          <a:off x="1289838" y="362198"/>
          <a:ext cx="2192506" cy="1844054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3139" r="-13139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76128DE-29A2-4B31-8790-B15CA2C825CF}">
      <dsp:nvSpPr>
        <dsp:cNvPr id="0" name=""/>
        <dsp:cNvSpPr/>
      </dsp:nvSpPr>
      <dsp:spPr>
        <a:xfrm>
          <a:off x="473051" y="1137405"/>
          <a:ext cx="1188260" cy="1188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Research</a:t>
          </a:r>
        </a:p>
      </dsp:txBody>
      <dsp:txXfrm>
        <a:off x="473051" y="1137405"/>
        <a:ext cx="1188260" cy="1188260"/>
      </dsp:txXfrm>
    </dsp:sp>
    <dsp:sp modelId="{47431063-6E3F-4D60-A467-51E16FEBA00B}">
      <dsp:nvSpPr>
        <dsp:cNvPr id="0" name=""/>
        <dsp:cNvSpPr/>
      </dsp:nvSpPr>
      <dsp:spPr>
        <a:xfrm>
          <a:off x="4684240" y="362198"/>
          <a:ext cx="2192506" cy="1844054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13139" r="-13139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7DF1270-C13B-4B8F-9067-693772FA668A}">
      <dsp:nvSpPr>
        <dsp:cNvPr id="0" name=""/>
        <dsp:cNvSpPr/>
      </dsp:nvSpPr>
      <dsp:spPr>
        <a:xfrm>
          <a:off x="3867452" y="1137405"/>
          <a:ext cx="1188260" cy="1188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Workshop</a:t>
          </a:r>
        </a:p>
      </dsp:txBody>
      <dsp:txXfrm>
        <a:off x="3867452" y="1137405"/>
        <a:ext cx="1188260" cy="1188260"/>
      </dsp:txXfrm>
    </dsp:sp>
    <dsp:sp modelId="{9F492866-7A87-4910-BF06-C412B616699D}">
      <dsp:nvSpPr>
        <dsp:cNvPr id="0" name=""/>
        <dsp:cNvSpPr/>
      </dsp:nvSpPr>
      <dsp:spPr>
        <a:xfrm>
          <a:off x="8078641" y="362198"/>
          <a:ext cx="2192506" cy="1844054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13139" r="-13139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22BCC71-0455-4E4E-9DC3-4129B0E92656}">
      <dsp:nvSpPr>
        <dsp:cNvPr id="0" name=""/>
        <dsp:cNvSpPr/>
      </dsp:nvSpPr>
      <dsp:spPr>
        <a:xfrm>
          <a:off x="7261854" y="1137405"/>
          <a:ext cx="1188260" cy="1188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Prototype</a:t>
          </a:r>
        </a:p>
      </dsp:txBody>
      <dsp:txXfrm>
        <a:off x="7261854" y="1137405"/>
        <a:ext cx="1188260" cy="1188260"/>
      </dsp:txXfrm>
    </dsp:sp>
    <dsp:sp modelId="{E637FF03-70D0-4645-9752-533E7C64ED24}">
      <dsp:nvSpPr>
        <dsp:cNvPr id="0" name=""/>
        <dsp:cNvSpPr/>
      </dsp:nvSpPr>
      <dsp:spPr>
        <a:xfrm>
          <a:off x="2987039" y="2657813"/>
          <a:ext cx="2192506" cy="1844054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13139" r="-13139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6B7CAC1-AAB9-482C-ADAD-4A73924E37A4}">
      <dsp:nvSpPr>
        <dsp:cNvPr id="0" name=""/>
        <dsp:cNvSpPr/>
      </dsp:nvSpPr>
      <dsp:spPr>
        <a:xfrm>
          <a:off x="2170252" y="3433021"/>
          <a:ext cx="1188260" cy="1188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Delivery</a:t>
          </a:r>
        </a:p>
      </dsp:txBody>
      <dsp:txXfrm>
        <a:off x="2170252" y="3433021"/>
        <a:ext cx="1188260" cy="1188260"/>
      </dsp:txXfrm>
    </dsp:sp>
    <dsp:sp modelId="{0D84F9C2-E8AF-4345-9926-42C3F8558AE9}">
      <dsp:nvSpPr>
        <dsp:cNvPr id="0" name=""/>
        <dsp:cNvSpPr/>
      </dsp:nvSpPr>
      <dsp:spPr>
        <a:xfrm>
          <a:off x="6381440" y="2657813"/>
          <a:ext cx="2192506" cy="1844054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l="-13139" r="-13139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AA64982-48EB-4918-BDB3-221F800D21B1}">
      <dsp:nvSpPr>
        <dsp:cNvPr id="0" name=""/>
        <dsp:cNvSpPr/>
      </dsp:nvSpPr>
      <dsp:spPr>
        <a:xfrm>
          <a:off x="5564653" y="3433021"/>
          <a:ext cx="1188260" cy="1188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Learning</a:t>
          </a:r>
        </a:p>
      </dsp:txBody>
      <dsp:txXfrm>
        <a:off x="5564653" y="3433021"/>
        <a:ext cx="1188260" cy="1188260"/>
      </dsp:txXfrm>
    </dsp:sp>
  </dsp:spTree>
</dsp:drawing>
</file>

<file path=ppt/diagrams/drawing1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402251-04F5-46F1-980B-F2722ED7CDD8}">
      <dsp:nvSpPr>
        <dsp:cNvPr id="0" name=""/>
        <dsp:cNvSpPr/>
      </dsp:nvSpPr>
      <dsp:spPr>
        <a:xfrm>
          <a:off x="273851" y="1897"/>
          <a:ext cx="2371278" cy="1897022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0058" r="-10058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39F00E4-5EEF-4E03-BA42-1874C2AD018F}">
      <dsp:nvSpPr>
        <dsp:cNvPr id="0" name=""/>
        <dsp:cNvSpPr/>
      </dsp:nvSpPr>
      <dsp:spPr>
        <a:xfrm>
          <a:off x="487266" y="1709218"/>
          <a:ext cx="2110437" cy="66395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Research</a:t>
          </a:r>
        </a:p>
      </dsp:txBody>
      <dsp:txXfrm>
        <a:off x="487266" y="1709218"/>
        <a:ext cx="2110437" cy="663957"/>
      </dsp:txXfrm>
    </dsp:sp>
    <dsp:sp modelId="{5CFAE154-CCE3-4F82-921E-333A0EB33C91}">
      <dsp:nvSpPr>
        <dsp:cNvPr id="0" name=""/>
        <dsp:cNvSpPr/>
      </dsp:nvSpPr>
      <dsp:spPr>
        <a:xfrm>
          <a:off x="2882257" y="1897"/>
          <a:ext cx="2371278" cy="1897022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10058" r="-10058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B2B7F5C-893F-4456-A2AD-AAE7B23616FE}">
      <dsp:nvSpPr>
        <dsp:cNvPr id="0" name=""/>
        <dsp:cNvSpPr/>
      </dsp:nvSpPr>
      <dsp:spPr>
        <a:xfrm>
          <a:off x="3095672" y="1709218"/>
          <a:ext cx="2110437" cy="66395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Workshop</a:t>
          </a:r>
        </a:p>
      </dsp:txBody>
      <dsp:txXfrm>
        <a:off x="3095672" y="1709218"/>
        <a:ext cx="2110437" cy="663957"/>
      </dsp:txXfrm>
    </dsp:sp>
    <dsp:sp modelId="{D8AE1F42-1E52-4A80-814C-8743744024C2}">
      <dsp:nvSpPr>
        <dsp:cNvPr id="0" name=""/>
        <dsp:cNvSpPr/>
      </dsp:nvSpPr>
      <dsp:spPr>
        <a:xfrm>
          <a:off x="5490663" y="1897"/>
          <a:ext cx="2371278" cy="1897022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10058" r="-10058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74D50AA-AC5E-4863-AAD6-F37055A68EAE}">
      <dsp:nvSpPr>
        <dsp:cNvPr id="0" name=""/>
        <dsp:cNvSpPr/>
      </dsp:nvSpPr>
      <dsp:spPr>
        <a:xfrm>
          <a:off x="5704078" y="1709218"/>
          <a:ext cx="2110437" cy="66395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Prototype</a:t>
          </a:r>
        </a:p>
      </dsp:txBody>
      <dsp:txXfrm>
        <a:off x="5704078" y="1709218"/>
        <a:ext cx="2110437" cy="663957"/>
      </dsp:txXfrm>
    </dsp:sp>
    <dsp:sp modelId="{F819C35C-B8C5-47A0-81F9-EA9D2E34C1F5}">
      <dsp:nvSpPr>
        <dsp:cNvPr id="0" name=""/>
        <dsp:cNvSpPr/>
      </dsp:nvSpPr>
      <dsp:spPr>
        <a:xfrm>
          <a:off x="8099070" y="1897"/>
          <a:ext cx="2371278" cy="1897022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10058" r="-10058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8D86BBC-BFC2-409C-B839-2FA3A10EF30E}">
      <dsp:nvSpPr>
        <dsp:cNvPr id="0" name=""/>
        <dsp:cNvSpPr/>
      </dsp:nvSpPr>
      <dsp:spPr>
        <a:xfrm>
          <a:off x="8312485" y="1709218"/>
          <a:ext cx="2110437" cy="66395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Delivery</a:t>
          </a:r>
        </a:p>
      </dsp:txBody>
      <dsp:txXfrm>
        <a:off x="8312485" y="1709218"/>
        <a:ext cx="2110437" cy="663957"/>
      </dsp:txXfrm>
    </dsp:sp>
    <dsp:sp modelId="{B699AE82-6A50-48F4-895B-D8546983B68F}">
      <dsp:nvSpPr>
        <dsp:cNvPr id="0" name=""/>
        <dsp:cNvSpPr/>
      </dsp:nvSpPr>
      <dsp:spPr>
        <a:xfrm>
          <a:off x="4186460" y="2610303"/>
          <a:ext cx="2371278" cy="1897022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l="-10058" r="-10058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748B691-ED69-4546-924D-2814A25FADD4}">
      <dsp:nvSpPr>
        <dsp:cNvPr id="0" name=""/>
        <dsp:cNvSpPr/>
      </dsp:nvSpPr>
      <dsp:spPr>
        <a:xfrm>
          <a:off x="4399875" y="4317624"/>
          <a:ext cx="2110437" cy="66395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900" kern="1200"/>
            <a:t>Learning</a:t>
          </a:r>
        </a:p>
      </dsp:txBody>
      <dsp:txXfrm>
        <a:off x="4399875" y="4317624"/>
        <a:ext cx="2110437" cy="663957"/>
      </dsp:txXfrm>
    </dsp:sp>
  </dsp:spTree>
</dsp:drawing>
</file>

<file path=ppt/diagrams/drawing1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C406F-742D-4A3C-9CE3-291E19AD86F2}">
      <dsp:nvSpPr>
        <dsp:cNvPr id="0" name=""/>
        <dsp:cNvSpPr/>
      </dsp:nvSpPr>
      <dsp:spPr>
        <a:xfrm>
          <a:off x="404274" y="455381"/>
          <a:ext cx="2227122" cy="1887027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3621" r="-13621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E4A7265-E6F7-4966-80CD-5DC6E1FE7267}">
      <dsp:nvSpPr>
        <dsp:cNvPr id="0" name=""/>
        <dsp:cNvSpPr/>
      </dsp:nvSpPr>
      <dsp:spPr>
        <a:xfrm>
          <a:off x="404274" y="95566"/>
          <a:ext cx="2227122" cy="3249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400" kern="1200"/>
            <a:t>Research</a:t>
          </a:r>
        </a:p>
      </dsp:txBody>
      <dsp:txXfrm>
        <a:off x="404274" y="95566"/>
        <a:ext cx="2227122" cy="324938"/>
      </dsp:txXfrm>
    </dsp:sp>
    <dsp:sp modelId="{FD1B5580-B990-4778-BC81-147FF0422A27}">
      <dsp:nvSpPr>
        <dsp:cNvPr id="0" name=""/>
        <dsp:cNvSpPr/>
      </dsp:nvSpPr>
      <dsp:spPr>
        <a:xfrm>
          <a:off x="3878790" y="455381"/>
          <a:ext cx="2227122" cy="1887027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13621" r="-13621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CF62E63-C200-4D90-9C1C-497C4F396CBF}">
      <dsp:nvSpPr>
        <dsp:cNvPr id="0" name=""/>
        <dsp:cNvSpPr/>
      </dsp:nvSpPr>
      <dsp:spPr>
        <a:xfrm>
          <a:off x="3878790" y="95566"/>
          <a:ext cx="2227122" cy="3249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400" kern="1200"/>
            <a:t>Workshop</a:t>
          </a:r>
        </a:p>
      </dsp:txBody>
      <dsp:txXfrm>
        <a:off x="3878790" y="95566"/>
        <a:ext cx="2227122" cy="324938"/>
      </dsp:txXfrm>
    </dsp:sp>
    <dsp:sp modelId="{C7DFAF5A-8B72-4E9B-95CB-905C3C30DE80}">
      <dsp:nvSpPr>
        <dsp:cNvPr id="0" name=""/>
        <dsp:cNvSpPr/>
      </dsp:nvSpPr>
      <dsp:spPr>
        <a:xfrm>
          <a:off x="7353305" y="455381"/>
          <a:ext cx="2227122" cy="1887027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13621" r="-13621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A9EF595-E8C5-4F68-9D84-913B43F1B3EA}">
      <dsp:nvSpPr>
        <dsp:cNvPr id="0" name=""/>
        <dsp:cNvSpPr/>
      </dsp:nvSpPr>
      <dsp:spPr>
        <a:xfrm>
          <a:off x="7353305" y="95566"/>
          <a:ext cx="2227122" cy="3249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400" kern="1200"/>
            <a:t>Prototype</a:t>
          </a:r>
        </a:p>
      </dsp:txBody>
      <dsp:txXfrm>
        <a:off x="7353305" y="95566"/>
        <a:ext cx="2227122" cy="324938"/>
      </dsp:txXfrm>
    </dsp:sp>
    <dsp:sp modelId="{9B2E8A21-253F-4A1F-9C65-FF1FC7D335BC}">
      <dsp:nvSpPr>
        <dsp:cNvPr id="0" name=""/>
        <dsp:cNvSpPr/>
      </dsp:nvSpPr>
      <dsp:spPr>
        <a:xfrm>
          <a:off x="2141532" y="3000886"/>
          <a:ext cx="2227122" cy="1887027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13621" r="-13621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64E6211-6DAA-49C2-942E-F7494A468BEB}">
      <dsp:nvSpPr>
        <dsp:cNvPr id="0" name=""/>
        <dsp:cNvSpPr/>
      </dsp:nvSpPr>
      <dsp:spPr>
        <a:xfrm>
          <a:off x="2141532" y="2641070"/>
          <a:ext cx="2227122" cy="3249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400" kern="1200"/>
            <a:t>Delivery</a:t>
          </a:r>
        </a:p>
      </dsp:txBody>
      <dsp:txXfrm>
        <a:off x="2141532" y="2641070"/>
        <a:ext cx="2227122" cy="324938"/>
      </dsp:txXfrm>
    </dsp:sp>
    <dsp:sp modelId="{E033FC31-2626-40B7-8457-E1FAE669460F}">
      <dsp:nvSpPr>
        <dsp:cNvPr id="0" name=""/>
        <dsp:cNvSpPr/>
      </dsp:nvSpPr>
      <dsp:spPr>
        <a:xfrm>
          <a:off x="5616047" y="3000886"/>
          <a:ext cx="2227122" cy="1887027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l="-13621" r="-13621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8646BC9-FEBE-4194-93A3-7C13DFF6BB33}">
      <dsp:nvSpPr>
        <dsp:cNvPr id="0" name=""/>
        <dsp:cNvSpPr/>
      </dsp:nvSpPr>
      <dsp:spPr>
        <a:xfrm>
          <a:off x="5616047" y="2641070"/>
          <a:ext cx="2227122" cy="3249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400" kern="1200"/>
            <a:t>Learning</a:t>
          </a:r>
        </a:p>
      </dsp:txBody>
      <dsp:txXfrm>
        <a:off x="5616047" y="2641070"/>
        <a:ext cx="2227122" cy="324938"/>
      </dsp:txXfrm>
    </dsp:sp>
  </dsp:spTree>
</dsp:drawing>
</file>

<file path=ppt/diagrams/drawing1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B14481-79C4-4A17-8C41-36D05B81132E}">
      <dsp:nvSpPr>
        <dsp:cNvPr id="0" name=""/>
        <dsp:cNvSpPr/>
      </dsp:nvSpPr>
      <dsp:spPr>
        <a:xfrm>
          <a:off x="2178545" y="403420"/>
          <a:ext cx="1988875" cy="1988875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7AD1E3A-F2C3-4DEA-9592-FEAA7928B060}">
      <dsp:nvSpPr>
        <dsp:cNvPr id="0" name=""/>
        <dsp:cNvSpPr/>
      </dsp:nvSpPr>
      <dsp:spPr>
        <a:xfrm>
          <a:off x="2178545" y="45958"/>
          <a:ext cx="1988875" cy="298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7150" rIns="57150" bIns="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500" kern="1200"/>
            <a:t>Research</a:t>
          </a:r>
        </a:p>
      </dsp:txBody>
      <dsp:txXfrm>
        <a:off x="2178545" y="45958"/>
        <a:ext cx="1988875" cy="298331"/>
      </dsp:txXfrm>
    </dsp:sp>
    <dsp:sp modelId="{1C2A8743-F63E-4109-AC35-FEE365ADDE7B}">
      <dsp:nvSpPr>
        <dsp:cNvPr id="0" name=""/>
        <dsp:cNvSpPr/>
      </dsp:nvSpPr>
      <dsp:spPr>
        <a:xfrm>
          <a:off x="4377662" y="403420"/>
          <a:ext cx="1988875" cy="1988875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A265FB0-6406-4321-A1BE-BAD1163A12F0}">
      <dsp:nvSpPr>
        <dsp:cNvPr id="0" name=""/>
        <dsp:cNvSpPr/>
      </dsp:nvSpPr>
      <dsp:spPr>
        <a:xfrm>
          <a:off x="4377662" y="45958"/>
          <a:ext cx="1988875" cy="298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7150" rIns="57150" bIns="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500" kern="1200"/>
            <a:t>Workshop</a:t>
          </a:r>
        </a:p>
      </dsp:txBody>
      <dsp:txXfrm>
        <a:off x="4377662" y="45958"/>
        <a:ext cx="1988875" cy="298331"/>
      </dsp:txXfrm>
    </dsp:sp>
    <dsp:sp modelId="{D5A32D94-077A-41A9-A91F-145429A8637C}">
      <dsp:nvSpPr>
        <dsp:cNvPr id="0" name=""/>
        <dsp:cNvSpPr/>
      </dsp:nvSpPr>
      <dsp:spPr>
        <a:xfrm>
          <a:off x="6576778" y="403420"/>
          <a:ext cx="1988875" cy="1988875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9319F2A-D8CC-4DF9-8ABA-C37920A8E27A}">
      <dsp:nvSpPr>
        <dsp:cNvPr id="0" name=""/>
        <dsp:cNvSpPr/>
      </dsp:nvSpPr>
      <dsp:spPr>
        <a:xfrm>
          <a:off x="6576778" y="45958"/>
          <a:ext cx="1988875" cy="298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7150" rIns="57150" bIns="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500" kern="1200"/>
            <a:t>Prototype</a:t>
          </a:r>
        </a:p>
      </dsp:txBody>
      <dsp:txXfrm>
        <a:off x="6576778" y="45958"/>
        <a:ext cx="1988875" cy="298331"/>
      </dsp:txXfrm>
    </dsp:sp>
    <dsp:sp modelId="{4C9A238D-E711-45C6-ACCE-6A7029C28B13}">
      <dsp:nvSpPr>
        <dsp:cNvPr id="0" name=""/>
        <dsp:cNvSpPr/>
      </dsp:nvSpPr>
      <dsp:spPr>
        <a:xfrm>
          <a:off x="3278103" y="2948645"/>
          <a:ext cx="1988875" cy="1988875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2CFA22A-995B-44D5-A9F5-4881E351F334}">
      <dsp:nvSpPr>
        <dsp:cNvPr id="0" name=""/>
        <dsp:cNvSpPr/>
      </dsp:nvSpPr>
      <dsp:spPr>
        <a:xfrm>
          <a:off x="3278103" y="2591183"/>
          <a:ext cx="1988875" cy="298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7150" rIns="57150" bIns="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500" kern="1200"/>
            <a:t>Delivery</a:t>
          </a:r>
        </a:p>
      </dsp:txBody>
      <dsp:txXfrm>
        <a:off x="3278103" y="2591183"/>
        <a:ext cx="1988875" cy="298331"/>
      </dsp:txXfrm>
    </dsp:sp>
    <dsp:sp modelId="{B815C4BC-EE6E-44BE-A7D6-B62BCCFDCE79}">
      <dsp:nvSpPr>
        <dsp:cNvPr id="0" name=""/>
        <dsp:cNvSpPr/>
      </dsp:nvSpPr>
      <dsp:spPr>
        <a:xfrm>
          <a:off x="5477220" y="2948645"/>
          <a:ext cx="1988875" cy="1988875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2563409-41C2-47F3-86A9-80FA11DE438D}">
      <dsp:nvSpPr>
        <dsp:cNvPr id="0" name=""/>
        <dsp:cNvSpPr/>
      </dsp:nvSpPr>
      <dsp:spPr>
        <a:xfrm>
          <a:off x="5477220" y="2591183"/>
          <a:ext cx="1988875" cy="298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7150" rIns="57150" bIns="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500" kern="1200"/>
            <a:t>Learning</a:t>
          </a:r>
        </a:p>
      </dsp:txBody>
      <dsp:txXfrm>
        <a:off x="5477220" y="2591183"/>
        <a:ext cx="1988875" cy="298331"/>
      </dsp:txXfrm>
    </dsp:sp>
  </dsp:spTree>
</dsp:drawing>
</file>

<file path=ppt/diagrams/drawing1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34C267-F10E-0348-9E0D-EEB56DB58CE8}">
      <dsp:nvSpPr>
        <dsp:cNvPr id="0" name=""/>
        <dsp:cNvSpPr/>
      </dsp:nvSpPr>
      <dsp:spPr>
        <a:xfrm>
          <a:off x="5887124" y="3555109"/>
          <a:ext cx="1428370" cy="14283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F2725FB-8556-6748-8E7A-7DA139B1D291}">
      <dsp:nvSpPr>
        <dsp:cNvPr id="0" name=""/>
        <dsp:cNvSpPr/>
      </dsp:nvSpPr>
      <dsp:spPr>
        <a:xfrm rot="16200000">
          <a:off x="5030102" y="4126457"/>
          <a:ext cx="1428370" cy="285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b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Research</a:t>
          </a:r>
        </a:p>
      </dsp:txBody>
      <dsp:txXfrm>
        <a:off x="5030102" y="4126457"/>
        <a:ext cx="1428370" cy="285674"/>
      </dsp:txXfrm>
    </dsp:sp>
    <dsp:sp modelId="{3C9C944A-3EAE-264E-A635-B9A97498BB8B}">
      <dsp:nvSpPr>
        <dsp:cNvPr id="0" name=""/>
        <dsp:cNvSpPr/>
      </dsp:nvSpPr>
      <dsp:spPr>
        <a:xfrm>
          <a:off x="7601476" y="3555109"/>
          <a:ext cx="1428370" cy="14283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7655B3A-0CC2-3C46-8784-8DA9AABD85F0}">
      <dsp:nvSpPr>
        <dsp:cNvPr id="0" name=""/>
        <dsp:cNvSpPr/>
      </dsp:nvSpPr>
      <dsp:spPr>
        <a:xfrm rot="16200000">
          <a:off x="6744454" y="4126457"/>
          <a:ext cx="1428370" cy="285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b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Workshop</a:t>
          </a:r>
        </a:p>
      </dsp:txBody>
      <dsp:txXfrm>
        <a:off x="6744454" y="4126457"/>
        <a:ext cx="1428370" cy="285674"/>
      </dsp:txXfrm>
    </dsp:sp>
    <dsp:sp modelId="{25296A10-12E9-7149-AC1E-EC6B408F42C2}">
      <dsp:nvSpPr>
        <dsp:cNvPr id="0" name=""/>
        <dsp:cNvSpPr/>
      </dsp:nvSpPr>
      <dsp:spPr>
        <a:xfrm>
          <a:off x="7601476" y="1933051"/>
          <a:ext cx="1428370" cy="14283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F6635BC-268C-7B4B-A7AF-F5DE48C17E9A}">
      <dsp:nvSpPr>
        <dsp:cNvPr id="0" name=""/>
        <dsp:cNvSpPr/>
      </dsp:nvSpPr>
      <dsp:spPr>
        <a:xfrm rot="16200000">
          <a:off x="6744454" y="2504400"/>
          <a:ext cx="1428370" cy="285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b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Prototype</a:t>
          </a:r>
        </a:p>
      </dsp:txBody>
      <dsp:txXfrm>
        <a:off x="6744454" y="2504400"/>
        <a:ext cx="1428370" cy="285674"/>
      </dsp:txXfrm>
    </dsp:sp>
    <dsp:sp modelId="{1BC8527D-212A-A64F-B76F-8D21A01D17EE}">
      <dsp:nvSpPr>
        <dsp:cNvPr id="0" name=""/>
        <dsp:cNvSpPr/>
      </dsp:nvSpPr>
      <dsp:spPr>
        <a:xfrm>
          <a:off x="9315829" y="1933051"/>
          <a:ext cx="1428370" cy="14283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F33626B-1951-F740-A813-F1F5A07128F5}">
      <dsp:nvSpPr>
        <dsp:cNvPr id="0" name=""/>
        <dsp:cNvSpPr/>
      </dsp:nvSpPr>
      <dsp:spPr>
        <a:xfrm rot="16200000">
          <a:off x="8458807" y="2504400"/>
          <a:ext cx="1428370" cy="285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b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Delivery</a:t>
          </a:r>
        </a:p>
      </dsp:txBody>
      <dsp:txXfrm>
        <a:off x="8458807" y="2504400"/>
        <a:ext cx="1428370" cy="285674"/>
      </dsp:txXfrm>
    </dsp:sp>
    <dsp:sp modelId="{B9108362-CF30-F242-B609-5E2F6B3811C8}">
      <dsp:nvSpPr>
        <dsp:cNvPr id="0" name=""/>
        <dsp:cNvSpPr/>
      </dsp:nvSpPr>
      <dsp:spPr>
        <a:xfrm>
          <a:off x="9315829" y="310994"/>
          <a:ext cx="1428370" cy="14283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AD96B7-4B53-8546-86E1-C79350919E7B}">
      <dsp:nvSpPr>
        <dsp:cNvPr id="0" name=""/>
        <dsp:cNvSpPr/>
      </dsp:nvSpPr>
      <dsp:spPr>
        <a:xfrm rot="16200000">
          <a:off x="8458807" y="882342"/>
          <a:ext cx="1428370" cy="285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b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/>
            <a:t>Learning</a:t>
          </a:r>
        </a:p>
      </dsp:txBody>
      <dsp:txXfrm>
        <a:off x="8458807" y="882342"/>
        <a:ext cx="1428370" cy="285674"/>
      </dsp:txXfrm>
    </dsp:sp>
  </dsp:spTree>
</dsp:drawing>
</file>

<file path=ppt/diagrams/drawing1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FAB82-E728-409F-85A5-DE2ED303DB19}">
      <dsp:nvSpPr>
        <dsp:cNvPr id="0" name=""/>
        <dsp:cNvSpPr/>
      </dsp:nvSpPr>
      <dsp:spPr>
        <a:xfrm>
          <a:off x="3278016" y="1455674"/>
          <a:ext cx="3368950" cy="2078111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47001" b="-47001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09ADB4C-41B1-4DDB-860D-B060376A1168}">
      <dsp:nvSpPr>
        <dsp:cNvPr id="0" name=""/>
        <dsp:cNvSpPr/>
      </dsp:nvSpPr>
      <dsp:spPr>
        <a:xfrm>
          <a:off x="3443055" y="1612654"/>
          <a:ext cx="3044253" cy="1751693"/>
        </a:xfrm>
        <a:prstGeom prst="rect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967AE6-AD64-451B-B12E-D0FFC6436BBD}">
      <dsp:nvSpPr>
        <dsp:cNvPr id="0" name=""/>
        <dsp:cNvSpPr/>
      </dsp:nvSpPr>
      <dsp:spPr>
        <a:xfrm>
          <a:off x="3443055" y="2838091"/>
          <a:ext cx="3044253" cy="529743"/>
        </a:xfrm>
        <a:prstGeom prst="rect">
          <a:avLst/>
        </a:prstGeom>
        <a:noFill/>
        <a:ln w="17145" cap="flat" cmpd="sng" algn="ctr">
          <a:noFill/>
          <a:prstDash val="solid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22860" tIns="7620" rIns="22860" bIns="0" numCol="1" spcCol="1270" anchor="b" anchorCtr="0">
          <a:noAutofit/>
        </a:bodyPr>
        <a:lstStyle/>
        <a:p>
          <a:pPr marL="0" lvl="0" indent="0" algn="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200" kern="1200"/>
            <a:t>Research</a:t>
          </a:r>
        </a:p>
      </dsp:txBody>
      <dsp:txXfrm>
        <a:off x="3443055" y="2838091"/>
        <a:ext cx="3044253" cy="529743"/>
      </dsp:txXfrm>
    </dsp:sp>
    <dsp:sp modelId="{A2F2509A-C422-4D38-834C-BA8E077A4DE4}">
      <dsp:nvSpPr>
        <dsp:cNvPr id="0" name=""/>
        <dsp:cNvSpPr/>
      </dsp:nvSpPr>
      <dsp:spPr>
        <a:xfrm>
          <a:off x="5338613" y="0"/>
          <a:ext cx="1318518" cy="1345041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t="-8654" b="-8654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B08B037-7D1E-411D-B877-5C9D5C20E064}">
      <dsp:nvSpPr>
        <dsp:cNvPr id="0" name=""/>
        <dsp:cNvSpPr/>
      </dsp:nvSpPr>
      <dsp:spPr>
        <a:xfrm>
          <a:off x="5419937" y="81729"/>
          <a:ext cx="1155273" cy="1181583"/>
        </a:xfrm>
        <a:prstGeom prst="rect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CDF2E5-9C54-43B1-97E3-347244D4A15E}">
      <dsp:nvSpPr>
        <dsp:cNvPr id="0" name=""/>
        <dsp:cNvSpPr/>
      </dsp:nvSpPr>
      <dsp:spPr>
        <a:xfrm>
          <a:off x="5418741" y="909983"/>
          <a:ext cx="1155273" cy="353328"/>
        </a:xfrm>
        <a:prstGeom prst="rect">
          <a:avLst/>
        </a:prstGeom>
        <a:noFill/>
        <a:ln w="17145" cap="flat" cmpd="sng" algn="ctr">
          <a:noFill/>
          <a:prstDash val="solid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22860" tIns="7620" rIns="2286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200" kern="1200"/>
            <a:t>Workshop</a:t>
          </a:r>
        </a:p>
      </dsp:txBody>
      <dsp:txXfrm>
        <a:off x="5418741" y="909983"/>
        <a:ext cx="1155273" cy="353328"/>
      </dsp:txXfrm>
    </dsp:sp>
    <dsp:sp modelId="{A740310F-AB5F-4D14-ADA6-5661D2A362BD}">
      <dsp:nvSpPr>
        <dsp:cNvPr id="0" name=""/>
        <dsp:cNvSpPr/>
      </dsp:nvSpPr>
      <dsp:spPr>
        <a:xfrm>
          <a:off x="6758189" y="2260506"/>
          <a:ext cx="1603749" cy="991214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t="-46809" b="-46809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F3B00A4-AA33-4252-9F41-D155552FFF74}">
      <dsp:nvSpPr>
        <dsp:cNvPr id="0" name=""/>
        <dsp:cNvSpPr/>
      </dsp:nvSpPr>
      <dsp:spPr>
        <a:xfrm>
          <a:off x="6840110" y="2342733"/>
          <a:ext cx="1440504" cy="828254"/>
        </a:xfrm>
        <a:prstGeom prst="rect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036A1B-9AF7-4CA4-B182-7DDFB009C438}">
      <dsp:nvSpPr>
        <dsp:cNvPr id="0" name=""/>
        <dsp:cNvSpPr/>
      </dsp:nvSpPr>
      <dsp:spPr>
        <a:xfrm>
          <a:off x="6840110" y="2818157"/>
          <a:ext cx="1440504" cy="353328"/>
        </a:xfrm>
        <a:prstGeom prst="rect">
          <a:avLst/>
        </a:prstGeom>
        <a:noFill/>
        <a:ln w="17145" cap="flat" cmpd="sng" algn="ctr">
          <a:noFill/>
          <a:prstDash val="solid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22860" tIns="7620" rIns="2286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200" kern="1200"/>
            <a:t>Prototype</a:t>
          </a:r>
        </a:p>
      </dsp:txBody>
      <dsp:txXfrm>
        <a:off x="6840110" y="2818157"/>
        <a:ext cx="1440504" cy="353328"/>
      </dsp:txXfrm>
    </dsp:sp>
    <dsp:sp modelId="{51DAD80F-52BC-4732-A405-C7DD440E7DDA}">
      <dsp:nvSpPr>
        <dsp:cNvPr id="0" name=""/>
        <dsp:cNvSpPr/>
      </dsp:nvSpPr>
      <dsp:spPr>
        <a:xfrm>
          <a:off x="2382261" y="2686095"/>
          <a:ext cx="786925" cy="799350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t="-8904" b="-8904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1278C5D-8B67-4267-834B-24D5622A3D5A}">
      <dsp:nvSpPr>
        <dsp:cNvPr id="0" name=""/>
        <dsp:cNvSpPr/>
      </dsp:nvSpPr>
      <dsp:spPr>
        <a:xfrm>
          <a:off x="2463584" y="2770316"/>
          <a:ext cx="624876" cy="638383"/>
        </a:xfrm>
        <a:prstGeom prst="rect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4C3A8F-8816-4D97-B36D-FFB1A5D84833}">
      <dsp:nvSpPr>
        <dsp:cNvPr id="0" name=""/>
        <dsp:cNvSpPr/>
      </dsp:nvSpPr>
      <dsp:spPr>
        <a:xfrm>
          <a:off x="2463584" y="3055869"/>
          <a:ext cx="624876" cy="353328"/>
        </a:xfrm>
        <a:prstGeom prst="rect">
          <a:avLst/>
        </a:prstGeom>
        <a:noFill/>
        <a:ln w="17145" cap="flat" cmpd="sng" algn="ctr">
          <a:noFill/>
          <a:prstDash val="solid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22860" tIns="7620" rIns="2286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200" kern="1200"/>
            <a:t>Delivery</a:t>
          </a:r>
        </a:p>
      </dsp:txBody>
      <dsp:txXfrm>
        <a:off x="2463584" y="3055869"/>
        <a:ext cx="624876" cy="353328"/>
      </dsp:txXfrm>
    </dsp:sp>
    <dsp:sp modelId="{1891F62E-F552-4394-AF2F-4685227B6013}">
      <dsp:nvSpPr>
        <dsp:cNvPr id="0" name=""/>
        <dsp:cNvSpPr/>
      </dsp:nvSpPr>
      <dsp:spPr>
        <a:xfrm>
          <a:off x="6141684" y="3638438"/>
          <a:ext cx="1386089" cy="1345041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t="-11660" b="-11660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D572BB2-F71C-40A7-B986-1DEAD20FF8B7}">
      <dsp:nvSpPr>
        <dsp:cNvPr id="0" name=""/>
        <dsp:cNvSpPr/>
      </dsp:nvSpPr>
      <dsp:spPr>
        <a:xfrm>
          <a:off x="6221214" y="3721164"/>
          <a:ext cx="1222844" cy="1181583"/>
        </a:xfrm>
        <a:prstGeom prst="rect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83C36D-36F4-4BD4-96FD-C270FC0D952B}">
      <dsp:nvSpPr>
        <dsp:cNvPr id="0" name=""/>
        <dsp:cNvSpPr/>
      </dsp:nvSpPr>
      <dsp:spPr>
        <a:xfrm>
          <a:off x="6221214" y="4549418"/>
          <a:ext cx="1222844" cy="353328"/>
        </a:xfrm>
        <a:prstGeom prst="rect">
          <a:avLst/>
        </a:prstGeom>
        <a:noFill/>
        <a:ln w="17145" cap="flat" cmpd="sng" algn="ctr">
          <a:noFill/>
          <a:prstDash val="solid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22860" tIns="7620" rIns="2286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200" kern="1200"/>
            <a:t>Learning</a:t>
          </a:r>
        </a:p>
      </dsp:txBody>
      <dsp:txXfrm>
        <a:off x="6221214" y="4549418"/>
        <a:ext cx="1222844" cy="353328"/>
      </dsp:txXfrm>
    </dsp:sp>
  </dsp:spTree>
</dsp:drawing>
</file>

<file path=ppt/diagrams/drawing1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4852E5-EDD2-4993-9E00-1D7A3DA2703A}">
      <dsp:nvSpPr>
        <dsp:cNvPr id="0" name=""/>
        <dsp:cNvSpPr/>
      </dsp:nvSpPr>
      <dsp:spPr>
        <a:xfrm>
          <a:off x="3344084" y="360803"/>
          <a:ext cx="3815812" cy="2355690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92345" b="-92345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016547D-9045-441F-B96D-9CD505010771}">
      <dsp:nvSpPr>
        <dsp:cNvPr id="0" name=""/>
        <dsp:cNvSpPr/>
      </dsp:nvSpPr>
      <dsp:spPr>
        <a:xfrm>
          <a:off x="3500429" y="507816"/>
          <a:ext cx="3783647" cy="4445762"/>
        </a:xfrm>
        <a:prstGeom prst="rect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B11EA7-F174-4041-8F57-4BA9C0346455}">
      <dsp:nvSpPr>
        <dsp:cNvPr id="0" name=""/>
        <dsp:cNvSpPr/>
      </dsp:nvSpPr>
      <dsp:spPr>
        <a:xfrm>
          <a:off x="3336348" y="0"/>
          <a:ext cx="3815812" cy="347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0" rIns="80010" bIns="26670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/>
            <a:t>Research</a:t>
          </a:r>
        </a:p>
      </dsp:txBody>
      <dsp:txXfrm>
        <a:off x="3336348" y="0"/>
        <a:ext cx="3815812" cy="347348"/>
      </dsp:txXfrm>
    </dsp:sp>
    <dsp:sp modelId="{F1738A84-ECFF-4EF3-B49A-7D998D78B593}">
      <dsp:nvSpPr>
        <dsp:cNvPr id="0" name=""/>
        <dsp:cNvSpPr/>
      </dsp:nvSpPr>
      <dsp:spPr>
        <a:xfrm>
          <a:off x="3653925" y="2616825"/>
          <a:ext cx="1815076" cy="1121781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t="-92187" b="-92187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A532E60-403B-45BA-A1D2-A48070E65194}">
      <dsp:nvSpPr>
        <dsp:cNvPr id="0" name=""/>
        <dsp:cNvSpPr/>
      </dsp:nvSpPr>
      <dsp:spPr>
        <a:xfrm>
          <a:off x="3657997" y="3559699"/>
          <a:ext cx="1807340" cy="173923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0" rIns="34290" bIns="11430" numCol="1" spcCol="1270" anchor="b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900" kern="1200"/>
            <a:t>Workshop</a:t>
          </a:r>
        </a:p>
      </dsp:txBody>
      <dsp:txXfrm>
        <a:off x="3657997" y="3559699"/>
        <a:ext cx="1807340" cy="173923"/>
      </dsp:txXfrm>
    </dsp:sp>
    <dsp:sp modelId="{F91AE15D-E6F2-4739-96D4-B89B53D790ED}">
      <dsp:nvSpPr>
        <dsp:cNvPr id="0" name=""/>
        <dsp:cNvSpPr/>
      </dsp:nvSpPr>
      <dsp:spPr>
        <a:xfrm>
          <a:off x="5590332" y="2616825"/>
          <a:ext cx="1817519" cy="1121781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t="-92378" b="-92378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805E929-ABAE-4C1D-B74A-D7C1EEAA6D25}">
      <dsp:nvSpPr>
        <dsp:cNvPr id="0" name=""/>
        <dsp:cNvSpPr/>
      </dsp:nvSpPr>
      <dsp:spPr>
        <a:xfrm>
          <a:off x="5595218" y="3559699"/>
          <a:ext cx="1807340" cy="173923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1430" rIns="34290" bIns="11430" numCol="1" spcCol="1270" anchor="b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900" kern="1200"/>
            <a:t>Prototype</a:t>
          </a:r>
        </a:p>
      </dsp:txBody>
      <dsp:txXfrm>
        <a:off x="5595218" y="3559699"/>
        <a:ext cx="1807340" cy="173923"/>
      </dsp:txXfrm>
    </dsp:sp>
    <dsp:sp modelId="{385FD030-5844-4A63-B5A3-11DDAD0A6AC9}">
      <dsp:nvSpPr>
        <dsp:cNvPr id="0" name=""/>
        <dsp:cNvSpPr/>
      </dsp:nvSpPr>
      <dsp:spPr>
        <a:xfrm>
          <a:off x="3653925" y="3861698"/>
          <a:ext cx="1815076" cy="1121781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t="-92187" b="-92187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717BFE3-AF60-4AA6-8C71-AB06F09673E2}">
      <dsp:nvSpPr>
        <dsp:cNvPr id="0" name=""/>
        <dsp:cNvSpPr/>
      </dsp:nvSpPr>
      <dsp:spPr>
        <a:xfrm>
          <a:off x="3657997" y="4806068"/>
          <a:ext cx="1807340" cy="173923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1430" rIns="34290" bIns="11430" numCol="1" spcCol="1270" anchor="b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900" kern="1200"/>
            <a:t>Delivery</a:t>
          </a:r>
        </a:p>
      </dsp:txBody>
      <dsp:txXfrm>
        <a:off x="3657997" y="4806068"/>
        <a:ext cx="1807340" cy="173923"/>
      </dsp:txXfrm>
    </dsp:sp>
    <dsp:sp modelId="{593D9528-2FE3-4B1A-9672-21ED673C8D97}">
      <dsp:nvSpPr>
        <dsp:cNvPr id="0" name=""/>
        <dsp:cNvSpPr/>
      </dsp:nvSpPr>
      <dsp:spPr>
        <a:xfrm>
          <a:off x="5590332" y="3861698"/>
          <a:ext cx="1817519" cy="1121781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t="-92378" b="-92378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FA19855-4C83-4948-8D20-07AD84DB1FC0}">
      <dsp:nvSpPr>
        <dsp:cNvPr id="0" name=""/>
        <dsp:cNvSpPr/>
      </dsp:nvSpPr>
      <dsp:spPr>
        <a:xfrm>
          <a:off x="5595218" y="4806068"/>
          <a:ext cx="1807340" cy="173923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1430" rIns="34290" bIns="11430" numCol="1" spcCol="1270" anchor="b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900" kern="1200"/>
            <a:t>Learning</a:t>
          </a:r>
        </a:p>
      </dsp:txBody>
      <dsp:txXfrm>
        <a:off x="5595218" y="4806068"/>
        <a:ext cx="1807340" cy="173923"/>
      </dsp:txXfrm>
    </dsp:sp>
  </dsp:spTree>
</dsp:drawing>
</file>

<file path=ppt/diagrams/drawing1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C4C3E-1157-4282-AD27-7F9A767740B6}">
      <dsp:nvSpPr>
        <dsp:cNvPr id="0" name=""/>
        <dsp:cNvSpPr/>
      </dsp:nvSpPr>
      <dsp:spPr>
        <a:xfrm>
          <a:off x="3477630" y="0"/>
          <a:ext cx="3788182" cy="2338248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102985" b="-102985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3FEA72A-46BD-4C0D-98DE-241F140F03EF}">
      <dsp:nvSpPr>
        <dsp:cNvPr id="0" name=""/>
        <dsp:cNvSpPr/>
      </dsp:nvSpPr>
      <dsp:spPr>
        <a:xfrm>
          <a:off x="3477630" y="2052197"/>
          <a:ext cx="3788182" cy="272596"/>
        </a:xfrm>
        <a:prstGeom prst="rect">
          <a:avLst/>
        </a:prstGeom>
        <a:noFill/>
        <a:ln w="17145" cap="flat" cmpd="sng" algn="ctr">
          <a:noFill/>
          <a:prstDash val="solid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19050" rIns="57150" bIns="190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500" kern="1200"/>
            <a:t>Research</a:t>
          </a:r>
        </a:p>
      </dsp:txBody>
      <dsp:txXfrm>
        <a:off x="3477630" y="2052197"/>
        <a:ext cx="3788182" cy="272596"/>
      </dsp:txXfrm>
    </dsp:sp>
    <dsp:sp modelId="{01BACD99-95BF-471D-862C-8B7167CD5C40}">
      <dsp:nvSpPr>
        <dsp:cNvPr id="0" name=""/>
        <dsp:cNvSpPr/>
      </dsp:nvSpPr>
      <dsp:spPr>
        <a:xfrm>
          <a:off x="3477630" y="2411505"/>
          <a:ext cx="2390821" cy="1247863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t="-130921" b="-130921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EC72E2F-8FAC-4748-ACE6-49076CBF7A42}">
      <dsp:nvSpPr>
        <dsp:cNvPr id="0" name=""/>
        <dsp:cNvSpPr/>
      </dsp:nvSpPr>
      <dsp:spPr>
        <a:xfrm>
          <a:off x="3477630" y="3487937"/>
          <a:ext cx="2390821" cy="155982"/>
        </a:xfrm>
        <a:prstGeom prst="rect">
          <a:avLst/>
        </a:prstGeom>
        <a:noFill/>
        <a:ln w="17145" cap="flat" cmpd="sng" algn="ctr">
          <a:noFill/>
          <a:prstDash val="solid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800" kern="1200"/>
            <a:t>Workshop</a:t>
          </a:r>
        </a:p>
      </dsp:txBody>
      <dsp:txXfrm>
        <a:off x="3477630" y="3487937"/>
        <a:ext cx="2390821" cy="155982"/>
      </dsp:txXfrm>
    </dsp:sp>
    <dsp:sp modelId="{AE95B13C-31DC-4363-83E4-DFEF55301C52}">
      <dsp:nvSpPr>
        <dsp:cNvPr id="0" name=""/>
        <dsp:cNvSpPr/>
      </dsp:nvSpPr>
      <dsp:spPr>
        <a:xfrm>
          <a:off x="5940440" y="2411505"/>
          <a:ext cx="1325371" cy="1247863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t="-50295" b="-50295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4166EE4-CA69-4086-AAF5-581D4CD03BE3}">
      <dsp:nvSpPr>
        <dsp:cNvPr id="0" name=""/>
        <dsp:cNvSpPr/>
      </dsp:nvSpPr>
      <dsp:spPr>
        <a:xfrm>
          <a:off x="5940440" y="3485445"/>
          <a:ext cx="1325371" cy="157477"/>
        </a:xfrm>
        <a:prstGeom prst="rect">
          <a:avLst/>
        </a:prstGeom>
        <a:noFill/>
        <a:ln w="17145" cap="flat" cmpd="sng" algn="ctr">
          <a:noFill/>
          <a:prstDash val="solid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marL="0" lvl="0" indent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800" kern="1200"/>
            <a:t>Prototype</a:t>
          </a:r>
        </a:p>
      </dsp:txBody>
      <dsp:txXfrm>
        <a:off x="5940440" y="3485445"/>
        <a:ext cx="1325371" cy="157477"/>
      </dsp:txXfrm>
    </dsp:sp>
    <dsp:sp modelId="{CD18A1C1-0741-4A5D-B917-CD79C7FB1B88}">
      <dsp:nvSpPr>
        <dsp:cNvPr id="0" name=""/>
        <dsp:cNvSpPr/>
      </dsp:nvSpPr>
      <dsp:spPr>
        <a:xfrm>
          <a:off x="3477630" y="3735616"/>
          <a:ext cx="1325371" cy="1247863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t="-50295" b="-50295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7EBDD0B-CBB9-448C-B35E-FEC4FBB62271}">
      <dsp:nvSpPr>
        <dsp:cNvPr id="0" name=""/>
        <dsp:cNvSpPr/>
      </dsp:nvSpPr>
      <dsp:spPr>
        <a:xfrm>
          <a:off x="3477630" y="4809556"/>
          <a:ext cx="1325371" cy="157477"/>
        </a:xfrm>
        <a:prstGeom prst="rect">
          <a:avLst/>
        </a:prstGeom>
        <a:noFill/>
        <a:ln w="17145" cap="flat" cmpd="sng" algn="ctr">
          <a:noFill/>
          <a:prstDash val="solid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800" kern="1200"/>
            <a:t>Delivery</a:t>
          </a:r>
        </a:p>
      </dsp:txBody>
      <dsp:txXfrm>
        <a:off x="3477630" y="4809556"/>
        <a:ext cx="1325371" cy="157477"/>
      </dsp:txXfrm>
    </dsp:sp>
    <dsp:sp modelId="{7B0D7E94-406C-405F-9005-712C323568CB}">
      <dsp:nvSpPr>
        <dsp:cNvPr id="0" name=""/>
        <dsp:cNvSpPr/>
      </dsp:nvSpPr>
      <dsp:spPr>
        <a:xfrm>
          <a:off x="4875748" y="3735616"/>
          <a:ext cx="2390821" cy="1247863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t="-130921" b="-130921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853A1E5-C324-471E-A614-98F62B134C80}">
      <dsp:nvSpPr>
        <dsp:cNvPr id="0" name=""/>
        <dsp:cNvSpPr/>
      </dsp:nvSpPr>
      <dsp:spPr>
        <a:xfrm>
          <a:off x="4875748" y="4812048"/>
          <a:ext cx="2390821" cy="155982"/>
        </a:xfrm>
        <a:prstGeom prst="rect">
          <a:avLst/>
        </a:prstGeom>
        <a:noFill/>
        <a:ln w="17145" cap="flat" cmpd="sng" algn="ctr">
          <a:noFill/>
          <a:prstDash val="solid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10160" rIns="30480" bIns="10160" numCol="1" spcCol="1270" anchor="b" anchorCtr="0">
          <a:noAutofit/>
        </a:bodyPr>
        <a:lstStyle/>
        <a:p>
          <a:pPr marL="0" lvl="0" indent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800" kern="1200"/>
            <a:t>Learning</a:t>
          </a:r>
        </a:p>
      </dsp:txBody>
      <dsp:txXfrm>
        <a:off x="4875748" y="4812048"/>
        <a:ext cx="2390821" cy="155982"/>
      </dsp:txXfrm>
    </dsp:sp>
  </dsp:spTree>
</dsp:drawing>
</file>

<file path=ppt/diagrams/drawing1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25A73D-644E-441D-8EF4-8EEA1C5463D6}">
      <dsp:nvSpPr>
        <dsp:cNvPr id="0" name=""/>
        <dsp:cNvSpPr/>
      </dsp:nvSpPr>
      <dsp:spPr>
        <a:xfrm>
          <a:off x="5015609" y="544"/>
          <a:ext cx="712980" cy="712968"/>
        </a:xfrm>
        <a:prstGeom prst="donut">
          <a:avLst>
            <a:gd name="adj" fmla="val 110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738219A-85C9-470A-A3D2-88185D23475C}">
      <dsp:nvSpPr>
        <dsp:cNvPr id="0" name=""/>
        <dsp:cNvSpPr/>
      </dsp:nvSpPr>
      <dsp:spPr>
        <a:xfrm>
          <a:off x="4320507" y="25498"/>
          <a:ext cx="876818" cy="663050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15774" b="-15774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DFEB23E-46B6-4B45-BF4A-A61E28002292}">
      <dsp:nvSpPr>
        <dsp:cNvPr id="0" name=""/>
        <dsp:cNvSpPr/>
      </dsp:nvSpPr>
      <dsp:spPr>
        <a:xfrm>
          <a:off x="5094058" y="78992"/>
          <a:ext cx="556082" cy="556073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00" kern="1200"/>
            <a:t>Research</a:t>
          </a:r>
        </a:p>
      </dsp:txBody>
      <dsp:txXfrm>
        <a:off x="5175494" y="160427"/>
        <a:ext cx="393210" cy="393203"/>
      </dsp:txXfrm>
    </dsp:sp>
    <dsp:sp modelId="{F1427536-AA58-7C4F-B998-94B0804B51D0}">
      <dsp:nvSpPr>
        <dsp:cNvPr id="0" name=""/>
        <dsp:cNvSpPr/>
      </dsp:nvSpPr>
      <dsp:spPr>
        <a:xfrm>
          <a:off x="5301222" y="819829"/>
          <a:ext cx="141754" cy="141754"/>
        </a:xfrm>
        <a:prstGeom prst="flowChartConnector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CE19781-1871-42A8-94C9-4A37788D9E14}">
      <dsp:nvSpPr>
        <dsp:cNvPr id="0" name=""/>
        <dsp:cNvSpPr/>
      </dsp:nvSpPr>
      <dsp:spPr>
        <a:xfrm>
          <a:off x="5015609" y="1067900"/>
          <a:ext cx="712980" cy="712968"/>
        </a:xfrm>
        <a:prstGeom prst="donut">
          <a:avLst>
            <a:gd name="adj" fmla="val 110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42AD6B6-EBD1-4CE5-8455-52352B060B48}">
      <dsp:nvSpPr>
        <dsp:cNvPr id="0" name=""/>
        <dsp:cNvSpPr/>
      </dsp:nvSpPr>
      <dsp:spPr>
        <a:xfrm>
          <a:off x="5546874" y="1092853"/>
          <a:ext cx="876818" cy="663050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6771" r="-6771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EC4E422-09F2-4053-B64D-A547C0500DCC}">
      <dsp:nvSpPr>
        <dsp:cNvPr id="0" name=""/>
        <dsp:cNvSpPr/>
      </dsp:nvSpPr>
      <dsp:spPr>
        <a:xfrm>
          <a:off x="5094058" y="1146347"/>
          <a:ext cx="556082" cy="556073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00" kern="1200"/>
            <a:t>Workshop</a:t>
          </a:r>
        </a:p>
      </dsp:txBody>
      <dsp:txXfrm>
        <a:off x="5175494" y="1227782"/>
        <a:ext cx="393210" cy="393203"/>
      </dsp:txXfrm>
    </dsp:sp>
    <dsp:sp modelId="{BD17CAC7-5657-2D4E-97BD-A0A746E63C30}">
      <dsp:nvSpPr>
        <dsp:cNvPr id="0" name=""/>
        <dsp:cNvSpPr/>
      </dsp:nvSpPr>
      <dsp:spPr>
        <a:xfrm>
          <a:off x="5301222" y="1887184"/>
          <a:ext cx="141754" cy="141754"/>
        </a:xfrm>
        <a:prstGeom prst="flowChartConnector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45AE36B-01EA-4D37-B37D-276709B79AC1}">
      <dsp:nvSpPr>
        <dsp:cNvPr id="0" name=""/>
        <dsp:cNvSpPr/>
      </dsp:nvSpPr>
      <dsp:spPr>
        <a:xfrm>
          <a:off x="5015609" y="2135255"/>
          <a:ext cx="712980" cy="712968"/>
        </a:xfrm>
        <a:prstGeom prst="donut">
          <a:avLst>
            <a:gd name="adj" fmla="val 110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AD4C9D6-92A2-44C1-9F61-81E6700E63D3}">
      <dsp:nvSpPr>
        <dsp:cNvPr id="0" name=""/>
        <dsp:cNvSpPr/>
      </dsp:nvSpPr>
      <dsp:spPr>
        <a:xfrm>
          <a:off x="4320507" y="2160209"/>
          <a:ext cx="876818" cy="663050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t="-15774" b="-15774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560838E-486D-4A0D-969F-12AD9FD230CA}">
      <dsp:nvSpPr>
        <dsp:cNvPr id="0" name=""/>
        <dsp:cNvSpPr/>
      </dsp:nvSpPr>
      <dsp:spPr>
        <a:xfrm>
          <a:off x="5094058" y="2213703"/>
          <a:ext cx="556082" cy="556073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00" kern="1200"/>
            <a:t>Prototype</a:t>
          </a:r>
        </a:p>
      </dsp:txBody>
      <dsp:txXfrm>
        <a:off x="5175494" y="2295138"/>
        <a:ext cx="393210" cy="393203"/>
      </dsp:txXfrm>
    </dsp:sp>
    <dsp:sp modelId="{672330DE-66CC-7147-8D1F-47460AC634C7}">
      <dsp:nvSpPr>
        <dsp:cNvPr id="0" name=""/>
        <dsp:cNvSpPr/>
      </dsp:nvSpPr>
      <dsp:spPr>
        <a:xfrm>
          <a:off x="5301222" y="2954540"/>
          <a:ext cx="141754" cy="141754"/>
        </a:xfrm>
        <a:prstGeom prst="flowChartConnector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3C6EC29-9FB1-4784-AB9B-C557EA0C9772}">
      <dsp:nvSpPr>
        <dsp:cNvPr id="0" name=""/>
        <dsp:cNvSpPr/>
      </dsp:nvSpPr>
      <dsp:spPr>
        <a:xfrm>
          <a:off x="5015609" y="3202611"/>
          <a:ext cx="712980" cy="712968"/>
        </a:xfrm>
        <a:prstGeom prst="donut">
          <a:avLst>
            <a:gd name="adj" fmla="val 110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0651758-4FD7-4FCB-A246-CC78D936F383}">
      <dsp:nvSpPr>
        <dsp:cNvPr id="0" name=""/>
        <dsp:cNvSpPr/>
      </dsp:nvSpPr>
      <dsp:spPr>
        <a:xfrm>
          <a:off x="5546874" y="3227564"/>
          <a:ext cx="876818" cy="663050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6771" r="-6771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752126C-CCBA-4381-BE77-FAEFC1F89290}">
      <dsp:nvSpPr>
        <dsp:cNvPr id="0" name=""/>
        <dsp:cNvSpPr/>
      </dsp:nvSpPr>
      <dsp:spPr>
        <a:xfrm>
          <a:off x="5094058" y="3281058"/>
          <a:ext cx="556082" cy="556073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00" kern="1200"/>
            <a:t>Delivery</a:t>
          </a:r>
        </a:p>
      </dsp:txBody>
      <dsp:txXfrm>
        <a:off x="5175494" y="3362493"/>
        <a:ext cx="393210" cy="393203"/>
      </dsp:txXfrm>
    </dsp:sp>
    <dsp:sp modelId="{D9D3A8ED-BEB7-F641-8E27-4AB02C93612C}">
      <dsp:nvSpPr>
        <dsp:cNvPr id="0" name=""/>
        <dsp:cNvSpPr/>
      </dsp:nvSpPr>
      <dsp:spPr>
        <a:xfrm>
          <a:off x="5301222" y="4021895"/>
          <a:ext cx="141754" cy="141754"/>
        </a:xfrm>
        <a:prstGeom prst="flowChartConnector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1EEC1BC-F3A2-4C88-AE59-916B201E2021}">
      <dsp:nvSpPr>
        <dsp:cNvPr id="0" name=""/>
        <dsp:cNvSpPr/>
      </dsp:nvSpPr>
      <dsp:spPr>
        <a:xfrm>
          <a:off x="5015609" y="4269966"/>
          <a:ext cx="712980" cy="712968"/>
        </a:xfrm>
        <a:prstGeom prst="donut">
          <a:avLst>
            <a:gd name="adj" fmla="val 110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0BCDED2-D6D1-4E3F-80CB-4C837332B9C0}">
      <dsp:nvSpPr>
        <dsp:cNvPr id="0" name=""/>
        <dsp:cNvSpPr/>
      </dsp:nvSpPr>
      <dsp:spPr>
        <a:xfrm>
          <a:off x="4320507" y="4294920"/>
          <a:ext cx="876818" cy="663050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t="-15774" b="-15774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69C0171-DF57-47B3-A246-F81969E98A79}">
      <dsp:nvSpPr>
        <dsp:cNvPr id="0" name=""/>
        <dsp:cNvSpPr/>
      </dsp:nvSpPr>
      <dsp:spPr>
        <a:xfrm>
          <a:off x="5094058" y="4348414"/>
          <a:ext cx="556082" cy="556073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600" kern="1200"/>
            <a:t>Learning</a:t>
          </a:r>
        </a:p>
      </dsp:txBody>
      <dsp:txXfrm>
        <a:off x="5175494" y="4429849"/>
        <a:ext cx="393210" cy="393203"/>
      </dsp:txXfrm>
    </dsp:sp>
  </dsp:spTree>
</dsp:drawing>
</file>

<file path=ppt/diagrams/drawing1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DBA789-9036-8F4F-9F43-28F4DAAD3CDE}">
      <dsp:nvSpPr>
        <dsp:cNvPr id="0" name=""/>
        <dsp:cNvSpPr/>
      </dsp:nvSpPr>
      <dsp:spPr>
        <a:xfrm>
          <a:off x="1261" y="1025896"/>
          <a:ext cx="0" cy="3298148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6F1297-531A-6744-AEE5-9F78F38FE890}">
      <dsp:nvSpPr>
        <dsp:cNvPr id="0" name=""/>
        <dsp:cNvSpPr/>
      </dsp:nvSpPr>
      <dsp:spPr>
        <a:xfrm>
          <a:off x="92876" y="1135834"/>
          <a:ext cx="1734643" cy="14841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809878A-993E-EA4E-B696-7D44C2F0E7DF}">
      <dsp:nvSpPr>
        <dsp:cNvPr id="0" name=""/>
        <dsp:cNvSpPr/>
      </dsp:nvSpPr>
      <dsp:spPr>
        <a:xfrm>
          <a:off x="92876" y="2620001"/>
          <a:ext cx="1734643" cy="1704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EAEC88-9504-5B45-911C-8CCD9973B538}">
      <dsp:nvSpPr>
        <dsp:cNvPr id="0" name=""/>
        <dsp:cNvSpPr/>
      </dsp:nvSpPr>
      <dsp:spPr>
        <a:xfrm>
          <a:off x="1261" y="659435"/>
          <a:ext cx="1832304" cy="366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Research</a:t>
          </a:r>
        </a:p>
      </dsp:txBody>
      <dsp:txXfrm>
        <a:off x="1261" y="659435"/>
        <a:ext cx="1832304" cy="366460"/>
      </dsp:txXfrm>
    </dsp:sp>
    <dsp:sp modelId="{3B03E420-3371-A847-AA87-92100FB4A918}">
      <dsp:nvSpPr>
        <dsp:cNvPr id="0" name=""/>
        <dsp:cNvSpPr/>
      </dsp:nvSpPr>
      <dsp:spPr>
        <a:xfrm>
          <a:off x="2228604" y="1025896"/>
          <a:ext cx="0" cy="3298148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8256C1-4E33-DC43-8967-713864FF2FDC}">
      <dsp:nvSpPr>
        <dsp:cNvPr id="0" name=""/>
        <dsp:cNvSpPr/>
      </dsp:nvSpPr>
      <dsp:spPr>
        <a:xfrm>
          <a:off x="2320219" y="1135834"/>
          <a:ext cx="1734643" cy="14841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DE5E91C-4E79-B34B-BEC0-A598B7BF2A3F}">
      <dsp:nvSpPr>
        <dsp:cNvPr id="0" name=""/>
        <dsp:cNvSpPr/>
      </dsp:nvSpPr>
      <dsp:spPr>
        <a:xfrm>
          <a:off x="2320219" y="2620001"/>
          <a:ext cx="1734643" cy="1704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68818D-1FE2-3947-BBCA-45BBA0F7C965}">
      <dsp:nvSpPr>
        <dsp:cNvPr id="0" name=""/>
        <dsp:cNvSpPr/>
      </dsp:nvSpPr>
      <dsp:spPr>
        <a:xfrm>
          <a:off x="2228604" y="659435"/>
          <a:ext cx="1832304" cy="366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Workshop</a:t>
          </a:r>
        </a:p>
      </dsp:txBody>
      <dsp:txXfrm>
        <a:off x="2228604" y="659435"/>
        <a:ext cx="1832304" cy="366460"/>
      </dsp:txXfrm>
    </dsp:sp>
    <dsp:sp modelId="{253F5469-1526-CF45-B936-B6AE2615534E}">
      <dsp:nvSpPr>
        <dsp:cNvPr id="0" name=""/>
        <dsp:cNvSpPr/>
      </dsp:nvSpPr>
      <dsp:spPr>
        <a:xfrm>
          <a:off x="4455947" y="1025896"/>
          <a:ext cx="0" cy="3298148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4BFA1A-F362-ED4C-BBBC-E9A4FCD26758}">
      <dsp:nvSpPr>
        <dsp:cNvPr id="0" name=""/>
        <dsp:cNvSpPr/>
      </dsp:nvSpPr>
      <dsp:spPr>
        <a:xfrm>
          <a:off x="4547562" y="1135834"/>
          <a:ext cx="1734643" cy="14841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4F19AC9-4B57-DA4B-9F73-02149A6A8F0A}">
      <dsp:nvSpPr>
        <dsp:cNvPr id="0" name=""/>
        <dsp:cNvSpPr/>
      </dsp:nvSpPr>
      <dsp:spPr>
        <a:xfrm>
          <a:off x="4547562" y="2620001"/>
          <a:ext cx="1734643" cy="1704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8149BE-51CA-454A-AAFE-05F1CE326BED}">
      <dsp:nvSpPr>
        <dsp:cNvPr id="0" name=""/>
        <dsp:cNvSpPr/>
      </dsp:nvSpPr>
      <dsp:spPr>
        <a:xfrm>
          <a:off x="4455947" y="659435"/>
          <a:ext cx="1832304" cy="366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Prototype</a:t>
          </a:r>
        </a:p>
      </dsp:txBody>
      <dsp:txXfrm>
        <a:off x="4455947" y="659435"/>
        <a:ext cx="1832304" cy="366460"/>
      </dsp:txXfrm>
    </dsp:sp>
    <dsp:sp modelId="{FD6470C1-2109-644A-9F18-AB143ADEEA46}">
      <dsp:nvSpPr>
        <dsp:cNvPr id="0" name=""/>
        <dsp:cNvSpPr/>
      </dsp:nvSpPr>
      <dsp:spPr>
        <a:xfrm>
          <a:off x="6683290" y="1025896"/>
          <a:ext cx="0" cy="3298148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0FDFDE-F910-514B-891F-19BCE9E20DAB}">
      <dsp:nvSpPr>
        <dsp:cNvPr id="0" name=""/>
        <dsp:cNvSpPr/>
      </dsp:nvSpPr>
      <dsp:spPr>
        <a:xfrm>
          <a:off x="6774905" y="1135834"/>
          <a:ext cx="1734643" cy="14841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15F0019-9878-5E41-9A80-75A40B87997C}">
      <dsp:nvSpPr>
        <dsp:cNvPr id="0" name=""/>
        <dsp:cNvSpPr/>
      </dsp:nvSpPr>
      <dsp:spPr>
        <a:xfrm>
          <a:off x="6774905" y="2620001"/>
          <a:ext cx="1734643" cy="1704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58FC64-0341-3547-B338-44C0F2CADDE6}">
      <dsp:nvSpPr>
        <dsp:cNvPr id="0" name=""/>
        <dsp:cNvSpPr/>
      </dsp:nvSpPr>
      <dsp:spPr>
        <a:xfrm>
          <a:off x="6683290" y="659435"/>
          <a:ext cx="1832304" cy="366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Delivery</a:t>
          </a:r>
        </a:p>
      </dsp:txBody>
      <dsp:txXfrm>
        <a:off x="6683290" y="659435"/>
        <a:ext cx="1832304" cy="366460"/>
      </dsp:txXfrm>
    </dsp:sp>
    <dsp:sp modelId="{73954A69-5E52-8944-8F18-7629C6ACA282}">
      <dsp:nvSpPr>
        <dsp:cNvPr id="0" name=""/>
        <dsp:cNvSpPr/>
      </dsp:nvSpPr>
      <dsp:spPr>
        <a:xfrm>
          <a:off x="8910633" y="1025896"/>
          <a:ext cx="0" cy="3298148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FF172B-E331-1240-BF50-9D79554BC96E}">
      <dsp:nvSpPr>
        <dsp:cNvPr id="0" name=""/>
        <dsp:cNvSpPr/>
      </dsp:nvSpPr>
      <dsp:spPr>
        <a:xfrm>
          <a:off x="9002249" y="1135834"/>
          <a:ext cx="1734643" cy="14841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1FA352E-FD1B-D149-899E-836B38F575BB}">
      <dsp:nvSpPr>
        <dsp:cNvPr id="0" name=""/>
        <dsp:cNvSpPr/>
      </dsp:nvSpPr>
      <dsp:spPr>
        <a:xfrm>
          <a:off x="9002249" y="2620001"/>
          <a:ext cx="1734643" cy="1704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143D2-3379-AE43-899D-F6B182798D5C}">
      <dsp:nvSpPr>
        <dsp:cNvPr id="0" name=""/>
        <dsp:cNvSpPr/>
      </dsp:nvSpPr>
      <dsp:spPr>
        <a:xfrm>
          <a:off x="8910633" y="659435"/>
          <a:ext cx="1832304" cy="366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Learning</a:t>
          </a:r>
        </a:p>
      </dsp:txBody>
      <dsp:txXfrm>
        <a:off x="8910633" y="659435"/>
        <a:ext cx="1832304" cy="366460"/>
      </dsp:txXfrm>
    </dsp:sp>
  </dsp:spTree>
</dsp:drawing>
</file>

<file path=ppt/diagrams/drawing1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5B617A-CE5B-C747-B683-89161162E683}">
      <dsp:nvSpPr>
        <dsp:cNvPr id="0" name=""/>
        <dsp:cNvSpPr/>
      </dsp:nvSpPr>
      <dsp:spPr>
        <a:xfrm>
          <a:off x="4734" y="345534"/>
          <a:ext cx="2146205" cy="21462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571CA59-6401-F545-8175-418AA43B2880}">
      <dsp:nvSpPr>
        <dsp:cNvPr id="0" name=""/>
        <dsp:cNvSpPr/>
      </dsp:nvSpPr>
      <dsp:spPr>
        <a:xfrm>
          <a:off x="4734" y="345534"/>
          <a:ext cx="214" cy="4292411"/>
        </a:xfrm>
        <a:prstGeom prst="line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79DCED-E85E-414A-8210-1CD4160CA92B}">
      <dsp:nvSpPr>
        <dsp:cNvPr id="0" name=""/>
        <dsp:cNvSpPr/>
      </dsp:nvSpPr>
      <dsp:spPr>
        <a:xfrm>
          <a:off x="4734" y="2491740"/>
          <a:ext cx="2146205" cy="21462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Research</a:t>
          </a:r>
        </a:p>
      </dsp:txBody>
      <dsp:txXfrm>
        <a:off x="4734" y="2491740"/>
        <a:ext cx="2146205" cy="2146205"/>
      </dsp:txXfrm>
    </dsp:sp>
    <dsp:sp modelId="{2CC76440-49A0-814C-937E-9776FA10C72D}">
      <dsp:nvSpPr>
        <dsp:cNvPr id="0" name=""/>
        <dsp:cNvSpPr/>
      </dsp:nvSpPr>
      <dsp:spPr>
        <a:xfrm>
          <a:off x="2151865" y="345534"/>
          <a:ext cx="2146205" cy="21462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B19015E-7F80-3B4D-8E75-6D29D20D1134}">
      <dsp:nvSpPr>
        <dsp:cNvPr id="0" name=""/>
        <dsp:cNvSpPr/>
      </dsp:nvSpPr>
      <dsp:spPr>
        <a:xfrm>
          <a:off x="2151865" y="345534"/>
          <a:ext cx="214" cy="4292411"/>
        </a:xfrm>
        <a:prstGeom prst="line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60CCAA-BDE9-F747-9AA0-16E151ECD610}">
      <dsp:nvSpPr>
        <dsp:cNvPr id="0" name=""/>
        <dsp:cNvSpPr/>
      </dsp:nvSpPr>
      <dsp:spPr>
        <a:xfrm>
          <a:off x="2151865" y="2491740"/>
          <a:ext cx="2146205" cy="21462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Workshop</a:t>
          </a:r>
        </a:p>
      </dsp:txBody>
      <dsp:txXfrm>
        <a:off x="2151865" y="2491740"/>
        <a:ext cx="2146205" cy="2146205"/>
      </dsp:txXfrm>
    </dsp:sp>
    <dsp:sp modelId="{B3229BE2-F8BB-F146-8C17-00D94E77EFD4}">
      <dsp:nvSpPr>
        <dsp:cNvPr id="0" name=""/>
        <dsp:cNvSpPr/>
      </dsp:nvSpPr>
      <dsp:spPr>
        <a:xfrm>
          <a:off x="4298997" y="345534"/>
          <a:ext cx="2146205" cy="21462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5C1C8D-EB3C-374B-9AA9-20440E93839F}">
      <dsp:nvSpPr>
        <dsp:cNvPr id="0" name=""/>
        <dsp:cNvSpPr/>
      </dsp:nvSpPr>
      <dsp:spPr>
        <a:xfrm>
          <a:off x="4298997" y="345534"/>
          <a:ext cx="214" cy="4292411"/>
        </a:xfrm>
        <a:prstGeom prst="line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3C5862-2ADB-A54A-AA6B-BACDD1625730}">
      <dsp:nvSpPr>
        <dsp:cNvPr id="0" name=""/>
        <dsp:cNvSpPr/>
      </dsp:nvSpPr>
      <dsp:spPr>
        <a:xfrm>
          <a:off x="4298997" y="2491740"/>
          <a:ext cx="2146205" cy="21462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Prototype</a:t>
          </a:r>
        </a:p>
      </dsp:txBody>
      <dsp:txXfrm>
        <a:off x="4298997" y="2491740"/>
        <a:ext cx="2146205" cy="2146205"/>
      </dsp:txXfrm>
    </dsp:sp>
    <dsp:sp modelId="{DD35885C-9700-164D-AADF-820A0B32868E}">
      <dsp:nvSpPr>
        <dsp:cNvPr id="0" name=""/>
        <dsp:cNvSpPr/>
      </dsp:nvSpPr>
      <dsp:spPr>
        <a:xfrm>
          <a:off x="6446128" y="345534"/>
          <a:ext cx="2146205" cy="21462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0EE64C7-1672-C547-9ADC-E66B1C28D81F}">
      <dsp:nvSpPr>
        <dsp:cNvPr id="0" name=""/>
        <dsp:cNvSpPr/>
      </dsp:nvSpPr>
      <dsp:spPr>
        <a:xfrm>
          <a:off x="6446128" y="345534"/>
          <a:ext cx="214" cy="4292411"/>
        </a:xfrm>
        <a:prstGeom prst="line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8D21E1-B052-AC49-9C4F-910297E193DE}">
      <dsp:nvSpPr>
        <dsp:cNvPr id="0" name=""/>
        <dsp:cNvSpPr/>
      </dsp:nvSpPr>
      <dsp:spPr>
        <a:xfrm>
          <a:off x="6446128" y="2491740"/>
          <a:ext cx="2146205" cy="21462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Delivery</a:t>
          </a:r>
        </a:p>
      </dsp:txBody>
      <dsp:txXfrm>
        <a:off x="6446128" y="2491740"/>
        <a:ext cx="2146205" cy="2146205"/>
      </dsp:txXfrm>
    </dsp:sp>
    <dsp:sp modelId="{2F8BD4A8-6CD1-9C42-91E7-6B0FA0B227A3}">
      <dsp:nvSpPr>
        <dsp:cNvPr id="0" name=""/>
        <dsp:cNvSpPr/>
      </dsp:nvSpPr>
      <dsp:spPr>
        <a:xfrm>
          <a:off x="8593259" y="345534"/>
          <a:ext cx="2146205" cy="21462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C005C08-65FA-7F40-B3D5-A93B002B3295}">
      <dsp:nvSpPr>
        <dsp:cNvPr id="0" name=""/>
        <dsp:cNvSpPr/>
      </dsp:nvSpPr>
      <dsp:spPr>
        <a:xfrm>
          <a:off x="8593259" y="345534"/>
          <a:ext cx="214" cy="4292411"/>
        </a:xfrm>
        <a:prstGeom prst="line">
          <a:avLst/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8A8518-0244-444A-8140-7C38F7AB1D9D}">
      <dsp:nvSpPr>
        <dsp:cNvPr id="0" name=""/>
        <dsp:cNvSpPr/>
      </dsp:nvSpPr>
      <dsp:spPr>
        <a:xfrm>
          <a:off x="8593259" y="2491740"/>
          <a:ext cx="2146205" cy="21462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300" kern="1200"/>
            <a:t>Learning</a:t>
          </a:r>
        </a:p>
      </dsp:txBody>
      <dsp:txXfrm>
        <a:off x="8593259" y="2491740"/>
        <a:ext cx="2146205" cy="2146205"/>
      </dsp:txXfrm>
    </dsp:sp>
  </dsp:spTree>
</dsp:drawing>
</file>

<file path=ppt/diagrams/drawing1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92536-261A-4F9A-8857-5FD7513D4166}">
      <dsp:nvSpPr>
        <dsp:cNvPr id="0" name=""/>
        <dsp:cNvSpPr/>
      </dsp:nvSpPr>
      <dsp:spPr>
        <a:xfrm>
          <a:off x="4602" y="174793"/>
          <a:ext cx="1260451" cy="840297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48" r="-48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9887E1D-E4AA-4C62-86AE-20CB94A80EB2}">
      <dsp:nvSpPr>
        <dsp:cNvPr id="0" name=""/>
        <dsp:cNvSpPr/>
      </dsp:nvSpPr>
      <dsp:spPr>
        <a:xfrm>
          <a:off x="1317681" y="1067637"/>
          <a:ext cx="1785748" cy="1103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Research</a:t>
          </a:r>
        </a:p>
      </dsp:txBody>
      <dsp:txXfrm>
        <a:off x="1317681" y="1067637"/>
        <a:ext cx="1785748" cy="1103025"/>
      </dsp:txXfrm>
    </dsp:sp>
    <dsp:sp modelId="{DADFAF0C-5AB3-6F42-A84F-9DF493A9E33B}">
      <dsp:nvSpPr>
        <dsp:cNvPr id="0" name=""/>
        <dsp:cNvSpPr/>
      </dsp:nvSpPr>
      <dsp:spPr>
        <a:xfrm>
          <a:off x="1160125" y="910216"/>
          <a:ext cx="428867" cy="428978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6FA8DB4-CE08-8B4E-8C3F-2FDFDE94EA64}">
      <dsp:nvSpPr>
        <dsp:cNvPr id="0" name=""/>
        <dsp:cNvSpPr/>
      </dsp:nvSpPr>
      <dsp:spPr>
        <a:xfrm rot="5400000">
          <a:off x="2844485" y="910271"/>
          <a:ext cx="428978" cy="428867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661A921-962F-8E4C-87AC-1914927EE860}">
      <dsp:nvSpPr>
        <dsp:cNvPr id="0" name=""/>
        <dsp:cNvSpPr/>
      </dsp:nvSpPr>
      <dsp:spPr>
        <a:xfrm rot="16200000">
          <a:off x="1160070" y="1899376"/>
          <a:ext cx="428978" cy="428867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7AB021E-216F-2F4C-B55E-6D7AF6206D98}">
      <dsp:nvSpPr>
        <dsp:cNvPr id="0" name=""/>
        <dsp:cNvSpPr/>
      </dsp:nvSpPr>
      <dsp:spPr>
        <a:xfrm rot="10800000">
          <a:off x="2844541" y="1899321"/>
          <a:ext cx="428867" cy="428978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CAECCDD-BE32-4EC9-AB7F-F6DCE1C874A0}">
      <dsp:nvSpPr>
        <dsp:cNvPr id="0" name=""/>
        <dsp:cNvSpPr/>
      </dsp:nvSpPr>
      <dsp:spPr>
        <a:xfrm>
          <a:off x="3737696" y="174793"/>
          <a:ext cx="1260451" cy="840297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48" r="-48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101DAC6-FCA6-4BD0-874A-5C38A0D02FBE}">
      <dsp:nvSpPr>
        <dsp:cNvPr id="0" name=""/>
        <dsp:cNvSpPr/>
      </dsp:nvSpPr>
      <dsp:spPr>
        <a:xfrm>
          <a:off x="5050776" y="1067637"/>
          <a:ext cx="1785748" cy="1103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Workshop</a:t>
          </a:r>
        </a:p>
      </dsp:txBody>
      <dsp:txXfrm>
        <a:off x="5050776" y="1067637"/>
        <a:ext cx="1785748" cy="1103025"/>
      </dsp:txXfrm>
    </dsp:sp>
    <dsp:sp modelId="{7CB06C8B-3F77-874B-9FDC-F3ECDD3F3915}">
      <dsp:nvSpPr>
        <dsp:cNvPr id="0" name=""/>
        <dsp:cNvSpPr/>
      </dsp:nvSpPr>
      <dsp:spPr>
        <a:xfrm>
          <a:off x="4893219" y="910216"/>
          <a:ext cx="428867" cy="428978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55CC215-88E0-B547-A328-5B28873022F5}">
      <dsp:nvSpPr>
        <dsp:cNvPr id="0" name=""/>
        <dsp:cNvSpPr/>
      </dsp:nvSpPr>
      <dsp:spPr>
        <a:xfrm rot="5400000">
          <a:off x="6577580" y="910271"/>
          <a:ext cx="428978" cy="428867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322B7D2-2D1E-A24A-9557-F518B710D483}">
      <dsp:nvSpPr>
        <dsp:cNvPr id="0" name=""/>
        <dsp:cNvSpPr/>
      </dsp:nvSpPr>
      <dsp:spPr>
        <a:xfrm rot="16200000">
          <a:off x="4893164" y="1899376"/>
          <a:ext cx="428978" cy="428867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E3D7A79-76F5-1544-86BA-F083C7EB63E6}">
      <dsp:nvSpPr>
        <dsp:cNvPr id="0" name=""/>
        <dsp:cNvSpPr/>
      </dsp:nvSpPr>
      <dsp:spPr>
        <a:xfrm rot="10800000">
          <a:off x="6577635" y="1899321"/>
          <a:ext cx="428867" cy="428978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213486A-0182-4C88-B267-10738DE51C54}">
      <dsp:nvSpPr>
        <dsp:cNvPr id="0" name=""/>
        <dsp:cNvSpPr/>
      </dsp:nvSpPr>
      <dsp:spPr>
        <a:xfrm>
          <a:off x="7470791" y="174793"/>
          <a:ext cx="1260451" cy="840297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48" r="-48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BBA9D9C-3735-4E0A-8A94-BCEAEAD8C36F}">
      <dsp:nvSpPr>
        <dsp:cNvPr id="0" name=""/>
        <dsp:cNvSpPr/>
      </dsp:nvSpPr>
      <dsp:spPr>
        <a:xfrm>
          <a:off x="8783870" y="1067637"/>
          <a:ext cx="1785748" cy="1103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Prototype</a:t>
          </a:r>
        </a:p>
      </dsp:txBody>
      <dsp:txXfrm>
        <a:off x="8783870" y="1067637"/>
        <a:ext cx="1785748" cy="1103025"/>
      </dsp:txXfrm>
    </dsp:sp>
    <dsp:sp modelId="{58C5AED4-8417-494E-B550-1B15621F5CD8}">
      <dsp:nvSpPr>
        <dsp:cNvPr id="0" name=""/>
        <dsp:cNvSpPr/>
      </dsp:nvSpPr>
      <dsp:spPr>
        <a:xfrm>
          <a:off x="8626314" y="910216"/>
          <a:ext cx="428867" cy="428978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E7C8335-9B84-3B44-B324-CEBAF5ACC762}">
      <dsp:nvSpPr>
        <dsp:cNvPr id="0" name=""/>
        <dsp:cNvSpPr/>
      </dsp:nvSpPr>
      <dsp:spPr>
        <a:xfrm rot="5400000">
          <a:off x="10310674" y="910271"/>
          <a:ext cx="428978" cy="428867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383B999-863B-3B4A-9125-B94E2D620DE9}">
      <dsp:nvSpPr>
        <dsp:cNvPr id="0" name=""/>
        <dsp:cNvSpPr/>
      </dsp:nvSpPr>
      <dsp:spPr>
        <a:xfrm rot="16200000">
          <a:off x="8626258" y="1899376"/>
          <a:ext cx="428978" cy="428867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271750A-5FB5-7443-B9DF-B8F4467940E1}">
      <dsp:nvSpPr>
        <dsp:cNvPr id="0" name=""/>
        <dsp:cNvSpPr/>
      </dsp:nvSpPr>
      <dsp:spPr>
        <a:xfrm rot="10800000">
          <a:off x="10310730" y="1899321"/>
          <a:ext cx="428867" cy="428978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16A4997-4EE1-450F-81D8-6600093C9367}">
      <dsp:nvSpPr>
        <dsp:cNvPr id="0" name=""/>
        <dsp:cNvSpPr/>
      </dsp:nvSpPr>
      <dsp:spPr>
        <a:xfrm>
          <a:off x="1871149" y="2655180"/>
          <a:ext cx="1260451" cy="840297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48" r="-48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EECF590-942D-40C1-ADB1-9AAD6AEEFCAF}">
      <dsp:nvSpPr>
        <dsp:cNvPr id="0" name=""/>
        <dsp:cNvSpPr/>
      </dsp:nvSpPr>
      <dsp:spPr>
        <a:xfrm>
          <a:off x="3184229" y="3548023"/>
          <a:ext cx="1785748" cy="1103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Delivery</a:t>
          </a:r>
        </a:p>
      </dsp:txBody>
      <dsp:txXfrm>
        <a:off x="3184229" y="3548023"/>
        <a:ext cx="1785748" cy="1103025"/>
      </dsp:txXfrm>
    </dsp:sp>
    <dsp:sp modelId="{9AE65BC1-CD6F-B547-BFFA-C46F9B17ECB3}">
      <dsp:nvSpPr>
        <dsp:cNvPr id="0" name=""/>
        <dsp:cNvSpPr/>
      </dsp:nvSpPr>
      <dsp:spPr>
        <a:xfrm>
          <a:off x="3026672" y="3390602"/>
          <a:ext cx="428867" cy="428978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BA63BA9-AACF-C842-9A78-682AC1BE033C}">
      <dsp:nvSpPr>
        <dsp:cNvPr id="0" name=""/>
        <dsp:cNvSpPr/>
      </dsp:nvSpPr>
      <dsp:spPr>
        <a:xfrm rot="5400000">
          <a:off x="4711033" y="3390658"/>
          <a:ext cx="428978" cy="428867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DD730F2-6934-EC46-8D76-AFCBE2EE17AA}">
      <dsp:nvSpPr>
        <dsp:cNvPr id="0" name=""/>
        <dsp:cNvSpPr/>
      </dsp:nvSpPr>
      <dsp:spPr>
        <a:xfrm rot="16200000">
          <a:off x="3026617" y="4379763"/>
          <a:ext cx="428978" cy="428867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37CFCD0-B1C6-CB4E-A6C3-1266753F9388}">
      <dsp:nvSpPr>
        <dsp:cNvPr id="0" name=""/>
        <dsp:cNvSpPr/>
      </dsp:nvSpPr>
      <dsp:spPr>
        <a:xfrm rot="10800000">
          <a:off x="4711088" y="4379707"/>
          <a:ext cx="428867" cy="428978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A127491-296D-4B16-BE93-BD5B007449C4}">
      <dsp:nvSpPr>
        <dsp:cNvPr id="0" name=""/>
        <dsp:cNvSpPr/>
      </dsp:nvSpPr>
      <dsp:spPr>
        <a:xfrm>
          <a:off x="5604243" y="2655180"/>
          <a:ext cx="1260451" cy="840297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l="-48" r="-48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FDE56D6-A51D-494D-984E-631063FC011B}">
      <dsp:nvSpPr>
        <dsp:cNvPr id="0" name=""/>
        <dsp:cNvSpPr/>
      </dsp:nvSpPr>
      <dsp:spPr>
        <a:xfrm>
          <a:off x="6917323" y="3548023"/>
          <a:ext cx="1785748" cy="1103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Learning</a:t>
          </a:r>
        </a:p>
      </dsp:txBody>
      <dsp:txXfrm>
        <a:off x="6917323" y="3548023"/>
        <a:ext cx="1785748" cy="1103025"/>
      </dsp:txXfrm>
    </dsp:sp>
    <dsp:sp modelId="{5ED1343C-929B-9E43-8D02-7031B6A35470}">
      <dsp:nvSpPr>
        <dsp:cNvPr id="0" name=""/>
        <dsp:cNvSpPr/>
      </dsp:nvSpPr>
      <dsp:spPr>
        <a:xfrm>
          <a:off x="6759767" y="3390602"/>
          <a:ext cx="428867" cy="428978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F8ACF3F-E2DB-F84C-AB18-840A39B615AC}">
      <dsp:nvSpPr>
        <dsp:cNvPr id="0" name=""/>
        <dsp:cNvSpPr/>
      </dsp:nvSpPr>
      <dsp:spPr>
        <a:xfrm rot="5400000">
          <a:off x="8444127" y="3390658"/>
          <a:ext cx="428978" cy="428867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4DCF42E-ED83-2C48-A417-BA2E42E2D89D}">
      <dsp:nvSpPr>
        <dsp:cNvPr id="0" name=""/>
        <dsp:cNvSpPr/>
      </dsp:nvSpPr>
      <dsp:spPr>
        <a:xfrm rot="16200000">
          <a:off x="6759711" y="4379763"/>
          <a:ext cx="428978" cy="428867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2A686D3-0993-CE44-BE93-989A65D20927}">
      <dsp:nvSpPr>
        <dsp:cNvPr id="0" name=""/>
        <dsp:cNvSpPr/>
      </dsp:nvSpPr>
      <dsp:spPr>
        <a:xfrm rot="10800000">
          <a:off x="8444182" y="4379707"/>
          <a:ext cx="428867" cy="428978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1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754F63-F17B-A748-B284-457CAF6149B9}">
      <dsp:nvSpPr>
        <dsp:cNvPr id="0" name=""/>
        <dsp:cNvSpPr/>
      </dsp:nvSpPr>
      <dsp:spPr>
        <a:xfrm>
          <a:off x="3357088" y="3222318"/>
          <a:ext cx="1761069" cy="17611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1847E07-2FD8-C54F-AE04-F97F8752E765}">
      <dsp:nvSpPr>
        <dsp:cNvPr id="0" name=""/>
        <dsp:cNvSpPr/>
      </dsp:nvSpPr>
      <dsp:spPr>
        <a:xfrm>
          <a:off x="4480295" y="1925616"/>
          <a:ext cx="522911" cy="522767"/>
        </a:xfrm>
        <a:prstGeom prst="donut">
          <a:avLst>
            <a:gd name="adj" fmla="val 74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DA29871-C2A8-42B0-9EF1-95A468DC4926}">
      <dsp:nvSpPr>
        <dsp:cNvPr id="0" name=""/>
        <dsp:cNvSpPr/>
      </dsp:nvSpPr>
      <dsp:spPr>
        <a:xfrm>
          <a:off x="3424705" y="3290093"/>
          <a:ext cx="1625833" cy="162561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67FE834-29F2-9D43-B83D-459313AF02FD}">
      <dsp:nvSpPr>
        <dsp:cNvPr id="0" name=""/>
        <dsp:cNvSpPr/>
      </dsp:nvSpPr>
      <dsp:spPr>
        <a:xfrm>
          <a:off x="5245880" y="3555214"/>
          <a:ext cx="921105" cy="9214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8C476A0-E400-43EC-8A87-5F8FFECD5530}">
      <dsp:nvSpPr>
        <dsp:cNvPr id="0" name=""/>
        <dsp:cNvSpPr/>
      </dsp:nvSpPr>
      <dsp:spPr>
        <a:xfrm>
          <a:off x="5299974" y="3609534"/>
          <a:ext cx="812916" cy="812805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36B021C-CC3B-2A46-9E50-3DC6DC6794EB}">
      <dsp:nvSpPr>
        <dsp:cNvPr id="0" name=""/>
        <dsp:cNvSpPr/>
      </dsp:nvSpPr>
      <dsp:spPr>
        <a:xfrm>
          <a:off x="4885251" y="2255024"/>
          <a:ext cx="1181809" cy="11815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2E470D5-D79E-0443-B5A4-AD65E1D868F4}">
      <dsp:nvSpPr>
        <dsp:cNvPr id="0" name=""/>
        <dsp:cNvSpPr/>
      </dsp:nvSpPr>
      <dsp:spPr>
        <a:xfrm>
          <a:off x="6322506" y="96679"/>
          <a:ext cx="386924" cy="387216"/>
        </a:xfrm>
        <a:prstGeom prst="donut">
          <a:avLst>
            <a:gd name="adj" fmla="val 74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EE412E6-1F68-8A4A-AE8B-E8D45995AC05}">
      <dsp:nvSpPr>
        <dsp:cNvPr id="0" name=""/>
        <dsp:cNvSpPr/>
      </dsp:nvSpPr>
      <dsp:spPr>
        <a:xfrm>
          <a:off x="6903268" y="0"/>
          <a:ext cx="193837" cy="193359"/>
        </a:xfrm>
        <a:prstGeom prst="donut">
          <a:avLst>
            <a:gd name="adj" fmla="val 74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ABF7F5D-325D-4166-9AC4-C65D530768C1}">
      <dsp:nvSpPr>
        <dsp:cNvPr id="0" name=""/>
        <dsp:cNvSpPr/>
      </dsp:nvSpPr>
      <dsp:spPr>
        <a:xfrm>
          <a:off x="4947610" y="2317318"/>
          <a:ext cx="1057092" cy="1056497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839EC4A-90E6-4B43-A8C7-FBDD16F111F0}">
      <dsp:nvSpPr>
        <dsp:cNvPr id="0" name=""/>
        <dsp:cNvSpPr/>
      </dsp:nvSpPr>
      <dsp:spPr>
        <a:xfrm>
          <a:off x="5017481" y="1204008"/>
          <a:ext cx="828694" cy="8282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B65D572-E15E-164E-BFA7-0954DC3523B2}">
      <dsp:nvSpPr>
        <dsp:cNvPr id="0" name=""/>
        <dsp:cNvSpPr/>
      </dsp:nvSpPr>
      <dsp:spPr>
        <a:xfrm>
          <a:off x="6225587" y="4451244"/>
          <a:ext cx="290005" cy="290536"/>
        </a:xfrm>
        <a:prstGeom prst="donut">
          <a:avLst>
            <a:gd name="adj" fmla="val 74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15EE02B-DAD1-4E62-B6B7-AD5CA154B3D7}">
      <dsp:nvSpPr>
        <dsp:cNvPr id="0" name=""/>
        <dsp:cNvSpPr/>
      </dsp:nvSpPr>
      <dsp:spPr>
        <a:xfrm>
          <a:off x="5066317" y="1252348"/>
          <a:ext cx="731024" cy="731076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E234B5E-CB13-7945-AA95-B523722BB76E}">
      <dsp:nvSpPr>
        <dsp:cNvPr id="0" name=""/>
        <dsp:cNvSpPr/>
      </dsp:nvSpPr>
      <dsp:spPr>
        <a:xfrm>
          <a:off x="5598244" y="429575"/>
          <a:ext cx="767838" cy="7679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9A4EAE0-4193-42D0-8098-A7021D4B8959}">
      <dsp:nvSpPr>
        <dsp:cNvPr id="0" name=""/>
        <dsp:cNvSpPr/>
      </dsp:nvSpPr>
      <dsp:spPr>
        <a:xfrm>
          <a:off x="5643322" y="474925"/>
          <a:ext cx="677681" cy="677254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 l="-25073" r="-25073"/>
          </a:stretch>
        </a:blip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7919148-63D5-0E4C-9A3B-0FA038AD330F}">
      <dsp:nvSpPr>
        <dsp:cNvPr id="0" name=""/>
        <dsp:cNvSpPr/>
      </dsp:nvSpPr>
      <dsp:spPr>
        <a:xfrm>
          <a:off x="1615552" y="2317318"/>
          <a:ext cx="2613054" cy="822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" numCol="1" spcCol="1270" anchor="b" anchorCtr="0">
          <a:noAutofit/>
        </a:bodyPr>
        <a:lstStyle/>
        <a:p>
          <a:pPr marL="0" lvl="0" indent="0" algn="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Research</a:t>
          </a:r>
        </a:p>
      </dsp:txBody>
      <dsp:txXfrm>
        <a:off x="1615552" y="2317318"/>
        <a:ext cx="2613054" cy="822274"/>
      </dsp:txXfrm>
    </dsp:sp>
    <dsp:sp modelId="{4F8D86CC-5213-614E-B5EE-0554F5B4FCDF}">
      <dsp:nvSpPr>
        <dsp:cNvPr id="0" name=""/>
        <dsp:cNvSpPr/>
      </dsp:nvSpPr>
      <dsp:spPr>
        <a:xfrm>
          <a:off x="6357066" y="3609534"/>
          <a:ext cx="2613054" cy="812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Workshop</a:t>
          </a:r>
        </a:p>
      </dsp:txBody>
      <dsp:txXfrm>
        <a:off x="6357066" y="3609534"/>
        <a:ext cx="2613054" cy="812805"/>
      </dsp:txXfrm>
    </dsp:sp>
    <dsp:sp modelId="{A6927A5D-BDB5-D343-B19F-D4A89244391A}">
      <dsp:nvSpPr>
        <dsp:cNvPr id="0" name=""/>
        <dsp:cNvSpPr/>
      </dsp:nvSpPr>
      <dsp:spPr>
        <a:xfrm>
          <a:off x="6260147" y="2317318"/>
          <a:ext cx="2613054" cy="1056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Prototype</a:t>
          </a:r>
        </a:p>
      </dsp:txBody>
      <dsp:txXfrm>
        <a:off x="6260147" y="2317318"/>
        <a:ext cx="2613054" cy="1056497"/>
      </dsp:txXfrm>
    </dsp:sp>
    <dsp:sp modelId="{539FA9B5-0AA4-964C-AF4D-4085938AE7A5}">
      <dsp:nvSpPr>
        <dsp:cNvPr id="0" name=""/>
        <dsp:cNvSpPr/>
      </dsp:nvSpPr>
      <dsp:spPr>
        <a:xfrm>
          <a:off x="6031749" y="1252348"/>
          <a:ext cx="2613054" cy="731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Delivery</a:t>
          </a:r>
        </a:p>
      </dsp:txBody>
      <dsp:txXfrm>
        <a:off x="6031749" y="1252348"/>
        <a:ext cx="2613054" cy="731076"/>
      </dsp:txXfrm>
    </dsp:sp>
    <dsp:sp modelId="{49324C22-BCBC-4A42-9507-1DE896ABD8D4}">
      <dsp:nvSpPr>
        <dsp:cNvPr id="0" name=""/>
        <dsp:cNvSpPr/>
      </dsp:nvSpPr>
      <dsp:spPr>
        <a:xfrm>
          <a:off x="6515592" y="474925"/>
          <a:ext cx="2613054" cy="677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Learning</a:t>
          </a:r>
        </a:p>
      </dsp:txBody>
      <dsp:txXfrm>
        <a:off x="6515592" y="474925"/>
        <a:ext cx="2613054" cy="6772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CaptionedPictures">
  <dgm:title val=""/>
  <dgm:desc val=""/>
  <dgm:catLst>
    <dgm:cat type="picture" pri="5000"/>
    <dgm:cat type="pictureconvert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 val="1"/>
          <dgm:chPref val="1"/>
        </dgm:varLst>
        <dgm:alg type="composite">
          <dgm:param type="ar" val="0.85"/>
        </dgm:alg>
        <dgm:shape xmlns:r="http://schemas.openxmlformats.org/officeDocument/2006/relationships" r:blip="">
          <dgm:adjLst/>
        </dgm:shape>
        <dgm:constrLst>
          <dgm:constr type="l" for="ch" forName="Accent" refType="w" fact="0"/>
          <dgm:constr type="t" for="ch" forName="Accent" refType="h" fact="0"/>
          <dgm:constr type="w" for="ch" forName="Accent" refType="w"/>
          <dgm:constr type="h" for="ch" forName="Accent" refType="h"/>
          <dgm:constr type="l" for="ch" forName="Image" refType="w" fact="0.05"/>
          <dgm:constr type="t" for="ch" forName="Image" refType="h" fact="0.04"/>
          <dgm:constr type="w" for="ch" forName="Image" refType="w" fact="0.9"/>
          <dgm:constr type="h" for="ch" forName="Image" refType="h" fact="0.65"/>
          <dgm:constr type="l" for="ch" forName="ChildComposite" refType="w" fact="0.05"/>
          <dgm:constr type="t" for="ch" forName="ChildComposite" refType="h" fact="0.69"/>
          <dgm:constr type="w" for="ch" forName="ChildComposite" refType="w" fact="0.9"/>
          <dgm:constr type="h" for="ch" forName="ChildComposite" refType="h" fact="0.27"/>
        </dgm:constrLst>
        <dgm:layoutNode name="Accent" styleLbl="trAlignAcc1">
          <dgm:varLst>
            <dgm:chMax val="0"/>
            <dgm:chPref val="0"/>
          </dgm:varLst>
          <dgm:alg type="sp"/>
          <dgm:shape xmlns:r="http://schemas.openxmlformats.org/officeDocument/2006/relationships" type="rect" r:blip="">
            <dgm:adjLst/>
          </dgm:shape>
          <dgm:presOf/>
        </dgm:layoutNode>
        <dgm:layoutNode name="Image" styleLbl="alignImgPlace1">
          <dgm:varLst>
            <dgm:chMax val="0"/>
            <dgm:chPref val="0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Composite">
          <dgm:alg type="composite"/>
          <dgm:shape xmlns:r="http://schemas.openxmlformats.org/officeDocument/2006/relationships" r:blip="">
            <dgm:adjLst/>
          </dgm:shape>
          <dgm:choose name="Name4">
            <dgm:if name="Name5" axis="ch" ptType="node" func="cnt" op="gte" val="1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 fact="0.3704"/>
                <dgm:constr type="l" for="ch" forName="Child" refType="w" fact="0"/>
                <dgm:constr type="t" for="ch" forName="Child" refType="h" fact="0.3704"/>
                <dgm:constr type="w" for="ch" forName="Child" refType="w"/>
                <dgm:constr type="h" for="ch" forName="Child" refType="h" fact="0.6296"/>
              </dgm:constrLst>
            </dgm:if>
            <dgm:else name="Name6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/>
                <dgm:constr type="l" for="ch" forName="Child" refType="w" fact="0"/>
                <dgm:constr type="t" for="ch" forName="Child" refType="h" fact="0"/>
                <dgm:constr type="w" for="ch" forName="Child" refType="w" fact="0"/>
                <dgm:constr type="h" for="ch" forName="Child" refType="h" fact="0"/>
              </dgm:constrLst>
            </dgm:else>
          </dgm:choose>
          <dgm:layoutNode name="Child" styleLbl="node1">
            <dgm:varLst>
              <dgm:chMax val="0"/>
              <dgm:chPref val="0"/>
              <dgm:bulletEnabled val="1"/>
            </dgm:varLst>
            <dgm:choose name="Name7">
              <dgm:if name="Name8" axis="ch" ptType="node" func="cnt" op="gt" val="1">
                <dgm:alg type="tx">
                  <dgm:param type="parTxLTRAlign" val="l"/>
                  <dgm:param type="parTxRTLAlign" val="r"/>
                  <dgm:param type="txAnchorVert" val="mid"/>
                  <dgm:param type="txAnchorVertCh" val="mid"/>
                </dgm:alg>
              </dgm:if>
              <dgm:else name="Name9">
                <dgm:alg type="tx">
                  <dgm:param type="parTxLTRAlign" val="ctr"/>
                  <dgm:param type="parTxRTLAlign" val="ctr"/>
                  <dgm:param type="shpTxLTRAlignCh" val="l"/>
                  <dgm:param type="shpTxRTLAlignCh" val="r"/>
                  <dgm:param type="txAnchorVert" val="mid"/>
                  <dgm:param type="txAnchorVertCh" val="mid"/>
                </dgm:alg>
              </dgm:else>
            </dgm:choose>
            <dgm:choose name="Name10">
              <dgm:if name="Name11" axis="ch" ptType="node" func="cnt" op="gte" val="1">
                <dgm:shape xmlns:r="http://schemas.openxmlformats.org/officeDocument/2006/relationships" type="rect" r:blip="">
                  <dgm:adjLst/>
                </dgm:shape>
              </dgm:if>
              <dgm:else name="Name12">
                <dgm:shape xmlns:r="http://schemas.openxmlformats.org/officeDocument/2006/relationships" type="rect" r:blip="" hideGeom="1">
                  <dgm:adjLst/>
                </dgm:shape>
              </dgm:else>
            </dgm:choose>
            <dgm:choose name="Name13">
              <dgm:if name="Name14" axis="ch" ptType="node" func="cnt" op="gte" val="1">
                <dgm:presOf axis="des" ptType="node"/>
              </dgm:if>
              <dgm:else name="Name15">
                <dgm:presOf/>
              </dgm:else>
            </dgm:choose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Parent" styleLbl="revTx">
            <dgm:varLst>
              <dgm:chMax val="1"/>
              <dgm:chPref val="0"/>
              <dgm:bulletEnabled val="1"/>
            </dgm:varLst>
            <dgm:alg type="tx">
              <dgm:param type="shpTxLTRAlignCh" val="ctr"/>
              <dgm:param type="txAnchorVert" val="mid"/>
            </dgm:alg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9/3/layout/BlockDescendingList">
  <dgm:title val=""/>
  <dgm:desc val=""/>
  <dgm:catLst>
    <dgm:cat type="list" pri="18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13" srcId="10" destId="11" srcOrd="0" destOrd="0"/>
        <dgm:cxn modelId="14" srcId="10" destId="12" srcOrd="0" destOrd="0"/>
        <dgm:cxn modelId="50" srcId="0" destId="20" srcOrd="1" destOrd="0"/>
        <dgm:cxn modelId="23" srcId="20" destId="21" srcOrd="0" destOrd="0"/>
        <dgm:cxn modelId="24" srcId="20" destId="22" srcOrd="0" destOrd="0"/>
        <dgm:cxn modelId="60" srcId="0" destId="30" srcOrd="2" destOrd="0"/>
        <dgm:cxn modelId="33" srcId="30" destId="31" srcOrd="0" destOrd="0"/>
        <dgm:cxn modelId="34" srcId="30" destId="3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7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80" srcId="0" destId="7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0.5516"/>
        </dgm:alg>
        <dgm:choose name="Name3">
          <dgm:if name="Name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if>
          <dgm:else name="Name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else>
        </dgm:choose>
      </dgm:if>
      <dgm:if name="Name6" axis="ch" ptType="node" func="cnt" op="equ" val="2">
        <dgm:alg type="composite">
          <dgm:param type="ar" val="0.9804"/>
        </dgm:alg>
        <dgm:choose name="Name7">
          <dgm:if name="Name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2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1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1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2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if>
          <dgm:else name="Name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1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2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2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1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2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1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else>
        </dgm:choose>
      </dgm:if>
      <dgm:if name="Name10" axis="ch" ptType="node" func="cnt" op="equ" val="3">
        <dgm:alg type="composite">
          <dgm:param type="ar" val="1.4097"/>
        </dgm:alg>
        <dgm:choose name="Name11">
          <dgm:if name="Name12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3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1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if>
          <dgm:else name="Name13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3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1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3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1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3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1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else>
        </dgm:choose>
      </dgm:if>
      <dgm:if name="Name14" axis="ch" ptType="node" func="cnt" op="equ" val="4">
        <dgm:alg type="composite">
          <dgm:param type="ar" val="1.8305"/>
        </dgm:alg>
        <dgm:choose name="Name15">
          <dgm:if name="Name16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2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3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4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1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4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if>
          <dgm:else name="Name17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4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3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2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1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4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3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2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1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4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3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2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1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else>
        </dgm:choose>
      </dgm:if>
      <dgm:if name="Name18" axis="ch" ptType="node" func="cnt" op="equ" val="5">
        <dgm:alg type="composite">
          <dgm:param type="ar" val="2.0125"/>
        </dgm:alg>
        <dgm:choose name="Name19">
          <dgm:if name="Name20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2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4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5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1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4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17"/>
              <dgm:constr type="l" for="ch" forName="childText_5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56"/>
            </dgm:constrLst>
          </dgm:if>
          <dgm:else name="Name21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5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4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2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1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5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4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2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1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5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4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2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61"/>
              <dgm:constr type="l" for="ch" forName="childText_1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99"/>
            </dgm:constrLst>
          </dgm:else>
        </dgm:choose>
      </dgm:if>
      <dgm:if name="Name22" axis="ch" ptType="node" func="cnt" op="equ" val="6">
        <dgm:alg type="composite">
          <dgm:param type="ar" val="2.4006"/>
        </dgm:alg>
        <dgm:shape xmlns:r="http://schemas.openxmlformats.org/officeDocument/2006/relationships" r:blip="">
          <dgm:adjLst/>
        </dgm:shape>
        <dgm:choose name="Name23">
          <dgm:if name="Name2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2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3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4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5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6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1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if>
          <dgm:else name="Name2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6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5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4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3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2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1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6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5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4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3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2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1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6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5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4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3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2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1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else>
        </dgm:choose>
      </dgm:if>
      <dgm:else name="Name26">
        <dgm:alg type="composite">
          <dgm:param type="ar" val="2.7874"/>
        </dgm:alg>
        <dgm:shape xmlns:r="http://schemas.openxmlformats.org/officeDocument/2006/relationships" r:blip="">
          <dgm:adjLst/>
        </dgm:shape>
        <dgm:choose name="Name27">
          <dgm:if name="Name2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2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3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5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6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7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1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7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7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if>
          <dgm:else name="Name2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7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6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5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3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2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1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7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6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5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3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2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1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7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6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5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3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2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1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else>
        </dgm:choose>
      </dgm:else>
    </dgm:choose>
    <dgm:forEach name="wrapper" axis="self" ptType="parTrans">
      <dgm:forEach name="accentRepeat" axis="self">
        <dgm:layoutNode name="imageRepeatNode" styleLbl="node1">
          <dgm:alg type="sp"/>
          <dgm:shape xmlns:r="http://schemas.openxmlformats.org/officeDocument/2006/relationships" type="rect" r:blip="" zOrderOff="-10">
            <dgm:adjLst/>
          </dgm:shape>
          <dgm:presOf axis="self"/>
        </dgm:layoutNode>
      </dgm:forEach>
    </dgm:forEach>
    <dgm:forEach name="Name30" axis="ch" ptType="node" cnt="1">
      <dgm:layoutNode name="parentText_1" styleLbl="node1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1" styleLbl="node1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1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2" cnt="1">
      <dgm:layoutNode name="parentText_2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2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2">
        <dgm:alg type="sp"/>
        <dgm:shape xmlns:r="http://schemas.openxmlformats.org/officeDocument/2006/relationships" r:blip="">
          <dgm:adjLst/>
        </dgm:shape>
        <dgm:presOf/>
        <dgm:constrLst/>
        <dgm:forEach name="Name33" ref="accentRepeat"/>
      </dgm:layoutNode>
    </dgm:forEach>
    <dgm:forEach name="Name34" axis="ch" ptType="node" st="3" cnt="1">
      <dgm:layoutNode name="parentText_3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3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3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</dgm:forEach>
    <dgm:forEach name="Name36" axis="ch" ptType="node" st="4" cnt="1">
      <dgm:layoutNode name="parentText_4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4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parentText_5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5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5">
        <dgm:alg type="sp"/>
        <dgm:shape xmlns:r="http://schemas.openxmlformats.org/officeDocument/2006/relationships" r:blip="">
          <dgm:adjLst/>
        </dgm:shape>
        <dgm:presOf/>
        <dgm:constrLst/>
        <dgm:forEach name="Name39" ref="accentRepeat"/>
      </dgm:layoutNode>
    </dgm:forEach>
    <dgm:forEach name="Name40" axis="ch" ptType="node" st="6" cnt="1">
      <dgm:layoutNode name="parentText_6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6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6">
        <dgm:alg type="sp"/>
        <dgm:shape xmlns:r="http://schemas.openxmlformats.org/officeDocument/2006/relationships" r:blip="">
          <dgm:adjLst/>
        </dgm:shape>
        <dgm:presOf/>
        <dgm:constrLst/>
        <dgm:forEach name="Name41" ref="accentRepeat"/>
      </dgm:layoutNode>
    </dgm:forEach>
    <dgm:forEach name="Name42" axis="ch" ptType="node" st="7" cnt="1">
      <dgm:layoutNode name="parentText_7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7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7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11/layout/ConvergingText">
  <dgm:title val="Converging Text"/>
  <dgm:desc val="Use to show multiple steps or parts that merge into a whole. Limited to one Level 1 shape that contains text and a maximum of five Level 2 shapes."/>
  <dgm:catLst>
    <dgm:cat type="process" pri="6500"/>
    <dgm:cat type="officeonline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clrData>
  <dgm:layoutNode name="Name0">
    <dgm:varLst>
      <dgm:chMax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vertAlign" val="mid"/>
          <dgm:param type="nodeVertAlign" val="mid"/>
          <dgm:param type="horzAlign" val="ctr"/>
        </dgm:alg>
      </dgm:if>
      <dgm:else name="Name3">
        <dgm:alg type="lin">
          <dgm:param type="linDir" val="fromR"/>
          <dgm:param type="vertAlign" val="mid"/>
          <dgm:param type="nodeVertAlign" val="mid"/>
          <dgm:param type="horzAlign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 val="65"/>
      <dgm:constr type="primFontSz" for="des" forName="Child1" op="equ" val="65"/>
      <dgm:constr type="primFontSz" for="des" forName="Child2" refType="primFontSz" refFor="des" refForName="Child1" op="equ"/>
      <dgm:constr type="primFontSz" for="des" forName="Child3" refType="primFontSz" refFor="des" refForName="Child1" op="equ"/>
      <dgm:constr type="primFontSz" for="des" forName="Child4" refType="primFontSz" refFor="des" refForName="Child1" op="equ"/>
      <dgm:constr type="primFontSz" for="des" forName="Child5" refType="primFontSz" refFor="des" refForName="Child1" op="equ"/>
      <dgm:constr type="primFontSz" for="des" forName="Child1" refType="primFontSz" refFor="des" refForName="Parent" op="lte"/>
      <dgm:constr type="primFontSz" for="des" forName="Child2" refType="primFontSz" refFor="des" refForName="Parent" op="lte"/>
      <dgm:constr type="primFontSz" for="des" forName="Child3" refType="primFontSz" refFor="des" refForName="Parent" op="lte"/>
      <dgm:constr type="primFontSz" for="des" forName="Child4" refType="primFontSz" refFor="des" refForName="Parent" op="lte"/>
      <dgm:constr type="primFontSz" for="des" forName="Child5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w" refFor="ch" refForName="composite" op="equ" fact="0.05"/>
      <dgm:constr type="h" for="ch" forName="sibTrans" refType="w" refFor="ch" refForName="sibTrans" op="equ"/>
    </dgm:constrLst>
    <dgm:forEach name="nodesForEach" axis="ch" ptType="node">
      <dgm:layoutNode name="composite">
        <dgm:choose name="Name4">
          <dgm:if name="Name5" func="var" arg="dir" op="equ" val="norm">
            <dgm:choose name="Name6">
              <dgm:if name="Name7" axis="ch" ptType="node" func="cnt" op="equ" val="0">
                <dgm:alg type="composite">
                  <dgm:param type="ar" val="2.1059"/>
                </dgm:alg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 fact="0.4749"/>
                  <dgm:constr type="h" for="ch" forName="Parent" refType="h"/>
                  <dgm:constr type="l" for="ch" forName="ParentAccent1" refType="w" fact="0.9531"/>
                  <dgm:constr type="t" for="ch" forName="ParentAccent1" refType="h" fact="0.4506"/>
                  <dgm:constr type="w" for="ch" forName="ParentAccent1" refType="w" fact="0.0469"/>
                  <dgm:constr type="h" for="ch" forName="ParentAccent1" refType="h" fact="0.0988"/>
                  <dgm:constr type="l" for="ch" forName="ParentAccent2" refType="w" fact="0.8734"/>
                  <dgm:constr type="t" for="ch" forName="ParentAccent2" refType="h" fact="0.4506"/>
                  <dgm:constr type="w" for="ch" forName="ParentAccent2" refType="w" fact="0.0469"/>
                  <dgm:constr type="h" for="ch" forName="ParentAccent2" refType="h" fact="0.0988"/>
                  <dgm:constr type="l" for="ch" forName="ParentAccent3" refType="w" fact="0.7937"/>
                  <dgm:constr type="t" for="ch" forName="ParentAccent3" refType="h" fact="0.4506"/>
                  <dgm:constr type="w" for="ch" forName="ParentAccent3" refType="w" fact="0.0469"/>
                  <dgm:constr type="h" for="ch" forName="ParentAccent3" refType="h" fact="0.0988"/>
                  <dgm:constr type="l" for="ch" forName="ParentAccent4" refType="w" fact="0.714"/>
                  <dgm:constr type="t" for="ch" forName="ParentAccent4" refType="h" fact="0.4506"/>
                  <dgm:constr type="w" for="ch" forName="ParentAccent4" refType="w" fact="0.0469"/>
                  <dgm:constr type="h" for="ch" forName="ParentAccent4" refType="h" fact="0.0988"/>
                  <dgm:constr type="l" for="ch" forName="ParentAccent5" refType="w" fact="0.6343"/>
                  <dgm:constr type="t" for="ch" forName="ParentAccent5" refType="h" fact="0.4506"/>
                  <dgm:constr type="w" for="ch" forName="ParentAccent5" refType="w" fact="0.0469"/>
                  <dgm:constr type="h" for="ch" forName="ParentAccent5" refType="h" fact="0.0988"/>
                  <dgm:constr type="l" for="ch" forName="ParentAccent6" refType="w" fact="0.5076"/>
                  <dgm:constr type="t" for="ch" forName="ParentAccent6" refType="h" fact="0.4012"/>
                  <dgm:constr type="w" for="ch" forName="ParentAccent6" refType="w" fact="0.0939"/>
                  <dgm:constr type="h" for="ch" forName="ParentAccent6" refType="h" fact="0.1976"/>
                  <dgm:constr type="l" for="ch" forName="ParentAccent7" refType="w" fact="0.8766"/>
                  <dgm:constr type="t" for="ch" forName="ParentAccent7" refType="h" fact="0.2465"/>
                  <dgm:constr type="w" for="ch" forName="ParentAccent7" refType="w" fact="0.0469"/>
                  <dgm:constr type="h" for="ch" forName="ParentAccent7" refType="h" fact="0.0988"/>
                  <dgm:constr type="l" for="ch" forName="ParentAccent8" refType="w" fact="0.8766"/>
                  <dgm:constr type="t" for="ch" forName="ParentAccent8" refType="h" fact="0.6562"/>
                  <dgm:constr type="w" for="ch" forName="ParentAccent8" refType="w" fact="0.0469"/>
                  <dgm:constr type="h" for="ch" forName="ParentAccent8" refType="h" fact="0.0988"/>
                  <dgm:constr type="l" for="ch" forName="ParentAccent9" refType="w" fact="0.9185"/>
                  <dgm:constr type="t" for="ch" forName="ParentAccent9" refType="h" fact="0.3353"/>
                  <dgm:constr type="w" for="ch" forName="ParentAccent9" refType="w" fact="0.0469"/>
                  <dgm:constr type="h" for="ch" forName="ParentAccent9" refType="h" fact="0.0988"/>
                  <dgm:constr type="l" for="ch" forName="ParentAccent10" refType="w" fact="0.9213"/>
                  <dgm:constr type="t" for="ch" forName="ParentAccent10" refType="h" fact="0.5679"/>
                  <dgm:constr type="w" for="ch" forName="ParentAccent10" refType="w" fact="0.0469"/>
                  <dgm:constr type="h" for="ch" forName="ParentAccent10" refType="h" fact="0.0988"/>
                </dgm:constrLst>
              </dgm:if>
              <dgm:if name="Name8" axis="ch" ptType="node" func="cnt" op="equ" val="1">
                <dgm:alg type="composite">
                  <dgm:param type="ar" val="3.4411"/>
                </dgm:alg>
                <dgm:constrLst>
                  <dgm:constr type="l" for="ch" forName="Child1Accent1" refType="w" fact="0.284"/>
                  <dgm:constr type="t" for="ch" forName="Child1Accent1" refType="h" fact="0.4012"/>
                  <dgm:constr type="w" for="ch" forName="Child1Accent1" refType="w" fact="0.0574"/>
                  <dgm:constr type="h" for="ch" forName="Child1Accent1" refType="h" fact="0.1976"/>
                  <dgm:constr type="l" for="ch" forName="Child1Accent2" refType="w" fact="0.2272"/>
                  <dgm:constr type="t" for="ch" forName="Child1Accent2" refType="h" fact="0.4506"/>
                  <dgm:constr type="w" for="ch" forName="Child1Accent2" refType="w" fact="0.0287"/>
                  <dgm:constr type="h" for="ch" forName="Child1Accent2" refType="h" fact="0.0988"/>
                  <dgm:constr type="l" for="ch" forName="Child1Accent3" refType="w" fact="0.1705"/>
                  <dgm:constr type="t" for="ch" forName="Child1Accent3" refType="h" fact="0.4506"/>
                  <dgm:constr type="w" for="ch" forName="Child1Accent3" refType="w" fact="0.0287"/>
                  <dgm:constr type="h" for="ch" forName="Child1Accent3" refType="h" fact="0.0988"/>
                  <dgm:constr type="l" for="ch" forName="Child1Accent4" refType="w" fact="0.1137"/>
                  <dgm:constr type="t" for="ch" forName="Child1Accent4" refType="h" fact="0.4506"/>
                  <dgm:constr type="w" for="ch" forName="Child1Accent4" refType="w" fact="0.0287"/>
                  <dgm:constr type="h" for="ch" forName="Child1Accent4" refType="h" fact="0.0988"/>
                  <dgm:constr type="l" for="ch" forName="Child1Accent5" refType="w" fact="0.057"/>
                  <dgm:constr type="t" for="ch" forName="Child1Accent5" refType="h" fact="0.4506"/>
                  <dgm:constr type="w" for="ch" forName="Child1Accent5" refType="w" fact="0.0287"/>
                  <dgm:constr type="h" for="ch" forName="Child1Accent5" refType="h" fact="0.0988"/>
                  <dgm:constr type="l" for="ch" forName="Child1Accent6" refType="w" fact="0.0002"/>
                  <dgm:constr type="t" for="ch" forName="Child1Accent6" refType="h" fact="0.4506"/>
                  <dgm:constr type="w" for="ch" forName="Child1Accent6" refType="w" fact="0.0287"/>
                  <dgm:constr type="h" for="ch" forName="Child1Accent6" refType="h" fact="0.0988"/>
                  <dgm:constr type="l" for="ch" forName="Child1Accent7" refType="w" fact="0"/>
                  <dgm:constr type="t" for="ch" forName="Child1Accent7" refType="h" fact="0"/>
                  <dgm:constr type="w" for="ch" forName="Child1Accent7" refType="w" fact="0"/>
                  <dgm:constr type="h" for="ch" forName="Child1Accent7" refType="h" fact="0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ParentAccent1" refType="w" fact="0.9713"/>
                  <dgm:constr type="t" for="ch" forName="ParentAccent1" refType="h" fact="0.4506"/>
                  <dgm:constr type="w" for="ch" forName="ParentAccent1" refType="w" fact="0.0287"/>
                  <dgm:constr type="h" for="ch" forName="ParentAccent1" refType="h" fact="0.0988"/>
                  <dgm:constr type="l" for="ch" forName="ParentAccent2" refType="w" fact="0.9187"/>
                  <dgm:constr type="t" for="ch" forName="ParentAccent2" refType="h" fact="0.4506"/>
                  <dgm:constr type="w" for="ch" forName="ParentAccent2" refType="w" fact="0.0287"/>
                  <dgm:constr type="h" for="ch" forName="ParentAccent2" refType="h" fact="0.0988"/>
                  <dgm:constr type="l" for="ch" forName="ParentAccent3" refType="w" fact="0.8661"/>
                  <dgm:constr type="t" for="ch" forName="ParentAccent3" refType="h" fact="0.4506"/>
                  <dgm:constr type="w" for="ch" forName="ParentAccent3" refType="w" fact="0.0287"/>
                  <dgm:constr type="h" for="ch" forName="ParentAccent3" refType="h" fact="0.0988"/>
                  <dgm:constr type="l" for="ch" forName="ParentAccent4" refType="w" fact="0.8136"/>
                  <dgm:constr type="t" for="ch" forName="ParentAccent4" refType="h" fact="0.4506"/>
                  <dgm:constr type="w" for="ch" forName="ParentAccent4" refType="w" fact="0.0287"/>
                  <dgm:constr type="h" for="ch" forName="ParentAccent4" refType="h" fact="0.0988"/>
                  <dgm:constr type="l" for="ch" forName="ParentAccent5" refType="w" fact="0.761"/>
                  <dgm:constr type="t" for="ch" forName="ParentAccent5" refType="h" fact="0.4506"/>
                  <dgm:constr type="w" for="ch" forName="ParentAccent5" refType="w" fact="0.0287"/>
                  <dgm:constr type="h" for="ch" forName="ParentAccent5" refType="h" fact="0.0988"/>
                  <dgm:constr type="l" for="ch" forName="ParentAccent6" refType="w" fact="0.6797"/>
                  <dgm:constr type="t" for="ch" forName="ParentAccent6" refType="h" fact="0.4012"/>
                  <dgm:constr type="w" for="ch" forName="ParentAccent6" refType="w" fact="0.0574"/>
                  <dgm:constr type="h" for="ch" forName="ParentAccent6" refType="h" fact="0.1976"/>
                  <dgm:constr type="l" for="ch" forName="ParentAccent7" refType="w" fact="0.9245"/>
                  <dgm:constr type="t" for="ch" forName="ParentAccent7" refType="h" fact="0.2465"/>
                  <dgm:constr type="w" for="ch" forName="ParentAccent7" refType="w" fact="0.0287"/>
                  <dgm:constr type="h" for="ch" forName="ParentAccent7" refType="h" fact="0.0988"/>
                  <dgm:constr type="l" for="ch" forName="ParentAccent8" refType="w" fact="0.9245"/>
                  <dgm:constr type="t" for="ch" forName="ParentAccent8" refType="h" fact="0.6562"/>
                  <dgm:constr type="w" for="ch" forName="ParentAccent8" refType="w" fact="0.0287"/>
                  <dgm:constr type="h" for="ch" forName="ParentAccent8" refType="h" fact="0.0988"/>
                  <dgm:constr type="l" for="ch" forName="ParentAccent9" refType="w" fact="0.9501"/>
                  <dgm:constr type="t" for="ch" forName="ParentAccent9" refType="h" fact="0.3353"/>
                  <dgm:constr type="w" for="ch" forName="ParentAccent9" refType="w" fact="0.0287"/>
                  <dgm:constr type="h" for="ch" forName="ParentAccent9" refType="h" fact="0.0988"/>
                  <dgm:constr type="l" for="ch" forName="ParentAccent10" refType="w" fact="0.9518"/>
                  <dgm:constr type="t" for="ch" forName="ParentAccent10" refType="h" fact="0.5679"/>
                  <dgm:constr type="w" for="ch" forName="ParentAccent10" refType="w" fact="0.0287"/>
                  <dgm:constr type="h" for="ch" forName="ParentAccent10" refType="h" fact="0.0988"/>
                  <dgm:constr type="l" for="ch" forName="Child1" refType="w" fact="0"/>
                  <dgm:constr type="t" for="ch" forName="Child1" refType="h" fact="0.1978"/>
                  <dgm:constr type="w" for="ch" forName="Child1" refType="w" fact="0.2544"/>
                  <dgm:constr type="h" for="ch" forName="Child1" refType="h" fact="0.2541"/>
                  <dgm:constr type="l" for="ch" forName="Parent" refType="w" fact="0.3653"/>
                  <dgm:constr type="t" for="ch" forName="Parent" refType="h" fact="0"/>
                  <dgm:constr type="w" for="ch" forName="Parent" refType="w" fact="0.2906"/>
                  <dgm:constr type="h" for="ch" forName="Parent" refType="h"/>
                </dgm:constrLst>
              </dgm:if>
              <dgm:if name="Name9" axis="ch" ptType="node" func="cnt" op="equ" val="2">
                <dgm:alg type="composite">
                  <dgm:param type="ar" val="2.1185"/>
                </dgm:alg>
                <dgm:constrLst>
                  <dgm:constr type="l" for="ch" forName="Child1Accent1" refType="w" fact="0.3436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l" for="ch" forName="Child1Accent2" refType="w" fact="0.3068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l" for="ch" forName="Child1Accent3" refType="w" fact="0.245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l" for="ch" forName="Child1Accent4" refType="w" fact="0.1842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l" for="ch" forName="Child1Accent5" refType="w" fact="0.1229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l" for="ch" forName="Child1Accent6" refType="w" fact="0.061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l" for="ch" forName="Child1Accent7" refType="w" fact="0.0002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2Accent1" refType="w" fact="0.3436"/>
                  <dgm:constr type="t" for="ch" forName="Child2Accent1" refType="h" fact="0.8153"/>
                  <dgm:constr type="w" for="ch" forName="Child2Accent1" refType="w" fact="0.0574"/>
                  <dgm:constr type="h" for="ch" forName="Child2Accent1" refType="h" fact="0.1217"/>
                  <dgm:constr type="l" for="ch" forName="Child2Accent2" refType="w" fact="0.3068"/>
                  <dgm:constr type="t" for="ch" forName="Child2Accent2" refType="h" fact="0.9392"/>
                  <dgm:constr type="w" for="ch" forName="Child2Accent2" refType="w" fact="0.0287"/>
                  <dgm:constr type="h" for="ch" forName="Child2Accent2" refType="h" fact="0.0608"/>
                  <dgm:constr type="l" for="ch" forName="Child2Accent3" refType="w" fact="0.2455"/>
                  <dgm:constr type="t" for="ch" forName="Child2Accent3" refType="h" fact="0.9392"/>
                  <dgm:constr type="w" for="ch" forName="Child2Accent3" refType="w" fact="0.0287"/>
                  <dgm:constr type="h" for="ch" forName="Child2Accent3" refType="h" fact="0.0608"/>
                  <dgm:constr type="l" for="ch" forName="Child2Accent4" refType="w" fact="0.1842"/>
                  <dgm:constr type="t" for="ch" forName="Child2Accent4" refType="h" fact="0.9392"/>
                  <dgm:constr type="w" for="ch" forName="Child2Accent4" refType="w" fact="0.0287"/>
                  <dgm:constr type="h" for="ch" forName="Child2Accent4" refType="h" fact="0.0608"/>
                  <dgm:constr type="l" for="ch" forName="Child2Accent5" refType="w" fact="0.1229"/>
                  <dgm:constr type="t" for="ch" forName="Child2Accent5" refType="h" fact="0.9392"/>
                  <dgm:constr type="w" for="ch" forName="Child2Accent5" refType="w" fact="0.0287"/>
                  <dgm:constr type="h" for="ch" forName="Child2Accent5" refType="h" fact="0.0608"/>
                  <dgm:constr type="l" for="ch" forName="Child2Accent6" refType="w" fact="0.0615"/>
                  <dgm:constr type="t" for="ch" forName="Child2Accent6" refType="h" fact="0.9392"/>
                  <dgm:constr type="w" for="ch" forName="Child2Accent6" refType="w" fact="0.0287"/>
                  <dgm:constr type="h" for="ch" forName="Child2Accent6" refType="h" fact="0.0608"/>
                  <dgm:constr type="l" for="ch" forName="Child2Accent7" refType="w" fact="0.0002"/>
                  <dgm:constr type="t" for="ch" forName="Child2Accent7" refType="h" fact="0.9392"/>
                  <dgm:constr type="w" for="ch" forName="Child2Accent7" refType="w" fact="0.0287"/>
                  <dgm:constr type="h" for="ch" forName="Child2Accent7" refType="h" fact="0.0608"/>
                  <dgm:constr type="l" for="ch" forName="ParentAccent1" refType="w" fact="0.9713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l" for="ch" forName="ParentAccent2" refType="w" fact="0.9187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l" for="ch" forName="ParentAccent3" refType="w" fact="0.8661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l" for="ch" forName="ParentAccent4" refType="w" fact="0.8136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l" for="ch" forName="ParentAccent5" refType="w" fact="0.761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l" for="ch" forName="ParentAccent6" refType="w" fact="0.6797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l" for="ch" forName="ParentAccent7" refType="w" fact="0.924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l" for="ch" forName="ParentAccent8" refType="w" fact="0.924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l" for="ch" forName="ParentAccent9" refType="w" fact="0.9501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l" for="ch" forName="ParentAccent10" refType="w" fact="0.9518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l" for="ch" forName="Child2" refType="w" fact="0"/>
                  <dgm:constr type="t" for="ch" forName="Child2" refType="h" fact="0.7822"/>
                  <dgm:constr type="w" for="ch" forName="Child2" refType="w" fact="0.3364"/>
                  <dgm:constr type="h" for="ch" forName="Child2" refType="h" fact="0.1564"/>
                  <dgm:constr type="l" for="ch" forName="Child1" refType="w" fact="0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l" for="ch" forName="Parent" refType="w" fact="0.3653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0" axis="ch" ptType="node" func="cnt" op="equ" val="3">
                <dgm:alg type="composite">
                  <dgm:param type="ar" val="2.1185"/>
                </dgm:alg>
                <dgm:constrLst>
                  <dgm:constr type="l" for="ch" forName="Child1Accent1" refType="w" fact="0.3436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l" for="ch" forName="Child1Accent2" refType="w" fact="0.3068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l" for="ch" forName="Child1Accent3" refType="w" fact="0.245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l" for="ch" forName="Child1Accent4" refType="w" fact="0.1842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l" for="ch" forName="Child1Accent5" refType="w" fact="0.1229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l" for="ch" forName="Child2Accent1" refType="w" fact="0.284"/>
                  <dgm:constr type="t" for="ch" forName="Child2Accent1" refType="h" fact="0.5207"/>
                  <dgm:constr type="w" for="ch" forName="Child2Accent1" refType="w" fact="0.0574"/>
                  <dgm:constr type="h" for="ch" forName="Child2Accent1" refType="h" fact="0.1217"/>
                  <dgm:constr type="l" for="ch" forName="Child2Accent2" refType="w" fact="0.2272"/>
                  <dgm:constr type="t" for="ch" forName="Child2Accent2" refType="h" fact="0.5511"/>
                  <dgm:constr type="w" for="ch" forName="Child2Accent2" refType="w" fact="0.0287"/>
                  <dgm:constr type="h" for="ch" forName="Child2Accent2" refType="h" fact="0.0608"/>
                  <dgm:constr type="l" for="ch" forName="Child2Accent3" refType="w" fact="0.1705"/>
                  <dgm:constr type="t" for="ch" forName="Child2Accent3" refType="h" fact="0.5511"/>
                  <dgm:constr type="w" for="ch" forName="Child2Accent3" refType="w" fact="0.0287"/>
                  <dgm:constr type="h" for="ch" forName="Child2Accent3" refType="h" fact="0.0608"/>
                  <dgm:constr type="l" for="ch" forName="Child2Accent4" refType="w" fact="0.1137"/>
                  <dgm:constr type="t" for="ch" forName="Child2Accent4" refType="h" fact="0.5511"/>
                  <dgm:constr type="w" for="ch" forName="Child2Accent4" refType="w" fact="0.0287"/>
                  <dgm:constr type="h" for="ch" forName="Child2Accent4" refType="h" fact="0.0608"/>
                  <dgm:constr type="l" for="ch" forName="Child1Accent6" refType="w" fact="0.061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l" for="ch" forName="Child2Accent5" refType="w" fact="0.057"/>
                  <dgm:constr type="t" for="ch" forName="Child2Accent5" refType="h" fact="0.5511"/>
                  <dgm:constr type="w" for="ch" forName="Child2Accent5" refType="w" fact="0.0287"/>
                  <dgm:constr type="h" for="ch" forName="Child2Accent5" refType="h" fact="0.0608"/>
                  <dgm:constr type="l" for="ch" forName="Child1Accent7" refType="w" fact="0.0002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2Accent6" refType="w" fact="0.0002"/>
                  <dgm:constr type="t" for="ch" forName="Child2Accent6" refType="h" fact="0.5511"/>
                  <dgm:constr type="w" for="ch" forName="Child2Accent6" refType="w" fact="0.0287"/>
                  <dgm:constr type="h" for="ch" forName="Child2Accent6" refType="h" fact="0.0608"/>
                  <dgm:constr type="l" for="ch" forName="Child2Accent7" refType="w" fact="0"/>
                  <dgm:constr type="t" for="ch" forName="Child2Accent7" refType="h" fact="0"/>
                  <dgm:constr type="w" for="ch" forName="Child2Accent7" refType="w" fact="0"/>
                  <dgm:constr type="h" for="ch" forName="Child2Accent7" refType="h" fact="0"/>
                  <dgm:constr type="l" for="ch" forName="Child3Accent1" refType="w" fact="0.3436"/>
                  <dgm:constr type="t" for="ch" forName="Child3Accent1" refType="h" fact="0.8153"/>
                  <dgm:constr type="w" for="ch" forName="Child3Accent1" refType="w" fact="0.0574"/>
                  <dgm:constr type="h" for="ch" forName="Child3Accent1" refType="h" fact="0.1217"/>
                  <dgm:constr type="l" for="ch" forName="Child3Accent2" refType="w" fact="0.3068"/>
                  <dgm:constr type="t" for="ch" forName="Child3Accent2" refType="h" fact="0.9392"/>
                  <dgm:constr type="w" for="ch" forName="Child3Accent2" refType="w" fact="0.0287"/>
                  <dgm:constr type="h" for="ch" forName="Child3Accent2" refType="h" fact="0.0608"/>
                  <dgm:constr type="l" for="ch" forName="Child3Accent3" refType="w" fact="0.2455"/>
                  <dgm:constr type="t" for="ch" forName="Child3Accent3" refType="h" fact="0.9392"/>
                  <dgm:constr type="w" for="ch" forName="Child3Accent3" refType="w" fact="0.0287"/>
                  <dgm:constr type="h" for="ch" forName="Child3Accent3" refType="h" fact="0.0608"/>
                  <dgm:constr type="l" for="ch" forName="Child3Accent4" refType="w" fact="0.1842"/>
                  <dgm:constr type="t" for="ch" forName="Child3Accent4" refType="h" fact="0.9392"/>
                  <dgm:constr type="w" for="ch" forName="Child3Accent4" refType="w" fact="0.0287"/>
                  <dgm:constr type="h" for="ch" forName="Child3Accent4" refType="h" fact="0.0608"/>
                  <dgm:constr type="l" for="ch" forName="Child3Accent5" refType="w" fact="0.1229"/>
                  <dgm:constr type="t" for="ch" forName="Child3Accent5" refType="h" fact="0.9392"/>
                  <dgm:constr type="w" for="ch" forName="Child3Accent5" refType="w" fact="0.0287"/>
                  <dgm:constr type="h" for="ch" forName="Child3Accent5" refType="h" fact="0.0608"/>
                  <dgm:constr type="l" for="ch" forName="Child3Accent6" refType="w" fact="0.0615"/>
                  <dgm:constr type="t" for="ch" forName="Child3Accent6" refType="h" fact="0.9392"/>
                  <dgm:constr type="w" for="ch" forName="Child3Accent6" refType="w" fact="0.0287"/>
                  <dgm:constr type="h" for="ch" forName="Child3Accent6" refType="h" fact="0.0608"/>
                  <dgm:constr type="l" for="ch" forName="Child3Accent7" refType="w" fact="0.0002"/>
                  <dgm:constr type="t" for="ch" forName="Child3Accent7" refType="h" fact="0.9392"/>
                  <dgm:constr type="w" for="ch" forName="Child3Accent7" refType="w" fact="0.0287"/>
                  <dgm:constr type="h" for="ch" forName="Child3Accent7" refType="h" fact="0.0608"/>
                  <dgm:constr type="l" for="ch" forName="ParentAccent1" refType="w" fact="0.9713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l" for="ch" forName="ParentAccent2" refType="w" fact="0.9187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l" for="ch" forName="ParentAccent3" refType="w" fact="0.8661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l" for="ch" forName="ParentAccent4" refType="w" fact="0.8136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l" for="ch" forName="ParentAccent5" refType="w" fact="0.761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l" for="ch" forName="ParentAccent6" refType="w" fact="0.6797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l" for="ch" forName="ParentAccent7" refType="w" fact="0.924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l" for="ch" forName="ParentAccent8" refType="w" fact="0.924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l" for="ch" forName="ParentAccent9" refType="w" fact="0.9501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l" for="ch" forName="ParentAccent10" refType="w" fact="0.9518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l" for="ch" forName="Child3" refType="w" fact="0"/>
                  <dgm:constr type="t" for="ch" forName="Child3" refType="h" fact="0.7822"/>
                  <dgm:constr type="w" for="ch" forName="Child3" refType="w" fact="0.3364"/>
                  <dgm:constr type="h" for="ch" forName="Child3" refType="h" fact="0.1564"/>
                  <dgm:constr type="l" for="ch" forName="Child2" refType="w" fact="0"/>
                  <dgm:constr type="t" for="ch" forName="Child2" refType="h" fact="0.3955"/>
                  <dgm:constr type="w" for="ch" forName="Child2" refType="w" fact="0.2544"/>
                  <dgm:constr type="h" for="ch" forName="Child2" refType="h" fact="0.1564"/>
                  <dgm:constr type="l" for="ch" forName="Child1" refType="w" fact="0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l" for="ch" forName="Parent" refType="w" fact="0.3653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1" axis="ch" ptType="node" func="cnt" op="equ" val="4">
                <dgm:alg type="composite">
                  <dgm:param type="ar" val="1.8304"/>
                </dgm:alg>
                <dgm:constrLst>
                  <dgm:constr type="l" for="ch" forName="Parent" refType="w" fact="0.3771"/>
                  <dgm:constr type="t" for="ch" forName="Parent" refType="h" fact="0.2946"/>
                  <dgm:constr type="w" for="ch" forName="Parent" refType="w" fact="0.2862"/>
                  <dgm:constr type="h" for="ch" forName="Parent" refType="h" fact="0.5239"/>
                  <dgm:constr type="l" for="ch" forName="Child1Accent1" refType="w" fact="0.3904"/>
                  <dgm:constr type="t" for="ch" forName="Child1Accent1" refType="h" fact="0.2104"/>
                  <dgm:constr type="w" for="ch" forName="Child1Accent1" refType="w" fact="0.0566"/>
                  <dgm:constr type="h" for="ch" forName="Child1Accent1" refType="h" fact="0.1035"/>
                  <dgm:constr type="l" for="ch" forName="Child1Accent3" refType="w" fact="0.3001"/>
                  <dgm:constr type="t" for="ch" forName="Child1Accent3" refType="h" fact="0.128"/>
                  <dgm:constr type="w" for="ch" forName="Child1Accent3" refType="w" fact="0.0283"/>
                  <dgm:constr type="h" for="ch" forName="Child1Accent3" refType="h" fact="0.0518"/>
                  <dgm:constr type="l" for="ch" forName="Child1Accent4" refType="w" fact="0.2418"/>
                  <dgm:constr type="t" for="ch" forName="Child1Accent4" refType="h" fact="0.128"/>
                  <dgm:constr type="w" for="ch" forName="Child1Accent4" refType="w" fact="0.0283"/>
                  <dgm:constr type="h" for="ch" forName="Child1Accent4" refType="h" fact="0.0518"/>
                  <dgm:constr type="l" for="ch" forName="Child1Accent5" refType="w" fact="0.1835"/>
                  <dgm:constr type="t" for="ch" forName="Child1Accent5" refType="h" fact="0.128"/>
                  <dgm:constr type="w" for="ch" forName="Child1Accent5" refType="w" fact="0.0283"/>
                  <dgm:constr type="h" for="ch" forName="Child1Accent5" refType="h" fact="0.0518"/>
                  <dgm:constr type="l" for="ch" forName="Child1Accent6" refType="w" fact="0.1252"/>
                  <dgm:constr type="t" for="ch" forName="Child1Accent6" refType="h" fact="0.128"/>
                  <dgm:constr type="w" for="ch" forName="Child1Accent6" refType="w" fact="0.0283"/>
                  <dgm:constr type="h" for="ch" forName="Child1Accent6" refType="h" fact="0.0518"/>
                  <dgm:constr type="l" for="ch" forName="Child3Accent1" refType="w" fact="0.3158"/>
                  <dgm:constr type="t" for="ch" forName="Child3Accent1" refType="h" fact="0.6212"/>
                  <dgm:constr type="w" for="ch" forName="Child3Accent1" refType="w" fact="0.0566"/>
                  <dgm:constr type="h" for="ch" forName="Child3Accent1" refType="h" fact="0.1035"/>
                  <dgm:constr type="l" for="ch" forName="Child3Accent2" refType="w" fact="0.2689"/>
                  <dgm:constr type="t" for="ch" forName="Child3Accent2" refType="h" fact="0.6828"/>
                  <dgm:constr type="w" for="ch" forName="Child3Accent2" refType="w" fact="0.0283"/>
                  <dgm:constr type="h" for="ch" forName="Child3Accent2" refType="h" fact="0.0518"/>
                  <dgm:constr type="l" for="ch" forName="Child3Accent4" refType="w" fact="0.1614"/>
                  <dgm:constr type="t" for="ch" forName="Child3Accent4" refType="h" fact="0.6828"/>
                  <dgm:constr type="w" for="ch" forName="Child3Accent4" refType="w" fact="0.0283"/>
                  <dgm:constr type="h" for="ch" forName="Child3Accent4" refType="h" fact="0.0518"/>
                  <dgm:constr type="l" for="ch" forName="Child3Accent5" refType="w" fact="0.1077"/>
                  <dgm:constr type="t" for="ch" forName="Child3Accent5" refType="h" fact="0.6828"/>
                  <dgm:constr type="w" for="ch" forName="Child3Accent5" refType="w" fact="0.0283"/>
                  <dgm:constr type="h" for="ch" forName="Child3Accent5" refType="h" fact="0.0518"/>
                  <dgm:constr type="l" for="ch" forName="Child1Accent7" refType="w" fact="0.0668"/>
                  <dgm:constr type="t" for="ch" forName="Child1Accent7" refType="h" fact="0.128"/>
                  <dgm:constr type="w" for="ch" forName="Child1Accent7" refType="w" fact="0.0283"/>
                  <dgm:constr type="h" for="ch" forName="Child1Accent7" refType="h" fact="0.0518"/>
                  <dgm:constr type="l" for="ch" forName="Child3Accent6" refType="w" fact="0.0539"/>
                  <dgm:constr type="t" for="ch" forName="Child3Accent6" refType="h" fact="0.6828"/>
                  <dgm:constr type="w" for="ch" forName="Child3Accent6" refType="w" fact="0.0283"/>
                  <dgm:constr type="h" for="ch" forName="Child3Accent6" refType="h" fact="0.0518"/>
                  <dgm:constr type="l" for="ch" forName="Child1Accent8" refType="w" fact="0.0085"/>
                  <dgm:constr type="t" for="ch" forName="Child1Accent8" refType="h" fact="0.128"/>
                  <dgm:constr type="w" for="ch" forName="Child1Accent8" refType="w" fact="0.0283"/>
                  <dgm:constr type="h" for="ch" forName="Child1Accent8" refType="h" fact="0.0518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3Accent7" refType="w" fact="0.0002"/>
                  <dgm:constr type="t" for="ch" forName="Child3Accent7" refType="h" fact="0.6828"/>
                  <dgm:constr type="w" for="ch" forName="Child3Accent7" refType="w" fact="0.0283"/>
                  <dgm:constr type="h" for="ch" forName="Child3Accent7" refType="h" fact="0.0518"/>
                  <dgm:constr type="l" for="ch" forName="Child4Accent1" refType="w" fact="0.3904"/>
                  <dgm:constr type="t" for="ch" forName="Child4Accent1" refType="h" fact="0.8"/>
                  <dgm:constr type="w" for="ch" forName="Child4Accent1" refType="w" fact="0.0566"/>
                  <dgm:constr type="h" for="ch" forName="Child4Accent1" refType="h" fact="0.1035"/>
                  <dgm:constr type="l" for="ch" forName="Child4Accent3" refType="w" fact="0.2998"/>
                  <dgm:constr type="t" for="ch" forName="Child4Accent3" refType="h" fact="0.9482"/>
                  <dgm:constr type="w" for="ch" forName="Child4Accent3" refType="w" fact="0.0283"/>
                  <dgm:constr type="h" for="ch" forName="Child4Accent3" refType="h" fact="0.0518"/>
                  <dgm:constr type="l" for="ch" forName="Child4Accent4" refType="w" fact="0.2415"/>
                  <dgm:constr type="t" for="ch" forName="Child4Accent4" refType="h" fact="0.9482"/>
                  <dgm:constr type="w" for="ch" forName="Child4Accent4" refType="w" fact="0.0283"/>
                  <dgm:constr type="h" for="ch" forName="Child4Accent4" refType="h" fact="0.0518"/>
                  <dgm:constr type="l" for="ch" forName="Child4Accent5" refType="w" fact="0.1833"/>
                  <dgm:constr type="t" for="ch" forName="Child4Accent5" refType="h" fact="0.9482"/>
                  <dgm:constr type="w" for="ch" forName="Child4Accent5" refType="w" fact="0.0283"/>
                  <dgm:constr type="h" for="ch" forName="Child4Accent5" refType="h" fact="0.0518"/>
                  <dgm:constr type="l" for="ch" forName="Child4Accent6" refType="w" fact="0.1251"/>
                  <dgm:constr type="t" for="ch" forName="Child4Accent6" refType="h" fact="0.9482"/>
                  <dgm:constr type="w" for="ch" forName="Child4Accent6" refType="w" fact="0.0283"/>
                  <dgm:constr type="h" for="ch" forName="Child4Accent6" refType="h" fact="0.0518"/>
                  <dgm:constr type="l" for="ch" forName="Child4Accent7" refType="w" fact="0.0668"/>
                  <dgm:constr type="t" for="ch" forName="Child4Accent7" refType="h" fact="0.9482"/>
                  <dgm:constr type="w" for="ch" forName="Child4Accent7" refType="w" fact="0.0283"/>
                  <dgm:constr type="h" for="ch" forName="Child4Accent7" refType="h" fact="0.0518"/>
                  <dgm:constr type="l" for="ch" forName="Child4Accent8" refType="w" fact="0.0086"/>
                  <dgm:constr type="t" for="ch" forName="Child4Accent8" refType="h" fact="0.9482"/>
                  <dgm:constr type="w" for="ch" forName="Child4Accent8" refType="w" fact="0.0283"/>
                  <dgm:constr type="h" for="ch" forName="Child4Accent8" refType="h" fact="0.0518"/>
                  <dgm:constr type="l" for="ch" forName="Child2Accent1" refType="w" fact="0.3158"/>
                  <dgm:constr type="t" for="ch" forName="Child2Accent1" refType="h" fact="0.3725"/>
                  <dgm:constr type="w" for="ch" forName="Child2Accent1" refType="w" fact="0.0566"/>
                  <dgm:constr type="h" for="ch" forName="Child2Accent1" refType="h" fact="0.1035"/>
                  <dgm:constr type="l" for="ch" forName="Child4Accent2" refType="w" fact="0.358"/>
                  <dgm:constr type="t" for="ch" forName="Child4Accent2" refType="h" fact="0.8993"/>
                  <dgm:constr type="w" for="ch" forName="Child4Accent2" refType="w" fact="0.0283"/>
                  <dgm:constr type="h" for="ch" forName="Child4Accent2" refType="h" fact="0.0518"/>
                  <dgm:constr type="l" for="ch" forName="Child1Accent2" refType="w" fact="0.3585"/>
                  <dgm:constr type="t" for="ch" forName="Child1Accent2" refType="h" fact="0.162"/>
                  <dgm:constr type="w" for="ch" forName="Child1Accent2" refType="w" fact="0.0283"/>
                  <dgm:constr type="h" for="ch" forName="Child1Accent2" refType="h" fact="0.0518"/>
                  <dgm:constr type="l" for="ch" forName="Child3Accent3" refType="w" fact="0.2151"/>
                  <dgm:constr type="t" for="ch" forName="Child3Accent3" refType="h" fact="0.6828"/>
                  <dgm:constr type="w" for="ch" forName="Child3Accent3" refType="w" fact="0.0283"/>
                  <dgm:constr type="h" for="ch" forName="Child3Accent3" refType="h" fact="0.0518"/>
                  <dgm:constr type="l" for="ch" forName="Child2Accent2" refType="w" fact="0.2689"/>
                  <dgm:constr type="t" for="ch" forName="Child2Accent2" refType="h" fact="0.3937"/>
                  <dgm:constr type="w" for="ch" forName="Child2Accent2" refType="w" fact="0.0283"/>
                  <dgm:constr type="h" for="ch" forName="Child2Accent2" refType="h" fact="0.0518"/>
                  <dgm:constr type="l" for="ch" forName="Child2Accent4" refType="w" fact="0.1614"/>
                  <dgm:constr type="t" for="ch" forName="Child2Accent4" refType="h" fact="0.3937"/>
                  <dgm:constr type="w" for="ch" forName="Child2Accent4" refType="w" fact="0.0283"/>
                  <dgm:constr type="h" for="ch" forName="Child2Accent4" refType="h" fact="0.0518"/>
                  <dgm:constr type="l" for="ch" forName="Child2Accent5" refType="w" fact="0.1077"/>
                  <dgm:constr type="t" for="ch" forName="Child2Accent5" refType="h" fact="0.3937"/>
                  <dgm:constr type="w" for="ch" forName="Child2Accent5" refType="w" fact="0.0283"/>
                  <dgm:constr type="h" for="ch" forName="Child2Accent5" refType="h" fact="0.0518"/>
                  <dgm:constr type="l" for="ch" forName="Child2Accent6" refType="w" fact="0.0539"/>
                  <dgm:constr type="t" for="ch" forName="Child2Accent6" refType="h" fact="0.3937"/>
                  <dgm:constr type="w" for="ch" forName="Child2Accent6" refType="w" fact="0.0283"/>
                  <dgm:constr type="h" for="ch" forName="Child2Accent6" refType="h" fact="0.0518"/>
                  <dgm:constr type="l" for="ch" forName="Child2Accent7" refType="w" fact="0.0002"/>
                  <dgm:constr type="t" for="ch" forName="Child2Accent7" refType="h" fact="0.3937"/>
                  <dgm:constr type="w" for="ch" forName="Child2Accent7" refType="w" fact="0.0283"/>
                  <dgm:constr type="h" for="ch" forName="Child2Accent7" refType="h" fact="0.0518"/>
                  <dgm:constr type="l" for="ch" forName="Child2Accent3" refType="w" fact="0.2151"/>
                  <dgm:constr type="t" for="ch" forName="Child2Accent3" refType="h" fact="0.3937"/>
                  <dgm:constr type="w" for="ch" forName="Child2Accent3" refType="w" fact="0.0283"/>
                  <dgm:constr type="h" for="ch" forName="Child2Accent3" refType="h" fact="0.0518"/>
                  <dgm:constr type="l" for="ch" forName="ParentAccent1" refType="w" fact="0.9717"/>
                  <dgm:constr type="t" for="ch" forName="ParentAccent1" refType="h" fact="0.5316"/>
                  <dgm:constr type="w" for="ch" forName="ParentAccent1" refType="w" fact="0.0283"/>
                  <dgm:constr type="h" for="ch" forName="ParentAccent1" refType="h" fact="0.0518"/>
                  <dgm:constr type="l" for="ch" forName="ParentAccent2" refType="w" fact="0.9199"/>
                  <dgm:constr type="t" for="ch" forName="ParentAccent2" refType="h" fact="0.5316"/>
                  <dgm:constr type="w" for="ch" forName="ParentAccent2" refType="w" fact="0.0283"/>
                  <dgm:constr type="h" for="ch" forName="ParentAccent2" refType="h" fact="0.0518"/>
                  <dgm:constr type="l" for="ch" forName="ParentAccent3" refType="w" fact="0.8682"/>
                  <dgm:constr type="t" for="ch" forName="ParentAccent3" refType="h" fact="0.5316"/>
                  <dgm:constr type="w" for="ch" forName="ParentAccent3" refType="w" fact="0.0283"/>
                  <dgm:constr type="h" for="ch" forName="ParentAccent3" refType="h" fact="0.0518"/>
                  <dgm:constr type="l" for="ch" forName="ParentAccent4" refType="w" fact="0.8164"/>
                  <dgm:constr type="t" for="ch" forName="ParentAccent4" refType="h" fact="0.5316"/>
                  <dgm:constr type="w" for="ch" forName="ParentAccent4" refType="w" fact="0.0283"/>
                  <dgm:constr type="h" for="ch" forName="ParentAccent4" refType="h" fact="0.0518"/>
                  <dgm:constr type="l" for="ch" forName="ParentAccent5" refType="w" fact="0.7646"/>
                  <dgm:constr type="t" for="ch" forName="ParentAccent5" refType="h" fact="0.5316"/>
                  <dgm:constr type="w" for="ch" forName="ParentAccent5" refType="w" fact="0.0283"/>
                  <dgm:constr type="h" for="ch" forName="ParentAccent5" refType="h" fact="0.0518"/>
                  <dgm:constr type="l" for="ch" forName="ParentAccent6" refType="w" fact="0.6846"/>
                  <dgm:constr type="t" for="ch" forName="ParentAccent6" refType="h" fact="0.5057"/>
                  <dgm:constr type="w" for="ch" forName="ParentAccent6" refType="w" fact="0.0566"/>
                  <dgm:constr type="h" for="ch" forName="ParentAccent6" refType="h" fact="0.1035"/>
                  <dgm:constr type="l" for="ch" forName="ParentAccent7" refType="w" fact="0.9256"/>
                  <dgm:constr type="t" for="ch" forName="ParentAccent7" refType="h" fact="0.4247"/>
                  <dgm:constr type="w" for="ch" forName="ParentAccent7" refType="w" fact="0.0283"/>
                  <dgm:constr type="h" for="ch" forName="ParentAccent7" refType="h" fact="0.0518"/>
                  <dgm:constr type="l" for="ch" forName="ParentAccent8" refType="w" fact="0.9256"/>
                  <dgm:constr type="t" for="ch" forName="ParentAccent8" refType="h" fact="0.6392"/>
                  <dgm:constr type="w" for="ch" forName="ParentAccent8" refType="w" fact="0.0283"/>
                  <dgm:constr type="h" for="ch" forName="ParentAccent8" refType="h" fact="0.0518"/>
                  <dgm:constr type="l" for="ch" forName="ParentAccent9" refType="w" fact="0.9509"/>
                  <dgm:constr type="t" for="ch" forName="ParentAccent9" refType="h" fact="0.4712"/>
                  <dgm:constr type="w" for="ch" forName="ParentAccent9" refType="w" fact="0.0283"/>
                  <dgm:constr type="h" for="ch" forName="ParentAccent9" refType="h" fact="0.0518"/>
                  <dgm:constr type="l" for="ch" forName="ParentAccent10" refType="w" fact="0.9525"/>
                  <dgm:constr type="t" for="ch" forName="ParentAccent10" refType="h" fact="0.593"/>
                  <dgm:constr type="w" for="ch" forName="ParentAccent10" refType="w" fact="0.0283"/>
                  <dgm:constr type="h" for="ch" forName="ParentAccent10" refType="h" fact="0.0518"/>
                  <dgm:constr type="l" for="ch" forName="Child4" refType="w" fact="0.0081"/>
                  <dgm:constr type="t" for="ch" forName="Child4" refType="h" fact="0.8184"/>
                  <dgm:constr type="w" for="ch" forName="Child4" refType="w" fact="0.3192"/>
                  <dgm:constr type="h" for="ch" forName="Child4" refType="h" fact="0.1294"/>
                  <dgm:constr type="l" for="ch" forName="Child3" refType="w" fact="0"/>
                  <dgm:constr type="t" for="ch" forName="Child3" refType="h" fact="0.5547"/>
                  <dgm:constr type="w" for="ch" forName="Child3" refType="w" fact="0.297"/>
                  <dgm:constr type="h" for="ch" forName="Child3" refType="h" fact="0.1294"/>
                  <dgm:constr type="l" for="ch" forName="Child2" refType="w" fact="0"/>
                  <dgm:constr type="t" for="ch" forName="Child2" refType="h" fact="0.2662"/>
                  <dgm:constr type="w" for="ch" forName="Child2" refType="w" fact="0.297"/>
                  <dgm:constr type="h" for="ch" forName="Child2" refType="h" fact="0.1294"/>
                  <dgm:constr type="l" for="ch" forName="Child1" refType="w" fact="0.0081"/>
                  <dgm:constr type="t" for="ch" forName="Child1" refType="h" fact="0"/>
                  <dgm:constr type="w" for="ch" forName="Child1" refType="w" fact="0.3192"/>
                  <dgm:constr type="h" for="ch" forName="Child1" refType="h" fact="0.1294"/>
                </dgm:constrLst>
              </dgm:if>
              <dgm:else name="Name12">
                <dgm:alg type="composite">
                  <dgm:param type="ar" val="1.3278"/>
                </dgm:alg>
                <dgm:constrLst>
                  <dgm:constr type="l" for="ch" forName="Child2Accent1" refType="w" fact="0.3436"/>
                  <dgm:constr type="t" for="ch" forName="Child2Accent1" refType="h" fact="0.3184"/>
                  <dgm:constr type="w" for="ch" forName="Child2Accent1" refType="w" fact="0.0574"/>
                  <dgm:constr type="h" for="ch" forName="Child2Accent1" refType="h" fact="0.0763"/>
                  <dgm:constr type="l" for="ch" forName="Child2Accent2" refType="w" fact="0.3068"/>
                  <dgm:constr type="t" for="ch" forName="Child2Accent2" refType="h" fact="0.2781"/>
                  <dgm:constr type="w" for="ch" forName="Child2Accent2" refType="w" fact="0.0287"/>
                  <dgm:constr type="h" for="ch" forName="Child2Accent2" refType="h" fact="0.0381"/>
                  <dgm:constr type="l" for="ch" forName="Child2Accent3" refType="w" fact="0.2455"/>
                  <dgm:constr type="t" for="ch" forName="Child2Accent3" refType="h" fact="0.2781"/>
                  <dgm:constr type="w" for="ch" forName="Child2Accent3" refType="w" fact="0.0287"/>
                  <dgm:constr type="h" for="ch" forName="Child2Accent3" refType="h" fact="0.0381"/>
                  <dgm:constr type="l" for="ch" forName="Child2Accent4" refType="w" fact="0.1842"/>
                  <dgm:constr type="t" for="ch" forName="Child2Accent4" refType="h" fact="0.2781"/>
                  <dgm:constr type="w" for="ch" forName="Child2Accent4" refType="w" fact="0.0287"/>
                  <dgm:constr type="h" for="ch" forName="Child2Accent4" refType="h" fact="0.0381"/>
                  <dgm:constr type="l" for="ch" forName="Child2Accent5" refType="w" fact="0.1229"/>
                  <dgm:constr type="t" for="ch" forName="Child2Accent5" refType="h" fact="0.2781"/>
                  <dgm:constr type="w" for="ch" forName="Child2Accent5" refType="w" fact="0.0287"/>
                  <dgm:constr type="h" for="ch" forName="Child2Accent5" refType="h" fact="0.0381"/>
                  <dgm:constr type="l" for="ch" forName="Child3Accent1" refType="w" fact="0.284"/>
                  <dgm:constr type="t" for="ch" forName="Child3Accent1" refType="h" fact="0.5061"/>
                  <dgm:constr type="w" for="ch" forName="Child3Accent1" refType="w" fact="0.0574"/>
                  <dgm:constr type="h" for="ch" forName="Child3Accent1" refType="h" fact="0.0763"/>
                  <dgm:constr type="l" for="ch" forName="Child3Accent2" refType="w" fact="0.2272"/>
                  <dgm:constr type="t" for="ch" forName="Child3Accent2" refType="h" fact="0.5252"/>
                  <dgm:constr type="w" for="ch" forName="Child3Accent2" refType="w" fact="0.0287"/>
                  <dgm:constr type="h" for="ch" forName="Child3Accent2" refType="h" fact="0.0381"/>
                  <dgm:constr type="l" for="ch" forName="Child3Accent3" refType="w" fact="0.1705"/>
                  <dgm:constr type="t" for="ch" forName="Child3Accent3" refType="h" fact="0.5252"/>
                  <dgm:constr type="w" for="ch" forName="Child3Accent3" refType="w" fact="0.0287"/>
                  <dgm:constr type="h" for="ch" forName="Child3Accent3" refType="h" fact="0.0381"/>
                  <dgm:constr type="l" for="ch" forName="Child3Accent4" refType="w" fact="0.1137"/>
                  <dgm:constr type="t" for="ch" forName="Child3Accent4" refType="h" fact="0.5252"/>
                  <dgm:constr type="w" for="ch" forName="Child3Accent4" refType="w" fact="0.0287"/>
                  <dgm:constr type="h" for="ch" forName="Child3Accent4" refType="h" fact="0.0381"/>
                  <dgm:constr type="l" for="ch" forName="Child2Accent6" refType="w" fact="0.0615"/>
                  <dgm:constr type="t" for="ch" forName="Child2Accent6" refType="h" fact="0.2781"/>
                  <dgm:constr type="w" for="ch" forName="Child2Accent6" refType="w" fact="0.0287"/>
                  <dgm:constr type="h" for="ch" forName="Child2Accent6" refType="h" fact="0.0381"/>
                  <dgm:constr type="l" for="ch" forName="Child3Accent5" refType="w" fact="0.057"/>
                  <dgm:constr type="t" for="ch" forName="Child3Accent5" refType="h" fact="0.5252"/>
                  <dgm:constr type="w" for="ch" forName="Child3Accent5" refType="w" fact="0.0287"/>
                  <dgm:constr type="h" for="ch" forName="Child3Accent5" refType="h" fact="0.0381"/>
                  <dgm:constr type="l" for="ch" forName="Child2Accent7" refType="w" fact="0.0002"/>
                  <dgm:constr type="t" for="ch" forName="Child2Accent7" refType="h" fact="0.2781"/>
                  <dgm:constr type="w" for="ch" forName="Child2Accent7" refType="w" fact="0.0287"/>
                  <dgm:constr type="h" for="ch" forName="Child2Accent7" refType="h" fact="0.0381"/>
                  <dgm:constr type="l" for="ch" forName="Child3Accent6" refType="w" fact="0.0002"/>
                  <dgm:constr type="t" for="ch" forName="Child3Accent6" refType="h" fact="0.5252"/>
                  <dgm:constr type="w" for="ch" forName="Child3Accent6" refType="w" fact="0.0287"/>
                  <dgm:constr type="h" for="ch" forName="Child3Accent6" refType="h" fact="0.0381"/>
                  <dgm:constr type="l" for="ch" forName="Child3Accent7" refType="w" fact="0"/>
                  <dgm:constr type="t" for="ch" forName="Child3Accent7" refType="h" fact="0"/>
                  <dgm:constr type="w" for="ch" forName="Child3Accent7" refType="w" fact="0"/>
                  <dgm:constr type="h" for="ch" forName="Child3Accent7" refType="h" fact="0"/>
                  <dgm:constr type="l" for="ch" forName="Child4Accent1" refType="w" fact="0.3436"/>
                  <dgm:constr type="t" for="ch" forName="Child4Accent1" refType="h" fact="0.6908"/>
                  <dgm:constr type="w" for="ch" forName="Child4Accent1" refType="w" fact="0.0574"/>
                  <dgm:constr type="h" for="ch" forName="Child4Accent1" refType="h" fact="0.0763"/>
                  <dgm:constr type="l" for="ch" forName="Child4Accent2" refType="w" fact="0.3068"/>
                  <dgm:constr type="t" for="ch" forName="Child4Accent2" refType="h" fact="0.7684"/>
                  <dgm:constr type="w" for="ch" forName="Child4Accent2" refType="w" fact="0.0287"/>
                  <dgm:constr type="h" for="ch" forName="Child4Accent2" refType="h" fact="0.0381"/>
                  <dgm:constr type="l" for="ch" forName="Child4Accent3" refType="w" fact="0.2455"/>
                  <dgm:constr type="t" for="ch" forName="Child4Accent3" refType="h" fact="0.7684"/>
                  <dgm:constr type="w" for="ch" forName="Child4Accent3" refType="w" fact="0.0287"/>
                  <dgm:constr type="h" for="ch" forName="Child4Accent3" refType="h" fact="0.0381"/>
                  <dgm:constr type="l" for="ch" forName="Child4Accent4" refType="w" fact="0.1842"/>
                  <dgm:constr type="t" for="ch" forName="Child4Accent4" refType="h" fact="0.7684"/>
                  <dgm:constr type="w" for="ch" forName="Child4Accent4" refType="w" fact="0.0287"/>
                  <dgm:constr type="h" for="ch" forName="Child4Accent4" refType="h" fact="0.0381"/>
                  <dgm:constr type="l" for="ch" forName="Child4Accent5" refType="w" fact="0.1229"/>
                  <dgm:constr type="t" for="ch" forName="Child4Accent5" refType="h" fact="0.7684"/>
                  <dgm:constr type="w" for="ch" forName="Child4Accent5" refType="w" fact="0.0287"/>
                  <dgm:constr type="h" for="ch" forName="Child4Accent5" refType="h" fact="0.0381"/>
                  <dgm:constr type="l" for="ch" forName="Child4Accent6" refType="w" fact="0.0615"/>
                  <dgm:constr type="t" for="ch" forName="Child4Accent6" refType="h" fact="0.7684"/>
                  <dgm:constr type="w" for="ch" forName="Child4Accent6" refType="w" fact="0.0287"/>
                  <dgm:constr type="h" for="ch" forName="Child4Accent6" refType="h" fact="0.0381"/>
                  <dgm:constr type="l" for="ch" forName="Child4Accent7" refType="w" fact="0.0002"/>
                  <dgm:constr type="t" for="ch" forName="Child4Accent7" refType="h" fact="0.7684"/>
                  <dgm:constr type="w" for="ch" forName="Child4Accent7" refType="w" fact="0.0287"/>
                  <dgm:constr type="h" for="ch" forName="Child4Accent7" refType="h" fact="0.0381"/>
                  <dgm:constr type="l" for="ch" forName="Child4Accent8" refType="w" fact="0"/>
                  <dgm:constr type="t" for="ch" forName="Child4Accent8" refType="h" fact="0"/>
                  <dgm:constr type="w" for="ch" forName="Child4Accent8" refType="w" fact="0"/>
                  <dgm:constr type="h" for="ch" forName="Child4Accent8" refType="h" fact="0"/>
                  <dgm:constr type="l" for="ch" forName="ParentAccent1" refType="w" fact="0.9713"/>
                  <dgm:constr type="t" for="ch" forName="ParentAccent1" refType="h" fact="0.5252"/>
                  <dgm:constr type="w" for="ch" forName="ParentAccent1" refType="w" fact="0.0287"/>
                  <dgm:constr type="h" for="ch" forName="ParentAccent1" refType="h" fact="0.0381"/>
                  <dgm:constr type="l" for="ch" forName="ParentAccent2" refType="w" fact="0.9187"/>
                  <dgm:constr type="t" for="ch" forName="ParentAccent2" refType="h" fact="0.5252"/>
                  <dgm:constr type="w" for="ch" forName="ParentAccent2" refType="w" fact="0.0287"/>
                  <dgm:constr type="h" for="ch" forName="ParentAccent2" refType="h" fact="0.0381"/>
                  <dgm:constr type="l" for="ch" forName="ParentAccent3" refType="w" fact="0.8661"/>
                  <dgm:constr type="t" for="ch" forName="ParentAccent3" refType="h" fact="0.5252"/>
                  <dgm:constr type="w" for="ch" forName="ParentAccent3" refType="w" fact="0.0287"/>
                  <dgm:constr type="h" for="ch" forName="ParentAccent3" refType="h" fact="0.0381"/>
                  <dgm:constr type="l" for="ch" forName="ParentAccent4" refType="w" fact="0.8136"/>
                  <dgm:constr type="t" for="ch" forName="ParentAccent4" refType="h" fact="0.5252"/>
                  <dgm:constr type="w" for="ch" forName="ParentAccent4" refType="w" fact="0.0287"/>
                  <dgm:constr type="h" for="ch" forName="ParentAccent4" refType="h" fact="0.0381"/>
                  <dgm:constr type="l" for="ch" forName="ParentAccent5" refType="w" fact="0.761"/>
                  <dgm:constr type="t" for="ch" forName="ParentAccent5" refType="h" fact="0.5252"/>
                  <dgm:constr type="w" for="ch" forName="ParentAccent5" refType="w" fact="0.0287"/>
                  <dgm:constr type="h" for="ch" forName="ParentAccent5" refType="h" fact="0.0381"/>
                  <dgm:constr type="l" for="ch" forName="ParentAccent6" refType="w" fact="0.6797"/>
                  <dgm:constr type="t" for="ch" forName="ParentAccent6" refType="h" fact="0.5061"/>
                  <dgm:constr type="w" for="ch" forName="ParentAccent6" refType="w" fact="0.0574"/>
                  <dgm:constr type="h" for="ch" forName="ParentAccent6" refType="h" fact="0.0763"/>
                  <dgm:constr type="l" for="ch" forName="ParentAccent7" refType="w" fact="0.9245"/>
                  <dgm:constr type="t" for="ch" forName="ParentAccent7" refType="h" fact="0.4464"/>
                  <dgm:constr type="w" for="ch" forName="ParentAccent7" refType="w" fact="0.0287"/>
                  <dgm:constr type="h" for="ch" forName="ParentAccent7" refType="h" fact="0.0381"/>
                  <dgm:constr type="l" for="ch" forName="ParentAccent8" refType="w" fact="0.9245"/>
                  <dgm:constr type="t" for="ch" forName="ParentAccent8" refType="h" fact="0.6045"/>
                  <dgm:constr type="w" for="ch" forName="ParentAccent8" refType="w" fact="0.0287"/>
                  <dgm:constr type="h" for="ch" forName="ParentAccent8" refType="h" fact="0.0381"/>
                  <dgm:constr type="l" for="ch" forName="ParentAccent9" refType="w" fact="0.9501"/>
                  <dgm:constr type="t" for="ch" forName="ParentAccent9" refType="h" fact="0.4807"/>
                  <dgm:constr type="w" for="ch" forName="ParentAccent9" refType="w" fact="0.0287"/>
                  <dgm:constr type="h" for="ch" forName="ParentAccent9" refType="h" fact="0.0381"/>
                  <dgm:constr type="l" for="ch" forName="ParentAccent10" refType="w" fact="0.9518"/>
                  <dgm:constr type="t" for="ch" forName="ParentAccent10" refType="h" fact="0.5705"/>
                  <dgm:constr type="w" for="ch" forName="ParentAccent10" refType="w" fact="0.0287"/>
                  <dgm:constr type="h" for="ch" forName="ParentAccent10" refType="h" fact="0.0381"/>
                  <dgm:constr type="l" for="ch" forName="Child1Accent1" refType="w" fact="0.4819"/>
                  <dgm:constr type="t" for="ch" forName="Child1Accent1" refType="h" fact="0.2457"/>
                  <dgm:constr type="w" for="ch" forName="Child1Accent1" refType="w" fact="0.0574"/>
                  <dgm:constr type="h" for="ch" forName="Child1Accent1" refType="h" fact="0.0763"/>
                  <dgm:constr type="l" for="ch" forName="Child1Accent4" refType="w" fact="0.3653"/>
                  <dgm:constr type="t" for="ch" forName="Child1Accent4" refType="h" fact="0.097"/>
                  <dgm:constr type="w" for="ch" forName="Child1Accent4" refType="w" fact="0.0287"/>
                  <dgm:constr type="h" for="ch" forName="Child1Accent4" refType="h" fact="0.0381"/>
                  <dgm:constr type="l" for="ch" forName="Child1Accent5" refType="w" fact="0.304"/>
                  <dgm:constr type="t" for="ch" forName="Child1Accent5" refType="h" fact="0.097"/>
                  <dgm:constr type="w" for="ch" forName="Child1Accent5" refType="w" fact="0.0287"/>
                  <dgm:constr type="h" for="ch" forName="Child1Accent5" refType="h" fact="0.0381"/>
                  <dgm:constr type="l" for="ch" forName="Child1Accent6" refType="w" fact="0.2426"/>
                  <dgm:constr type="t" for="ch" forName="Child1Accent6" refType="h" fact="0.097"/>
                  <dgm:constr type="w" for="ch" forName="Child1Accent6" refType="w" fact="0.0287"/>
                  <dgm:constr type="h" for="ch" forName="Child1Accent6" refType="h" fact="0.0381"/>
                  <dgm:constr type="l" for="ch" forName="Child1Accent7" refType="w" fact="0.1813"/>
                  <dgm:constr type="t" for="ch" forName="Child1Accent7" refType="h" fact="0.097"/>
                  <dgm:constr type="w" for="ch" forName="Child1Accent7" refType="w" fact="0.0287"/>
                  <dgm:constr type="h" for="ch" forName="Child1Accent7" refType="h" fact="0.0381"/>
                  <dgm:constr type="l" for="ch" forName="Child1Accent8" refType="w" fact="0.12"/>
                  <dgm:constr type="t" for="ch" forName="Child1Accent8" refType="h" fact="0.097"/>
                  <dgm:constr type="w" for="ch" forName="Child1Accent8" refType="w" fact="0.0287"/>
                  <dgm:constr type="h" for="ch" forName="Child1Accent8" refType="h" fact="0.0381"/>
                  <dgm:constr type="l" for="ch" forName="Child1Accent9" refType="w" fact="0.0587"/>
                  <dgm:constr type="t" for="ch" forName="Child1Accent9" refType="h" fact="0.097"/>
                  <dgm:constr type="w" for="ch" forName="Child1Accent9" refType="w" fact="0.0287"/>
                  <dgm:constr type="h" for="ch" forName="Child1Accent9" refType="h" fact="0.0381"/>
                  <dgm:constr type="l" for="ch" forName="Child5Accent1" refType="w" fact="0.4819"/>
                  <dgm:constr type="t" for="ch" forName="Child5Accent1" refType="h" fact="0.7601"/>
                  <dgm:constr type="w" for="ch" forName="Child5Accent1" refType="w" fact="0.0574"/>
                  <dgm:constr type="h" for="ch" forName="Child5Accent1" refType="h" fact="0.0763"/>
                  <dgm:constr type="l" for="ch" forName="Child5Accent4" refType="w" fact="0.3653"/>
                  <dgm:constr type="t" for="ch" forName="Child5Accent4" refType="h" fact="0.9619"/>
                  <dgm:constr type="w" for="ch" forName="Child5Accent4" refType="w" fact="0.0287"/>
                  <dgm:constr type="h" for="ch" forName="Child5Accent4" refType="h" fact="0.0381"/>
                  <dgm:constr type="l" for="ch" forName="Child5Accent5" refType="w" fact="0.304"/>
                  <dgm:constr type="t" for="ch" forName="Child5Accent5" refType="h" fact="0.9619"/>
                  <dgm:constr type="w" for="ch" forName="Child5Accent5" refType="w" fact="0.0287"/>
                  <dgm:constr type="h" for="ch" forName="Child5Accent5" refType="h" fact="0.0381"/>
                  <dgm:constr type="l" for="ch" forName="Child5Accent6" refType="w" fact="0.2426"/>
                  <dgm:constr type="t" for="ch" forName="Child5Accent6" refType="h" fact="0.9619"/>
                  <dgm:constr type="w" for="ch" forName="Child5Accent6" refType="w" fact="0.0287"/>
                  <dgm:constr type="h" for="ch" forName="Child5Accent6" refType="h" fact="0.0381"/>
                  <dgm:constr type="l" for="ch" forName="Child5Accent7" refType="w" fact="0.1813"/>
                  <dgm:constr type="t" for="ch" forName="Child5Accent7" refType="h" fact="0.9619"/>
                  <dgm:constr type="w" for="ch" forName="Child5Accent7" refType="w" fact="0.0287"/>
                  <dgm:constr type="h" for="ch" forName="Child5Accent7" refType="h" fact="0.0381"/>
                  <dgm:constr type="l" for="ch" forName="Child5Accent8" refType="w" fact="0.12"/>
                  <dgm:constr type="t" for="ch" forName="Child5Accent8" refType="h" fact="0.9619"/>
                  <dgm:constr type="w" for="ch" forName="Child5Accent8" refType="w" fact="0.0287"/>
                  <dgm:constr type="h" for="ch" forName="Child5Accent8" refType="h" fact="0.0381"/>
                  <dgm:constr type="l" for="ch" forName="Child5Accent9" refType="w" fact="0.0587"/>
                  <dgm:constr type="t" for="ch" forName="Child5Accent9" refType="h" fact="0.9619"/>
                  <dgm:constr type="w" for="ch" forName="Child5Accent9" refType="w" fact="0.0287"/>
                  <dgm:constr type="h" for="ch" forName="Child5Accent9" refType="h" fact="0.0381"/>
                  <dgm:constr type="l" for="ch" forName="Child5Accent2" refType="w" fact="0.453"/>
                  <dgm:constr type="t" for="ch" forName="Child5Accent2" refType="h" fact="0.8375"/>
                  <dgm:constr type="w" for="ch" forName="Child5Accent2" refType="w" fact="0.0287"/>
                  <dgm:constr type="h" for="ch" forName="Child5Accent2" refType="h" fact="0.0381"/>
                  <dgm:constr type="l" for="ch" forName="Child5Accent3" refType="w" fact="0.4118"/>
                  <dgm:constr type="t" for="ch" forName="Child5Accent3" refType="h" fact="0.8991"/>
                  <dgm:constr type="w" for="ch" forName="Child5Accent3" refType="w" fact="0.0287"/>
                  <dgm:constr type="h" for="ch" forName="Child5Accent3" refType="h" fact="0.0381"/>
                  <dgm:constr type="l" for="ch" forName="Child1Accent2" refType="w" fact="0.4458"/>
                  <dgm:constr type="t" for="ch" forName="Child1Accent2" refType="h" fact="0.2004"/>
                  <dgm:constr type="w" for="ch" forName="Child1Accent2" refType="w" fact="0.0287"/>
                  <dgm:constr type="h" for="ch" forName="Child1Accent2" refType="h" fact="0.0381"/>
                  <dgm:constr type="l" for="ch" forName="Child1Accent3" refType="w" fact="0.4054"/>
                  <dgm:constr type="t" for="ch" forName="Child1Accent3" refType="h" fact="0.1445"/>
                  <dgm:constr type="w" for="ch" forName="Child1Accent3" refType="w" fact="0.0287"/>
                  <dgm:constr type="h" for="ch" forName="Child1Accent3" refType="h" fact="0.0381"/>
                  <dgm:constr type="l" for="ch" forName="Child5" refType="w" fact="0.0581"/>
                  <dgm:constr type="t" for="ch" forName="Child5" refType="h" fact="0.8635"/>
                  <dgm:constr type="w" for="ch" forName="Child5" refType="w" fact="0.3364"/>
                  <dgm:constr type="h" for="ch" forName="Child5" refType="h" fact="0.0981"/>
                  <dgm:constr type="l" for="ch" forName="Child4" refType="w" fact="0"/>
                  <dgm:constr type="t" for="ch" forName="Child4" refType="h" fact="0.6701"/>
                  <dgm:constr type="w" for="ch" forName="Child4" refType="w" fact="0.3364"/>
                  <dgm:constr type="h" for="ch" forName="Child4" refType="h" fact="0.0981"/>
                  <dgm:constr type="l" for="ch" forName="Child3" refType="w" fact="0"/>
                  <dgm:constr type="t" for="ch" forName="Child3" refType="h" fact="0.4276"/>
                  <dgm:constr type="w" for="ch" forName="Child3" refType="w" fact="0.2544"/>
                  <dgm:constr type="h" for="ch" forName="Child3" refType="h" fact="0.0981"/>
                  <dgm:constr type="l" for="ch" forName="Child2" refType="w" fact="0"/>
                  <dgm:constr type="t" for="ch" forName="Child2" refType="h" fact="0.1798"/>
                  <dgm:constr type="w" for="ch" forName="Child2" refType="w" fact="0.3364"/>
                  <dgm:constr type="h" for="ch" forName="Child2" refType="h" fact="0.0981"/>
                  <dgm:constr type="l" for="ch" forName="Child1" refType="w" fact="0.0581"/>
                  <dgm:constr type="t" for="ch" forName="Child1" refType="h" fact="0"/>
                  <dgm:constr type="w" for="ch" forName="Child1" refType="w" fact="0.3364"/>
                  <dgm:constr type="h" for="ch" forName="Child1" refType="h" fact="0.0981"/>
                  <dgm:constr type="l" for="ch" forName="Parent" refType="w" fact="0.3653"/>
                  <dgm:constr type="t" for="ch" forName="Parent" refType="h" fact="0.3513"/>
                  <dgm:constr type="w" for="ch" forName="Parent" refType="w" fact="0.2906"/>
                  <dgm:constr type="h" for="ch" forName="Parent" refType="h" fact="0.3859"/>
                </dgm:constrLst>
              </dgm:else>
            </dgm:choose>
          </dgm:if>
          <dgm:else name="Name13">
            <dgm:choose name="Name14">
              <dgm:if name="Name15" axis="ch" ptType="node" func="cnt" op="equ" val="0">
                <dgm:alg type="composite">
                  <dgm:param type="ar" val="2.1059"/>
                </dgm:alg>
                <dgm:constrLst>
                  <dgm:constr type="r" for="ch" forName="Parent" refType="w"/>
                  <dgm:constr type="t" for="ch" forName="Parent" refType="h" fact="0"/>
                  <dgm:constr type="w" for="ch" forName="Parent" refType="w" fact="0.4749"/>
                  <dgm:constr type="h" for="ch" forName="Parent" refType="h"/>
                  <dgm:constr type="r" for="ch" forName="ParentAccent1" refType="w" fact="0.0469"/>
                  <dgm:constr type="t" for="ch" forName="ParentAccent1" refType="h" fact="0.4506"/>
                  <dgm:constr type="w" for="ch" forName="ParentAccent1" refType="w" fact="0.0469"/>
                  <dgm:constr type="h" for="ch" forName="ParentAccent1" refType="h" fact="0.0988"/>
                  <dgm:constr type="r" for="ch" forName="ParentAccent2" refType="w" fact="0.1266"/>
                  <dgm:constr type="t" for="ch" forName="ParentAccent2" refType="h" fact="0.4506"/>
                  <dgm:constr type="w" for="ch" forName="ParentAccent2" refType="w" fact="0.0469"/>
                  <dgm:constr type="h" for="ch" forName="ParentAccent2" refType="h" fact="0.0988"/>
                  <dgm:constr type="r" for="ch" forName="ParentAccent3" refType="w" fact="0.2063"/>
                  <dgm:constr type="t" for="ch" forName="ParentAccent3" refType="h" fact="0.4506"/>
                  <dgm:constr type="w" for="ch" forName="ParentAccent3" refType="w" fact="0.0469"/>
                  <dgm:constr type="h" for="ch" forName="ParentAccent3" refType="h" fact="0.0988"/>
                  <dgm:constr type="r" for="ch" forName="ParentAccent4" refType="w" fact="0.286"/>
                  <dgm:constr type="t" for="ch" forName="ParentAccent4" refType="h" fact="0.4506"/>
                  <dgm:constr type="w" for="ch" forName="ParentAccent4" refType="w" fact="0.0469"/>
                  <dgm:constr type="h" for="ch" forName="ParentAccent4" refType="h" fact="0.0988"/>
                  <dgm:constr type="r" for="ch" forName="ParentAccent5" refType="w" fact="0.3657"/>
                  <dgm:constr type="t" for="ch" forName="ParentAccent5" refType="h" fact="0.4506"/>
                  <dgm:constr type="w" for="ch" forName="ParentAccent5" refType="w" fact="0.0469"/>
                  <dgm:constr type="h" for="ch" forName="ParentAccent5" refType="h" fact="0.0988"/>
                  <dgm:constr type="r" for="ch" forName="ParentAccent6" refType="w" fact="0.4924"/>
                  <dgm:constr type="t" for="ch" forName="ParentAccent6" refType="h" fact="0.4012"/>
                  <dgm:constr type="w" for="ch" forName="ParentAccent6" refType="w" fact="0.0939"/>
                  <dgm:constr type="h" for="ch" forName="ParentAccent6" refType="h" fact="0.1976"/>
                  <dgm:constr type="r" for="ch" forName="ParentAccent7" refType="w" fact="0.1234"/>
                  <dgm:constr type="t" for="ch" forName="ParentAccent7" refType="h" fact="0.2465"/>
                  <dgm:constr type="w" for="ch" forName="ParentAccent7" refType="w" fact="0.0469"/>
                  <dgm:constr type="h" for="ch" forName="ParentAccent7" refType="h" fact="0.0988"/>
                  <dgm:constr type="r" for="ch" forName="ParentAccent8" refType="w" fact="0.1234"/>
                  <dgm:constr type="t" for="ch" forName="ParentAccent8" refType="h" fact="0.6562"/>
                  <dgm:constr type="w" for="ch" forName="ParentAccent8" refType="w" fact="0.0469"/>
                  <dgm:constr type="h" for="ch" forName="ParentAccent8" refType="h" fact="0.0988"/>
                  <dgm:constr type="r" for="ch" forName="ParentAccent9" refType="w" fact="0.0815"/>
                  <dgm:constr type="t" for="ch" forName="ParentAccent9" refType="h" fact="0.3353"/>
                  <dgm:constr type="w" for="ch" forName="ParentAccent9" refType="w" fact="0.0469"/>
                  <dgm:constr type="h" for="ch" forName="ParentAccent9" refType="h" fact="0.0988"/>
                  <dgm:constr type="r" for="ch" forName="ParentAccent10" refType="w" fact="0.0787"/>
                  <dgm:constr type="t" for="ch" forName="ParentAccent10" refType="h" fact="0.5679"/>
                  <dgm:constr type="w" for="ch" forName="ParentAccent10" refType="w" fact="0.0469"/>
                  <dgm:constr type="h" for="ch" forName="ParentAccent10" refType="h" fact="0.0988"/>
                </dgm:constrLst>
              </dgm:if>
              <dgm:if name="Name16" axis="ch" ptType="node" func="cnt" op="equ" val="1">
                <dgm:alg type="composite">
                  <dgm:param type="ar" val="3.4411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r" for="ch" forName="Child1Accent1" refType="w" fact="0.716"/>
                  <dgm:constr type="t" for="ch" forName="Child1Accent1" refType="h" fact="0.4012"/>
                  <dgm:constr type="w" for="ch" forName="Child1Accent1" refType="w" fact="0.0574"/>
                  <dgm:constr type="h" for="ch" forName="Child1Accent1" refType="h" fact="0.1976"/>
                  <dgm:constr type="r" for="ch" forName="Child1Accent2" refType="w" fact="0.7728"/>
                  <dgm:constr type="t" for="ch" forName="Child1Accent2" refType="h" fact="0.4506"/>
                  <dgm:constr type="w" for="ch" forName="Child1Accent2" refType="w" fact="0.0287"/>
                  <dgm:constr type="h" for="ch" forName="Child1Accent2" refType="h" fact="0.0988"/>
                  <dgm:constr type="r" for="ch" forName="Child1Accent3" refType="w" fact="0.8295"/>
                  <dgm:constr type="t" for="ch" forName="Child1Accent3" refType="h" fact="0.4506"/>
                  <dgm:constr type="w" for="ch" forName="Child1Accent3" refType="w" fact="0.0287"/>
                  <dgm:constr type="h" for="ch" forName="Child1Accent3" refType="h" fact="0.0988"/>
                  <dgm:constr type="r" for="ch" forName="Child1Accent4" refType="w" fact="0.8863"/>
                  <dgm:constr type="t" for="ch" forName="Child1Accent4" refType="h" fact="0.4506"/>
                  <dgm:constr type="w" for="ch" forName="Child1Accent4" refType="w" fact="0.0287"/>
                  <dgm:constr type="h" for="ch" forName="Child1Accent4" refType="h" fact="0.0988"/>
                  <dgm:constr type="r" for="ch" forName="Child1Accent5" refType="w" fact="0.943"/>
                  <dgm:constr type="t" for="ch" forName="Child1Accent5" refType="h" fact="0.4506"/>
                  <dgm:constr type="w" for="ch" forName="Child1Accent5" refType="w" fact="0.0287"/>
                  <dgm:constr type="h" for="ch" forName="Child1Accent5" refType="h" fact="0.0988"/>
                  <dgm:constr type="r" for="ch" forName="Child1Accent6" refType="w" fact="0.9998"/>
                  <dgm:constr type="t" for="ch" forName="Child1Accent6" refType="h" fact="0.4506"/>
                  <dgm:constr type="w" for="ch" forName="Child1Accent6" refType="w" fact="0.0287"/>
                  <dgm:constr type="h" for="ch" forName="Child1Accent6" refType="h" fact="0.0988"/>
                  <dgm:constr type="l" for="ch" forName="Child1Accent7" refType="w" fact="0"/>
                  <dgm:constr type="t" for="ch" forName="Child1Accent7" refType="h" fact="0"/>
                  <dgm:constr type="w" for="ch" forName="Child1Accent7" refType="w" fact="0"/>
                  <dgm:constr type="h" for="ch" forName="Child1Accent7" refType="h" fact="0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ParentAccent1" refType="w" fact="0.0287"/>
                  <dgm:constr type="t" for="ch" forName="ParentAccent1" refType="h" fact="0.4506"/>
                  <dgm:constr type="w" for="ch" forName="ParentAccent1" refType="w" fact="0.0287"/>
                  <dgm:constr type="h" for="ch" forName="ParentAccent1" refType="h" fact="0.0988"/>
                  <dgm:constr type="r" for="ch" forName="ParentAccent2" refType="w" fact="0.0813"/>
                  <dgm:constr type="t" for="ch" forName="ParentAccent2" refType="h" fact="0.4506"/>
                  <dgm:constr type="w" for="ch" forName="ParentAccent2" refType="w" fact="0.0287"/>
                  <dgm:constr type="h" for="ch" forName="ParentAccent2" refType="h" fact="0.0988"/>
                  <dgm:constr type="r" for="ch" forName="ParentAccent3" refType="w" fact="0.1339"/>
                  <dgm:constr type="t" for="ch" forName="ParentAccent3" refType="h" fact="0.4506"/>
                  <dgm:constr type="w" for="ch" forName="ParentAccent3" refType="w" fact="0.0287"/>
                  <dgm:constr type="h" for="ch" forName="ParentAccent3" refType="h" fact="0.0988"/>
                  <dgm:constr type="r" for="ch" forName="ParentAccent4" refType="w" fact="0.1864"/>
                  <dgm:constr type="t" for="ch" forName="ParentAccent4" refType="h" fact="0.4506"/>
                  <dgm:constr type="w" for="ch" forName="ParentAccent4" refType="w" fact="0.0287"/>
                  <dgm:constr type="h" for="ch" forName="ParentAccent4" refType="h" fact="0.0988"/>
                  <dgm:constr type="r" for="ch" forName="ParentAccent5" refType="w" fact="0.239"/>
                  <dgm:constr type="t" for="ch" forName="ParentAccent5" refType="h" fact="0.4506"/>
                  <dgm:constr type="w" for="ch" forName="ParentAccent5" refType="w" fact="0.0287"/>
                  <dgm:constr type="h" for="ch" forName="ParentAccent5" refType="h" fact="0.0988"/>
                  <dgm:constr type="r" for="ch" forName="ParentAccent6" refType="w" fact="0.3203"/>
                  <dgm:constr type="t" for="ch" forName="ParentAccent6" refType="h" fact="0.4012"/>
                  <dgm:constr type="w" for="ch" forName="ParentAccent6" refType="w" fact="0.0574"/>
                  <dgm:constr type="h" for="ch" forName="ParentAccent6" refType="h" fact="0.1976"/>
                  <dgm:constr type="r" for="ch" forName="ParentAccent7" refType="w" fact="0.0755"/>
                  <dgm:constr type="t" for="ch" forName="ParentAccent7" refType="h" fact="0.2465"/>
                  <dgm:constr type="w" for="ch" forName="ParentAccent7" refType="w" fact="0.0287"/>
                  <dgm:constr type="h" for="ch" forName="ParentAccent7" refType="h" fact="0.0988"/>
                  <dgm:constr type="r" for="ch" forName="ParentAccent8" refType="w" fact="0.0755"/>
                  <dgm:constr type="t" for="ch" forName="ParentAccent8" refType="h" fact="0.6562"/>
                  <dgm:constr type="w" for="ch" forName="ParentAccent8" refType="w" fact="0.0287"/>
                  <dgm:constr type="h" for="ch" forName="ParentAccent8" refType="h" fact="0.0988"/>
                  <dgm:constr type="r" for="ch" forName="ParentAccent9" refType="w" fact="0.0499"/>
                  <dgm:constr type="t" for="ch" forName="ParentAccent9" refType="h" fact="0.3353"/>
                  <dgm:constr type="w" for="ch" forName="ParentAccent9" refType="w" fact="0.0287"/>
                  <dgm:constr type="h" for="ch" forName="ParentAccent9" refType="h" fact="0.0988"/>
                  <dgm:constr type="r" for="ch" forName="ParentAccent10" refType="w" fact="0.0482"/>
                  <dgm:constr type="t" for="ch" forName="ParentAccent10" refType="h" fact="0.5679"/>
                  <dgm:constr type="w" for="ch" forName="ParentAccent10" refType="w" fact="0.0287"/>
                  <dgm:constr type="h" for="ch" forName="ParentAccent10" refType="h" fact="0.0988"/>
                  <dgm:constr type="r" for="ch" forName="Child1" refType="w"/>
                  <dgm:constr type="t" for="ch" forName="Child1" refType="h" fact="0.1978"/>
                  <dgm:constr type="w" for="ch" forName="Child1" refType="w" fact="0.2544"/>
                  <dgm:constr type="h" for="ch" forName="Child1" refType="h" fact="0.2541"/>
                  <dgm:constr type="r" for="ch" forName="Parent" refType="w" fact="0.6347"/>
                  <dgm:constr type="t" for="ch" forName="Parent" refType="h" fact="0"/>
                  <dgm:constr type="w" for="ch" forName="Parent" refType="w" fact="0.2906"/>
                  <dgm:constr type="h" for="ch" forName="Parent" refType="h"/>
                </dgm:constrLst>
              </dgm:if>
              <dgm:if name="Name17" axis="ch" ptType="node" func="cnt" op="equ" val="2">
                <dgm:alg type="composite">
                  <dgm:param type="ar" val="2.1185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2" refType="primFontSz" refFor="des" refForName="Child1" op="equ"/>
                  <dgm:constr type="r" for="ch" forName="Child1Accent1" refType="w" fact="0.6564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r" for="ch" forName="Child1Accent2" refType="w" fact="0.6932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r" for="ch" forName="Child1Accent3" refType="w" fact="0.754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r" for="ch" forName="Child1Accent4" refType="w" fact="0.8158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r" for="ch" forName="Child1Accent5" refType="w" fact="0.8771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r" for="ch" forName="Child1Accent6" refType="w" fact="0.938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r" for="ch" forName="Child1Accent7" refType="w" fact="0.9998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2Accent1" refType="w" fact="0.6564"/>
                  <dgm:constr type="t" for="ch" forName="Child2Accent1" refType="h" fact="0.8153"/>
                  <dgm:constr type="w" for="ch" forName="Child2Accent1" refType="w" fact="0.0574"/>
                  <dgm:constr type="h" for="ch" forName="Child2Accent1" refType="h" fact="0.1217"/>
                  <dgm:constr type="r" for="ch" forName="Child2Accent2" refType="w" fact="0.6932"/>
                  <dgm:constr type="t" for="ch" forName="Child2Accent2" refType="h" fact="0.9392"/>
                  <dgm:constr type="w" for="ch" forName="Child2Accent2" refType="w" fact="0.0287"/>
                  <dgm:constr type="h" for="ch" forName="Child2Accent2" refType="h" fact="0.0608"/>
                  <dgm:constr type="r" for="ch" forName="Child2Accent3" refType="w" fact="0.7545"/>
                  <dgm:constr type="t" for="ch" forName="Child2Accent3" refType="h" fact="0.9392"/>
                  <dgm:constr type="w" for="ch" forName="Child2Accent3" refType="w" fact="0.0287"/>
                  <dgm:constr type="h" for="ch" forName="Child2Accent3" refType="h" fact="0.0608"/>
                  <dgm:constr type="r" for="ch" forName="Child2Accent4" refType="w" fact="0.8158"/>
                  <dgm:constr type="t" for="ch" forName="Child2Accent4" refType="h" fact="0.9392"/>
                  <dgm:constr type="w" for="ch" forName="Child2Accent4" refType="w" fact="0.0287"/>
                  <dgm:constr type="h" for="ch" forName="Child2Accent4" refType="h" fact="0.0608"/>
                  <dgm:constr type="r" for="ch" forName="Child2Accent5" refType="w" fact="0.8771"/>
                  <dgm:constr type="t" for="ch" forName="Child2Accent5" refType="h" fact="0.9392"/>
                  <dgm:constr type="w" for="ch" forName="Child2Accent5" refType="w" fact="0.0287"/>
                  <dgm:constr type="h" for="ch" forName="Child2Accent5" refType="h" fact="0.0608"/>
                  <dgm:constr type="r" for="ch" forName="Child2Accent6" refType="w" fact="0.9385"/>
                  <dgm:constr type="t" for="ch" forName="Child2Accent6" refType="h" fact="0.9392"/>
                  <dgm:constr type="w" for="ch" forName="Child2Accent6" refType="w" fact="0.0287"/>
                  <dgm:constr type="h" for="ch" forName="Child2Accent6" refType="h" fact="0.0608"/>
                  <dgm:constr type="r" for="ch" forName="Child2Accent7" refType="w" fact="0.9998"/>
                  <dgm:constr type="t" for="ch" forName="Child2Accent7" refType="h" fact="0.9392"/>
                  <dgm:constr type="w" for="ch" forName="Child2Accent7" refType="w" fact="0.0287"/>
                  <dgm:constr type="h" for="ch" forName="Child2Accent7" refType="h" fact="0.0608"/>
                  <dgm:constr type="r" for="ch" forName="ParentAccent1" refType="w" fact="0.0287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r" for="ch" forName="ParentAccent2" refType="w" fact="0.0813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r" for="ch" forName="ParentAccent3" refType="w" fact="0.1339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r" for="ch" forName="ParentAccent4" refType="w" fact="0.1864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r" for="ch" forName="ParentAccent5" refType="w" fact="0.239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r" for="ch" forName="ParentAccent6" refType="w" fact="0.3203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r" for="ch" forName="ParentAccent7" refType="w" fact="0.075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r" for="ch" forName="ParentAccent8" refType="w" fact="0.075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r" for="ch" forName="ParentAccent9" refType="w" fact="0.0499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r" for="ch" forName="ParentAccent10" refType="w" fact="0.0482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r" for="ch" forName="Child2" refType="w"/>
                  <dgm:constr type="t" for="ch" forName="Child2" refType="h" fact="0.7822"/>
                  <dgm:constr type="w" for="ch" forName="Child2" refType="w" fact="0.3364"/>
                  <dgm:constr type="h" for="ch" forName="Child2" refType="h" fact="0.1564"/>
                  <dgm:constr type="r" for="ch" forName="Child1" refType="w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r" for="ch" forName="Parent" refType="w" fact="0.6347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8" axis="ch" ptType="node" func="cnt" op="equ" val="3">
                <dgm:alg type="composite">
                  <dgm:param type="ar" val="2.1185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r" for="ch" forName="Child1Accent1" refType="w" fact="0.6564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r" for="ch" forName="Child1Accent2" refType="w" fact="0.6932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r" for="ch" forName="Child1Accent3" refType="w" fact="0.754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r" for="ch" forName="Child1Accent4" refType="w" fact="0.8158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r" for="ch" forName="Child1Accent5" refType="w" fact="0.8771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r" for="ch" forName="Child1Accent6" refType="w" fact="0.938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r" for="ch" forName="Child1Accent7" refType="w" fact="0.9998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r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r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2Accent1" refType="w" fact="0.716"/>
                  <dgm:constr type="t" for="ch" forName="Child2Accent1" refType="h" fact="0.5207"/>
                  <dgm:constr type="w" for="ch" forName="Child2Accent1" refType="w" fact="0.0574"/>
                  <dgm:constr type="h" for="ch" forName="Child2Accent1" refType="h" fact="0.1217"/>
                  <dgm:constr type="r" for="ch" forName="Child2Accent2" refType="w" fact="0.7728"/>
                  <dgm:constr type="t" for="ch" forName="Child2Accent2" refType="h" fact="0.5511"/>
                  <dgm:constr type="w" for="ch" forName="Child2Accent2" refType="w" fact="0.0287"/>
                  <dgm:constr type="h" for="ch" forName="Child2Accent2" refType="h" fact="0.0608"/>
                  <dgm:constr type="r" for="ch" forName="Child2Accent3" refType="w" fact="0.8295"/>
                  <dgm:constr type="t" for="ch" forName="Child2Accent3" refType="h" fact="0.5511"/>
                  <dgm:constr type="w" for="ch" forName="Child2Accent3" refType="w" fact="0.0287"/>
                  <dgm:constr type="h" for="ch" forName="Child2Accent3" refType="h" fact="0.0608"/>
                  <dgm:constr type="r" for="ch" forName="Child2Accent4" refType="w" fact="0.8863"/>
                  <dgm:constr type="t" for="ch" forName="Child2Accent4" refType="h" fact="0.5511"/>
                  <dgm:constr type="w" for="ch" forName="Child2Accent4" refType="w" fact="0.0287"/>
                  <dgm:constr type="h" for="ch" forName="Child2Accent4" refType="h" fact="0.0608"/>
                  <dgm:constr type="r" for="ch" forName="Child2Accent5" refType="w" fact="0.943"/>
                  <dgm:constr type="t" for="ch" forName="Child2Accent5" refType="h" fact="0.5511"/>
                  <dgm:constr type="w" for="ch" forName="Child2Accent5" refType="w" fact="0.0287"/>
                  <dgm:constr type="h" for="ch" forName="Child2Accent5" refType="h" fact="0.0608"/>
                  <dgm:constr type="r" for="ch" forName="Child2Accent6" refType="w" fact="0.9998"/>
                  <dgm:constr type="t" for="ch" forName="Child2Accent6" refType="h" fact="0.5511"/>
                  <dgm:constr type="w" for="ch" forName="Child2Accent6" refType="w" fact="0.0287"/>
                  <dgm:constr type="h" for="ch" forName="Child2Accent6" refType="h" fact="0.0608"/>
                  <dgm:constr type="r" for="ch" forName="Child2Accent7" refType="w" fact="0"/>
                  <dgm:constr type="t" for="ch" forName="Child2Accent7" refType="h" fact="0"/>
                  <dgm:constr type="w" for="ch" forName="Child2Accent7" refType="w" fact="0"/>
                  <dgm:constr type="h" for="ch" forName="Child2Accent7" refType="h" fact="0"/>
                  <dgm:constr type="r" for="ch" forName="Child3Accent1" refType="w" fact="0.6564"/>
                  <dgm:constr type="t" for="ch" forName="Child3Accent1" refType="h" fact="0.8153"/>
                  <dgm:constr type="w" for="ch" forName="Child3Accent1" refType="w" fact="0.0574"/>
                  <dgm:constr type="h" for="ch" forName="Child3Accent1" refType="h" fact="0.1217"/>
                  <dgm:constr type="r" for="ch" forName="Child3Accent2" refType="w" fact="0.6932"/>
                  <dgm:constr type="t" for="ch" forName="Child3Accent2" refType="h" fact="0.9392"/>
                  <dgm:constr type="w" for="ch" forName="Child3Accent2" refType="w" fact="0.0287"/>
                  <dgm:constr type="h" for="ch" forName="Child3Accent2" refType="h" fact="0.0608"/>
                  <dgm:constr type="r" for="ch" forName="Child3Accent3" refType="w" fact="0.7545"/>
                  <dgm:constr type="t" for="ch" forName="Child3Accent3" refType="h" fact="0.9392"/>
                  <dgm:constr type="w" for="ch" forName="Child3Accent3" refType="w" fact="0.0287"/>
                  <dgm:constr type="h" for="ch" forName="Child3Accent3" refType="h" fact="0.0608"/>
                  <dgm:constr type="r" for="ch" forName="Child3Accent4" refType="w" fact="0.8158"/>
                  <dgm:constr type="t" for="ch" forName="Child3Accent4" refType="h" fact="0.9392"/>
                  <dgm:constr type="w" for="ch" forName="Child3Accent4" refType="w" fact="0.0287"/>
                  <dgm:constr type="h" for="ch" forName="Child3Accent4" refType="h" fact="0.0608"/>
                  <dgm:constr type="r" for="ch" forName="Child3Accent5" refType="w" fact="0.8771"/>
                  <dgm:constr type="t" for="ch" forName="Child3Accent5" refType="h" fact="0.9392"/>
                  <dgm:constr type="w" for="ch" forName="Child3Accent5" refType="w" fact="0.0287"/>
                  <dgm:constr type="h" for="ch" forName="Child3Accent5" refType="h" fact="0.0608"/>
                  <dgm:constr type="r" for="ch" forName="Child3Accent6" refType="w" fact="0.9385"/>
                  <dgm:constr type="t" for="ch" forName="Child3Accent6" refType="h" fact="0.9392"/>
                  <dgm:constr type="w" for="ch" forName="Child3Accent6" refType="w" fact="0.0287"/>
                  <dgm:constr type="h" for="ch" forName="Child3Accent6" refType="h" fact="0.0608"/>
                  <dgm:constr type="r" for="ch" forName="Child3Accent7" refType="w" fact="0.9998"/>
                  <dgm:constr type="t" for="ch" forName="Child3Accent7" refType="h" fact="0.9392"/>
                  <dgm:constr type="w" for="ch" forName="Child3Accent7" refType="w" fact="0.0287"/>
                  <dgm:constr type="h" for="ch" forName="Child3Accent7" refType="h" fact="0.0608"/>
                  <dgm:constr type="r" for="ch" forName="ParentAccent1" refType="w" fact="0.0287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r" for="ch" forName="ParentAccent2" refType="w" fact="0.0813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r" for="ch" forName="ParentAccent3" refType="w" fact="0.1339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r" for="ch" forName="ParentAccent4" refType="w" fact="0.1864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r" for="ch" forName="ParentAccent5" refType="w" fact="0.239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r" for="ch" forName="ParentAccent6" refType="w" fact="0.3203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r" for="ch" forName="ParentAccent7" refType="w" fact="0.075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r" for="ch" forName="ParentAccent8" refType="w" fact="0.075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r" for="ch" forName="ParentAccent9" refType="w" fact="0.0499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r" for="ch" forName="ParentAccent10" refType="w" fact="0.0482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r" for="ch" forName="Child3" refType="w"/>
                  <dgm:constr type="t" for="ch" forName="Child3" refType="h" fact="0.7822"/>
                  <dgm:constr type="w" for="ch" forName="Child3" refType="w" fact="0.3364"/>
                  <dgm:constr type="h" for="ch" forName="Child3" refType="h" fact="0.1564"/>
                  <dgm:constr type="r" for="ch" forName="Child2" refType="w"/>
                  <dgm:constr type="t" for="ch" forName="Child2" refType="h" fact="0.3955"/>
                  <dgm:constr type="w" for="ch" forName="Child2" refType="w" fact="0.2544"/>
                  <dgm:constr type="h" for="ch" forName="Child2" refType="h" fact="0.1564"/>
                  <dgm:constr type="r" for="ch" forName="Child1" refType="w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r" for="ch" forName="Parent" refType="w" fact="0.6347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9" axis="ch" ptType="node" func="cnt" op="equ" val="4">
                <dgm:alg type="composite">
                  <dgm:param type="ar" val="1.8304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4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primFontSz" for="des" forName="Child4" refType="primFontSz" refFor="des" refForName="Child1" op="equ"/>
                  <dgm:constr type="r" for="ch" forName="Parent" refType="w" fact="0.6229"/>
                  <dgm:constr type="t" for="ch" forName="Parent" refType="h" fact="0.2946"/>
                  <dgm:constr type="w" for="ch" forName="Parent" refType="w" fact="0.2862"/>
                  <dgm:constr type="h" for="ch" forName="Parent" refType="h" fact="0.5239"/>
                  <dgm:constr type="r" for="ch" forName="Child1Accent1" refType="w" fact="0.6096"/>
                  <dgm:constr type="t" for="ch" forName="Child1Accent1" refType="h" fact="0.2104"/>
                  <dgm:constr type="w" for="ch" forName="Child1Accent1" refType="w" fact="0.0566"/>
                  <dgm:constr type="h" for="ch" forName="Child1Accent1" refType="h" fact="0.1035"/>
                  <dgm:constr type="r" for="ch" forName="Child1Accent3" refType="w" fact="0.6999"/>
                  <dgm:constr type="t" for="ch" forName="Child1Accent3" refType="h" fact="0.128"/>
                  <dgm:constr type="w" for="ch" forName="Child1Accent3" refType="w" fact="0.0283"/>
                  <dgm:constr type="h" for="ch" forName="Child1Accent3" refType="h" fact="0.0518"/>
                  <dgm:constr type="r" for="ch" forName="Child1Accent4" refType="w" fact="0.7582"/>
                  <dgm:constr type="t" for="ch" forName="Child1Accent4" refType="h" fact="0.128"/>
                  <dgm:constr type="w" for="ch" forName="Child1Accent4" refType="w" fact="0.0283"/>
                  <dgm:constr type="h" for="ch" forName="Child1Accent4" refType="h" fact="0.0518"/>
                  <dgm:constr type="r" for="ch" forName="Child1Accent5" refType="w" fact="0.8165"/>
                  <dgm:constr type="t" for="ch" forName="Child1Accent5" refType="h" fact="0.128"/>
                  <dgm:constr type="w" for="ch" forName="Child1Accent5" refType="w" fact="0.0283"/>
                  <dgm:constr type="h" for="ch" forName="Child1Accent5" refType="h" fact="0.0518"/>
                  <dgm:constr type="r" for="ch" forName="Child1Accent6" refType="w" fact="0.8748"/>
                  <dgm:constr type="t" for="ch" forName="Child1Accent6" refType="h" fact="0.128"/>
                  <dgm:constr type="w" for="ch" forName="Child1Accent6" refType="w" fact="0.0283"/>
                  <dgm:constr type="h" for="ch" forName="Child1Accent6" refType="h" fact="0.0518"/>
                  <dgm:constr type="r" for="ch" forName="Child3Accent1" refType="w" fact="0.6842"/>
                  <dgm:constr type="t" for="ch" forName="Child3Accent1" refType="h" fact="0.6212"/>
                  <dgm:constr type="w" for="ch" forName="Child3Accent1" refType="w" fact="0.0566"/>
                  <dgm:constr type="h" for="ch" forName="Child3Accent1" refType="h" fact="0.1035"/>
                  <dgm:constr type="r" for="ch" forName="Child3Accent2" refType="w" fact="0.7311"/>
                  <dgm:constr type="t" for="ch" forName="Child3Accent2" refType="h" fact="0.6828"/>
                  <dgm:constr type="w" for="ch" forName="Child3Accent2" refType="w" fact="0.0283"/>
                  <dgm:constr type="h" for="ch" forName="Child3Accent2" refType="h" fact="0.0518"/>
                  <dgm:constr type="r" for="ch" forName="Child3Accent4" refType="w" fact="0.8386"/>
                  <dgm:constr type="t" for="ch" forName="Child3Accent4" refType="h" fact="0.6828"/>
                  <dgm:constr type="w" for="ch" forName="Child3Accent4" refType="w" fact="0.0283"/>
                  <dgm:constr type="h" for="ch" forName="Child3Accent4" refType="h" fact="0.0518"/>
                  <dgm:constr type="r" for="ch" forName="Child3Accent5" refType="w" fact="0.8923"/>
                  <dgm:constr type="t" for="ch" forName="Child3Accent5" refType="h" fact="0.6828"/>
                  <dgm:constr type="w" for="ch" forName="Child3Accent5" refType="w" fact="0.0283"/>
                  <dgm:constr type="h" for="ch" forName="Child3Accent5" refType="h" fact="0.0518"/>
                  <dgm:constr type="r" for="ch" forName="Child1Accent7" refType="w" fact="0.9332"/>
                  <dgm:constr type="t" for="ch" forName="Child1Accent7" refType="h" fact="0.128"/>
                  <dgm:constr type="w" for="ch" forName="Child1Accent7" refType="w" fact="0.0283"/>
                  <dgm:constr type="h" for="ch" forName="Child1Accent7" refType="h" fact="0.0518"/>
                  <dgm:constr type="r" for="ch" forName="Child3Accent6" refType="w" fact="0.9461"/>
                  <dgm:constr type="t" for="ch" forName="Child3Accent6" refType="h" fact="0.6828"/>
                  <dgm:constr type="w" for="ch" forName="Child3Accent6" refType="w" fact="0.0283"/>
                  <dgm:constr type="h" for="ch" forName="Child3Accent6" refType="h" fact="0.0518"/>
                  <dgm:constr type="r" for="ch" forName="Child1Accent8" refType="w" fact="0.9915"/>
                  <dgm:constr type="t" for="ch" forName="Child1Accent8" refType="h" fact="0.128"/>
                  <dgm:constr type="w" for="ch" forName="Child1Accent8" refType="w" fact="0.0283"/>
                  <dgm:constr type="h" for="ch" forName="Child1Accent8" refType="h" fact="0.0518"/>
                  <dgm:constr type="r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3Accent7" refType="w" fact="0.9998"/>
                  <dgm:constr type="t" for="ch" forName="Child3Accent7" refType="h" fact="0.6828"/>
                  <dgm:constr type="w" for="ch" forName="Child3Accent7" refType="w" fact="0.0283"/>
                  <dgm:constr type="h" for="ch" forName="Child3Accent7" refType="h" fact="0.0518"/>
                  <dgm:constr type="r" for="ch" forName="Child4Accent1" refType="w" fact="0.6096"/>
                  <dgm:constr type="t" for="ch" forName="Child4Accent1" refType="h" fact="0.8"/>
                  <dgm:constr type="w" for="ch" forName="Child4Accent1" refType="w" fact="0.0566"/>
                  <dgm:constr type="h" for="ch" forName="Child4Accent1" refType="h" fact="0.1035"/>
                  <dgm:constr type="r" for="ch" forName="Child4Accent3" refType="w" fact="0.7002"/>
                  <dgm:constr type="t" for="ch" forName="Child4Accent3" refType="h" fact="0.9482"/>
                  <dgm:constr type="w" for="ch" forName="Child4Accent3" refType="w" fact="0.0283"/>
                  <dgm:constr type="h" for="ch" forName="Child4Accent3" refType="h" fact="0.0518"/>
                  <dgm:constr type="r" for="ch" forName="Child4Accent4" refType="w" fact="0.7585"/>
                  <dgm:constr type="t" for="ch" forName="Child4Accent4" refType="h" fact="0.9482"/>
                  <dgm:constr type="w" for="ch" forName="Child4Accent4" refType="w" fact="0.0283"/>
                  <dgm:constr type="h" for="ch" forName="Child4Accent4" refType="h" fact="0.0518"/>
                  <dgm:constr type="r" for="ch" forName="Child4Accent5" refType="w" fact="0.8167"/>
                  <dgm:constr type="t" for="ch" forName="Child4Accent5" refType="h" fact="0.9482"/>
                  <dgm:constr type="w" for="ch" forName="Child4Accent5" refType="w" fact="0.0283"/>
                  <dgm:constr type="h" for="ch" forName="Child4Accent5" refType="h" fact="0.0518"/>
                  <dgm:constr type="r" for="ch" forName="Child4Accent6" refType="w" fact="0.8749"/>
                  <dgm:constr type="t" for="ch" forName="Child4Accent6" refType="h" fact="0.9482"/>
                  <dgm:constr type="w" for="ch" forName="Child4Accent6" refType="w" fact="0.0283"/>
                  <dgm:constr type="h" for="ch" forName="Child4Accent6" refType="h" fact="0.0518"/>
                  <dgm:constr type="r" for="ch" forName="Child4Accent7" refType="w" fact="0.9332"/>
                  <dgm:constr type="t" for="ch" forName="Child4Accent7" refType="h" fact="0.9482"/>
                  <dgm:constr type="w" for="ch" forName="Child4Accent7" refType="w" fact="0.0283"/>
                  <dgm:constr type="h" for="ch" forName="Child4Accent7" refType="h" fact="0.0518"/>
                  <dgm:constr type="r" for="ch" forName="Child4Accent8" refType="w" fact="0.9914"/>
                  <dgm:constr type="t" for="ch" forName="Child4Accent8" refType="h" fact="0.9482"/>
                  <dgm:constr type="w" for="ch" forName="Child4Accent8" refType="w" fact="0.0283"/>
                  <dgm:constr type="h" for="ch" forName="Child4Accent8" refType="h" fact="0.0518"/>
                  <dgm:constr type="r" for="ch" forName="Child2Accent1" refType="w" fact="0.6842"/>
                  <dgm:constr type="t" for="ch" forName="Child2Accent1" refType="h" fact="0.3725"/>
                  <dgm:constr type="w" for="ch" forName="Child2Accent1" refType="w" fact="0.0566"/>
                  <dgm:constr type="h" for="ch" forName="Child2Accent1" refType="h" fact="0.1035"/>
                  <dgm:constr type="r" for="ch" forName="Child4Accent2" refType="w" fact="0.642"/>
                  <dgm:constr type="t" for="ch" forName="Child4Accent2" refType="h" fact="0.8993"/>
                  <dgm:constr type="w" for="ch" forName="Child4Accent2" refType="w" fact="0.0283"/>
                  <dgm:constr type="h" for="ch" forName="Child4Accent2" refType="h" fact="0.0518"/>
                  <dgm:constr type="r" for="ch" forName="Child1Accent2" refType="w" fact="0.6415"/>
                  <dgm:constr type="t" for="ch" forName="Child1Accent2" refType="h" fact="0.162"/>
                  <dgm:constr type="w" for="ch" forName="Child1Accent2" refType="w" fact="0.0283"/>
                  <dgm:constr type="h" for="ch" forName="Child1Accent2" refType="h" fact="0.0518"/>
                  <dgm:constr type="r" for="ch" forName="Child3Accent3" refType="w" fact="0.7849"/>
                  <dgm:constr type="t" for="ch" forName="Child3Accent3" refType="h" fact="0.6828"/>
                  <dgm:constr type="w" for="ch" forName="Child3Accent3" refType="w" fact="0.0283"/>
                  <dgm:constr type="h" for="ch" forName="Child3Accent3" refType="h" fact="0.0518"/>
                  <dgm:constr type="r" for="ch" forName="Child2Accent2" refType="w" fact="0.7311"/>
                  <dgm:constr type="t" for="ch" forName="Child2Accent2" refType="h" fact="0.3937"/>
                  <dgm:constr type="w" for="ch" forName="Child2Accent2" refType="w" fact="0.0283"/>
                  <dgm:constr type="h" for="ch" forName="Child2Accent2" refType="h" fact="0.0518"/>
                  <dgm:constr type="r" for="ch" forName="Child2Accent4" refType="w" fact="0.8386"/>
                  <dgm:constr type="t" for="ch" forName="Child2Accent4" refType="h" fact="0.3937"/>
                  <dgm:constr type="w" for="ch" forName="Child2Accent4" refType="w" fact="0.0283"/>
                  <dgm:constr type="h" for="ch" forName="Child2Accent4" refType="h" fact="0.0518"/>
                  <dgm:constr type="r" for="ch" forName="Child2Accent5" refType="w" fact="0.8923"/>
                  <dgm:constr type="t" for="ch" forName="Child2Accent5" refType="h" fact="0.3937"/>
                  <dgm:constr type="w" for="ch" forName="Child2Accent5" refType="w" fact="0.0283"/>
                  <dgm:constr type="h" for="ch" forName="Child2Accent5" refType="h" fact="0.0518"/>
                  <dgm:constr type="r" for="ch" forName="Child2Accent6" refType="w" fact="0.9461"/>
                  <dgm:constr type="t" for="ch" forName="Child2Accent6" refType="h" fact="0.3937"/>
                  <dgm:constr type="w" for="ch" forName="Child2Accent6" refType="w" fact="0.0283"/>
                  <dgm:constr type="h" for="ch" forName="Child2Accent6" refType="h" fact="0.0518"/>
                  <dgm:constr type="r" for="ch" forName="Child2Accent7" refType="w" fact="0.9998"/>
                  <dgm:constr type="t" for="ch" forName="Child2Accent7" refType="h" fact="0.3937"/>
                  <dgm:constr type="w" for="ch" forName="Child2Accent7" refType="w" fact="0.0283"/>
                  <dgm:constr type="h" for="ch" forName="Child2Accent7" refType="h" fact="0.0518"/>
                  <dgm:constr type="r" for="ch" forName="Child2Accent3" refType="w" fact="0.7849"/>
                  <dgm:constr type="t" for="ch" forName="Child2Accent3" refType="h" fact="0.3937"/>
                  <dgm:constr type="w" for="ch" forName="Child2Accent3" refType="w" fact="0.0283"/>
                  <dgm:constr type="h" for="ch" forName="Child2Accent3" refType="h" fact="0.0518"/>
                  <dgm:constr type="r" for="ch" forName="ParentAccent1" refType="w" fact="0.0283"/>
                  <dgm:constr type="t" for="ch" forName="ParentAccent1" refType="h" fact="0.5316"/>
                  <dgm:constr type="w" for="ch" forName="ParentAccent1" refType="w" fact="0.0283"/>
                  <dgm:constr type="h" for="ch" forName="ParentAccent1" refType="h" fact="0.0518"/>
                  <dgm:constr type="r" for="ch" forName="ParentAccent2" refType="w" fact="0.0801"/>
                  <dgm:constr type="t" for="ch" forName="ParentAccent2" refType="h" fact="0.5316"/>
                  <dgm:constr type="w" for="ch" forName="ParentAccent2" refType="w" fact="0.0283"/>
                  <dgm:constr type="h" for="ch" forName="ParentAccent2" refType="h" fact="0.0518"/>
                  <dgm:constr type="r" for="ch" forName="ParentAccent3" refType="w" fact="0.1318"/>
                  <dgm:constr type="t" for="ch" forName="ParentAccent3" refType="h" fact="0.5316"/>
                  <dgm:constr type="w" for="ch" forName="ParentAccent3" refType="w" fact="0.0283"/>
                  <dgm:constr type="h" for="ch" forName="ParentAccent3" refType="h" fact="0.0518"/>
                  <dgm:constr type="r" for="ch" forName="ParentAccent4" refType="w" fact="0.1836"/>
                  <dgm:constr type="t" for="ch" forName="ParentAccent4" refType="h" fact="0.5316"/>
                  <dgm:constr type="w" for="ch" forName="ParentAccent4" refType="w" fact="0.0283"/>
                  <dgm:constr type="h" for="ch" forName="ParentAccent4" refType="h" fact="0.0518"/>
                  <dgm:constr type="r" for="ch" forName="ParentAccent5" refType="w" fact="0.2354"/>
                  <dgm:constr type="t" for="ch" forName="ParentAccent5" refType="h" fact="0.5316"/>
                  <dgm:constr type="w" for="ch" forName="ParentAccent5" refType="w" fact="0.0283"/>
                  <dgm:constr type="h" for="ch" forName="ParentAccent5" refType="h" fact="0.0518"/>
                  <dgm:constr type="r" for="ch" forName="ParentAccent6" refType="w" fact="0.3154"/>
                  <dgm:constr type="t" for="ch" forName="ParentAccent6" refType="h" fact="0.5057"/>
                  <dgm:constr type="w" for="ch" forName="ParentAccent6" refType="w" fact="0.0566"/>
                  <dgm:constr type="h" for="ch" forName="ParentAccent6" refType="h" fact="0.1035"/>
                  <dgm:constr type="r" for="ch" forName="ParentAccent7" refType="w" fact="0.0744"/>
                  <dgm:constr type="t" for="ch" forName="ParentAccent7" refType="h" fact="0.4247"/>
                  <dgm:constr type="w" for="ch" forName="ParentAccent7" refType="w" fact="0.0283"/>
                  <dgm:constr type="h" for="ch" forName="ParentAccent7" refType="h" fact="0.0518"/>
                  <dgm:constr type="r" for="ch" forName="ParentAccent8" refType="w" fact="0.0744"/>
                  <dgm:constr type="t" for="ch" forName="ParentAccent8" refType="h" fact="0.6392"/>
                  <dgm:constr type="w" for="ch" forName="ParentAccent8" refType="w" fact="0.0283"/>
                  <dgm:constr type="h" for="ch" forName="ParentAccent8" refType="h" fact="0.0518"/>
                  <dgm:constr type="r" for="ch" forName="ParentAccent9" refType="w" fact="0.0491"/>
                  <dgm:constr type="t" for="ch" forName="ParentAccent9" refType="h" fact="0.4712"/>
                  <dgm:constr type="w" for="ch" forName="ParentAccent9" refType="w" fact="0.0283"/>
                  <dgm:constr type="h" for="ch" forName="ParentAccent9" refType="h" fact="0.0518"/>
                  <dgm:constr type="r" for="ch" forName="ParentAccent10" refType="w" fact="0.0475"/>
                  <dgm:constr type="t" for="ch" forName="ParentAccent10" refType="h" fact="0.593"/>
                  <dgm:constr type="w" for="ch" forName="ParentAccent10" refType="w" fact="0.0283"/>
                  <dgm:constr type="h" for="ch" forName="ParentAccent10" refType="h" fact="0.0518"/>
                  <dgm:constr type="r" for="ch" forName="Child4" refType="w" fact="0.9919"/>
                  <dgm:constr type="t" for="ch" forName="Child4" refType="h" fact="0.8184"/>
                  <dgm:constr type="w" for="ch" forName="Child4" refType="w" fact="0.3192"/>
                  <dgm:constr type="h" for="ch" forName="Child4" refType="h" fact="0.1294"/>
                  <dgm:constr type="r" for="ch" forName="Child3" refType="w"/>
                  <dgm:constr type="t" for="ch" forName="Child3" refType="h" fact="0.5547"/>
                  <dgm:constr type="w" for="ch" forName="Child3" refType="w" fact="0.297"/>
                  <dgm:constr type="h" for="ch" forName="Child3" refType="h" fact="0.1294"/>
                  <dgm:constr type="r" for="ch" forName="Child2" refType="w"/>
                  <dgm:constr type="t" for="ch" forName="Child2" refType="h" fact="0.2662"/>
                  <dgm:constr type="w" for="ch" forName="Child2" refType="w" fact="0.297"/>
                  <dgm:constr type="h" for="ch" forName="Child2" refType="h" fact="0.1294"/>
                  <dgm:constr type="r" for="ch" forName="Child1" refType="w" fact="0.9919"/>
                  <dgm:constr type="t" for="ch" forName="Child1" refType="h" fact="0"/>
                  <dgm:constr type="w" for="ch" forName="Child1" refType="w" fact="0.3192"/>
                  <dgm:constr type="h" for="ch" forName="Child1" refType="h" fact="0.1294"/>
                </dgm:constrLst>
              </dgm:if>
              <dgm:else name="Name20">
                <dgm:alg type="composite">
                  <dgm:param type="ar" val="1.3278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4" refType="primFontSz" refFor="des" refForName="Parent" op="lte"/>
                  <dgm:constr type="primFontSz" for="des" forName="Child5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primFontSz" for="des" forName="Child4" refType="primFontSz" refFor="des" refForName="Child1" op="equ"/>
                  <dgm:constr type="primFontSz" for="des" forName="Child5" refType="primFontSz" refFor="des" refForName="Child1" op="equ"/>
                  <dgm:constr type="r" for="ch" forName="Child2Accent1" refType="w" fact="0.6564"/>
                  <dgm:constr type="t" for="ch" forName="Child2Accent1" refType="h" fact="0.3184"/>
                  <dgm:constr type="w" for="ch" forName="Child2Accent1" refType="w" fact="0.0574"/>
                  <dgm:constr type="h" for="ch" forName="Child2Accent1" refType="h" fact="0.0763"/>
                  <dgm:constr type="r" for="ch" forName="Child2Accent2" refType="w" fact="0.6932"/>
                  <dgm:constr type="t" for="ch" forName="Child2Accent2" refType="h" fact="0.2781"/>
                  <dgm:constr type="w" for="ch" forName="Child2Accent2" refType="w" fact="0.0287"/>
                  <dgm:constr type="h" for="ch" forName="Child2Accent2" refType="h" fact="0.0381"/>
                  <dgm:constr type="r" for="ch" forName="Child2Accent3" refType="w" fact="0.7545"/>
                  <dgm:constr type="t" for="ch" forName="Child2Accent3" refType="h" fact="0.2781"/>
                  <dgm:constr type="w" for="ch" forName="Child2Accent3" refType="w" fact="0.0287"/>
                  <dgm:constr type="h" for="ch" forName="Child2Accent3" refType="h" fact="0.0381"/>
                  <dgm:constr type="r" for="ch" forName="Child2Accent4" refType="w" fact="0.8158"/>
                  <dgm:constr type="t" for="ch" forName="Child2Accent4" refType="h" fact="0.2781"/>
                  <dgm:constr type="w" for="ch" forName="Child2Accent4" refType="w" fact="0.0287"/>
                  <dgm:constr type="h" for="ch" forName="Child2Accent4" refType="h" fact="0.0381"/>
                  <dgm:constr type="r" for="ch" forName="Child2Accent5" refType="w" fact="0.8771"/>
                  <dgm:constr type="t" for="ch" forName="Child2Accent5" refType="h" fact="0.2781"/>
                  <dgm:constr type="w" for="ch" forName="Child2Accent5" refType="w" fact="0.0287"/>
                  <dgm:constr type="h" for="ch" forName="Child2Accent5" refType="h" fact="0.0381"/>
                  <dgm:constr type="r" for="ch" forName="Child2Accent6" refType="w" fact="0.9385"/>
                  <dgm:constr type="t" for="ch" forName="Child2Accent6" refType="h" fact="0.2781"/>
                  <dgm:constr type="w" for="ch" forName="Child2Accent6" refType="w" fact="0.0287"/>
                  <dgm:constr type="h" for="ch" forName="Child2Accent6" refType="h" fact="0.0381"/>
                  <dgm:constr type="r" for="ch" forName="Child2Accent7" refType="w" fact="0.9998"/>
                  <dgm:constr type="t" for="ch" forName="Child2Accent7" refType="h" fact="0.2781"/>
                  <dgm:constr type="w" for="ch" forName="Child2Accent7" refType="w" fact="0.0287"/>
                  <dgm:constr type="h" for="ch" forName="Child2Accent7" refType="h" fact="0.0381"/>
                  <dgm:constr type="r" for="ch" forName="Child3Accent1" refType="w" fact="0.716"/>
                  <dgm:constr type="t" for="ch" forName="Child3Accent1" refType="h" fact="0.5061"/>
                  <dgm:constr type="w" for="ch" forName="Child3Accent1" refType="w" fact="0.0574"/>
                  <dgm:constr type="h" for="ch" forName="Child3Accent1" refType="h" fact="0.0763"/>
                  <dgm:constr type="r" for="ch" forName="Child3Accent2" refType="w" fact="0.7728"/>
                  <dgm:constr type="t" for="ch" forName="Child3Accent2" refType="h" fact="0.5252"/>
                  <dgm:constr type="w" for="ch" forName="Child3Accent2" refType="w" fact="0.0287"/>
                  <dgm:constr type="h" for="ch" forName="Child3Accent2" refType="h" fact="0.0381"/>
                  <dgm:constr type="r" for="ch" forName="Child3Accent3" refType="w" fact="0.8295"/>
                  <dgm:constr type="t" for="ch" forName="Child3Accent3" refType="h" fact="0.5252"/>
                  <dgm:constr type="w" for="ch" forName="Child3Accent3" refType="w" fact="0.0287"/>
                  <dgm:constr type="h" for="ch" forName="Child3Accent3" refType="h" fact="0.0381"/>
                  <dgm:constr type="r" for="ch" forName="Child3Accent4" refType="w" fact="0.8863"/>
                  <dgm:constr type="t" for="ch" forName="Child3Accent4" refType="h" fact="0.5252"/>
                  <dgm:constr type="w" for="ch" forName="Child3Accent4" refType="w" fact="0.0287"/>
                  <dgm:constr type="h" for="ch" forName="Child3Accent4" refType="h" fact="0.0381"/>
                  <dgm:constr type="r" for="ch" forName="Child3Accent5" refType="w" fact="0.943"/>
                  <dgm:constr type="t" for="ch" forName="Child3Accent5" refType="h" fact="0.5252"/>
                  <dgm:constr type="w" for="ch" forName="Child3Accent5" refType="w" fact="0.0287"/>
                  <dgm:constr type="h" for="ch" forName="Child3Accent5" refType="h" fact="0.0381"/>
                  <dgm:constr type="r" for="ch" forName="Child3Accent6" refType="w" fact="0.9998"/>
                  <dgm:constr type="t" for="ch" forName="Child3Accent6" refType="h" fact="0.5252"/>
                  <dgm:constr type="w" for="ch" forName="Child3Accent6" refType="w" fact="0.0287"/>
                  <dgm:constr type="h" for="ch" forName="Child3Accent6" refType="h" fact="0.0381"/>
                  <dgm:constr type="r" for="ch" forName="Child3Accent7" refType="w" fact="0"/>
                  <dgm:constr type="t" for="ch" forName="Child3Accent7" refType="h" fact="0"/>
                  <dgm:constr type="w" for="ch" forName="Child3Accent7" refType="w" fact="0"/>
                  <dgm:constr type="h" for="ch" forName="Child3Accent7" refType="h" fact="0"/>
                  <dgm:constr type="r" for="ch" forName="Child4Accent1" refType="w" fact="0.6564"/>
                  <dgm:constr type="t" for="ch" forName="Child4Accent1" refType="h" fact="0.6908"/>
                  <dgm:constr type="w" for="ch" forName="Child4Accent1" refType="w" fact="0.0574"/>
                  <dgm:constr type="h" for="ch" forName="Child4Accent1" refType="h" fact="0.0763"/>
                  <dgm:constr type="r" for="ch" forName="Child4Accent2" refType="w" fact="0.6932"/>
                  <dgm:constr type="t" for="ch" forName="Child4Accent2" refType="h" fact="0.7684"/>
                  <dgm:constr type="w" for="ch" forName="Child4Accent2" refType="w" fact="0.0287"/>
                  <dgm:constr type="h" for="ch" forName="Child4Accent2" refType="h" fact="0.0381"/>
                  <dgm:constr type="r" for="ch" forName="Child4Accent3" refType="w" fact="0.7545"/>
                  <dgm:constr type="t" for="ch" forName="Child4Accent3" refType="h" fact="0.7684"/>
                  <dgm:constr type="w" for="ch" forName="Child4Accent3" refType="w" fact="0.0287"/>
                  <dgm:constr type="h" for="ch" forName="Child4Accent3" refType="h" fact="0.0381"/>
                  <dgm:constr type="r" for="ch" forName="Child4Accent4" refType="w" fact="0.8158"/>
                  <dgm:constr type="t" for="ch" forName="Child4Accent4" refType="h" fact="0.7684"/>
                  <dgm:constr type="w" for="ch" forName="Child4Accent4" refType="w" fact="0.0287"/>
                  <dgm:constr type="h" for="ch" forName="Child4Accent4" refType="h" fact="0.0381"/>
                  <dgm:constr type="r" for="ch" forName="Child4Accent5" refType="w" fact="0.8771"/>
                  <dgm:constr type="t" for="ch" forName="Child4Accent5" refType="h" fact="0.7684"/>
                  <dgm:constr type="w" for="ch" forName="Child4Accent5" refType="w" fact="0.0287"/>
                  <dgm:constr type="h" for="ch" forName="Child4Accent5" refType="h" fact="0.0381"/>
                  <dgm:constr type="r" for="ch" forName="Child4Accent6" refType="w" fact="0.9385"/>
                  <dgm:constr type="t" for="ch" forName="Child4Accent6" refType="h" fact="0.7684"/>
                  <dgm:constr type="w" for="ch" forName="Child4Accent6" refType="w" fact="0.0287"/>
                  <dgm:constr type="h" for="ch" forName="Child4Accent6" refType="h" fact="0.0381"/>
                  <dgm:constr type="r" for="ch" forName="Child4Accent7" refType="w" fact="0.9998"/>
                  <dgm:constr type="t" for="ch" forName="Child4Accent7" refType="h" fact="0.7684"/>
                  <dgm:constr type="w" for="ch" forName="Child4Accent7" refType="w" fact="0.0287"/>
                  <dgm:constr type="h" for="ch" forName="Child4Accent7" refType="h" fact="0.0381"/>
                  <dgm:constr type="r" for="ch" forName="Child4Accent8" refType="w" fact="0"/>
                  <dgm:constr type="t" for="ch" forName="Child4Accent8" refType="h" fact="0"/>
                  <dgm:constr type="w" for="ch" forName="Child4Accent8" refType="w" fact="0"/>
                  <dgm:constr type="h" for="ch" forName="Child4Accent8" refType="h" fact="0"/>
                  <dgm:constr type="r" for="ch" forName="ParentAccent1" refType="w" fact="0.0287"/>
                  <dgm:constr type="t" for="ch" forName="ParentAccent1" refType="h" fact="0.5252"/>
                  <dgm:constr type="w" for="ch" forName="ParentAccent1" refType="w" fact="0.0287"/>
                  <dgm:constr type="h" for="ch" forName="ParentAccent1" refType="h" fact="0.0381"/>
                  <dgm:constr type="r" for="ch" forName="ParentAccent2" refType="w" fact="0.0813"/>
                  <dgm:constr type="t" for="ch" forName="ParentAccent2" refType="h" fact="0.5252"/>
                  <dgm:constr type="w" for="ch" forName="ParentAccent2" refType="w" fact="0.0287"/>
                  <dgm:constr type="h" for="ch" forName="ParentAccent2" refType="h" fact="0.0381"/>
                  <dgm:constr type="r" for="ch" forName="ParentAccent3" refType="w" fact="0.1339"/>
                  <dgm:constr type="t" for="ch" forName="ParentAccent3" refType="h" fact="0.5252"/>
                  <dgm:constr type="w" for="ch" forName="ParentAccent3" refType="w" fact="0.0287"/>
                  <dgm:constr type="h" for="ch" forName="ParentAccent3" refType="h" fact="0.0381"/>
                  <dgm:constr type="r" for="ch" forName="ParentAccent4" refType="w" fact="0.1864"/>
                  <dgm:constr type="t" for="ch" forName="ParentAccent4" refType="h" fact="0.5252"/>
                  <dgm:constr type="w" for="ch" forName="ParentAccent4" refType="w" fact="0.0287"/>
                  <dgm:constr type="h" for="ch" forName="ParentAccent4" refType="h" fact="0.0381"/>
                  <dgm:constr type="r" for="ch" forName="ParentAccent5" refType="w" fact="0.239"/>
                  <dgm:constr type="t" for="ch" forName="ParentAccent5" refType="h" fact="0.5252"/>
                  <dgm:constr type="w" for="ch" forName="ParentAccent5" refType="w" fact="0.0287"/>
                  <dgm:constr type="h" for="ch" forName="ParentAccent5" refType="h" fact="0.0381"/>
                  <dgm:constr type="r" for="ch" forName="ParentAccent6" refType="w" fact="0.3203"/>
                  <dgm:constr type="t" for="ch" forName="ParentAccent6" refType="h" fact="0.5061"/>
                  <dgm:constr type="w" for="ch" forName="ParentAccent6" refType="w" fact="0.0574"/>
                  <dgm:constr type="h" for="ch" forName="ParentAccent6" refType="h" fact="0.0763"/>
                  <dgm:constr type="r" for="ch" forName="ParentAccent7" refType="w" fact="0.0755"/>
                  <dgm:constr type="t" for="ch" forName="ParentAccent7" refType="h" fact="0.4464"/>
                  <dgm:constr type="w" for="ch" forName="ParentAccent7" refType="w" fact="0.0287"/>
                  <dgm:constr type="h" for="ch" forName="ParentAccent7" refType="h" fact="0.0381"/>
                  <dgm:constr type="r" for="ch" forName="ParentAccent8" refType="w" fact="0.0755"/>
                  <dgm:constr type="t" for="ch" forName="ParentAccent8" refType="h" fact="0.6045"/>
                  <dgm:constr type="w" for="ch" forName="ParentAccent8" refType="w" fact="0.0287"/>
                  <dgm:constr type="h" for="ch" forName="ParentAccent8" refType="h" fact="0.0381"/>
                  <dgm:constr type="r" for="ch" forName="ParentAccent9" refType="w" fact="0.0499"/>
                  <dgm:constr type="t" for="ch" forName="ParentAccent9" refType="h" fact="0.4807"/>
                  <dgm:constr type="w" for="ch" forName="ParentAccent9" refType="w" fact="0.0287"/>
                  <dgm:constr type="h" for="ch" forName="ParentAccent9" refType="h" fact="0.0381"/>
                  <dgm:constr type="r" for="ch" forName="ParentAccent10" refType="w" fact="0.0482"/>
                  <dgm:constr type="t" for="ch" forName="ParentAccent10" refType="h" fact="0.5705"/>
                  <dgm:constr type="w" for="ch" forName="ParentAccent10" refType="w" fact="0.0287"/>
                  <dgm:constr type="h" for="ch" forName="ParentAccent10" refType="h" fact="0.0381"/>
                  <dgm:constr type="r" for="ch" forName="Child1Accent1" refType="w" fact="0.5181"/>
                  <dgm:constr type="t" for="ch" forName="Child1Accent1" refType="h" fact="0.2457"/>
                  <dgm:constr type="w" for="ch" forName="Child1Accent1" refType="w" fact="0.0574"/>
                  <dgm:constr type="h" for="ch" forName="Child1Accent1" refType="h" fact="0.0763"/>
                  <dgm:constr type="r" for="ch" forName="Child1Accent2" refType="w" fact="0.5542"/>
                  <dgm:constr type="t" for="ch" forName="Child1Accent2" refType="h" fact="0.2004"/>
                  <dgm:constr type="w" for="ch" forName="Child1Accent2" refType="w" fact="0.0287"/>
                  <dgm:constr type="h" for="ch" forName="Child1Accent2" refType="h" fact="0.0381"/>
                  <dgm:constr type="r" for="ch" forName="Child1Accent3" refType="w" fact="0.5946"/>
                  <dgm:constr type="t" for="ch" forName="Child1Accent3" refType="h" fact="0.1445"/>
                  <dgm:constr type="w" for="ch" forName="Child1Accent3" refType="w" fact="0.0287"/>
                  <dgm:constr type="h" for="ch" forName="Child1Accent3" refType="h" fact="0.0381"/>
                  <dgm:constr type="r" for="ch" forName="Child1Accent4" refType="w" fact="0.6347"/>
                  <dgm:constr type="t" for="ch" forName="Child1Accent4" refType="h" fact="0.097"/>
                  <dgm:constr type="w" for="ch" forName="Child1Accent4" refType="w" fact="0.0287"/>
                  <dgm:constr type="h" for="ch" forName="Child1Accent4" refType="h" fact="0.0381"/>
                  <dgm:constr type="r" for="ch" forName="Child1Accent5" refType="w" fact="0.696"/>
                  <dgm:constr type="t" for="ch" forName="Child1Accent5" refType="h" fact="0.097"/>
                  <dgm:constr type="w" for="ch" forName="Child1Accent5" refType="w" fact="0.0287"/>
                  <dgm:constr type="h" for="ch" forName="Child1Accent5" refType="h" fact="0.0381"/>
                  <dgm:constr type="r" for="ch" forName="Child1Accent6" refType="w" fact="0.7574"/>
                  <dgm:constr type="t" for="ch" forName="Child1Accent6" refType="h" fact="0.097"/>
                  <dgm:constr type="w" for="ch" forName="Child1Accent6" refType="w" fact="0.0287"/>
                  <dgm:constr type="h" for="ch" forName="Child1Accent6" refType="h" fact="0.0381"/>
                  <dgm:constr type="r" for="ch" forName="Child1Accent7" refType="w" fact="0.8187"/>
                  <dgm:constr type="t" for="ch" forName="Child1Accent7" refType="h" fact="0.097"/>
                  <dgm:constr type="w" for="ch" forName="Child1Accent7" refType="w" fact="0.0287"/>
                  <dgm:constr type="h" for="ch" forName="Child1Accent7" refType="h" fact="0.0381"/>
                  <dgm:constr type="r" for="ch" forName="Child1Accent8" refType="w" fact="0.88"/>
                  <dgm:constr type="t" for="ch" forName="Child1Accent8" refType="h" fact="0.097"/>
                  <dgm:constr type="w" for="ch" forName="Child1Accent8" refType="w" fact="0.0287"/>
                  <dgm:constr type="h" for="ch" forName="Child1Accent8" refType="h" fact="0.0381"/>
                  <dgm:constr type="r" for="ch" forName="Child1Accent9" refType="w" fact="0.9413"/>
                  <dgm:constr type="t" for="ch" forName="Child1Accent9" refType="h" fact="0.097"/>
                  <dgm:constr type="w" for="ch" forName="Child1Accent9" refType="w" fact="0.0287"/>
                  <dgm:constr type="h" for="ch" forName="Child1Accent9" refType="h" fact="0.0381"/>
                  <dgm:constr type="r" for="ch" forName="Child5Accent1" refType="w" fact="0.5181"/>
                  <dgm:constr type="t" for="ch" forName="Child5Accent1" refType="h" fact="0.7601"/>
                  <dgm:constr type="w" for="ch" forName="Child5Accent1" refType="w" fact="0.0574"/>
                  <dgm:constr type="h" for="ch" forName="Child5Accent1" refType="h" fact="0.0763"/>
                  <dgm:constr type="r" for="ch" forName="Child5Accent2" refType="w" fact="0.547"/>
                  <dgm:constr type="t" for="ch" forName="Child5Accent2" refType="h" fact="0.8375"/>
                  <dgm:constr type="w" for="ch" forName="Child5Accent2" refType="w" fact="0.0287"/>
                  <dgm:constr type="h" for="ch" forName="Child5Accent2" refType="h" fact="0.0381"/>
                  <dgm:constr type="r" for="ch" forName="Child5Accent3" refType="w" fact="0.5882"/>
                  <dgm:constr type="t" for="ch" forName="Child5Accent3" refType="h" fact="0.8991"/>
                  <dgm:constr type="w" for="ch" forName="Child5Accent3" refType="w" fact="0.0287"/>
                  <dgm:constr type="h" for="ch" forName="Child5Accent3" refType="h" fact="0.0381"/>
                  <dgm:constr type="r" for="ch" forName="Child5Accent4" refType="w" fact="0.6347"/>
                  <dgm:constr type="t" for="ch" forName="Child5Accent4" refType="h" fact="0.9619"/>
                  <dgm:constr type="w" for="ch" forName="Child5Accent4" refType="w" fact="0.0287"/>
                  <dgm:constr type="h" for="ch" forName="Child5Accent4" refType="h" fact="0.0381"/>
                  <dgm:constr type="r" for="ch" forName="Child5Accent5" refType="w" fact="0.696"/>
                  <dgm:constr type="t" for="ch" forName="Child5Accent5" refType="h" fact="0.9619"/>
                  <dgm:constr type="w" for="ch" forName="Child5Accent5" refType="w" fact="0.0287"/>
                  <dgm:constr type="h" for="ch" forName="Child5Accent5" refType="h" fact="0.0381"/>
                  <dgm:constr type="r" for="ch" forName="Child5Accent6" refType="w" fact="0.7574"/>
                  <dgm:constr type="t" for="ch" forName="Child5Accent6" refType="h" fact="0.9619"/>
                  <dgm:constr type="w" for="ch" forName="Child5Accent6" refType="w" fact="0.0287"/>
                  <dgm:constr type="h" for="ch" forName="Child5Accent6" refType="h" fact="0.0381"/>
                  <dgm:constr type="r" for="ch" forName="Child5Accent7" refType="w" fact="0.8187"/>
                  <dgm:constr type="t" for="ch" forName="Child5Accent7" refType="h" fact="0.9619"/>
                  <dgm:constr type="w" for="ch" forName="Child5Accent7" refType="w" fact="0.0287"/>
                  <dgm:constr type="h" for="ch" forName="Child5Accent7" refType="h" fact="0.0381"/>
                  <dgm:constr type="r" for="ch" forName="Child5Accent8" refType="w" fact="0.88"/>
                  <dgm:constr type="t" for="ch" forName="Child5Accent8" refType="h" fact="0.9619"/>
                  <dgm:constr type="w" for="ch" forName="Child5Accent8" refType="w" fact="0.0287"/>
                  <dgm:constr type="h" for="ch" forName="Child5Accent8" refType="h" fact="0.0381"/>
                  <dgm:constr type="r" for="ch" forName="Child5Accent9" refType="w" fact="0.9423"/>
                  <dgm:constr type="t" for="ch" forName="Child5Accent9" refType="h" fact="0.9619"/>
                  <dgm:constr type="w" for="ch" forName="Child5Accent9" refType="w" fact="0.0287"/>
                  <dgm:constr type="h" for="ch" forName="Child5Accent9" refType="h" fact="0.0381"/>
                  <dgm:constr type="r" for="ch" forName="Child5" refType="w" fact="0.9419"/>
                  <dgm:constr type="t" for="ch" forName="Child5" refType="h" fact="0.8635"/>
                  <dgm:constr type="w" for="ch" forName="Child5" refType="w" fact="0.3364"/>
                  <dgm:constr type="h" for="ch" forName="Child5" refType="h" fact="0.0981"/>
                  <dgm:constr type="r" for="ch" forName="Child4" refType="w"/>
                  <dgm:constr type="t" for="ch" forName="Child4" refType="h" fact="0.6701"/>
                  <dgm:constr type="w" for="ch" forName="Child4" refType="w" fact="0.3364"/>
                  <dgm:constr type="h" for="ch" forName="Child4" refType="h" fact="0.0981"/>
                  <dgm:constr type="r" for="ch" forName="Child3" refType="w"/>
                  <dgm:constr type="t" for="ch" forName="Child3" refType="h" fact="0.4276"/>
                  <dgm:constr type="w" for="ch" forName="Child3" refType="w" fact="0.2544"/>
                  <dgm:constr type="h" for="ch" forName="Child3" refType="h" fact="0.0981"/>
                  <dgm:constr type="r" for="ch" forName="Child2" refType="w"/>
                  <dgm:constr type="t" for="ch" forName="Child2" refType="h" fact="0.1798"/>
                  <dgm:constr type="w" for="ch" forName="Child2" refType="w" fact="0.3364"/>
                  <dgm:constr type="h" for="ch" forName="Child2" refType="h" fact="0.0981"/>
                  <dgm:constr type="r" for="ch" forName="Child1" refType="w" fact="0.9419"/>
                  <dgm:constr type="t" for="ch" forName="Child1" refType="h" fact="0"/>
                  <dgm:constr type="w" for="ch" forName="Child1" refType="w" fact="0.3364"/>
                  <dgm:constr type="h" for="ch" forName="Child1" refType="h" fact="0.0981"/>
                  <dgm:constr type="r" for="ch" forName="Parent" refType="w" fact="0.6347"/>
                  <dgm:constr type="t" for="ch" forName="Parent" refType="h" fact="0.3513"/>
                  <dgm:constr type="w" for="ch" forName="Parent" refType="w" fact="0.2906"/>
                  <dgm:constr type="h" for="ch" forName="Parent" refType="h" fact="0.3859"/>
                </dgm:constrLst>
              </dgm:else>
            </dgm:choose>
          </dgm:else>
        </dgm:choose>
        <dgm:layoutNode name="ParentAccen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" styleLbl="alignNode1">
          <dgm:varLst>
            <dgm:chMax val="5"/>
            <dgm:chPref val="3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 ptType="node"/>
          <dgm:constrLst>
            <dgm:constr type="lMarg" refType="primFontSz" fact="0.1"/>
            <dgm:constr type="rMarg" refType="primFontSz" fact="0.1"/>
            <dgm:constr type="tMarg" refType="primFontSz" fact="0.1"/>
            <dgm:constr type="bMarg" refType="primFontSz" fact="0.1"/>
          </dgm:constrLst>
          <dgm:ruleLst>
            <dgm:rule type="primFontSz" val="5" fact="NaN" max="NaN"/>
          </dgm:ruleLst>
        </dgm:layoutNode>
        <dgm:forEach name="Name21" axis="ch" ptType="node" cnt="1">
          <dgm:layoutNode name="Child1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9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2" axis="ch" ptType="node" st="2" cnt="1">
          <dgm:layoutNode name="Child2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3" axis="ch" ptType="node" st="3" cnt="1">
          <dgm:layoutNode name="Child3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4" axis="ch" ptType="node" st="4" cnt="1">
          <dgm:layoutNode name="Child4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5" axis="ch" ptType="node" st="5" cnt="1">
          <dgm:layoutNode name="Child5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9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  <dgm:cat type="timeline" pri="104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9/3/layout/SubStepProcess">
  <dgm:title val=""/>
  <dgm:desc val=""/>
  <dgm:catLst>
    <dgm:cat type="process" pri="122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61" srcId="1" destId="11" srcOrd="0" destOrd="0"/>
        <dgm:cxn modelId="62" srcId="1" destId="12" srcOrd="1" destOrd="0"/>
        <dgm:cxn modelId="7" srcId="0" destId="2" srcOrd="0" destOrd="0"/>
        <dgm:cxn modelId="8" srcId="0" destId="3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8" srcId="0" destId="1" srcOrd="0" destOrd="0"/>
        <dgm:cxn modelId="81" srcId="1" destId="11" srcOrd="0" destOrd="0"/>
        <dgm:cxn modelId="82" srcId="1" destId="12" srcOrd="1" destOrd="0"/>
        <dgm:cxn modelId="9" srcId="0" destId="2" srcOrd="0" destOrd="0"/>
        <dgm:cxn modelId="10" srcId="0" destId="3" srcOrd="0" destOrd="0"/>
        <dgm:cxn modelId="11" srcId="0" destId="4" srcOrd="0" destOrd="0"/>
      </dgm:cxnLst>
      <dgm:bg/>
      <dgm:whole/>
    </dgm:dataModel>
  </dgm:clrData>
  <dgm:layoutNode name="Name0">
    <dgm:varLst>
      <dgm:chMax val="7"/>
      <dgm:dir/>
      <dgm:animOne val="branch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Tx1" refType="w"/>
      <dgm:constr type="w" for="ch" forName="chLin1" refType="w" refFor="ch" refForName="parTx1" fact="1.38"/>
      <dgm:constr type="h" for="ch" forName="chLin1" refType="h"/>
      <dgm:constr type="w" for="ch" forName="spPre1" refType="w" fact="0.27"/>
      <dgm:constr type="w" for="ch" forName="spPost1" refType="w" fact="0.27"/>
      <dgm:constr type="h" for="ch" forName="spPre1" refType="h"/>
      <dgm:constr type="h" for="ch" forName="spPost1" refType="h"/>
      <dgm:constr type="primFontSz" for="ch" forName="parTx1" val="65"/>
      <dgm:constr type="primFontSz" for="des" forName="desTx1" refType="primFontSz" refFor="ch" refForName="parTx1" fact="0.78"/>
      <dgm:constr type="primFontSz" for="des" forName="desTx1" op="equ"/>
      <dgm:constr type="w" for="ch" forName="parTx2" refType="w"/>
      <dgm:constr type="w" for="ch" forName="chLin2" refType="w" refFor="ch" refForName="parTx2" fact="1.38"/>
      <dgm:constr type="h" for="ch" forName="chLin2" refType="h"/>
      <dgm:constr type="w" for="ch" forName="spPre2" refType="w" fact="0.54"/>
      <dgm:constr type="w" for="ch" forName="spPost2" refType="w" fact="0.54"/>
      <dgm:constr type="h" for="ch" forName="spPre2" refType="h"/>
      <dgm:constr type="h" for="ch" forName="spPost2" refType="h"/>
      <dgm:constr type="primFontSz" for="ch" forName="parTx2" refType="primFontSz" refFor="ch" refForName="parTx1" op="equ"/>
      <dgm:constr type="primFontSz" for="des" forName="desTx2" refType="primFontSz" refFor="des" refForName="desTx1" op="equ"/>
      <dgm:constr type="w" for="ch" forName="parTx3" refType="w"/>
      <dgm:constr type="w" for="ch" forName="chLin3" refType="w" refFor="ch" refForName="parTx3" fact="1.38"/>
      <dgm:constr type="h" for="ch" forName="chLin3" refType="h"/>
      <dgm:constr type="w" for="ch" forName="spPre3" refType="w" fact="0.54"/>
      <dgm:constr type="w" for="ch" forName="spPost3" refType="w" fact="0.54"/>
      <dgm:constr type="h" for="ch" forName="spPre3" refType="h"/>
      <dgm:constr type="h" for="ch" forName="spPost3" refType="h"/>
      <dgm:constr type="primFontSz" for="ch" forName="parTx3" refType="primFontSz" refFor="ch" refForName="parTx1" op="equ"/>
      <dgm:constr type="primFontSz" for="des" forName="desTx3" refType="primFontSz" refFor="des" refForName="desTx1" op="equ"/>
      <dgm:constr type="w" for="ch" forName="parTx4" refType="w"/>
      <dgm:constr type="w" for="ch" forName="chLin4" refType="w" refFor="ch" refForName="parTx4" fact="1.38"/>
      <dgm:constr type="h" for="ch" forName="chLin4" refType="h"/>
      <dgm:constr type="w" for="ch" forName="spPre4" refType="w" fact="0.54"/>
      <dgm:constr type="w" for="ch" forName="spPost4" refType="w" fact="0.54"/>
      <dgm:constr type="h" for="ch" forName="spPre4" refType="h"/>
      <dgm:constr type="h" for="ch" forName="spPost4" refType="h"/>
      <dgm:constr type="primFontSz" for="ch" forName="parTx4" refType="primFontSz" refFor="ch" refForName="parTx1" op="equ"/>
      <dgm:constr type="primFontSz" for="des" forName="desTx4" refType="primFontSz" refFor="des" refForName="desTx1" op="equ"/>
      <dgm:constr type="w" for="ch" forName="parTx5" refType="w"/>
      <dgm:constr type="w" for="ch" forName="chLin5" refType="w" refFor="ch" refForName="parTx5" fact="1.38"/>
      <dgm:constr type="h" for="ch" forName="chLin5" refType="h"/>
      <dgm:constr type="w" for="ch" forName="spPre5" refType="w" fact="0.54"/>
      <dgm:constr type="w" for="ch" forName="spPost5" refType="w" fact="0.54"/>
      <dgm:constr type="h" for="ch" forName="spPre5" refType="h"/>
      <dgm:constr type="h" for="ch" forName="spPost5" refType="h"/>
      <dgm:constr type="primFontSz" for="ch" forName="parTx5" refType="primFontSz" refFor="ch" refForName="parTx1" op="equ"/>
      <dgm:constr type="primFontSz" for="des" forName="desTx5" refType="primFontSz" refFor="des" refForName="desTx1" op="equ"/>
      <dgm:constr type="w" for="ch" forName="parTx6" refType="w"/>
      <dgm:constr type="w" for="ch" forName="chLin6" refType="w" refFor="ch" refForName="parTx6" fact="1.38"/>
      <dgm:constr type="h" for="ch" forName="chLin6" refType="h"/>
      <dgm:constr type="w" for="ch" forName="spPre6" refType="w" fact="0.54"/>
      <dgm:constr type="w" for="ch" forName="spPost6" refType="w" fact="0.54"/>
      <dgm:constr type="h" for="ch" forName="spPre6" refType="h"/>
      <dgm:constr type="h" for="ch" forName="spPost6" refType="h"/>
      <dgm:constr type="primFontSz" for="ch" forName="parTx6" refType="primFontSz" refFor="ch" refForName="parTx1" op="equ"/>
      <dgm:constr type="primFontSz" for="des" forName="desTx6" refType="primFontSz" refFor="des" refForName="desTx1" op="equ"/>
      <dgm:constr type="w" for="ch" forName="parTx7" refType="w"/>
      <dgm:constr type="w" for="ch" forName="chLin7" refType="w" refFor="ch" refForName="parTx7" fact="1.38"/>
      <dgm:constr type="h" for="ch" forName="chLin7" refType="h"/>
      <dgm:constr type="w" for="ch" forName="spPre7" refType="w" fact="0.54"/>
      <dgm:constr type="w" for="ch" forName="spPost7" refType="w" fact="0.54"/>
      <dgm:constr type="h" for="ch" forName="spPre7" refType="h"/>
      <dgm:constr type="h" for="ch" forName="spPost7" refType="h"/>
      <dgm:constr type="primFontSz" for="ch" forName="parTx7" refType="primFontSz" refFor="ch" refForName="parTx1" op="equ"/>
      <dgm:constr type="primFontSz" for="des" forName="desTx7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parTx1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">
            <dgm:if name="Name8" axis="ch" ptType="node" func="cnt" op="gte" val="1">
              <dgm:layoutNode name="spPre1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1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1" refType="w" fact="0.77"/>
                  <dgm:constr type="w" for="ch" forName="top1" refType="w" refFor="ch" refForName="txAndLines1" fact="0.78"/>
                </dgm:constrLst>
                <dgm:forEach name="Name9" axis="ch">
                  <dgm:forEach name="Name10" axis="self" ptType="parTrans">
                    <dgm:layoutNode name="Name11" styleLbl="parChTrans1D1">
                      <dgm:choose name="Name12">
                        <dgm:if name="Name1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1"/>
                          </dgm:alg>
                        </dgm:if>
                        <dgm:else name="Name1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1"/>
                            <dgm:param type="dstNode" val="anchor1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" axis="self" ptType="node">
                    <dgm:choose name="Name16">
                      <dgm:if name="Name17" axis="par ch" ptType="node node" func="cnt" op="equ" val="1">
                        <dgm:layoutNode name="top1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"/>
                    </dgm:choose>
                    <dgm:layoutNode name="txAndLines1">
                      <dgm:choose name="Name19">
                        <dgm:if name="Name20" func="var" arg="dir" op="equ" val="norm">
                          <dgm:alg type="lin"/>
                        </dgm:if>
                        <dgm:else name="Name2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22">
                        <dgm:if name="Name23" axis="root ch" ptType="all node" func="cnt" op="gte" val="2">
                          <dgm:constrLst>
                            <dgm:constr type="w" for="ch" forName="anchor1" refType="w"/>
                            <dgm:constr type="w" for="ch" forName="backup1" refType="w" fact="-1"/>
                            <dgm:constr type="w" for="ch" forName="preLine1" refType="w" fact="0.11"/>
                            <dgm:constr type="w" for="ch" forName="desTx1" refType="w" fact="0.78"/>
                            <dgm:constr type="w" for="ch" forName="postLine1" refType="w" fact="0.11"/>
                          </dgm:constrLst>
                        </dgm:if>
                        <dgm:else name="Name24">
                          <dgm:constrLst>
                            <dgm:constr type="w" for="ch" forName="anchor1" refType="w" fact="0.89"/>
                            <dgm:constr type="w" for="ch" forName="backup1" refType="w" fact="-0.89"/>
                            <dgm:constr type="w" for="ch" forName="preLine1" refType="w" fact="0.11"/>
                            <dgm:constr type="w" for="ch" forName="desTx1" refType="w" fact="0.78"/>
                          </dgm:constrLst>
                        </dgm:else>
                      </dgm:choose>
                      <dgm:layoutNode name="anchor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1" styleLbl="parChTrans1D1" moveWith="desTx1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1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25">
                        <dgm:if name="Name26" axis="root ch" ptType="all node" func="cnt" op="gte" val="2">
                          <dgm:layoutNode name="postLine1" styleLbl="parChTrans1D1" moveWith="desTx1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27"/>
                      </dgm:choose>
                    </dgm:layoutNode>
                  </dgm:forEach>
                  <dgm:choose name="Name28">
                    <dgm:if name="Name29" axis="root ch" ptType="all node" func="cnt" op="gte" val="2">
                      <dgm:forEach name="Name30" axis="self" ptType="parTrans">
                        <dgm:layoutNode name="Name31" styleLbl="parChTrans1D1">
                          <dgm:choose name="Name32">
                            <dgm:if name="Name3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2"/>
                                <dgm:param type="endSty" val="noArr"/>
                                <dgm:param type="dstNode" val="anchor1"/>
                              </dgm:alg>
                            </dgm:if>
                            <dgm:else name="Name3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2"/>
                                <dgm:param type="dstNode" val="anchor1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35"/>
                  </dgm:choose>
                </dgm:forEach>
              </dgm:layoutNode>
              <dgm:choose name="Name36">
                <dgm:if name="Name37" axis="root ch" ptType="all node" func="cnt" op="gte" val="2">
                  <dgm:layoutNode name="spPost1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38"/>
              </dgm:choose>
            </dgm:if>
            <dgm:else name="Name39"/>
          </dgm:choose>
        </dgm:if>
        <dgm:if name="Name40" axis="self" ptType="node" func="pos" op="equ" val="2">
          <dgm:layoutNode name="parTx2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41">
            <dgm:if name="Name42" axis="ch" ptType="node" func="cnt" op="gte" val="1">
              <dgm:layoutNode name="spPre2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2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2" refType="w" fact="0.77"/>
                  <dgm:constr type="w" for="ch" forName="top2" refType="w" refFor="ch" refForName="txAndLines2" fact="0.78"/>
                </dgm:constrLst>
                <dgm:forEach name="Name43" axis="ch">
                  <dgm:forEach name="Name44" axis="self" ptType="parTrans">
                    <dgm:layoutNode name="Name45" styleLbl="parChTrans1D1">
                      <dgm:choose name="Name46">
                        <dgm:if name="Name4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2"/>
                          </dgm:alg>
                        </dgm:if>
                        <dgm:else name="Name4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2"/>
                            <dgm:param type="dstNode" val="anchor2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49" axis="self" ptType="node">
                    <dgm:choose name="Name50">
                      <dgm:if name="Name51" axis="par ch" ptType="node node" func="cnt" op="equ" val="1">
                        <dgm:layoutNode name="top2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52"/>
                    </dgm:choose>
                    <dgm:layoutNode name="txAndLines2">
                      <dgm:choose name="Name53">
                        <dgm:if name="Name54" func="var" arg="dir" op="equ" val="norm">
                          <dgm:alg type="lin"/>
                        </dgm:if>
                        <dgm:else name="Name5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56">
                        <dgm:if name="Name57" axis="root ch" ptType="all node" func="cnt" op="gte" val="3">
                          <dgm:constrLst>
                            <dgm:constr type="w" for="ch" forName="anchor2" refType="w"/>
                            <dgm:constr type="w" for="ch" forName="backup2" refType="w" fact="-1"/>
                            <dgm:constr type="w" for="ch" forName="preLine2" refType="w" fact="0.11"/>
                            <dgm:constr type="w" for="ch" forName="desTx2" refType="w" fact="0.78"/>
                            <dgm:constr type="w" for="ch" forName="postLine2" refType="w" fact="0.11"/>
                          </dgm:constrLst>
                        </dgm:if>
                        <dgm:else name="Name58">
                          <dgm:constrLst>
                            <dgm:constr type="w" for="ch" forName="anchor2" refType="w" fact="0.89"/>
                            <dgm:constr type="w" for="ch" forName="backup2" refType="w" fact="-0.89"/>
                            <dgm:constr type="w" for="ch" forName="preLine2" refType="w" fact="0.11"/>
                            <dgm:constr type="w" for="ch" forName="desTx2" refType="w" fact="0.78"/>
                          </dgm:constrLst>
                        </dgm:else>
                      </dgm:choose>
                      <dgm:layoutNode name="anchor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2" styleLbl="parChTrans1D1" moveWith="desTx2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2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59">
                        <dgm:if name="Name60" axis="root ch" ptType="all node" func="cnt" op="gte" val="3">
                          <dgm:layoutNode name="postLine2" styleLbl="parChTrans1D1" moveWith="desTx2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61"/>
                      </dgm:choose>
                    </dgm:layoutNode>
                  </dgm:forEach>
                  <dgm:choose name="Name62">
                    <dgm:if name="Name63" axis="root ch" ptType="all node" func="cnt" op="gte" val="3">
                      <dgm:forEach name="Name64" axis="self" ptType="parTrans">
                        <dgm:layoutNode name="Name65" styleLbl="parChTrans1D1">
                          <dgm:choose name="Name66">
                            <dgm:if name="Name67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3"/>
                                <dgm:param type="endSty" val="noArr"/>
                                <dgm:param type="dstNode" val="anchor2"/>
                              </dgm:alg>
                            </dgm:if>
                            <dgm:else name="Name68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3"/>
                                <dgm:param type="dstNode" val="anchor2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69"/>
                  </dgm:choose>
                </dgm:forEach>
              </dgm:layoutNode>
              <dgm:choose name="Name70">
                <dgm:if name="Name71" axis="root ch" ptType="all node" func="cnt" op="gte" val="3">
                  <dgm:layoutNode name="spPost2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72"/>
              </dgm:choose>
            </dgm:if>
            <dgm:else name="Name73"/>
          </dgm:choose>
        </dgm:if>
        <dgm:if name="Name74" axis="self" ptType="node" func="pos" op="equ" val="3">
          <dgm:layoutNode name="parTx3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5">
            <dgm:if name="Name76" axis="ch" ptType="node" func="cnt" op="gte" val="1">
              <dgm:layoutNode name="spPre3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3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3" refType="w" fact="0.77"/>
                  <dgm:constr type="w" for="ch" forName="top3" refType="w" refFor="ch" refForName="txAndLines3" fact="0.78"/>
                </dgm:constrLst>
                <dgm:forEach name="Name77" axis="ch">
                  <dgm:forEach name="Name78" axis="self" ptType="parTrans">
                    <dgm:layoutNode name="Name79" styleLbl="parChTrans1D1">
                      <dgm:choose name="Name80">
                        <dgm:if name="Name81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3"/>
                          </dgm:alg>
                        </dgm:if>
                        <dgm:else name="Name82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3"/>
                            <dgm:param type="dstNode" val="anchor3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83" axis="self" ptType="node">
                    <dgm:choose name="Name84">
                      <dgm:if name="Name85" axis="par ch" ptType="node node" func="cnt" op="equ" val="1">
                        <dgm:layoutNode name="top3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86"/>
                    </dgm:choose>
                    <dgm:layoutNode name="txAndLines3">
                      <dgm:choose name="Name87">
                        <dgm:if name="Name88" func="var" arg="dir" op="equ" val="norm">
                          <dgm:alg type="lin"/>
                        </dgm:if>
                        <dgm:else name="Name89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90">
                        <dgm:if name="Name91" axis="root ch" ptType="all node" func="cnt" op="gte" val="4">
                          <dgm:constrLst>
                            <dgm:constr type="w" for="ch" forName="anchor3" refType="w"/>
                            <dgm:constr type="w" for="ch" forName="backup3" refType="w" fact="-1"/>
                            <dgm:constr type="w" for="ch" forName="preLine3" refType="w" fact="0.11"/>
                            <dgm:constr type="w" for="ch" forName="desTx3" refType="w" fact="0.78"/>
                            <dgm:constr type="w" for="ch" forName="postLine3" refType="w" fact="0.11"/>
                          </dgm:constrLst>
                        </dgm:if>
                        <dgm:else name="Name92">
                          <dgm:constrLst>
                            <dgm:constr type="w" for="ch" forName="anchor3" refType="w" fact="0.89"/>
                            <dgm:constr type="w" for="ch" forName="backup3" refType="w" fact="-0.89"/>
                            <dgm:constr type="w" for="ch" forName="preLine3" refType="w" fact="0.11"/>
                            <dgm:constr type="w" for="ch" forName="desTx3" refType="w" fact="0.78"/>
                          </dgm:constrLst>
                        </dgm:else>
                      </dgm:choose>
                      <dgm:layoutNode name="anchor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3" styleLbl="parChTrans1D1" moveWith="desTx3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3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93">
                        <dgm:if name="Name94" axis="root ch" ptType="all node" func="cnt" op="gte" val="4">
                          <dgm:layoutNode name="postLine3" styleLbl="parChTrans1D1" moveWith="desTx3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95"/>
                      </dgm:choose>
                    </dgm:layoutNode>
                  </dgm:forEach>
                  <dgm:choose name="Name96">
                    <dgm:if name="Name97" axis="root ch" ptType="all node" func="cnt" op="gte" val="4">
                      <dgm:forEach name="Name98" axis="self" ptType="parTrans">
                        <dgm:layoutNode name="Name99" styleLbl="parChTrans1D1">
                          <dgm:choose name="Name100">
                            <dgm:if name="Name101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4"/>
                                <dgm:param type="endSty" val="noArr"/>
                                <dgm:param type="dstNode" val="anchor3"/>
                              </dgm:alg>
                            </dgm:if>
                            <dgm:else name="Name102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4"/>
                                <dgm:param type="dstNode" val="anchor3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03"/>
                  </dgm:choose>
                </dgm:forEach>
              </dgm:layoutNode>
              <dgm:choose name="Name104">
                <dgm:if name="Name105" axis="root ch" ptType="all node" func="cnt" op="gte" val="4">
                  <dgm:layoutNode name="spPost3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06"/>
              </dgm:choose>
            </dgm:if>
            <dgm:else name="Name107"/>
          </dgm:choose>
        </dgm:if>
        <dgm:if name="Name108" axis="self" ptType="node" func="pos" op="equ" val="4">
          <dgm:layoutNode name="parTx4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09">
            <dgm:if name="Name110" axis="ch" ptType="node" func="cnt" op="gte" val="1">
              <dgm:layoutNode name="spPre4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4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4" refType="w" fact="0.77"/>
                  <dgm:constr type="w" for="ch" forName="top4" refType="w" refFor="ch" refForName="txAndLines4" fact="0.78"/>
                </dgm:constrLst>
                <dgm:forEach name="Name111" axis="ch">
                  <dgm:forEach name="Name112" axis="self" ptType="parTrans">
                    <dgm:layoutNode name="Name113" styleLbl="parChTrans1D1">
                      <dgm:choose name="Name114">
                        <dgm:if name="Name115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4"/>
                          </dgm:alg>
                        </dgm:if>
                        <dgm:else name="Name116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4"/>
                            <dgm:param type="dstNode" val="anchor4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17" axis="self" ptType="node">
                    <dgm:choose name="Name118">
                      <dgm:if name="Name119" axis="par ch" ptType="node node" func="cnt" op="equ" val="1">
                        <dgm:layoutNode name="top4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20"/>
                    </dgm:choose>
                    <dgm:layoutNode name="txAndLines4">
                      <dgm:choose name="Name121">
                        <dgm:if name="Name122" func="var" arg="dir" op="equ" val="norm">
                          <dgm:alg type="lin"/>
                        </dgm:if>
                        <dgm:else name="Name123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24">
                        <dgm:if name="Name125" axis="root ch" ptType="all node" func="cnt" op="gte" val="5">
                          <dgm:constrLst>
                            <dgm:constr type="w" for="ch" forName="anchor4" refType="w"/>
                            <dgm:constr type="w" for="ch" forName="backup4" refType="w" fact="-1"/>
                            <dgm:constr type="w" for="ch" forName="preLine4" refType="w" fact="0.11"/>
                            <dgm:constr type="w" for="ch" forName="desTx4" refType="w" fact="0.78"/>
                            <dgm:constr type="w" for="ch" forName="postLine4" refType="w" fact="0.11"/>
                          </dgm:constrLst>
                        </dgm:if>
                        <dgm:else name="Name126">
                          <dgm:constrLst>
                            <dgm:constr type="w" for="ch" forName="anchor4" refType="w" fact="0.89"/>
                            <dgm:constr type="w" for="ch" forName="backup4" refType="w" fact="-0.89"/>
                            <dgm:constr type="w" for="ch" forName="preLine4" refType="w" fact="0.11"/>
                            <dgm:constr type="w" for="ch" forName="desTx4" refType="w" fact="0.78"/>
                          </dgm:constrLst>
                        </dgm:else>
                      </dgm:choose>
                      <dgm:layoutNode name="anchor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4" styleLbl="parChTrans1D1" moveWith="desTx4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4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27">
                        <dgm:if name="Name128" axis="root ch" ptType="all node" func="cnt" op="gte" val="5">
                          <dgm:layoutNode name="postLine4" styleLbl="parChTrans1D1" moveWith="desTx4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29"/>
                      </dgm:choose>
                    </dgm:layoutNode>
                  </dgm:forEach>
                  <dgm:choose name="Name130">
                    <dgm:if name="Name131" axis="root ch" ptType="all node" func="cnt" op="gte" val="5">
                      <dgm:forEach name="Name132" axis="self" ptType="parTrans">
                        <dgm:layoutNode name="Name133" styleLbl="parChTrans1D1">
                          <dgm:choose name="Name134">
                            <dgm:if name="Name135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5"/>
                                <dgm:param type="endSty" val="noArr"/>
                                <dgm:param type="dstNode" val="anchor4"/>
                              </dgm:alg>
                            </dgm:if>
                            <dgm:else name="Name136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5"/>
                                <dgm:param type="dstNode" val="anchor4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37"/>
                  </dgm:choose>
                </dgm:forEach>
              </dgm:layoutNode>
              <dgm:choose name="Name138">
                <dgm:if name="Name139" axis="root ch" ptType="all node" func="cnt" op="gte" val="5">
                  <dgm:layoutNode name="spPost4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40"/>
              </dgm:choose>
            </dgm:if>
            <dgm:else name="Name141"/>
          </dgm:choose>
        </dgm:if>
        <dgm:if name="Name142" axis="self" ptType="node" func="pos" op="equ" val="5">
          <dgm:layoutNode name="parTx5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43">
            <dgm:if name="Name144" axis="ch" ptType="node" func="cnt" op="gte" val="1">
              <dgm:layoutNode name="spPre5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5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5" refType="w" fact="0.77"/>
                  <dgm:constr type="w" for="ch" forName="top5" refType="w" refFor="ch" refForName="txAndLines5" fact="0.78"/>
                </dgm:constrLst>
                <dgm:forEach name="Name145" axis="ch">
                  <dgm:forEach name="Name146" axis="self" ptType="parTrans">
                    <dgm:layoutNode name="Name147" styleLbl="parChTrans1D1">
                      <dgm:choose name="Name148">
                        <dgm:if name="Name149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5"/>
                          </dgm:alg>
                        </dgm:if>
                        <dgm:else name="Name150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5"/>
                            <dgm:param type="dstNode" val="anchor5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1" axis="self" ptType="node">
                    <dgm:choose name="Name152">
                      <dgm:if name="Name153" axis="par ch" ptType="node node" func="cnt" op="equ" val="1">
                        <dgm:layoutNode name="top5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54"/>
                    </dgm:choose>
                    <dgm:layoutNode name="txAndLines5">
                      <dgm:choose name="Name155">
                        <dgm:if name="Name156" func="var" arg="dir" op="equ" val="norm">
                          <dgm:alg type="lin"/>
                        </dgm:if>
                        <dgm:else name="Name157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58">
                        <dgm:if name="Name159" axis="root ch" ptType="all node" func="cnt" op="gte" val="6">
                          <dgm:constrLst>
                            <dgm:constr type="w" for="ch" forName="anchor5" refType="w"/>
                            <dgm:constr type="w" for="ch" forName="backup5" refType="w" fact="-1"/>
                            <dgm:constr type="w" for="ch" forName="preLine5" refType="w" fact="0.11"/>
                            <dgm:constr type="w" for="ch" forName="desTx5" refType="w" fact="0.78"/>
                            <dgm:constr type="w" for="ch" forName="postLine5" refType="w" fact="0.11"/>
                          </dgm:constrLst>
                        </dgm:if>
                        <dgm:else name="Name160">
                          <dgm:constrLst>
                            <dgm:constr type="w" for="ch" forName="anchor5" refType="w" fact="0.89"/>
                            <dgm:constr type="w" for="ch" forName="backup5" refType="w" fact="-0.89"/>
                            <dgm:constr type="w" for="ch" forName="preLine5" refType="w" fact="0.11"/>
                            <dgm:constr type="w" for="ch" forName="desTx5" refType="w" fact="0.78"/>
                          </dgm:constrLst>
                        </dgm:else>
                      </dgm:choose>
                      <dgm:layoutNode name="anchor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5" styleLbl="parChTrans1D1" moveWith="desTx5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5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61">
                        <dgm:if name="Name162" axis="root ch" ptType="all node" func="cnt" op="gte" val="6">
                          <dgm:layoutNode name="postLine5" styleLbl="parChTrans1D1" moveWith="desTx5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63"/>
                      </dgm:choose>
                    </dgm:layoutNode>
                  </dgm:forEach>
                  <dgm:choose name="Name164">
                    <dgm:if name="Name165" axis="root ch" ptType="all node" func="cnt" op="gte" val="6">
                      <dgm:forEach name="Name166" axis="self" ptType="parTrans">
                        <dgm:layoutNode name="Name167" styleLbl="parChTrans1D1">
                          <dgm:choose name="Name168">
                            <dgm:if name="Name169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6"/>
                                <dgm:param type="endSty" val="noArr"/>
                                <dgm:param type="dstNode" val="anchor5"/>
                              </dgm:alg>
                            </dgm:if>
                            <dgm:else name="Name170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6"/>
                                <dgm:param type="dstNode" val="anchor5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71"/>
                  </dgm:choose>
                </dgm:forEach>
              </dgm:layoutNode>
              <dgm:choose name="Name172">
                <dgm:if name="Name173" axis="root ch" ptType="all node" func="cnt" op="gte" val="6">
                  <dgm:layoutNode name="spPost5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74"/>
              </dgm:choose>
            </dgm:if>
            <dgm:else name="Name175"/>
          </dgm:choose>
        </dgm:if>
        <dgm:if name="Name176" axis="self" ptType="node" func="pos" op="equ" val="6">
          <dgm:layoutNode name="parTx6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77">
            <dgm:if name="Name178" axis="ch" ptType="node" func="cnt" op="gte" val="1">
              <dgm:layoutNode name="spPre6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6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6" refType="w" fact="0.77"/>
                  <dgm:constr type="w" for="ch" forName="top6" refType="w" refFor="ch" refForName="txAndLines6" fact="0.78"/>
                </dgm:constrLst>
                <dgm:forEach name="Name179" axis="ch">
                  <dgm:forEach name="Name180" axis="self" ptType="parTrans">
                    <dgm:layoutNode name="Name181" styleLbl="parChTrans1D1">
                      <dgm:choose name="Name182">
                        <dgm:if name="Name18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6"/>
                          </dgm:alg>
                        </dgm:if>
                        <dgm:else name="Name18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6"/>
                            <dgm:param type="dstNode" val="anchor6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85" axis="self" ptType="node">
                    <dgm:choose name="Name186">
                      <dgm:if name="Name187" axis="par ch" ptType="node node" func="cnt" op="equ" val="1">
                        <dgm:layoutNode name="top6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8"/>
                    </dgm:choose>
                    <dgm:layoutNode name="txAndLines6">
                      <dgm:choose name="Name189">
                        <dgm:if name="Name190" func="var" arg="dir" op="equ" val="norm">
                          <dgm:alg type="lin"/>
                        </dgm:if>
                        <dgm:else name="Name19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92">
                        <dgm:if name="Name193" axis="root ch" ptType="all node" func="cnt" op="gte" val="7">
                          <dgm:constrLst>
                            <dgm:constr type="w" for="ch" forName="anchor6" refType="w"/>
                            <dgm:constr type="w" for="ch" forName="backup6" refType="w" fact="-1"/>
                            <dgm:constr type="w" for="ch" forName="preLine6" refType="w" fact="0.11"/>
                            <dgm:constr type="w" for="ch" forName="desTx6" refType="w" fact="0.78"/>
                            <dgm:constr type="w" for="ch" forName="postLine6" refType="w" fact="0.11"/>
                          </dgm:constrLst>
                        </dgm:if>
                        <dgm:else name="Name194">
                          <dgm:constrLst>
                            <dgm:constr type="w" for="ch" forName="anchor6" refType="w" fact="0.89"/>
                            <dgm:constr type="w" for="ch" forName="backup6" refType="w" fact="-0.89"/>
                            <dgm:constr type="w" for="ch" forName="preLine6" refType="w" fact="0.11"/>
                            <dgm:constr type="w" for="ch" forName="desTx6" refType="w" fact="0.78"/>
                          </dgm:constrLst>
                        </dgm:else>
                      </dgm:choose>
                      <dgm:layoutNode name="anchor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6" styleLbl="parChTrans1D1" moveWith="desTx6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6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95">
                        <dgm:if name="Name196" axis="root ch" ptType="all node" func="cnt" op="gte" val="7">
                          <dgm:layoutNode name="postLine6" styleLbl="parChTrans1D1" moveWith="desTx6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97"/>
                      </dgm:choose>
                    </dgm:layoutNode>
                  </dgm:forEach>
                  <dgm:choose name="Name198">
                    <dgm:if name="Name199" axis="root ch" ptType="all node" func="cnt" op="gte" val="7">
                      <dgm:forEach name="Name200" axis="self" ptType="parTrans">
                        <dgm:layoutNode name="Name201" styleLbl="parChTrans1D1">
                          <dgm:choose name="Name202">
                            <dgm:if name="Name20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7"/>
                                <dgm:param type="endSty" val="noArr"/>
                                <dgm:param type="dstNode" val="anchor6"/>
                              </dgm:alg>
                            </dgm:if>
                            <dgm:else name="Name20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7"/>
                                <dgm:param type="dstNode" val="anchor6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205"/>
                  </dgm:choose>
                </dgm:forEach>
              </dgm:layoutNode>
              <dgm:choose name="Name206">
                <dgm:if name="Name207" axis="root ch" ptType="all node" func="cnt" op="gte" val="7">
                  <dgm:layoutNode name="spPost6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208"/>
              </dgm:choose>
            </dgm:if>
            <dgm:else name="Name209"/>
          </dgm:choose>
        </dgm:if>
        <dgm:if name="Name210" axis="self" ptType="node" func="pos" op="equ" val="7">
          <dgm:layoutNode name="parTx7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211">
            <dgm:if name="Name212" axis="ch" ptType="node" func="cnt" op="gte" val="1">
              <dgm:layoutNode name="spPre7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7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7" refType="w" fact="0.77"/>
                  <dgm:constr type="w" for="ch" forName="top7" refType="w" refFor="ch" refForName="txAndLines7" fact="0.78"/>
                </dgm:constrLst>
                <dgm:forEach name="Name213" axis="ch">
                  <dgm:forEach name="Name214" axis="self" ptType="parTrans">
                    <dgm:layoutNode name="Name215" styleLbl="parChTrans1D1">
                      <dgm:choose name="Name216">
                        <dgm:if name="Name21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7"/>
                          </dgm:alg>
                        </dgm:if>
                        <dgm:else name="Name21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7"/>
                            <dgm:param type="dstNode" val="anchor7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219" axis="self" ptType="node">
                    <dgm:choose name="Name220">
                      <dgm:if name="Name221" axis="par ch" ptType="node node" func="cnt" op="equ" val="1">
                        <dgm:layoutNode name="top7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222"/>
                    </dgm:choose>
                    <dgm:layoutNode name="txAndLines7">
                      <dgm:choose name="Name223">
                        <dgm:if name="Name224" func="var" arg="dir" op="equ" val="norm">
                          <dgm:alg type="lin"/>
                        </dgm:if>
                        <dgm:else name="Name22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w" for="ch" forName="anchor7" refType="w" fact="0.89"/>
                        <dgm:constr type="w" for="ch" forName="backup7" refType="w" fact="-0.89"/>
                        <dgm:constr type="w" for="ch" forName="preLine7" refType="w" fact="0.11"/>
                        <dgm:constr type="w" for="ch" forName="desTx7" refType="w" fact="0.78"/>
                      </dgm:constrLst>
                      <dgm:layoutNode name="anchor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7" styleLbl="parChTrans1D1" moveWith="desTx7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7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</dgm:layoutNode>
                  </dgm:forEach>
                </dgm:forEach>
              </dgm:layoutNode>
            </dgm:if>
            <dgm:else name="Name226"/>
          </dgm:choose>
        </dgm:if>
        <dgm:else name="Name227"/>
      </dgm:choose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85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86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87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88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89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90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9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9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93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94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95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96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97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9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9.xml><?xml version="1.0" encoding="utf-8"?>
<dgm:layoutDef xmlns:dgm="http://schemas.openxmlformats.org/drawingml/2006/diagram" xmlns:a="http://schemas.openxmlformats.org/drawingml/2006/main" uniqueId="urn:microsoft.com/office/officeart/2005/8/layout/pictureOrgChart+Icon">
  <dgm:title val="Picture Organization Chart"/>
  <dgm:desc val="Use to show hierarchical information or reporting relationships in an organization, with corresponding pictures. The assistant shape and the Org Chart hanging layouts are available with this layout."/>
  <dgm:catLst>
    <dgm:cat type="hierarchy" pri="1050"/>
    <dgm:cat type="officeonline" pri="1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Pict1" styleLbl="alignImgPlace1">
              <dgm:alg type="sp"/>
              <dgm:shape xmlns:r="http://schemas.openxmlformats.org/officeDocument/2006/relationships" type="rect" r:blip="" blipPhldr="1">
                <dgm:adjLst/>
              </dgm:shape>
              <dgm:presOf/>
              <dgm:constrLst/>
              <dgm:ruleLst/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Pict" styleLbl="alignImgPlace1">
                    <dgm:alg type="sp"/>
                    <dgm:shape xmlns:r="http://schemas.openxmlformats.org/officeDocument/2006/relationships" type="rect" r:blip="" blipPhldr="1">
                      <dgm:adjLst/>
                    </dgm:shape>
                    <dgm:presOf/>
                    <dgm:constrLst/>
                    <dgm:ruleLst/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Pict3" styleLbl="alignImgPlace1">
                    <dgm:alg type="sp"/>
                    <dgm:shape xmlns:r="http://schemas.openxmlformats.org/officeDocument/2006/relationships" type="rect" r:blip="" blipPhldr="1">
                      <dgm:adjLst/>
                    </dgm:shape>
                    <dgm:presOf/>
                    <dgm:constrLst/>
                    <dgm:ruleLst/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0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#1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2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4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10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8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109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110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11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layout112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34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layout113.xml><?xml version="1.0" encoding="utf-8"?>
<dgm:layoutDef xmlns:dgm="http://schemas.openxmlformats.org/drawingml/2006/diagram" xmlns:a="http://schemas.openxmlformats.org/drawingml/2006/main" uniqueId="urn:microsoft.com/office/officeart/2009/3/layout/PlusandMinus">
  <dgm:title val=""/>
  <dgm:desc val=""/>
  <dgm:catLst>
    <dgm:cat type="relationship" pri="36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2"/>
      <dgm:chPref val="2"/>
      <dgm:dir/>
      <dgm:animOne/>
      <dgm:resizeHandles val="exact"/>
    </dgm:varLst>
    <dgm:alg type="composite">
      <dgm:param type="ar" val="1.8238"/>
    </dgm:alg>
    <dgm:shape xmlns:r="http://schemas.openxmlformats.org/officeDocument/2006/relationships" r:blip="">
      <dgm:adjLst/>
    </dgm:shape>
    <dgm:choose name="Name1">
      <dgm:if name="Name2" func="var" arg="dir" op="equ" val="norm">
        <dgm:constrLst>
          <dgm:constr type="primFontSz" for="des" ptType="node" op="equ" val="65"/>
          <dgm:constr type="l" for="ch" forName="Background" refType="w" fact="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l" for="ch" forName="ParentText1" refType="w" fact="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l" for="ch" forName="ParentText2" refType="w" fact="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l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l" for="ch" forName="Minus" refType="w" fact="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l" for="ch" forName="Divider" refType="w" fact="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if>
      <dgm:else name="Name3">
        <dgm:constrLst>
          <dgm:constr type="primFontSz" for="des" ptType="node" op="equ" val="65"/>
          <dgm:constr type="r" for="ch" forName="Background" refType="w" fact="-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r" for="ch" forName="ParentText1" refType="w" fact="-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r" for="ch" forName="ParentText2" refType="w" fact="-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r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r" for="ch" forName="Minus" refType="w" fact="-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r" for="ch" forName="Divider" refType="w" fact="-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else>
    </dgm:choose>
    <dgm:layoutNode name="Background" styleLbl="bgImgPlace1">
      <dgm:alg type="sp"/>
      <dgm:shape xmlns:r="http://schemas.openxmlformats.org/officeDocument/2006/relationships" type="rect" r:blip="">
        <dgm:adjLst/>
      </dgm:shape>
      <dgm:presOf/>
    </dgm:layoutNode>
    <dgm:layoutNode name="ParentText1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1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arentText2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2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lus" styleLbl="alignNode1">
      <dgm:alg type="sp"/>
      <dgm:shape xmlns:r="http://schemas.openxmlformats.org/officeDocument/2006/relationships" type="plus" r:blip="">
        <dgm:adjLst>
          <dgm:adj idx="1" val="0.3281"/>
        </dgm:adjLst>
      </dgm:shape>
      <dgm:presOf/>
    </dgm:layoutNode>
    <dgm:layoutNode name="Minus" styleLbl="alignNode1">
      <dgm:alg type="sp"/>
      <dgm:shape xmlns:r="http://schemas.openxmlformats.org/officeDocument/2006/relationships" type="rect" r:blip="">
        <dgm:adjLst/>
      </dgm:shape>
      <dgm:presOf/>
    </dgm:layoutNode>
    <dgm:layoutNode name="Divider" styleLbl="parChTrans1D1">
      <dgm:alg type="sp"/>
      <dgm:shape xmlns:r="http://schemas.openxmlformats.org/officeDocument/2006/relationships" type="line" r:blip="">
        <dgm:adjLst/>
      </dgm:shape>
      <dgm:presOf/>
    </dgm:layoutNode>
  </dgm:layoutNode>
</dgm:layoutDef>
</file>

<file path=ppt/diagrams/layout114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layout115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16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layout117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118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19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120.xml><?xml version="1.0" encoding="utf-8"?>
<dgm:layoutDef xmlns:dgm="http://schemas.openxmlformats.org/drawingml/2006/diagram" xmlns:a="http://schemas.openxmlformats.org/drawingml/2006/main" uniqueId="urn:diagrams.loki3.com/TabbedArc+Icon">
  <dgm:title val="Tabbed Arc"/>
  <dgm:desc val="Use to show a set of related items arcing over a common area.  Best with small amounts of text."/>
  <dgm:catLst>
    <dgm:cat type="relationship" pri="20500"/>
    <dgm:cat type="officeonline" pri="4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1">
        <dgm:alg type="cycle"/>
      </dgm:if>
      <dgm:else name="Name3">
        <dgm:choose name="Name4">
          <dgm:if name="Name5" axis="ch" ptType="node" func="cnt" op="lte" val="3">
            <dgm:choose name="Name6">
              <dgm:if name="Name7" func="var" arg="dir" op="equ" val="norm">
                <dgm:alg type="cycle">
                  <dgm:param type="stAng" val="-40"/>
                  <dgm:param type="spanAng" val="80"/>
                  <dgm:param type="rotPath" val="alongPath"/>
                </dgm:alg>
              </dgm:if>
              <dgm:else name="Name8">
                <dgm:alg type="cycle">
                  <dgm:param type="stAng" val="40"/>
                  <dgm:param type="spanAng" val="-80"/>
                  <dgm:param type="rotPath" val="alongPath"/>
                </dgm:alg>
              </dgm:else>
            </dgm:choose>
          </dgm:if>
          <dgm:else name="Name9">
            <dgm:choose name="Name10">
              <dgm:if name="Name11" func="var" arg="dir" op="equ" val="norm">
                <dgm:alg type="cycle">
                  <dgm:param type="stAng" val="-60"/>
                  <dgm:param type="spanAng" val="120"/>
                  <dgm:param type="rotPath" val="alongPath"/>
                </dgm:alg>
              </dgm:if>
              <dgm:else name="Name12">
                <dgm:alg type="cycle">
                  <dgm:param type="stAng" val="60"/>
                  <dgm:param type="spanAng" val="-120"/>
                  <dgm:param type="rotPath" val="alongPath"/>
                </dgm:alg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hoose name="Name13">
      <dgm:if name="Name14" axis="ch" ptType="node" func="cnt" op="equ" val="2">
        <dgm:constrLst>
          <dgm:constr type="w" for="ch" ptType="node" refType="w"/>
          <dgm:constr type="primFontSz" for="ch" ptType="node" op="equ" val="65"/>
          <dgm:constr type="sibSp" refType="w" fact="0.22"/>
        </dgm:constrLst>
      </dgm:if>
      <dgm:else name="Name15">
        <dgm:constrLst>
          <dgm:constr type="w" for="ch" ptType="node" refType="w"/>
          <dgm:constr type="primFontSz" for="ch" ptType="node" op="equ" val="65"/>
          <dgm:constr type="sibSp" refType="w" fact="0.14"/>
        </dgm:constrLst>
      </dgm:else>
    </dgm:choose>
    <dgm:ruleLst/>
    <dgm:forEach name="Name16" axis="ch" ptType="node">
      <dgm:choose name="Name17">
        <dgm:if name="Name18" axis="par ch" ptType="doc node" func="cnt" op="equ" val="1">
          <dgm:layoutNode name="one">
            <dgm:varLst>
              <dgm:bulletEnabled val="1"/>
            </dgm:varLst>
            <dgm:alg type="tx"/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9">
          <dgm:layoutNode name="twoplus">
            <dgm:varLst>
              <dgm:bulletEnabled val="1"/>
            </dgm:varLst>
            <dgm:alg type="tx">
              <dgm:param type="autoTxRot" val="grav"/>
            </dgm:alg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2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12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23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4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125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12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27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128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29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130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131.xml><?xml version="1.0" encoding="utf-8"?>
<dgm:layoutDef xmlns:dgm="http://schemas.openxmlformats.org/drawingml/2006/diagram" xmlns:a="http://schemas.openxmlformats.org/drawingml/2006/main" uniqueId="urn:microsoft.com/office/officeart/2008/layout/AccentedPicture">
  <dgm:title val=""/>
  <dgm:desc val=""/>
  <dgm:catLst>
    <dgm:cat type="picture" pri="1000"/>
    <dgm:cat type="pictureconver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</dgm:varLst>
    <dgm:alg type="composite"/>
    <dgm:shape xmlns:r="http://schemas.openxmlformats.org/officeDocument/2006/relationships" r:blip="">
      <dgm:adjLst/>
    </dgm:shape>
    <dgm:choose name="Name1">
      <dgm:if name="Name2" axis="ch" ptType="node" func="cnt" op="lte" val="1">
        <dgm:constrLst>
          <dgm:constr type="h" for="ch" forName="picture_1" refType="h"/>
          <dgm:constr type="w" for="ch" forName="picture_1" refType="h" refFor="ch" refForName="picture_1" op="equ" fact="0.784"/>
          <dgm:constr type="l" for="ch" forName="picture_1"/>
          <dgm:constr type="t" for="ch" forName="picture_1"/>
          <dgm:constr type="w" for="ch" forName="text_1" refType="w" refFor="ch" refForName="picture_1" fact="0.77"/>
          <dgm:constr type="h" for="ch" forName="text_1" refType="h" refFor="ch" refForName="picture_1" fact="0.6"/>
          <dgm:constr type="l" for="ch" forName="text_1" refType="w" refFor="ch" refForName="picture_1" fact="0.04"/>
          <dgm:constr type="t" for="ch" forName="text_1" refType="h" refFor="ch" refForName="picture_1" fact="0.4"/>
        </dgm:constrLst>
      </dgm:if>
      <dgm:if name="Name3" axis="ch" ptType="node" func="cnt" op="lte" val="5">
        <dgm:choose name="Name4">
          <dgm:if name="Name5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6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if>
      <dgm:else name="Name7">
        <dgm:choose name="Name8">
          <dgm:if name="Name9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10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else>
    </dgm:choose>
    <dgm:forEach name="Name11" axis="ch" ptType="sibTrans" hideLastTrans="0" cnt="1">
      <dgm:layoutNode name="picture_1" styleLbl="bgImgPlace1">
        <dgm:alg type="sp"/>
        <dgm:shape xmlns:r="http://schemas.openxmlformats.org/officeDocument/2006/relationships" type="roundRect" r:blip="" blipPhldr="1">
          <dgm:adjLst/>
        </dgm:shape>
        <dgm:presOf axis="self"/>
      </dgm:layoutNode>
    </dgm:forEach>
    <dgm:forEach name="Name12" axis="ch" ptType="node" cnt="1">
      <dgm:layoutNode name="text_1" styleLbl="node1">
        <dgm:varLst>
          <dgm:bulletEnabled val="1"/>
        </dgm:varLst>
        <dgm:choose name="Name13">
          <dgm:if name="Name14" func="var" arg="dir" op="equ" val="norm">
            <dgm:alg type="tx">
              <dgm:param type="txAnchorVert" val="b"/>
              <dgm:param type="parTxLTRAlign" val="l"/>
              <dgm:param type="shpTxLTRAlignCh" val="l"/>
              <dgm:param type="parTxRTLAlign" val="l"/>
              <dgm:param type="shpTxRTLAlignCh" val="l"/>
            </dgm:alg>
          </dgm:if>
          <dgm:else name="Name15">
            <dgm:alg type="tx">
              <dgm:param type="txAnchorVert" val="b"/>
              <dgm:param type="parTxLTRAlign" val="r"/>
              <dgm:param type="shpTxLTRAlignCh" val="r"/>
              <dgm:param type="parTxRTLAlign" val="r"/>
              <dgm:param type="shpTxRTLAlignCh" val="r"/>
            </dgm:alg>
          </dgm:else>
        </dgm:choose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primFontSz" val="65"/>
          <dgm:constr type="lMarg" refType="primFontSz" fact="0.2"/>
          <dgm:constr type="rMarg" refType="primFontSz" fact="0.2"/>
          <dgm:constr type="tMarg" refType="primFontSz" fact="0.2"/>
          <dgm:constr type="bMarg" refType="primFontSz" fact="0.2"/>
        </dgm:constrLst>
        <dgm:ruleLst>
          <dgm:rule type="primFontSz" val="5" fact="NaN" max="NaN"/>
        </dgm:ruleLst>
      </dgm:layoutNode>
    </dgm:forEach>
    <dgm:choose name="Name16">
      <dgm:if name="Name17" axis="ch" ptType="node" func="cnt" op="gte" val="2">
        <dgm:layoutNode name="linV">
          <dgm:choose name="Name18">
            <dgm:if name="Name19" func="var" arg="dir" op="equ" val="norm">
              <dgm:alg type="lin">
                <dgm:param type="linDir" val="fromT"/>
                <dgm:param type="vertAlign" val="t"/>
                <dgm:param type="fallback" val="1D"/>
                <dgm:param type="horzAlign" val="l"/>
                <dgm:param type="nodeHorzAlign" val="l"/>
              </dgm:alg>
            </dgm:if>
            <dgm:else name="Name20">
              <dgm:alg type="lin">
                <dgm:param type="linDir" val="fromT"/>
                <dgm:param type="vertAlign" val="t"/>
                <dgm:param type="fallback" val="1D"/>
                <dgm:param type="horzAlign" val="r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constrLst>
            <dgm:constr type="w" for="ch" forName="spaceV" val="1"/>
            <dgm:constr type="w" for="ch" forName="pair" refType="w" op="equ"/>
            <dgm:constr type="w" for="des" forName="desText" op="equ"/>
            <dgm:constr type="primFontSz" for="des" forName="desText" op="equ" val="65"/>
          </dgm:constrLst>
          <dgm:forEach name="Name21" axis="ch" ptType="node" st="2">
            <dgm:layoutNode name="pair">
              <dgm:alg type="composite"/>
              <dgm:shape xmlns:r="http://schemas.openxmlformats.org/officeDocument/2006/relationships" r:blip="">
                <dgm:adjLst/>
              </dgm:shape>
              <dgm:choose name="Name22">
                <dgm:if name="Name23" func="var" arg="dir" op="equ" val="norm">
                  <dgm:constrLst>
                    <dgm:constr type="userC"/>
                    <dgm:constr type="l" for="ch" forName="spaceH"/>
                    <dgm:constr type="r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l" for="ch" forName="desTextWrapper" refType="r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if>
                <dgm:else name="Name24">
                  <dgm:constrLst>
                    <dgm:constr type="userC"/>
                    <dgm:constr type="r" for="ch" forName="spaceH" refType="w"/>
                    <dgm:constr type="l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r" for="ch" forName="desTextWrapper" refType="l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else>
              </dgm:choose>
              <dgm:layoutNode name="spaceH">
                <dgm:alg type="sp"/>
                <dgm:shape xmlns:r="http://schemas.openxmlformats.org/officeDocument/2006/relationships" type="rect" r:blip="" hideGeom="1">
                  <dgm:adjLst/>
                </dgm:shape>
                <dgm:presOf/>
              </dgm:layoutNode>
              <dgm:layoutNode name="desPictures" styleLbl="alignImgPlace1">
                <dgm:alg type="sp"/>
                <dgm:shape xmlns:r="http://schemas.openxmlformats.org/officeDocument/2006/relationships" type="ellipse" r:blip="" blipPhldr="1">
                  <dgm:adjLst/>
                </dgm:shape>
                <dgm:presOf/>
              </dgm:layoutNode>
              <dgm:layoutNode name="desTextWrapper">
                <dgm:choose name="Name25">
                  <dgm:if name="Name26" func="var" arg="dir" op="equ" val="norm">
                    <dgm:alg type="lin">
                      <dgm:param type="horzAlign" val="l"/>
                    </dgm:alg>
                  </dgm:if>
                  <dgm:else name="Name27">
                    <dgm:alg type="lin">
                      <dgm:param type="horzAlign" val="r"/>
                    </dgm:alg>
                  </dgm:else>
                </dgm:choose>
                <dgm:layoutNode name="desText" styleLbl="revTx">
                  <dgm:varLst>
                    <dgm:bulletEnabled val="1"/>
                  </dgm:varLst>
                  <dgm:choose name="Name28">
                    <dgm:if name="Name29" func="var" arg="dir" op="equ" val="norm">
                      <dgm:alg type="tx">
                        <dgm:param type="parTxLTRAlign" val="l"/>
                        <dgm:param type="shpTxLTRAlignCh" val="l"/>
                        <dgm:param type="parTxRTLAlign" val="r"/>
                        <dgm:param type="shpTxRTLAlignCh" val="r"/>
                      </dgm:alg>
                    </dgm:if>
                    <dgm:else name="Name30">
                      <dgm:alg type="tx">
                        <dgm:param type="parTxLTRAlign" val="r"/>
                        <dgm:param type="shpTxLTRAlignCh" val="r"/>
                        <dgm:param type="parTxRTLAlign" val="r"/>
                        <dgm:param type="shpTxRTLAlignCh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onstrLst>
                    <dgm:constr type="userW"/>
                    <dgm:constr type="w" refType="userW" fact="0.1"/>
                    <dgm:constr type="lMarg" refType="primFontSz" fact="0.2"/>
                    <dgm:constr type="rMarg" refType="primFontSz" fact="0.2"/>
                    <dgm:constr type="tMarg" refType="primFontSz" fact="0.1"/>
                    <dgm:constr type="bMarg" refType="primFontSz" fact="0.1"/>
                  </dgm:constrLst>
                  <dgm:ruleLst>
                    <dgm:rule type="w" val="NaN" fact="1" max="NaN"/>
                    <dgm:rule type="primFontSz" val="5" fact="NaN" max="NaN"/>
                  </dgm:ruleLst>
                </dgm:layoutNode>
              </dgm:layoutNode>
            </dgm:layoutNode>
            <dgm:forEach name="Name31" axis="followSib" ptType="sibTrans" cnt="1">
              <dgm:layoutNode name="spaceV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forEach>
          </dgm:forEach>
        </dgm:layoutNode>
      </dgm:if>
      <dgm:else name="Name32"/>
    </dgm:choose>
    <dgm:layoutNode name="maxNode">
      <dgm:alg type="lin"/>
      <dgm:shape xmlns:r="http://schemas.openxmlformats.org/officeDocument/2006/relationships" r:blip="">
        <dgm:adjLst/>
      </dgm:shape>
      <dgm:presOf/>
      <dgm:constrLst>
        <dgm:constr type="w" for="ch"/>
        <dgm:constr type="h" for="ch"/>
      </dgm:constrLst>
      <dgm:layoutNode name="Name33">
        <dgm:alg type="sp"/>
        <dgm:shape xmlns:r="http://schemas.openxmlformats.org/officeDocument/2006/relationships" r:blip="">
          <dgm:adjLst/>
        </dgm:shape>
        <dgm:presOf/>
      </dgm:layoutNode>
    </dgm:layoutNode>
  </dgm:layoutNode>
</dgm:layoutDef>
</file>

<file path=ppt/diagrams/layout132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133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34.xml><?xml version="1.0" encoding="utf-8"?>
<dgm:layoutDef xmlns:dgm="http://schemas.openxmlformats.org/drawingml/2006/diagram" xmlns:a="http://schemas.openxmlformats.org/drawingml/2006/main" uniqueId="urn:microsoft.com/office/officeart/2009/3/layout/SnapshotPictureList">
  <dgm:title val=""/>
  <dgm:desc val=""/>
  <dgm:catLst>
    <dgm:cat type="picture" pri="3000"/>
    <dgm:cat type="pictureconvert" pri="3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snake">
      <dgm:param type="grDir" val="tL"/>
      <dgm:param type="flowDir" val="col"/>
    </dgm:alg>
    <dgm:shape xmlns:r="http://schemas.openxmlformats.org/officeDocument/2006/relationships" r:blip="">
      <dgm:adjLst/>
    </dgm:shape>
    <dgm:constrLst>
      <dgm:constr type="primFontSz" for="des" forName="ChildText" refType="primFontSz" refFor="des" refForName="ParentText" op="lte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2.0273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ParentAccentShape" refType="w" fact="0.0238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048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668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.9762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if>
          <dgm:else name="Name3">
            <dgm:constrLst>
              <dgm:constr type="l" for="ch" forName="ParentAccentShape" refType="w" fact="0.3572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381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049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.4048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else>
        </dgm:choose>
        <dgm:layoutNode name="ParentAccentShape" styleLbl="trBgShp">
          <dgm:alg type="sp"/>
          <dgm:shape xmlns:r="http://schemas.openxmlformats.org/officeDocument/2006/relationships" type="frame" r:blip="" zOrderOff="-10">
            <dgm:adjLst>
              <dgm:adj idx="1" val="0.0545"/>
            </dgm:adjLst>
          </dgm:shape>
          <dgm:presOf/>
        </dgm:layoutNode>
        <dgm:layoutNode name="ParentText" styleLbl="revTx">
          <dgm:varLst>
            <dgm:chMax val="1"/>
            <dgm:chPref val="1"/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8"/>
            <dgm:constr type="rMarg" refType="primFontSz" fact="0.8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" styleLbl="revTx">
          <dgm:varLst>
            <dgm:chMax val="0"/>
            <dgm:chPref val="0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zOrderOff="10">
            <dgm:adjLst/>
          </dgm:shape>
          <dgm:choose name="Name4">
            <dgm:if name="Name5" axis="ch" ptType="node" func="cnt" op="gte" val="1">
              <dgm:presOf axis="des" ptType="node"/>
            </dgm:if>
            <dgm:else name="Name6">
              <dgm:presOf/>
            </dgm:else>
          </dgm:choose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ChildAccentShape" styleLbl="trBgShp">
          <dgm:alg type="sp"/>
          <dgm:choose name="Name7">
            <dgm:if name="Name8" axis="ch" ptType="node" func="cnt" op="gte" val="1">
              <dgm:shape xmlns:r="http://schemas.openxmlformats.org/officeDocument/2006/relationships" type="rect" r:blip="" zOrderOff="-10">
                <dgm:adjLst/>
              </dgm:shape>
            </dgm:if>
            <dgm:else name="Name9">
              <dgm:shape xmlns:r="http://schemas.openxmlformats.org/officeDocument/2006/relationships" type="rect" r:blip="" hideGeom="1">
                <dgm:adjLst/>
              </dgm:shape>
            </dgm:else>
          </dgm:choose>
          <dgm:presOf/>
        </dgm:layoutNode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35.xml><?xml version="1.0" encoding="utf-8"?>
<dgm:layoutDef xmlns:dgm="http://schemas.openxmlformats.org/drawingml/2006/diagram" xmlns:a="http://schemas.openxmlformats.org/drawingml/2006/main" uniqueId="urn:microsoft.com/office/officeart/2009/3/layout/SpiralPicture">
  <dgm:title val=""/>
  <dgm:desc val=""/>
  <dgm:catLst>
    <dgm:cat type="picture" pri="4000"/>
    <dgm:cat type="pictureconvert" pri="4000"/>
  </dgm:catLst>
  <dgm:samp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11" srcId="0" destId="1" srcOrd="0" destOrd="0"/>
        <dgm:cxn modelId="12" srcId="0" destId="2" srcOrd="0" destOrd="0"/>
        <dgm:cxn modelId="13" srcId="0" destId="3" srcOrd="0" destOrd="0"/>
        <dgm:cxn modelId="14" srcId="0" destId="4" srcOrd="0" destOrd="0"/>
        <dgm:cxn modelId="15" srcId="0" destId="5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5"/>
      <dgm:dir/>
    </dgm:varLst>
    <dgm:alg type="composite">
      <dgm:param type="ar" val="1.515"/>
    </dgm:alg>
    <dgm:shape xmlns:r="http://schemas.openxmlformats.org/officeDocument/2006/relationships" r:blip="">
      <dgm:adjLst/>
    </dgm:shape>
    <dgm:constrLst>
      <dgm:constr type="w" for="ch" forName="picts" refType="w"/>
      <dgm:constr type="h" for="ch" forName="picts" refType="h" fact="0.93"/>
      <dgm:constr type="b" for="ch" forName="txLine" refType="h"/>
      <dgm:constr type="w" for="ch" forName="txLine" refType="w"/>
      <dgm:constr type="h" for="ch" forName="txLine" refType="h" fact="0.07"/>
      <dgm:constr type="userD" for="des" refType="h" fact="0.016"/>
    </dgm:constrLst>
    <dgm:forEach name="Name1" axis="self" ptType="parTrans">
      <dgm:forEach name="Name2" axis="self" ptType="sibTrans" st="2">
        <dgm:forEach name="imageRepeat" axis="self">
          <dgm:layoutNode name="imageRepeatNode" styleLbl="alignNode1">
            <dgm:alg type="sp"/>
            <dgm:shape xmlns:r="http://schemas.openxmlformats.org/officeDocument/2006/relationships" type="rect" r:blip="" blipPhldr="1">
              <dgm:adjLst/>
            </dgm:shape>
            <dgm:presOf axis="self"/>
          </dgm:layoutNode>
        </dgm:forEach>
      </dgm:forEach>
    </dgm:forEach>
    <dgm:layoutNode name="picts">
      <dgm:alg type="composite"/>
      <dgm:shape xmlns:r="http://schemas.openxmlformats.org/officeDocument/2006/relationships" r:blip="">
        <dgm:adjLst/>
      </dgm:shape>
      <dgm:choose name="Name3">
        <dgm:if name="Name4" func="var" arg="dir" op="equ" val="norm">
          <dgm:constrLst>
            <dgm:constr type="userD"/>
            <dgm:constr type="w" for="ch" forName="space1" refType="h"/>
            <dgm:constr type="h" for="ch" forName="space1" refType="h"/>
            <dgm:constr type="r" for="ch" forName="space2" refType="w"/>
            <dgm:constr type="w" for="ch" forName="space2" refType="h" fact="0.608"/>
            <dgm:constr type="l" for="ch" forName="pictA1"/>
            <dgm:constr type="t" for="ch" forName="pictA1"/>
            <dgm:constr type="w" for="ch" forName="pictA1" refType="h"/>
            <dgm:constr type="h" for="ch" forName="pictA1" refType="h"/>
            <dgm:constr type="l" for="ch" forName="pictB1"/>
            <dgm:constr type="t" for="ch" forName="pictB1"/>
            <dgm:constr type="w" for="ch" forName="pictB1" refType="h"/>
            <dgm:constr type="h" for="ch" forName="pictB1" refType="h"/>
            <dgm:constr type="r" for="ch" forName="oneDotPict" refType="r" refFor="ch" refForName="pictA1"/>
            <dgm:constr type="b" for="ch" forName="oneDotPict" refType="b" refFor="ch" refForName="pictA1"/>
            <dgm:constr type="rOff" for="ch" forName="oneDotPict" refType="userD" fact="-1"/>
            <dgm:constr type="bOff" for="ch" forName="oneDotPict" refType="userD" fact="-1"/>
            <dgm:constr type="w" for="ch" forName="oneDotPict" refType="userD"/>
            <dgm:constr type="h" for="ch" forName="oneDotPict" refType="userD"/>
            <dgm:constr type="r" for="ch" forName="pictA2" refType="w"/>
            <dgm:constr type="t" for="ch" forName="pictA2"/>
            <dgm:constr type="w" for="ch" forName="pictA2" refType="h" fact="0.608"/>
            <dgm:constr type="h" for="ch" forName="pictA2" refType="h" fact="0.608"/>
            <dgm:constr type="r" for="ch" forName="pictB2" refType="w"/>
            <dgm:constr type="t" for="ch" forName="pictB2"/>
            <dgm:constr type="w" for="ch" forName="pictB2" refType="h" fact="0.608"/>
            <dgm:constr type="h" for="ch" forName="pictB2" refType="h" fact="0.608"/>
            <dgm:constr type="r" for="ch" forName="twoDotsPict" refType="r" refFor="ch" refForName="pictA2"/>
            <dgm:constr type="b" for="ch" forName="twoDotsPict" refType="b" refFor="ch" refForName="pictA2"/>
            <dgm:constr type="rOff" for="ch" forName="twoDotsPict" refType="userD" fact="-1"/>
            <dgm:constr type="bOff" for="ch" forName="twoDotsPict" refType="userD" fact="-1"/>
            <dgm:constr type="w" for="ch" forName="twoDotsPict" refType="userD" fact="2.5"/>
            <dgm:constr type="h" for="ch" forName="twoDotsPict" refType="userD"/>
            <dgm:constr type="r" for="ch" forName="pictA3" refType="w"/>
            <dgm:constr type="b" for="ch" forName="pictA3" refType="h"/>
            <dgm:constr type="w" for="ch" forName="pictA3" refType="h" fact="0.371"/>
            <dgm:constr type="h" for="ch" forName="pictA3" refType="h" fact="0.371"/>
            <dgm:constr type="r" for="ch" forName="pictB3" refType="w"/>
            <dgm:constr type="b" for="ch" forName="pictB3" refType="h"/>
            <dgm:constr type="w" for="ch" forName="pictB3" refType="h" fact="0.371"/>
            <dgm:constr type="h" for="ch" forName="pictB3" refType="h" fact="0.371"/>
            <dgm:constr type="r" for="ch" forName="threeDotsPict" refType="r" refFor="ch" refForName="pictA3"/>
            <dgm:constr type="b" for="ch" forName="threeDotsPict" refType="b" refFor="ch" refForName="pictA3"/>
            <dgm:constr type="rOff" for="ch" forName="threeDotsPict" refType="userD" fact="-1"/>
            <dgm:constr type="bOff" for="ch" forName="threeDotsPict" refType="userD" fact="-1"/>
            <dgm:constr type="w" for="ch" forName="threeDotsPict" refType="userD" fact="3.25"/>
            <dgm:constr type="h" for="ch" forName="threeDotsPict" refType="userD" fact="3.25"/>
            <dgm:constr type="l" for="ch" forName="pictA4" refType="l" refFor="ch" refForName="space2"/>
            <dgm:constr type="b" for="ch" forName="pictA4" refType="h"/>
            <dgm:constr type="w" for="ch" forName="pictA4" refType="h" fact="0.216"/>
            <dgm:constr type="h" for="ch" forName="pictA4" refType="h" fact="0.216"/>
            <dgm:constr type="l" for="ch" forName="pictB4" refType="l" refFor="ch" refForName="space2"/>
            <dgm:constr type="b" for="ch" forName="pictB4" refType="h"/>
            <dgm:constr type="w" for="ch" forName="pictB4" refType="h" fact="0.216"/>
            <dgm:constr type="h" for="ch" forName="pictB4" refType="h" fact="0.216"/>
            <dgm:constr type="r" for="ch" forName="fourDotsPict" refType="r" refFor="ch" refForName="pictA4"/>
            <dgm:constr type="b" for="ch" forName="fourDotsPict" refType="b" refFor="ch" refForName="pictA4"/>
            <dgm:constr type="rOff" for="ch" forName="fourDotsPict" refType="userD" fact="-1"/>
            <dgm:constr type="bOff" for="ch" forName="fourDotsPict" refType="userD" fact="-1"/>
            <dgm:constr type="w" for="ch" forName="fourDotsPict" refType="userD" fact="2.5"/>
            <dgm:constr type="h" for="ch" forName="fourDotsPict" refType="userD" fact="2.5"/>
            <dgm:constr type="l" for="ch" forName="pictA5" refType="l" refFor="ch" refForName="space2"/>
            <dgm:constr type="t" for="ch" forName="pictA5" refType="h" fact="0.629"/>
            <dgm:constr type="w" for="ch" forName="pictA5" refType="h" fact="0.216"/>
            <dgm:constr type="h" for="ch" forName="pictA5" refType="h" fact="0.133"/>
            <dgm:constr type="l" for="ch" forName="pictB5" refType="l" refFor="ch" refForName="space2"/>
            <dgm:constr type="t" for="ch" forName="pictB5" refType="h" fact="0.629"/>
            <dgm:constr type="w" for="ch" forName="pictB5" refType="h" fact="0.216"/>
            <dgm:constr type="h" for="ch" forName="pictB5" refType="h" fact="0.133"/>
            <dgm:constr type="r" for="ch" forName="fiveDotsPict" refType="r" refFor="ch" refForName="pictA5"/>
            <dgm:constr type="b" for="ch" forName="fiveDotsPict" refType="b" refFor="ch" refForName="pictA5"/>
            <dgm:constr type="rOff" for="ch" forName="fiveDotsPict" refType="userD" fact="-1"/>
            <dgm:constr type="bOff" for="ch" forName="fiveDotsPict" refType="userD" fact="-1"/>
            <dgm:constr type="w" for="ch" forName="fiveDotsPict" refType="userD" fact="3.25"/>
            <dgm:constr type="h" for="ch" forName="fiveDotsPict" refType="userD" fact="3.25"/>
          </dgm:constrLst>
        </dgm:if>
        <dgm:else name="Name5">
          <dgm:constrLst>
            <dgm:constr type="userD"/>
            <dgm:constr type="w" for="ch" forName="space1" refType="h"/>
            <dgm:constr type="h" for="ch" forName="space1" refType="h"/>
            <dgm:constr type="l" for="ch" forName="space2"/>
            <dgm:constr type="w" for="ch" forName="space2" refType="h" fact="0.608"/>
            <dgm:constr type="r" for="ch" forName="pictA1" refType="w"/>
            <dgm:constr type="t" for="ch" forName="pictA1"/>
            <dgm:constr type="w" for="ch" forName="pictA1" refType="h"/>
            <dgm:constr type="h" for="ch" forName="pictA1" refType="h"/>
            <dgm:constr type="r" for="ch" forName="pictB1" refType="w"/>
            <dgm:constr type="t" for="ch" forName="pictB1"/>
            <dgm:constr type="w" for="ch" forName="pictB1" refType="h"/>
            <dgm:constr type="h" for="ch" forName="pictB1" refType="h"/>
            <dgm:constr type="r" for="ch" forName="oneDotPict" refType="r" refFor="ch" refForName="pictA1"/>
            <dgm:constr type="b" for="ch" forName="oneDotPict" refType="b" refFor="ch" refForName="pictA1"/>
            <dgm:constr type="rOff" for="ch" forName="oneDotPict" refType="userD" fact="-1"/>
            <dgm:constr type="bOff" for="ch" forName="oneDotPict" refType="userD" fact="-1"/>
            <dgm:constr type="w" for="ch" forName="oneDotPict" refType="userD"/>
            <dgm:constr type="h" for="ch" forName="oneDotPict" refType="userD"/>
            <dgm:constr type="l" for="ch" forName="pictA2"/>
            <dgm:constr type="t" for="ch" forName="pictA2"/>
            <dgm:constr type="w" for="ch" forName="pictA2" refType="h" fact="0.608"/>
            <dgm:constr type="h" for="ch" forName="pictA2" refType="h" fact="0.608"/>
            <dgm:constr type="l" for="ch" forName="pictB2"/>
            <dgm:constr type="t" for="ch" forName="pictB2"/>
            <dgm:constr type="w" for="ch" forName="pictB2" refType="h" fact="0.608"/>
            <dgm:constr type="h" for="ch" forName="pictB2" refType="h" fact="0.608"/>
            <dgm:constr type="r" for="ch" forName="twoDotsPict" refType="r" refFor="ch" refForName="pictA2"/>
            <dgm:constr type="b" for="ch" forName="twoDotsPict" refType="b" refFor="ch" refForName="pictA2"/>
            <dgm:constr type="rOff" for="ch" forName="twoDotsPict" refType="userD" fact="-1"/>
            <dgm:constr type="bOff" for="ch" forName="twoDotsPict" refType="userD" fact="-1"/>
            <dgm:constr type="w" for="ch" forName="twoDotsPict" refType="userD" fact="2.5"/>
            <dgm:constr type="h" for="ch" forName="twoDotsPict" refType="userD"/>
            <dgm:constr type="l" for="ch" forName="pictA3"/>
            <dgm:constr type="b" for="ch" forName="pictA3" refType="h"/>
            <dgm:constr type="w" for="ch" forName="pictA3" refType="h" fact="0.371"/>
            <dgm:constr type="h" for="ch" forName="pictA3" refType="h" fact="0.371"/>
            <dgm:constr type="l" for="ch" forName="pictB3"/>
            <dgm:constr type="b" for="ch" forName="pictB3" refType="h"/>
            <dgm:constr type="w" for="ch" forName="pictB3" refType="h" fact="0.371"/>
            <dgm:constr type="h" for="ch" forName="pictB3" refType="h" fact="0.371"/>
            <dgm:constr type="r" for="ch" forName="threeDotsPict" refType="r" refFor="ch" refForName="pictA3"/>
            <dgm:constr type="b" for="ch" forName="threeDotsPict" refType="b" refFor="ch" refForName="pictA3"/>
            <dgm:constr type="rOff" for="ch" forName="threeDotsPict" refType="userD" fact="-1"/>
            <dgm:constr type="bOff" for="ch" forName="threeDotsPict" refType="userD" fact="-1"/>
            <dgm:constr type="w" for="ch" forName="threeDotsPict" refType="userD" fact="3.25"/>
            <dgm:constr type="h" for="ch" forName="threeDotsPict" refType="userD" fact="3.25"/>
            <dgm:constr type="r" for="ch" forName="pictA4" refType="r" refFor="ch" refForName="space2"/>
            <dgm:constr type="b" for="ch" forName="pictA4" refType="h"/>
            <dgm:constr type="w" for="ch" forName="pictA4" refType="h" fact="0.216"/>
            <dgm:constr type="h" for="ch" forName="pictA4" refType="h" fact="0.216"/>
            <dgm:constr type="r" for="ch" forName="pictB4" refType="r" refFor="ch" refForName="space2"/>
            <dgm:constr type="b" for="ch" forName="pictB4" refType="h"/>
            <dgm:constr type="w" for="ch" forName="pictB4" refType="h" fact="0.216"/>
            <dgm:constr type="h" for="ch" forName="pictB4" refType="h" fact="0.216"/>
            <dgm:constr type="r" for="ch" forName="fourDotsPict" refType="r" refFor="ch" refForName="pictA4"/>
            <dgm:constr type="b" for="ch" forName="fourDotsPict" refType="b" refFor="ch" refForName="pictA4"/>
            <dgm:constr type="rOff" for="ch" forName="fourDotsPict" refType="userD" fact="-1"/>
            <dgm:constr type="bOff" for="ch" forName="fourDotsPict" refType="userD" fact="-1"/>
            <dgm:constr type="w" for="ch" forName="fourDotsPict" refType="userD" fact="2.5"/>
            <dgm:constr type="h" for="ch" forName="fourDotsPict" refType="userD" fact="2.5"/>
            <dgm:constr type="r" for="ch" forName="pictA5" refType="r" refFor="ch" refForName="space2"/>
            <dgm:constr type="t" for="ch" forName="pictA5" refType="h" fact="0.629"/>
            <dgm:constr type="w" for="ch" forName="pictA5" refType="h" fact="0.216"/>
            <dgm:constr type="h" for="ch" forName="pictA5" refType="h" fact="0.133"/>
            <dgm:constr type="r" for="ch" forName="pictB5" refType="r" refFor="ch" refForName="space2"/>
            <dgm:constr type="t" for="ch" forName="pictB5" refType="h" fact="0.629"/>
            <dgm:constr type="w" for="ch" forName="pictB5" refType="h" fact="0.216"/>
            <dgm:constr type="h" for="ch" forName="pictB5" refType="h" fact="0.133"/>
            <dgm:constr type="r" for="ch" forName="fiveDotsPict" refType="r" refFor="ch" refForName="pictA5"/>
            <dgm:constr type="b" for="ch" forName="fiveDotsPict" refType="b" refFor="ch" refForName="pictA5"/>
            <dgm:constr type="rOff" for="ch" forName="fiveDotsPict" refType="userD" fact="-1"/>
            <dgm:constr type="bOff" for="ch" forName="fiveDotsPict" refType="userD" fact="-1"/>
            <dgm:constr type="w" for="ch" forName="fiveDotsPict" refType="userD" fact="3.25"/>
            <dgm:constr type="h" for="ch" forName="fiveDotsPict" refType="userD" fact="3.25"/>
          </dgm:constrLst>
        </dgm:else>
      </dgm:choose>
      <dgm:layoutNode name="space1">
        <dgm:alg type="sp"/>
        <dgm:shape xmlns:r="http://schemas.openxmlformats.org/officeDocument/2006/relationships" r:blip="">
          <dgm:adjLst/>
        </dgm:shape>
      </dgm:layoutNode>
      <dgm:layoutNode name="space2">
        <dgm:alg type="sp"/>
        <dgm:shape xmlns:r="http://schemas.openxmlformats.org/officeDocument/2006/relationships" r:blip="">
          <dgm:adjLst/>
        </dgm:shape>
      </dgm:layoutNode>
      <dgm:choose name="Name6">
        <dgm:if name="Name7" axis="ch" ptType="node" func="cnt" op="gte" val="1">
          <dgm:forEach name="Name8" axis="ch" ptType="sibTrans" hideLastTrans="0" cnt="1">
            <dgm:layoutNode name="pictA1">
              <dgm:alg type="sp"/>
              <dgm:shape xmlns:r="http://schemas.openxmlformats.org/officeDocument/2006/relationships" r:blip="">
                <dgm:adjLst/>
              </dgm:shape>
              <dgm:presOf/>
              <dgm:forEach name="Name9" ref="imageRepeat"/>
            </dgm:layoutNode>
            <dgm:layoutNode name="oneDot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Pict_11" refType="userD"/>
                <dgm:constr type="h" for="ch" forName="dotPict_11" refType="userD"/>
              </dgm:constrLst>
              <dgm:layoutNode name="dotPict_1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10">
          <dgm:layoutNode name="pictB1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11">
        <dgm:if name="Name12" axis="ch" ptType="node" func="cnt" op="gte" val="2">
          <dgm:forEach name="Name13" axis="ch" ptType="sibTrans" hideLastTrans="0" st="2" cnt="1">
            <dgm:layoutNode name="pictA2">
              <dgm:alg type="sp"/>
              <dgm:shape xmlns:r="http://schemas.openxmlformats.org/officeDocument/2006/relationships" r:blip="">
                <dgm:adjLst/>
              </dgm:shape>
              <dgm:presOf/>
              <dgm:forEach name="Name14" ref="imageRepeat"/>
            </dgm:layoutNode>
            <dgm:layoutNode name="two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Pict_21" refType="userD"/>
                <dgm:constr type="h" for="ch" forName="dotPict_21" refType="userD"/>
                <dgm:constr type="l" for="ch" forName="dotPict_22" refType="userD" fact="1.5"/>
                <dgm:constr type="w" for="ch" forName="dotPict_22" refType="userD"/>
                <dgm:constr type="h" for="ch" forName="dotPict_22" refType="userD"/>
              </dgm:constrLst>
              <dgm:layoutNode name="dotPict_2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2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15">
          <dgm:layoutNode name="pictB2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16">
        <dgm:if name="Name17" axis="ch" ptType="node" func="cnt" op="gte" val="3">
          <dgm:forEach name="Name18" axis="ch" ptType="sibTrans" hideLastTrans="0" st="3" cnt="1">
            <dgm:layoutNode name="pictA3">
              <dgm:alg type="sp"/>
              <dgm:shape xmlns:r="http://schemas.openxmlformats.org/officeDocument/2006/relationships" r:blip="">
                <dgm:adjLst/>
              </dgm:shape>
              <dgm:presOf/>
              <dgm:forEach name="Name19" ref="imageRepeat"/>
            </dgm:layoutNode>
            <dgm:layoutNode name="three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Pict_31"/>
                <dgm:constr type="t" for="ch" forName="dotPict_31" refType="userD" fact="2.25"/>
                <dgm:constr type="w" for="ch" forName="dotPict_31" refType="userD"/>
                <dgm:constr type="h" for="ch" forName="dotPict_31" refType="userD"/>
                <dgm:constr type="l" for="ch" forName="dotPict_32" refType="userD" fact="1.125"/>
                <dgm:constr type="t" for="ch" forName="dotPict_32" refType="userD" fact="1.125"/>
                <dgm:constr type="w" for="ch" forName="dotPict_32" refType="userD"/>
                <dgm:constr type="h" for="ch" forName="dotPict_32" refType="userD"/>
                <dgm:constr type="l" for="ch" forName="dotPict_33" refType="userD" fact="2.25"/>
                <dgm:constr type="t" for="ch" forName="dotPict_33"/>
                <dgm:constr type="w" for="ch" forName="dotPict_33" refType="userD"/>
                <dgm:constr type="h" for="ch" forName="dotPict_33" refType="userD"/>
              </dgm:constrLst>
              <dgm:layoutNode name="dotPict_3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3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3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20">
          <dgm:layoutNode name="pictB3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21">
        <dgm:if name="Name22" axis="ch" ptType="node" func="cnt" op="gte" val="4">
          <dgm:forEach name="Name23" axis="ch" ptType="sibTrans" hideLastTrans="0" st="4" cnt="1">
            <dgm:layoutNode name="pictA4">
              <dgm:alg type="sp"/>
              <dgm:shape xmlns:r="http://schemas.openxmlformats.org/officeDocument/2006/relationships" r:blip="">
                <dgm:adjLst/>
              </dgm:shape>
              <dgm:presOf/>
              <dgm:forEach name="Name24" ref="imageRepeat"/>
            </dgm:layoutNode>
            <dgm:layoutNode name="four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Pict_41" refType="userD"/>
                <dgm:constr type="h" for="ch" forName="dotPict_41" refType="userD"/>
                <dgm:constr type="l" for="ch" forName="dotPict_42" refType="userD" fact="1.5"/>
                <dgm:constr type="w" for="ch" forName="dotPict_42" refType="userD"/>
                <dgm:constr type="h" for="ch" forName="dotPict_42" refType="userD"/>
                <dgm:constr type="t" for="ch" forName="dotPict_43" refType="userD" fact="1.5"/>
                <dgm:constr type="w" for="ch" forName="dotPict_43" refType="userD"/>
                <dgm:constr type="h" for="ch" forName="dotPict_43" refType="userD"/>
                <dgm:constr type="l" for="ch" forName="dotPict_44" refType="userD" fact="1.5"/>
                <dgm:constr type="t" for="ch" forName="dotPict_44" refType="userD" fact="1.5"/>
                <dgm:constr type="w" for="ch" forName="dotPict_44" refType="userD"/>
                <dgm:constr type="h" for="ch" forName="dotPict_44" refType="userD"/>
              </dgm:constrLst>
              <dgm:layoutNode name="dotPict_4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4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4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4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25">
          <dgm:layoutNode name="pictB4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26">
        <dgm:if name="Name27" axis="ch" ptType="node" func="cnt" op="gte" val="5">
          <dgm:forEach name="Name28" axis="ch" ptType="sibTrans" hideLastTrans="0" st="5" cnt="1">
            <dgm:layoutNode name="pictA5">
              <dgm:alg type="sp"/>
              <dgm:shape xmlns:r="http://schemas.openxmlformats.org/officeDocument/2006/relationships" r:blip="">
                <dgm:adjLst/>
              </dgm:shape>
              <dgm:presOf/>
              <dgm:forEach name="Name29" ref="imageRepeat"/>
            </dgm:layoutNode>
            <dgm:layoutNode name="five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Pict_51"/>
                <dgm:constr type="t" for="ch" forName="dotPict_51" refType="userD" fact="2.25"/>
                <dgm:constr type="w" for="ch" forName="dotPict_51" refType="userD"/>
                <dgm:constr type="h" for="ch" forName="dotPict_51" refType="userD"/>
                <dgm:constr type="l" for="ch" forName="dotPict_52" refType="userD" fact="1.125"/>
                <dgm:constr type="t" for="ch" forName="dotPict_52" refType="userD" fact="1.125"/>
                <dgm:constr type="w" for="ch" forName="dotPict_52" refType="userD"/>
                <dgm:constr type="h" for="ch" forName="dotPict_52" refType="userD"/>
                <dgm:constr type="l" for="ch" forName="dotPict_53" refType="userD" fact="2.25"/>
                <dgm:constr type="t" for="ch" forName="dotPict_53"/>
                <dgm:constr type="w" for="ch" forName="dotPict_53" refType="userD"/>
                <dgm:constr type="h" for="ch" forName="dotPict_53" refType="userD"/>
                <dgm:constr type="l" for="ch" forName="dotPict_54"/>
                <dgm:constr type="t" for="ch" forName="dotPict_54"/>
                <dgm:constr type="w" for="ch" forName="dotPict_54" refType="userD"/>
                <dgm:constr type="h" for="ch" forName="dotPict_54" refType="userD"/>
                <dgm:constr type="l" for="ch" forName="dotPict_55" refType="userD" fact="2.25"/>
                <dgm:constr type="t" for="ch" forName="dotPict_55" refType="userD" fact="2.25"/>
                <dgm:constr type="w" for="ch" forName="dotPict_55" refType="userD"/>
                <dgm:constr type="h" for="ch" forName="dotPict_55" refType="userD"/>
              </dgm:constrLst>
              <dgm:layoutNode name="dotPict_5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5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30">
          <dgm:layoutNode name="pictB5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</dgm:layoutNode>
    <dgm:layoutNode name="txLine">
      <dgm:choose name="Name31">
        <dgm:if name="Name32" func="var" arg="dir" op="equ" val="norm">
          <dgm:alg type="lin">
            <dgm:param type="horzAlign" val="r"/>
          </dgm:alg>
        </dgm:if>
        <dgm:else name="Name33">
          <dgm:alg type="lin">
            <dgm:param type="horzAlign" val="l"/>
            <dgm:param type="linDir" val="fromR"/>
          </dgm:alg>
        </dgm:else>
      </dgm:choose>
      <dgm:constrLst>
        <dgm:constr type="primFontSz" for="ch" ptType="node" op="equ" val="65"/>
        <dgm:constr type="w" for="ch" ptType="node" refType="primFontSz" refFor="ch" refPtType="node" fact="0.5"/>
        <dgm:constr type="h" for="ch" ptType="node" refType="h"/>
      </dgm:constrLst>
      <dgm:ruleLst>
        <dgm:rule type="primFontSz" for="ch" ptType="node" val="5" fact="NaN" max="NaN"/>
      </dgm:ruleLst>
      <dgm:forEach name="Name34" axis="ch" ptType="node">
        <dgm:choose name="Name35">
          <dgm:if name="Name36" axis="self" ptType="node" func="pos" op="equ" val="1">
            <dgm:layoutNode name="oneDot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Tx_11" refType="userD"/>
                <dgm:constr type="h" for="ch" forName="dotTx_11" refType="userD"/>
              </dgm:constrLst>
              <dgm:layoutNode name="dotTx_1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37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38" axis="self" ptType="node" func="pos" op="equ" val="2">
            <dgm:layoutNode name="two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Tx_21" refType="userD"/>
                <dgm:constr type="h" for="ch" forName="dotTx_21" refType="userD"/>
                <dgm:constr type="l" for="ch" forName="dotTx_22" refType="userD" fact="1.5"/>
                <dgm:constr type="w" for="ch" forName="dotTx_22" refType="userD"/>
                <dgm:constr type="h" for="ch" forName="dotTx_22" refType="userD"/>
              </dgm:constrLst>
              <dgm:layoutNode name="dotTx_2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2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39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40" axis="self" ptType="node" func="pos" op="equ" val="3">
            <dgm:layoutNode name="three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Tx_31"/>
                <dgm:constr type="t" for="ch" forName="dotTx_31" refType="userD" fact="2.25"/>
                <dgm:constr type="w" for="ch" forName="dotTx_31" refType="userD"/>
                <dgm:constr type="h" for="ch" forName="dotTx_31" refType="userD"/>
                <dgm:constr type="l" for="ch" forName="dotTx_32" refType="userD" fact="1.125"/>
                <dgm:constr type="t" for="ch" forName="dotTx_32" refType="userD" fact="1.125"/>
                <dgm:constr type="w" for="ch" forName="dotTx_32" refType="userD"/>
                <dgm:constr type="h" for="ch" forName="dotTx_32" refType="userD"/>
                <dgm:constr type="l" for="ch" forName="dotTx_33" refType="userD" fact="2.25"/>
                <dgm:constr type="t" for="ch" forName="dotTx_33"/>
                <dgm:constr type="w" for="ch" forName="dotTx_33" refType="userD"/>
                <dgm:constr type="h" for="ch" forName="dotTx_33" refType="userD"/>
              </dgm:constrLst>
              <dgm:layoutNode name="dotTx_3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3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3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41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42" axis="self" ptType="node" func="pos" op="equ" val="4">
            <dgm:layoutNode name="four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Tx_41" refType="userD"/>
                <dgm:constr type="h" for="ch" forName="dotTx_41" refType="userD"/>
                <dgm:constr type="l" for="ch" forName="dotTx_42" refType="userD" fact="1.5"/>
                <dgm:constr type="w" for="ch" forName="dotTx_42" refType="userD"/>
                <dgm:constr type="h" for="ch" forName="dotTx_42" refType="userD"/>
                <dgm:constr type="t" for="ch" forName="dotTx_43" refType="userD" fact="1.5"/>
                <dgm:constr type="w" for="ch" forName="dotTx_43" refType="userD"/>
                <dgm:constr type="h" for="ch" forName="dotTx_43" refType="userD"/>
                <dgm:constr type="l" for="ch" forName="dotTx_44" refType="userD" fact="1.5"/>
                <dgm:constr type="t" for="ch" forName="dotTx_44" refType="userD" fact="1.5"/>
                <dgm:constr type="w" for="ch" forName="dotTx_44" refType="userD"/>
                <dgm:constr type="h" for="ch" forName="dotTx_44" refType="userD"/>
              </dgm:constrLst>
              <dgm:layoutNode name="dotTx_4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4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4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4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43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44" axis="self" ptType="node" func="pos" op="equ" val="5">
            <dgm:layoutNode name="five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Tx_51"/>
                <dgm:constr type="t" for="ch" forName="dotTx_51" refType="userD" fact="2.25"/>
                <dgm:constr type="w" for="ch" forName="dotTx_51" refType="userD"/>
                <dgm:constr type="h" for="ch" forName="dotTx_51" refType="userD"/>
                <dgm:constr type="l" for="ch" forName="dotTx_52" refType="userD" fact="1.125"/>
                <dgm:constr type="t" for="ch" forName="dotTx_52" refType="userD" fact="1.125"/>
                <dgm:constr type="w" for="ch" forName="dotTx_52" refType="userD"/>
                <dgm:constr type="h" for="ch" forName="dotTx_52" refType="userD"/>
                <dgm:constr type="l" for="ch" forName="dotTx_53" refType="userD" fact="2.25"/>
                <dgm:constr type="t" for="ch" forName="dotTx_53"/>
                <dgm:constr type="w" for="ch" forName="dotTx_53" refType="userD"/>
                <dgm:constr type="h" for="ch" forName="dotTx_53" refType="userD"/>
                <dgm:constr type="l" for="ch" forName="dotTx_54"/>
                <dgm:constr type="t" for="ch" forName="dotTx_54"/>
                <dgm:constr type="w" for="ch" forName="dotTx_54" refType="userD"/>
                <dgm:constr type="h" for="ch" forName="dotTx_54" refType="userD"/>
                <dgm:constr type="l" for="ch" forName="dotTx_55" refType="userD" fact="2.25"/>
                <dgm:constr type="t" for="ch" forName="dotTx_55" refType="userD" fact="2.25"/>
                <dgm:constr type="w" for="ch" forName="dotTx_55" refType="userD"/>
                <dgm:constr type="h" for="ch" forName="dotTx_55" refType="userD"/>
              </dgm:constrLst>
              <dgm:layoutNode name="dotTx_5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5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45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else name="Name46"/>
        </dgm:choose>
      </dgm:forEach>
    </dgm:layoutNode>
  </dgm:layoutNode>
</dgm:layoutDef>
</file>

<file path=ppt/diagrams/layout136.xml><?xml version="1.0" encoding="utf-8"?>
<dgm:layoutDef xmlns:dgm="http://schemas.openxmlformats.org/drawingml/2006/diagram" xmlns:a="http://schemas.openxmlformats.org/drawingml/2006/main" uniqueId="urn:microsoft.com/office/officeart/2008/layout/CaptionedPictures">
  <dgm:title val=""/>
  <dgm:desc val=""/>
  <dgm:catLst>
    <dgm:cat type="picture" pri="5000"/>
    <dgm:cat type="pictureconvert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 val="1"/>
          <dgm:chPref val="1"/>
        </dgm:varLst>
        <dgm:alg type="composite">
          <dgm:param type="ar" val="0.85"/>
        </dgm:alg>
        <dgm:shape xmlns:r="http://schemas.openxmlformats.org/officeDocument/2006/relationships" r:blip="">
          <dgm:adjLst/>
        </dgm:shape>
        <dgm:constrLst>
          <dgm:constr type="l" for="ch" forName="Accent" refType="w" fact="0"/>
          <dgm:constr type="t" for="ch" forName="Accent" refType="h" fact="0"/>
          <dgm:constr type="w" for="ch" forName="Accent" refType="w"/>
          <dgm:constr type="h" for="ch" forName="Accent" refType="h"/>
          <dgm:constr type="l" for="ch" forName="Image" refType="w" fact="0.05"/>
          <dgm:constr type="t" for="ch" forName="Image" refType="h" fact="0.04"/>
          <dgm:constr type="w" for="ch" forName="Image" refType="w" fact="0.9"/>
          <dgm:constr type="h" for="ch" forName="Image" refType="h" fact="0.65"/>
          <dgm:constr type="l" for="ch" forName="ChildComposite" refType="w" fact="0.05"/>
          <dgm:constr type="t" for="ch" forName="ChildComposite" refType="h" fact="0.69"/>
          <dgm:constr type="w" for="ch" forName="ChildComposite" refType="w" fact="0.9"/>
          <dgm:constr type="h" for="ch" forName="ChildComposite" refType="h" fact="0.27"/>
        </dgm:constrLst>
        <dgm:layoutNode name="Accent" styleLbl="trAlignAcc1">
          <dgm:varLst>
            <dgm:chMax val="0"/>
            <dgm:chPref val="0"/>
          </dgm:varLst>
          <dgm:alg type="sp"/>
          <dgm:shape xmlns:r="http://schemas.openxmlformats.org/officeDocument/2006/relationships" type="rect" r:blip="">
            <dgm:adjLst/>
          </dgm:shape>
          <dgm:presOf/>
        </dgm:layoutNode>
        <dgm:layoutNode name="Image" styleLbl="alignImgPlace1">
          <dgm:varLst>
            <dgm:chMax val="0"/>
            <dgm:chPref val="0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Composite">
          <dgm:alg type="composite"/>
          <dgm:shape xmlns:r="http://schemas.openxmlformats.org/officeDocument/2006/relationships" r:blip="">
            <dgm:adjLst/>
          </dgm:shape>
          <dgm:choose name="Name4">
            <dgm:if name="Name5" axis="ch" ptType="node" func="cnt" op="gte" val="1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 fact="0.3704"/>
                <dgm:constr type="l" for="ch" forName="Child" refType="w" fact="0"/>
                <dgm:constr type="t" for="ch" forName="Child" refType="h" fact="0.3704"/>
                <dgm:constr type="w" for="ch" forName="Child" refType="w"/>
                <dgm:constr type="h" for="ch" forName="Child" refType="h" fact="0.6296"/>
              </dgm:constrLst>
            </dgm:if>
            <dgm:else name="Name6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/>
                <dgm:constr type="l" for="ch" forName="Child" refType="w" fact="0"/>
                <dgm:constr type="t" for="ch" forName="Child" refType="h" fact="0"/>
                <dgm:constr type="w" for="ch" forName="Child" refType="w" fact="0"/>
                <dgm:constr type="h" for="ch" forName="Child" refType="h" fact="0"/>
              </dgm:constrLst>
            </dgm:else>
          </dgm:choose>
          <dgm:layoutNode name="Child" styleLbl="node1">
            <dgm:varLst>
              <dgm:chMax val="0"/>
              <dgm:chPref val="0"/>
              <dgm:bulletEnabled val="1"/>
            </dgm:varLst>
            <dgm:choose name="Name7">
              <dgm:if name="Name8" axis="ch" ptType="node" func="cnt" op="gt" val="1">
                <dgm:alg type="tx">
                  <dgm:param type="parTxLTRAlign" val="l"/>
                  <dgm:param type="parTxRTLAlign" val="r"/>
                  <dgm:param type="txAnchorVert" val="mid"/>
                  <dgm:param type="txAnchorVertCh" val="mid"/>
                </dgm:alg>
              </dgm:if>
              <dgm:else name="Name9">
                <dgm:alg type="tx">
                  <dgm:param type="parTxLTRAlign" val="ctr"/>
                  <dgm:param type="parTxRTLAlign" val="ctr"/>
                  <dgm:param type="shpTxLTRAlignCh" val="l"/>
                  <dgm:param type="shpTxRTLAlignCh" val="r"/>
                  <dgm:param type="txAnchorVert" val="mid"/>
                  <dgm:param type="txAnchorVertCh" val="mid"/>
                </dgm:alg>
              </dgm:else>
            </dgm:choose>
            <dgm:choose name="Name10">
              <dgm:if name="Name11" axis="ch" ptType="node" func="cnt" op="gte" val="1">
                <dgm:shape xmlns:r="http://schemas.openxmlformats.org/officeDocument/2006/relationships" type="rect" r:blip="">
                  <dgm:adjLst/>
                </dgm:shape>
              </dgm:if>
              <dgm:else name="Name12">
                <dgm:shape xmlns:r="http://schemas.openxmlformats.org/officeDocument/2006/relationships" type="rect" r:blip="" hideGeom="1">
                  <dgm:adjLst/>
                </dgm:shape>
              </dgm:else>
            </dgm:choose>
            <dgm:choose name="Name13">
              <dgm:if name="Name14" axis="ch" ptType="node" func="cnt" op="gte" val="1">
                <dgm:presOf axis="des" ptType="node"/>
              </dgm:if>
              <dgm:else name="Name15">
                <dgm:presOf/>
              </dgm:else>
            </dgm:choose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Parent" styleLbl="revTx">
            <dgm:varLst>
              <dgm:chMax val="1"/>
              <dgm:chPref val="0"/>
              <dgm:bulletEnabled val="1"/>
            </dgm:varLst>
            <dgm:alg type="tx">
              <dgm:param type="shpTxLTRAlignCh" val="ctr"/>
              <dgm:param type="txAnchorVert" val="mid"/>
            </dgm:alg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37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txAnchorVertCh" val="mid"/>
            <dgm:param type="shpTxRTLAlignCh" val="r"/>
            <dgm:param type="lnSpAfParP" val="5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38.xml><?xml version="1.0" encoding="utf-8"?>
<dgm:layoutDef xmlns:dgm="http://schemas.openxmlformats.org/drawingml/2006/diagram" xmlns:a="http://schemas.openxmlformats.org/drawingml/2006/main" uniqueId="urn:microsoft.com/office/officeart/2011/layout/Picture Frame">
  <dgm:title val="Picture Frame"/>
  <dgm:desc val="Use to show pictures and the corresponding Level 1 text, both displayed in an offset frame. Works best with Level 1 text only."/>
  <dgm:catLst>
    <dgm:cat type="picture" pri="6500"/>
    <dgm:cat type="officeonline" pri="10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4927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Text" refType="w" fact="0"/>
              <dgm:constr type="t" for="ch" forName="ParentText" refType="h" fact="0.85"/>
              <dgm:constr type="w" for="ch" forName="ParentText" refType="w" fact="0.926"/>
              <dgm:constr type="h" for="ch" forName="ParentText" refType="h" fact="0.1463"/>
              <dgm:constr type="l" for="ch" forName="Accent1" refType="w" fact="0"/>
              <dgm:constr type="t" for="ch" forName="Accent1" refType="h" fact="0.1104"/>
              <dgm:constr type="w" for="ch" forName="Accent1" refType="w" fact="0.9276"/>
              <dgm:constr type="h" for="ch" forName="Accent1" refType="h" fact="0.8896"/>
              <dgm:constr type="l" for="ch" forName="Image" refType="w" fact="0.0721"/>
              <dgm:constr type="t" for="ch" forName="Image" refType="h" fact="0"/>
              <dgm:constr type="w" for="ch" forName="Image" refType="w" fact="0.9279"/>
              <dgm:constr type="h" for="ch" forName="Image" refType="h" fact="0.855"/>
            </dgm:constrLst>
          </dgm:if>
          <dgm:else name="Name6">
            <dgm:constrLst>
              <dgm:constr type="l" for="ch" forName="ParentText" refType="w" fact="0.0837"/>
              <dgm:constr type="t" for="ch" forName="ParentText" refType="h" fact="0.84"/>
              <dgm:constr type="w" for="ch" forName="ParentText" refType="w" fact="0.9163"/>
              <dgm:constr type="h" for="ch" forName="ParentText" refType="h" fact="0.1463"/>
              <dgm:constr type="l" for="ch" forName="Accent1" refType="w" fact="0.0724"/>
              <dgm:constr type="t" for="ch" forName="Accent1" refType="h" fact="0.1104"/>
              <dgm:constr type="w" for="ch" forName="Accent1" refType="w" fact="0.9276"/>
              <dgm:constr type="h" for="ch" forName="Accent1" refType="h" fact="0.8896"/>
              <dgm:constr type="l" for="ch" forName="Image" refType="w" fact="0"/>
              <dgm:constr type="t" for="ch" forName="Image" refType="h" fact="0"/>
              <dgm:constr type="w" for="ch" forName="Image" refType="w" fact="0.9279"/>
              <dgm:constr type="h" for="ch" forName="Image" refType="h" fact="0.855"/>
            </dgm:constrLst>
          </dgm:else>
        </dgm:choos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l"/>
            <dgm:param type="txAnchorVert" val="b"/>
            <dgm:param type="txAnchorVertCh" val="b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Accent1" styleLbl="parChTrans1D1">
          <dgm:alg type="sp"/>
          <dgm:shape xmlns:r="http://schemas.openxmlformats.org/officeDocument/2006/relationships" type="rect" r:blip="" zOrderOff="10">
            <dgm:adjLst/>
          </dgm:shape>
          <dgm:presOf/>
        </dgm:layoutNode>
        <dgm:layoutNode name="Image" styleLbl="alignImgPlace1">
          <dgm:alg type="sp"/>
          <dgm:shape xmlns:r="http://schemas.openxmlformats.org/officeDocument/2006/relationships" type="rect" r:blip="" zOrderOff="-15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39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40.xml><?xml version="1.0" encoding="utf-8"?>
<dgm:layoutDef xmlns:dgm="http://schemas.openxmlformats.org/drawingml/2006/diagram" xmlns:a="http://schemas.openxmlformats.org/drawingml/2006/main" uniqueId="urn:microsoft.com/office/officeart/2008/layout/BendingPictureBlocks">
  <dgm:title val=""/>
  <dgm:desc val=""/>
  <dgm:catLst>
    <dgm:cat type="picture" pri="8000"/>
    <dgm:cat type="pictureconvert" pri="8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61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908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3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.63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41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42.xml><?xml version="1.0" encoding="utf-8"?>
<dgm:layoutDef xmlns:dgm="http://schemas.openxmlformats.org/drawingml/2006/diagram" xmlns:a="http://schemas.openxmlformats.org/drawingml/2006/main" uniqueId="urn:microsoft.com/office/officeart/2008/layout/TitledPictureBlocks">
  <dgm:title val=""/>
  <dgm:desc val=""/>
  <dgm:catLst>
    <dgm:cat type="picture" pri="10000"/>
    <dgm:cat type="pictureconvert" pri="10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off" val="ctr"/>
          <dgm:param type="grDir" val="tL"/>
        </dgm:alg>
      </dgm:if>
      <dgm:else name="Name2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op="equ"/>
      <dgm:constr type="primFontSz" for="des" forName="ChildText" op="equ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787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ParentText" refType="w" fact="0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"/>
              <dgm:constr type="t" for="ch" forName="Image" refType="h" fact="0.1661"/>
              <dgm:constr type="w" for="ch" forName="Image" refType="w" fact="0.7457"/>
              <dgm:constr type="h" for="ch" forName="Image" refType="h" fact="0.8711"/>
              <dgm:constr type="l" for="ch" forName="ChildText" refType="w" fact="0.6464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if>
          <dgm:else name="Name5">
            <dgm:constrLst>
              <dgm:constr type="l" for="ch" forName="ParentText" refType="w" fact="0.26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.26"/>
              <dgm:constr type="t" for="ch" forName="Image" refType="h" fact="0.1661"/>
              <dgm:constr type="w" for="ch" forName="Image" refType="w" fact="0.7446"/>
              <dgm:constr type="h" for="ch" forName="Image" refType="h" fact="0.8711"/>
              <dgm:constr type="l" for="ch" forName="ChildText" refType="w" fact="0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else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Text" styleLbl="fgAcc1">
          <dgm:varLst>
            <dgm:chMax val="0"/>
            <dgm:chPref val="0"/>
            <dgm:bulletEnabled val="1"/>
          </dgm:varLst>
          <dgm:choose name="Name6">
            <dgm:if name="Name7" axis="des" ptType="node" func="cnt" op="equ" val="1">
              <dgm:alg type="tx">
                <dgm:param type="stBulletLvl" val="2"/>
                <dgm:param type="txAnchorVertCh" val="mid"/>
                <dgm:param type="parTxLTRAlign" val="l"/>
              </dgm:alg>
            </dgm:if>
            <dgm:else name="Name8">
              <dgm:alg type="tx">
                <dgm:param type="stBulletLvl" val="1"/>
                <dgm:param type="txAnchorVertCh" val="mid"/>
              </dgm:alg>
            </dgm:else>
          </dgm:choose>
          <dgm:choose name="Name9">
            <dgm:if name="Name10" axis="ch" ptType="node" func="cnt" op="gte" val="1"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</dgm:if>
            <dgm:else name="Name11"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43.xml><?xml version="1.0" encoding="utf-8"?>
<dgm:layoutDef xmlns:dgm="http://schemas.openxmlformats.org/drawingml/2006/diagram" xmlns:a="http://schemas.openxmlformats.org/drawingml/2006/main" uniqueId="urn:microsoft.com/office/officeart/2008/layout/PictureGrid">
  <dgm:title val=""/>
  <dgm:desc val=""/>
  <dgm:catLst>
    <dgm:cat type="picture" pri="11000"/>
    <dgm:cat type="pictureconvert" pri="1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lte" val="4">
        <dgm:choose name="Name3">
          <dgm:if name="Name4" func="var" arg="dir" op="equ" val="norm">
            <dgm:alg type="snake">
              <dgm:param type="off" val="ctr"/>
              <dgm:param type="bkpt" val="fixed"/>
              <dgm:param type="bkPtFixedVal" val="2"/>
            </dgm:alg>
          </dgm:if>
          <dgm:else name="Name5">
            <dgm:alg type="snake">
              <dgm:param type="off" val="ctr"/>
              <dgm:param type="grDir" val="tR"/>
              <dgm:param type="bkpt" val="fixed"/>
              <dgm:param type="bkPtFixedVal" val="2"/>
            </dgm:alg>
          </dgm:else>
        </dgm:choose>
      </dgm:if>
      <dgm:else name="Name6">
        <dgm:choose name="Name7">
          <dgm:if name="Name8" axis="ch" ptType="node" func="cnt" op="lte" val="9">
            <dgm:choose name="Name9">
              <dgm:if name="Name10" func="var" arg="dir" op="equ" val="norm">
                <dgm:alg type="snake">
                  <dgm:param type="off" val="ctr"/>
                  <dgm:param type="bkpt" val="fixed"/>
                  <dgm:param type="bkPtFixedVal" val="3"/>
                </dgm:alg>
              </dgm:if>
              <dgm:else name="Name11">
                <dgm:alg type="snake">
                  <dgm:param type="off" val="ctr"/>
                  <dgm:param type="grDir" val="tR"/>
                  <dgm:param type="bkpt" val="fixed"/>
                  <dgm:param type="bkPtFixedVal" val="3"/>
                </dgm:alg>
              </dgm:else>
            </dgm:choose>
          </dgm:if>
          <dgm:else name="Name12">
            <dgm:choose name="Name13">
              <dgm:if name="Name14" axis="ch" ptType="node" func="cnt" op="lte" val="16">
                <dgm:choose name="Name15">
                  <dgm:if name="Name16" func="var" arg="dir" op="equ" val="norm">
                    <dgm:alg type="snake">
                      <dgm:param type="off" val="ctr"/>
                      <dgm:param type="bkpt" val="fixed"/>
                      <dgm:param type="bkPtFixedVal" val="4"/>
                    </dgm:alg>
                  </dgm:if>
                  <dgm:else name="Name17">
                    <dgm:alg type="snake">
                      <dgm:param type="off" val="ctr"/>
                      <dgm:param type="grDir" val="tR"/>
                      <dgm:param type="bkpt" val="fixed"/>
                      <dgm:param type="bkPtFixedVal" val="4"/>
                    </dgm:alg>
                  </dgm:else>
                </dgm:choose>
              </dgm:if>
              <dgm:else name="Name18">
                <dgm:choose name="Name19">
                  <dgm:if name="Name20" axis="ch" ptType="node" func="cnt" op="lte" val="25">
                    <dgm:choose name="Name21">
                      <dgm:if name="Name22" func="var" arg="dir" op="equ" val="norm">
                        <dgm:alg type="snake">
                          <dgm:param type="off" val="ctr"/>
                          <dgm:param type="bkpt" val="fixed"/>
                          <dgm:param type="bkPtFixedVal" val="5"/>
                        </dgm:alg>
                      </dgm:if>
                      <dgm:else name="Name23">
                        <dgm:alg type="snake">
                          <dgm:param type="off" val="ctr"/>
                          <dgm:param type="grDir" val="tR"/>
                          <dgm:param type="bkpt" val="fixed"/>
                          <dgm:param type="bkPtFixedVal" val="5"/>
                        </dgm:alg>
                      </dgm:else>
                    </dgm:choose>
                  </dgm:if>
                  <dgm:else name="Name24">
                    <dgm:choose name="Name25">
                      <dgm:if name="Name26" func="var" arg="dir" op="equ" val="norm">
                        <dgm:alg type="snake">
                          <dgm:param type="off" val="ctr"/>
                        </dgm:alg>
                      </dgm:if>
                      <dgm:else name="Name27">
                        <dgm:alg type="snake">
                          <dgm:param type="off" val="ctr"/>
                          <dgm:param type="grDir" val="tR"/>
                        </dgm:alg>
                      </dgm:else>
                    </dgm:choose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0.8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7568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.15"/>
          <dgm:constr type="w" for="ch" forName="rect1" refType="w"/>
          <dgm:constr type="h" for="ch" forName="rect1" refType="w"/>
          <dgm:constr type="l" for="ch" forName="rect2" refType="w" fact="0"/>
          <dgm:constr type="t" for="ch" forName="rect2" refType="h" fact="0"/>
          <dgm:constr type="w" for="ch" forName="rect2" refType="w"/>
          <dgm:constr type="h" for="ch" forName="rect2" refType="w" fact="0.15"/>
        </dgm:constrLst>
        <dgm:layoutNode name="rect2" styleLbl="revTx">
          <dgm:varLst>
            <dgm:bulletEnabled val="1"/>
          </dgm:varLst>
          <dgm:alg type="tx">
            <dgm:param type="stBulletLvl" val="3"/>
            <dgm:param type="parTxLTRAlign" val="l"/>
            <dgm:param type="parTxRTLAlign" val="r"/>
            <dgm:param type="txAnchorVert" val="b"/>
            <dgm:param type="txAnchorVertCh" val="b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"/>
            <dgm:constr type="rMarg" refType="primFontSz" fact="0.3"/>
            <dgm:constr type="tMarg" refType="primFontSz" fact="0.3"/>
            <dgm:constr type="bMarg" refType="primFontSz" fact="0"/>
            <dgm:constr type="secFontSz" refType="primFontSz" fact="0.8"/>
          </dgm:constrLst>
          <dgm:ruleLst>
            <dgm:rule type="primFontSz" val="5" fact="NaN" max="NaN"/>
          </dgm:ruleLst>
        </dgm:layoutNode>
        <dgm:layoutNode name="rect1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44.xml><?xml version="1.0" encoding="utf-8"?>
<dgm:layoutDef xmlns:dgm="http://schemas.openxmlformats.org/drawingml/2006/diagram" xmlns:a="http://schemas.openxmlformats.org/drawingml/2006/main" uniqueId="urn:microsoft.com/office/officeart/2008/layout/PictureAccentBlocks">
  <dgm:title val=""/>
  <dgm:desc val=""/>
  <dgm:catLst>
    <dgm:cat type="picture" pri="12000"/>
    <dgm:cat type="pictureconvert" pri="12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gt" val="5">
        <dgm:choose name="Name3">
          <dgm:if name="Name4" func="var" arg="dir" op="equ" val="norm">
            <dgm:alg type="snake">
              <dgm:param type="grDir" val="bL"/>
              <dgm:param type="bkpt" val="fixed"/>
              <dgm:param type="bkPtFixedVal" val="3"/>
              <dgm:param type="off" val="off"/>
              <dgm:param type="horzAlign" val="r"/>
              <dgm:param type="vertAlign" val="b"/>
            </dgm:alg>
          </dgm:if>
          <dgm:else name="Name5">
            <dgm:alg type="snake">
              <dgm:param type="grDir" val="bR"/>
              <dgm:param type="bkpt" val="fixed"/>
              <dgm:param type="bkPtFixedVal" val="3"/>
              <dgm:param type="off" val="off"/>
              <dgm:param type="horzAlign" val="l"/>
              <dgm:param type="vertAlign" val="b"/>
            </dgm:alg>
          </dgm:else>
        </dgm:choose>
      </dgm:if>
      <dgm:else name="Name6">
        <dgm:choose name="Name7">
          <dgm:if name="Name8" func="var" arg="dir" op="equ" val="norm">
            <dgm:alg type="snake">
              <dgm:param type="grDir" val="bL"/>
              <dgm:param type="bkpt" val="fixed"/>
              <dgm:param type="bkPtFixedVal" val="2"/>
              <dgm:param type="off" val="off"/>
              <dgm:param type="horzAlign" val="r"/>
              <dgm:param type="vertAlign" val="b"/>
            </dgm:alg>
          </dgm:if>
          <dgm:else name="Name9">
            <dgm:alg type="snake">
              <dgm:param type="grDir" val="bR"/>
              <dgm:param type="bkpt" val="fixed"/>
              <dgm:param type="bkPtFixedVal" val="2"/>
              <dgm:param type="off" val="off"/>
              <dgm:param type="horzAlign" val="l"/>
              <dgm:param type="vertAlign" val="b"/>
            </dgm:alg>
          </dgm:else>
        </dgm:choose>
      </dgm:else>
    </dgm:choose>
    <dgm:shape xmlns:r="http://schemas.openxmlformats.org/officeDocument/2006/relationships" r:blip="">
      <dgm:adjLst/>
    </dgm:shape>
    <dgm:constrLst>
      <dgm:constr type="alignOff" val="1"/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13"/>
      <dgm:constr type="w" for="ch" forName="sibTrans" refType="w" refFor="ch" refForName="composite" op="equ" fact="0.000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2"/>
        </dgm:alg>
        <dgm:shape xmlns:r="http://schemas.openxmlformats.org/officeDocument/2006/relationships" r:blip="">
          <dgm:adjLst/>
        </dgm:shape>
        <dgm:choose name="Name10">
          <dgm:if name="Name11" func="var" arg="dir" op="equ" val="norm">
            <dgm:constrLst>
              <dgm:constr type="l" for="ch" forName="Image" refType="w" refFor="ch" refForName="Image" fact="0.2"/>
              <dgm:constr type="t" for="ch" forName="Image" refType="h" fact="0"/>
              <dgm:constr type="h" for="ch" forName="Image" refType="h"/>
              <dgm:constr type="w" for="ch" forName="Image" refType="h" refFor="ch" refForName="Image" op="equ"/>
              <dgm:constr type="l" for="ch" forName="Parent" refType="w" fact="0"/>
              <dgm:constr type="t" for="ch" forName="Parent" refType="h" fact="0"/>
              <dgm:constr type="w" for="ch" forName="Parent" refType="h" refFor="ch" refForName="Image" op="equ" fact="0.2"/>
              <dgm:constr type="h" for="ch" forName="Parent" refType="h" refFor="ch" refForName="Image" op="equ"/>
            </dgm:constrLst>
          </dgm:if>
          <dgm:else name="Name12">
            <dgm:constrLst>
              <dgm:constr type="l" for="ch" forName="Image" refType="w" fact="0"/>
              <dgm:constr type="t" for="ch" forName="Image" refType="h" fact="0"/>
              <dgm:constr type="h" for="ch" forName="Image" refType="h"/>
              <dgm:constr type="w" for="ch" forName="Image" refType="h" refFor="ch" refForName="Image" op="equ"/>
              <dgm:constr type="l" for="ch" forName="Parent" refType="w" refFor="ch" refForName="Image"/>
              <dgm:constr type="t" for="ch" forName="Parent" refType="h" fact="0"/>
              <dgm:constr type="w" for="ch" forName="Parent" refType="w" refFor="ch" refForName="Image" fact="0.2"/>
              <dgm:constr type="h" for="ch" forName="Parent" refType="h" refFor="ch" refForName="Image"/>
            </dgm:constrLst>
          </dgm:else>
        </dgm:choose>
        <dgm:layoutNode name="Image" styleLbl="alig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revTx">
          <dgm:varLst>
            <dgm:bulletEnabled val="1"/>
          </dgm:varLst>
          <dgm:alg type="tx">
            <dgm:param type="parTxLTRAlign" val="l"/>
            <dgm:param type="txAnchorVert" val="b"/>
            <dgm:param type="txAnchorVertCh" val="b"/>
            <dgm:param type="autoTxRot" val="grav"/>
          </dgm:alg>
          <dgm:choose name="Name13">
            <dgm:if name="Name14" func="var" arg="dir" op="equ" val="norm">
              <dgm:shape xmlns:r="http://schemas.openxmlformats.org/officeDocument/2006/relationships" rot="270" type="rect" r:blip="">
                <dgm:adjLst/>
              </dgm:shape>
            </dgm:if>
            <dgm:else name="Name15">
              <dgm:shape xmlns:r="http://schemas.openxmlformats.org/officeDocument/2006/relationships" rot="90" type="rect" r:blip="">
                <dgm:adjLst/>
              </dgm:shape>
            </dgm:else>
          </dgm:choose>
          <dgm:presOf axis="desOr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45.xml><?xml version="1.0" encoding="utf-8"?>
<dgm:layoutDef xmlns:dgm="http://schemas.openxmlformats.org/drawingml/2006/diagram" xmlns:a="http://schemas.openxmlformats.org/drawingml/2006/main" uniqueId="urn:microsoft.com/office/officeart/2011/layout/ThemePictureAccent">
  <dgm:title val="Theme Picture Accent"/>
  <dgm:desc val="Use to show a group of pictures with the first picture being centered and the largest. Can contain up to six Level 1 pictures. Unused pictures do not appear, but remain available if you switch layouts.  Works best with small amounts of text."/>
  <dgm:catLst>
    <dgm:cat type="picture" pri="13250"/>
    <dgm:cat type="officeonline" pri="4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  <dgm:pt modelId="50">
          <dgm:prSet phldr="1"/>
        </dgm:pt>
        <dgm:pt modelId="60">
          <dgm:prSet phldr="1"/>
        </dgm:pt>
      </dgm:ptLst>
      <dgm:cxnLst>
        <dgm:cxn modelId="70" srcId="0" destId="10" srcOrd="0" destOrd="0"/>
        <dgm:cxn modelId="80" srcId="0" destId="20" srcOrd="1" destOrd="0"/>
        <dgm:cxn modelId="90" srcId="0" destId="30" srcOrd="2" destOrd="0"/>
        <dgm:cxn modelId="100" srcId="0" destId="40" srcOrd="3" destOrd="0"/>
        <dgm:cxn modelId="110" srcId="0" destId="50" srcOrd="4" destOrd="0"/>
        <dgm:cxn modelId="120" srcId="0" destId="60" srcOrd="5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6"/>
      <dgm:chPref val="6"/>
      <dgm:dir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62"/>
            </dgm:alg>
            <dgm:constrLst>
              <dgm:constr type="primFontSz" for="des" forName="Text1" val="65"/>
              <dgm:constr type="l" for="ch" forName="Image1" refType="w" fact="0"/>
              <dgm:constr type="t" for="ch" forName="Image1" refType="h" fact="0"/>
              <dgm:constr type="w" for="ch" forName="Image1" refType="w"/>
              <dgm:constr type="h" for="ch" forName="Image1" refType="h"/>
              <dgm:constr type="l" for="ch" forName="Accent1" refType="w" fact="0.0491"/>
              <dgm:constr type="t" for="ch" forName="Accent1" refType="h" fact="0.0756"/>
              <dgm:constr type="w" for="ch" forName="Accent1" refType="w" fact="0.9035"/>
              <dgm:constr type="h" for="ch" forName="Accent1" refType="h" fact="0.8429"/>
              <dgm:constr type="l" for="ch" forName="Text1" refType="w" fact="0.0491"/>
              <dgm:constr type="t" for="ch" forName="Text1" refType="h" fact="0.6654"/>
              <dgm:constr type="w" for="ch" forName="Text1" refType="w" fact="0.9035"/>
              <dgm:constr type="h" for="ch" forName="Text1" refType="h" fact="0.2548"/>
            </dgm:constrLst>
          </dgm:if>
          <dgm:if name="Name5" axis="ch" ptType="node" func="cnt" op="equ" val="2">
            <dgm:alg type="composite">
              <dgm:param type="ar" val="0.9528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l" for="ch" forName="Image1" refType="w" fact="0"/>
              <dgm:constr type="t" for="ch" forName="Image1" refType="h" fact="0.4119"/>
              <dgm:constr type="w" for="ch" forName="Image1" refType="w" fact="0.997"/>
              <dgm:constr type="h" for="ch" forName="Image1" refType="h" fact="0.5881"/>
              <dgm:constr type="l" for="ch" forName="Accent1" refType="w" fact="0.049"/>
              <dgm:constr type="t" for="ch" forName="Accent1" refType="h" fact="0.4563"/>
              <dgm:constr type="w" for="ch" forName="Accent1" refType="w" fact="0.9008"/>
              <dgm:constr type="h" for="ch" forName="Accent1" refType="h" fact="0.4958"/>
              <dgm:constr type="l" for="ch" forName="Image2" refType="w" fact="0.6099"/>
              <dgm:constr type="t" for="ch" forName="Image2" refType="h" fact="0"/>
              <dgm:constr type="w" for="ch" forName="Image2" refType="w" fact="0.3901"/>
              <dgm:constr type="h" for="ch" forName="Image2" refType="h" fact="0.3806"/>
              <dgm:constr type="l" for="ch" forName="Accent2" refType="w" fact="0.6338"/>
              <dgm:constr type="t" for="ch" forName="Accent2" refType="h" fact="0.0231"/>
              <dgm:constr type="w" for="ch" forName="Accent2" refType="w" fact="0.3418"/>
              <dgm:constr type="h" for="ch" forName="Accent2" refType="h" fact="0.3343"/>
              <dgm:constr type="l" for="ch" forName="Text1" refType="w" fact="0.049"/>
              <dgm:constr type="t" for="ch" forName="Text1" refType="h" fact="0.8032"/>
              <dgm:constr type="w" for="ch" forName="Text1" refType="w" fact="0.9008"/>
              <dgm:constr type="h" for="ch" forName="Text1" refType="h" fact="0.1499"/>
              <dgm:constr type="l" for="ch" forName="Text2" refType="w" fact="0.6335"/>
              <dgm:constr type="t" for="ch" forName="Text2" refType="h" fact="0.2575"/>
              <dgm:constr type="w" for="ch" forName="Text2" refType="w" fact="0.3418"/>
              <dgm:constr type="h" for="ch" forName="Text2" refType="h" fact="0.0999"/>
            </dgm:constrLst>
          </dgm:if>
          <dgm:if name="Name6" axis="ch" ptType="node" func="cnt" op="equ" val="3">
            <dgm:alg type="composite">
              <dgm:param type="ar" val="1.4351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l" for="ch" forName="Image1" refType="w" fact="0"/>
              <dgm:constr type="t" for="ch" forName="Image1" refType="h" fact="0.4119"/>
              <dgm:constr type="w" for="ch" forName="Image1" refType="w" fact="0.6627"/>
              <dgm:constr type="h" for="ch" forName="Image1" refType="h" fact="0.5881"/>
              <dgm:constr type="l" for="ch" forName="Accent1" refType="w" fact="0.0326"/>
              <dgm:constr type="t" for="ch" forName="Accent1" refType="h" fact="0.4563"/>
              <dgm:constr type="w" for="ch" forName="Accent1" refType="w" fact="0.5988"/>
              <dgm:constr type="h" for="ch" forName="Accent1" refType="h" fact="0.4958"/>
              <dgm:constr type="l" for="ch" forName="Image3" refType="w" fact="0.6846"/>
              <dgm:constr type="t" for="ch" forName="Image3" refType="h" fact="0.6397"/>
              <dgm:constr type="w" for="ch" forName="Image3" refType="w" fact="0.3154"/>
              <dgm:constr type="h" for="ch" forName="Image3" refType="h" fact="0.2805"/>
              <dgm:constr type="l" for="ch" forName="Accent3" refType="w" fact="0.7006"/>
              <dgm:constr type="t" for="ch" forName="Accent3" refType="h" fact="0.6629"/>
              <dgm:constr type="w" for="ch" forName="Accent3" refType="w" fact="0.2833"/>
              <dgm:constr type="h" for="ch" forName="Accent3" refType="h" fact="0.2344"/>
              <dgm:constr type="l" for="ch" forName="Image2" refType="w" fact="0.4054"/>
              <dgm:constr type="t" for="ch" forName="Image2" refType="h" fact="0"/>
              <dgm:constr type="w" for="ch" forName="Image2" refType="w" fact="0.2593"/>
              <dgm:constr type="h" for="ch" forName="Image2" refType="h" fact="0.3806"/>
              <dgm:constr type="l" for="ch" forName="Accent2" refType="w" fact="0.4213"/>
              <dgm:constr type="t" for="ch" forName="Accent2" refType="h" fact="0.0231"/>
              <dgm:constr type="w" for="ch" forName="Accent2" refType="w" fact="0.2272"/>
              <dgm:constr type="h" for="ch" forName="Accent2" refType="h" fact="0.3343"/>
              <dgm:constr type="l" for="ch" forName="Text1" refType="w" fact="0.0326"/>
              <dgm:constr type="t" for="ch" forName="Text1" refType="h" fact="0.8032"/>
              <dgm:constr type="w" for="ch" forName="Text1" refType="w" fact="0.5988"/>
              <dgm:constr type="h" for="ch" forName="Text1" refType="h" fact="0.1499"/>
              <dgm:constr type="l" for="ch" forName="Text2" refType="w" fact="0.4211"/>
              <dgm:constr type="t" for="ch" forName="Text2" refType="h" fact="0.2575"/>
              <dgm:constr type="w" for="ch" forName="Text2" refType="w" fact="0.2272"/>
              <dgm:constr type="h" for="ch" forName="Text2" refType="h" fact="0.0999"/>
              <dgm:constr type="l" for="ch" forName="Text3" refType="w" fact="0.7006"/>
              <dgm:constr type="t" for="ch" forName="Text3" refType="h" fact="0.7974"/>
              <dgm:constr type="w" for="ch" forName="Text3" refType="w" fact="0.2833"/>
              <dgm:constr type="h" for="ch" forName="Text3" refType="h" fact="0.0999"/>
            </dgm:constrLst>
          </dgm:if>
          <dgm:if name="Name7" axis="ch" ptType="node" func="cnt" op="equ" val="4">
            <dgm:alg type="composite">
              <dgm:param type="ar" val="1.6922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l" for="ch" forName="Image1" refType="w" fact="0.1498"/>
              <dgm:constr type="t" for="ch" forName="Image1" refType="h" fact="0.4119"/>
              <dgm:constr type="w" for="ch" forName="Image1" refType="w" fact="0.5634"/>
              <dgm:constr type="h" for="ch" forName="Image1" refType="h" fact="0.5881"/>
              <dgm:constr type="l" for="ch" forName="Accent1" refType="w" fact="0.1774"/>
              <dgm:constr type="t" for="ch" forName="Accent1" refType="h" fact="0.4563"/>
              <dgm:constr type="w" for="ch" forName="Accent1" refType="w" fact="0.5091"/>
              <dgm:constr type="h" for="ch" forName="Accent1" refType="h" fact="0.4958"/>
              <dgm:constr type="l" for="ch" forName="Image4" refType="w" fact="0"/>
              <dgm:constr type="t" for="ch" forName="Image4" refType="h" fact="0.7601"/>
              <dgm:constr type="w" for="ch" forName="Image4" refType="w" fact="0.1316"/>
              <dgm:constr type="h" for="ch" forName="Image4" refType="h" fact="0.2262"/>
              <dgm:constr type="l" for="ch" forName="Accent4" refType="w" fact="0.0136"/>
              <dgm:constr type="t" for="ch" forName="Accent4" refType="h" fact="0.7839"/>
              <dgm:constr type="w" for="ch" forName="Accent4" refType="w" fact="0.1045"/>
              <dgm:constr type="h" for="ch" forName="Accent4" refType="h" fact="0.1806"/>
              <dgm:constr type="l" for="ch" forName="Image3" refType="w" fact="0.7318"/>
              <dgm:constr type="t" for="ch" forName="Image3" refType="h" fact="0.6397"/>
              <dgm:constr type="w" for="ch" forName="Image3" refType="w" fact="0.2682"/>
              <dgm:constr type="h" for="ch" forName="Image3" refType="h" fact="0.2805"/>
              <dgm:constr type="l" for="ch" forName="Accent3" refType="w" fact="0.7455"/>
              <dgm:constr type="t" for="ch" forName="Accent3" refType="h" fact="0.6629"/>
              <dgm:constr type="w" for="ch" forName="Accent3" refType="w" fact="0.2409"/>
              <dgm:constr type="h" for="ch" forName="Accent3" refType="h" fact="0.2344"/>
              <dgm:constr type="l" for="ch" forName="Image2" refType="w" fact="0.4944"/>
              <dgm:constr type="t" for="ch" forName="Image2" refType="h" fact="0"/>
              <dgm:constr type="w" for="ch" forName="Image2" refType="w" fact="0.2205"/>
              <dgm:constr type="h" for="ch" forName="Image2" refType="h" fact="0.3806"/>
              <dgm:constr type="l" for="ch" forName="Accent2" refType="w" fact="0.508"/>
              <dgm:constr type="t" for="ch" forName="Accent2" refType="h" fact="0.0231"/>
              <dgm:constr type="w" for="ch" forName="Accent2" refType="w" fact="0.1932"/>
              <dgm:constr type="h" for="ch" forName="Accent2" refType="h" fact="0.3343"/>
              <dgm:constr type="l" for="ch" forName="Text1" refType="w" fact="0.1774"/>
              <dgm:constr type="t" for="ch" forName="Text1" refType="h" fact="0.8032"/>
              <dgm:constr type="w" for="ch" forName="Text1" refType="w" fact="0.5091"/>
              <dgm:constr type="h" for="ch" forName="Text1" refType="h" fact="0.1499"/>
              <dgm:constr type="l" for="ch" forName="Text2" refType="w" fact="0.5078"/>
              <dgm:constr type="t" for="ch" forName="Text2" refType="h" fact="0.2575"/>
              <dgm:constr type="w" for="ch" forName="Text2" refType="w" fact="0.1932"/>
              <dgm:constr type="h" for="ch" forName="Text2" refType="h" fact="0.0999"/>
              <dgm:constr type="l" for="ch" forName="Text3" refType="w" fact="0.7455"/>
              <dgm:constr type="t" for="ch" forName="Text3" refType="h" fact="0.7974"/>
              <dgm:constr type="w" for="ch" forName="Text3" refType="w" fact="0.2409"/>
              <dgm:constr type="h" for="ch" forName="Text3" refType="h" fact="0.0999"/>
              <dgm:constr type="l" for="ch" forName="Text4" refType="w" fact="0.0136"/>
              <dgm:constr type="t" for="ch" forName="Text4" refType="h" fact="0.8647"/>
              <dgm:constr type="w" for="ch" forName="Text4" refType="w" fact="0.1045"/>
              <dgm:constr type="h" for="ch" forName="Text4" refType="h" fact="0.0999"/>
            </dgm:constrLst>
          </dgm:if>
          <dgm:if name="Name8" axis="ch" ptType="node" func="cnt" op="equ" val="5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l" for="ch" forName="Image1" refType="w" fact="0.1498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l" for="ch" forName="Accent1" refType="w" fact="0.1774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l" for="ch" forName="Image4" refType="w" fact="0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l" for="ch" forName="Accent4" refType="w" fact="0.0136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l" for="ch" forName="Image5" refType="w" fact="0.6287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l" for="ch" forName="Accent5" refType="w" fact="0.642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l" for="ch" forName="Image3" refType="w" fact="0.7318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l" for="ch" forName="Accent3" refType="w" fact="0.745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l" for="ch" forName="Image2" refType="w" fact="0.4944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l" for="ch" forName="Accent2" refType="w" fact="0.508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l" for="ch" forName="Text1" refType="w" fact="0.1774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l" for="ch" forName="Text2" refType="w" fact="0.5078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l" for="ch" forName="Text3" refType="w" fact="0.745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l" for="ch" forName="Text5" refType="w" fact="0.642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l" for="ch" forName="Text4" refType="w" fact="0.0136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if>
          <dgm:else name="Name9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primFontSz" for="des" forName="Text6" refType="primFontSz" refFor="des" refForName="Text1" op="equ"/>
              <dgm:constr type="l" for="ch" forName="Image1" refType="w" fact="0.1498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l" for="ch" forName="Accent1" refType="w" fact="0.1774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l" for="ch" forName="Image4" refType="w" fact="0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l" for="ch" forName="Accent4" refType="w" fact="0.0136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l" for="ch" forName="Image5" refType="w" fact="0.6287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l" for="ch" forName="Accent5" refType="w" fact="0.642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l" for="ch" forName="Image3" refType="w" fact="0.7318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l" for="ch" forName="Accent3" refType="w" fact="0.745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l" for="ch" forName="Image2" refType="w" fact="0.4944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l" for="ch" forName="Accent2" refType="w" fact="0.508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l" for="ch" forName="Text1" refType="w" fact="0.1774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l" for="ch" forName="Image6" refType="w" fact="0.151"/>
              <dgm:constr type="t" for="ch" forName="Image6" refType="h" fact="0.7301"/>
              <dgm:constr type="w" for="ch" forName="Image6" refType="w" fact="0.2361"/>
              <dgm:constr type="h" for="ch" forName="Image6" refType="h" fact="0.1604"/>
              <dgm:constr type="l" for="ch" forName="Accent6" refType="w" fact="0.1648"/>
              <dgm:constr type="t" for="ch" forName="Accent6" refType="h" fact="0.7467"/>
              <dgm:constr type="w" for="ch" forName="Accent6" refType="w" fact="0.2091"/>
              <dgm:constr type="h" for="ch" forName="Accent6" refType="h" fact="0.1281"/>
              <dgm:constr type="l" for="ch" forName="Text2" refType="w" fact="0.5078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l" for="ch" forName="Text3" refType="w" fact="0.745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l" for="ch" forName="Text5" refType="w" fact="0.642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l" for="ch" forName="Text6" refType="w" fact="0.1648"/>
              <dgm:constr type="t" for="ch" forName="Text6" refType="h" fact="0.8039"/>
              <dgm:constr type="w" for="ch" forName="Text6" refType="w" fact="0.2091"/>
              <dgm:constr type="h" for="ch" forName="Text6" refType="h" fact="0.0709"/>
              <dgm:constr type="l" for="ch" forName="Text4" refType="w" fact="0.0136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else>
        </dgm:choose>
      </dgm:if>
      <dgm:else name="Name10">
        <dgm:choose name="Name11">
          <dgm:if name="Name12" axis="ch" ptType="node" func="cnt" op="equ" val="1">
            <dgm:alg type="composite">
              <dgm:param type="ar" val="1.62"/>
            </dgm:alg>
            <dgm:constrLst>
              <dgm:constr type="primFontSz" for="des" forName="Text1" val="65"/>
              <dgm:constr type="l" for="ch" forName="Image1" refType="w" fact="0"/>
              <dgm:constr type="t" for="ch" forName="Image1" refType="h" fact="0"/>
              <dgm:constr type="w" for="ch" forName="Image1" refType="w"/>
              <dgm:constr type="h" for="ch" forName="Image1" refType="h"/>
              <dgm:constr type="l" for="ch" forName="Accent1" refType="w" fact="0.0491"/>
              <dgm:constr type="t" for="ch" forName="Accent1" refType="h" fact="0.0756"/>
              <dgm:constr type="w" for="ch" forName="Accent1" refType="w" fact="0.9035"/>
              <dgm:constr type="h" for="ch" forName="Accent1" refType="h" fact="0.8429"/>
              <dgm:constr type="l" for="ch" forName="Text1" refType="w" fact="0.0491"/>
              <dgm:constr type="t" for="ch" forName="Text1" refType="h" fact="0.6654"/>
              <dgm:constr type="w" for="ch" forName="Text1" refType="w" fact="0.9035"/>
              <dgm:constr type="h" for="ch" forName="Text1" refType="h" fact="0.2548"/>
            </dgm:constrLst>
          </dgm:if>
          <dgm:if name="Name13" axis="ch" ptType="node" func="cnt" op="equ" val="2">
            <dgm:alg type="composite">
              <dgm:param type="ar" val="0.9528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r" for="ch" forName="Image1" refType="w"/>
              <dgm:constr type="t" for="ch" forName="Image1" refType="h" fact="0.4119"/>
              <dgm:constr type="w" for="ch" forName="Image1" refType="w" fact="0.997"/>
              <dgm:constr type="h" for="ch" forName="Image1" refType="h" fact="0.5881"/>
              <dgm:constr type="r" for="ch" forName="Accent1" refType="w" fact="0.951"/>
              <dgm:constr type="t" for="ch" forName="Accent1" refType="h" fact="0.4563"/>
              <dgm:constr type="w" for="ch" forName="Accent1" refType="w" fact="0.9008"/>
              <dgm:constr type="h" for="ch" forName="Accent1" refType="h" fact="0.4958"/>
              <dgm:constr type="r" for="ch" forName="Image2" refType="w" fact="0.3901"/>
              <dgm:constr type="t" for="ch" forName="Image2" refType="h" fact="0"/>
              <dgm:constr type="w" for="ch" forName="Image2" refType="w" fact="0.3901"/>
              <dgm:constr type="h" for="ch" forName="Image2" refType="h" fact="0.3806"/>
              <dgm:constr type="r" for="ch" forName="Accent2" refType="w" fact="0.3662"/>
              <dgm:constr type="t" for="ch" forName="Accent2" refType="h" fact="0.0231"/>
              <dgm:constr type="w" for="ch" forName="Accent2" refType="w" fact="0.3418"/>
              <dgm:constr type="h" for="ch" forName="Accent2" refType="h" fact="0.3343"/>
              <dgm:constr type="r" for="ch" forName="Text1" refType="w" fact="0.951"/>
              <dgm:constr type="t" for="ch" forName="Text1" refType="h" fact="0.8032"/>
              <dgm:constr type="w" for="ch" forName="Text1" refType="w" fact="0.9008"/>
              <dgm:constr type="h" for="ch" forName="Text1" refType="h" fact="0.1499"/>
              <dgm:constr type="r" for="ch" forName="Text2" refType="w" fact="0.3665"/>
              <dgm:constr type="t" for="ch" forName="Text2" refType="h" fact="0.2575"/>
              <dgm:constr type="w" for="ch" forName="Text2" refType="w" fact="0.3418"/>
              <dgm:constr type="h" for="ch" forName="Text2" refType="h" fact="0.0999"/>
            </dgm:constrLst>
          </dgm:if>
          <dgm:if name="Name14" axis="ch" ptType="node" func="cnt" op="equ" val="3">
            <dgm:alg type="composite">
              <dgm:param type="ar" val="1.4351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r" for="ch" forName="Image1" refType="w"/>
              <dgm:constr type="t" for="ch" forName="Image1" refType="h" fact="0.4119"/>
              <dgm:constr type="w" for="ch" forName="Image1" refType="w" fact="0.6627"/>
              <dgm:constr type="h" for="ch" forName="Image1" refType="h" fact="0.5881"/>
              <dgm:constr type="r" for="ch" forName="Accent1" refType="w" fact="0.9674"/>
              <dgm:constr type="t" for="ch" forName="Accent1" refType="h" fact="0.4563"/>
              <dgm:constr type="w" for="ch" forName="Accent1" refType="w" fact="0.5988"/>
              <dgm:constr type="h" for="ch" forName="Accent1" refType="h" fact="0.4958"/>
              <dgm:constr type="r" for="ch" forName="Image3" refType="w" fact="0.3154"/>
              <dgm:constr type="t" for="ch" forName="Image3" refType="h" fact="0.6397"/>
              <dgm:constr type="w" for="ch" forName="Image3" refType="w" fact="0.3154"/>
              <dgm:constr type="h" for="ch" forName="Image3" refType="h" fact="0.2805"/>
              <dgm:constr type="r" for="ch" forName="Accent3" refType="w" fact="0.2994"/>
              <dgm:constr type="t" for="ch" forName="Accent3" refType="h" fact="0.6629"/>
              <dgm:constr type="w" for="ch" forName="Accent3" refType="w" fact="0.2833"/>
              <dgm:constr type="h" for="ch" forName="Accent3" refType="h" fact="0.2344"/>
              <dgm:constr type="r" for="ch" forName="Image2" refType="w" fact="0.5946"/>
              <dgm:constr type="t" for="ch" forName="Image2" refType="h" fact="0"/>
              <dgm:constr type="w" for="ch" forName="Image2" refType="w" fact="0.2593"/>
              <dgm:constr type="h" for="ch" forName="Image2" refType="h" fact="0.3806"/>
              <dgm:constr type="r" for="ch" forName="Accent2" refType="w" fact="0.5787"/>
              <dgm:constr type="t" for="ch" forName="Accent2" refType="h" fact="0.0231"/>
              <dgm:constr type="w" for="ch" forName="Accent2" refType="w" fact="0.2272"/>
              <dgm:constr type="h" for="ch" forName="Accent2" refType="h" fact="0.3343"/>
              <dgm:constr type="r" for="ch" forName="Text1" refType="w" fact="0.9674"/>
              <dgm:constr type="t" for="ch" forName="Text1" refType="h" fact="0.8032"/>
              <dgm:constr type="w" for="ch" forName="Text1" refType="w" fact="0.5988"/>
              <dgm:constr type="h" for="ch" forName="Text1" refType="h" fact="0.1499"/>
              <dgm:constr type="r" for="ch" forName="Text2" refType="w" fact="0.5789"/>
              <dgm:constr type="t" for="ch" forName="Text2" refType="h" fact="0.2575"/>
              <dgm:constr type="w" for="ch" forName="Text2" refType="w" fact="0.2272"/>
              <dgm:constr type="h" for="ch" forName="Text2" refType="h" fact="0.0999"/>
              <dgm:constr type="r" for="ch" forName="Text3" refType="w" fact="0.2994"/>
              <dgm:constr type="t" for="ch" forName="Text3" refType="h" fact="0.7974"/>
              <dgm:constr type="w" for="ch" forName="Text3" refType="w" fact="0.2833"/>
              <dgm:constr type="h" for="ch" forName="Text3" refType="h" fact="0.0999"/>
            </dgm:constrLst>
          </dgm:if>
          <dgm:if name="Name15" axis="ch" ptType="node" func="cnt" op="equ" val="4">
            <dgm:alg type="composite">
              <dgm:param type="ar" val="1.6922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r" for="ch" forName="Image1" refType="w" fact="0.8502"/>
              <dgm:constr type="t" for="ch" forName="Image1" refType="h" fact="0.4119"/>
              <dgm:constr type="w" for="ch" forName="Image1" refType="w" fact="0.5634"/>
              <dgm:constr type="h" for="ch" forName="Image1" refType="h" fact="0.5881"/>
              <dgm:constr type="r" for="ch" forName="Accent1" refType="w" fact="0.8226"/>
              <dgm:constr type="t" for="ch" forName="Accent1" refType="h" fact="0.4563"/>
              <dgm:constr type="w" for="ch" forName="Accent1" refType="w" fact="0.5091"/>
              <dgm:constr type="h" for="ch" forName="Accent1" refType="h" fact="0.4958"/>
              <dgm:constr type="r" for="ch" forName="Image4" refType="w"/>
              <dgm:constr type="t" for="ch" forName="Image4" refType="h" fact="0.7601"/>
              <dgm:constr type="w" for="ch" forName="Image4" refType="w" fact="0.1316"/>
              <dgm:constr type="h" for="ch" forName="Image4" refType="h" fact="0.2262"/>
              <dgm:constr type="r" for="ch" forName="Accent4" refType="w" fact="0.9864"/>
              <dgm:constr type="t" for="ch" forName="Accent4" refType="h" fact="0.7839"/>
              <dgm:constr type="w" for="ch" forName="Accent4" refType="w" fact="0.1045"/>
              <dgm:constr type="h" for="ch" forName="Accent4" refType="h" fact="0.1806"/>
              <dgm:constr type="r" for="ch" forName="Image3" refType="w" fact="0.2682"/>
              <dgm:constr type="t" for="ch" forName="Image3" refType="h" fact="0.6397"/>
              <dgm:constr type="w" for="ch" forName="Image3" refType="w" fact="0.2682"/>
              <dgm:constr type="h" for="ch" forName="Image3" refType="h" fact="0.2805"/>
              <dgm:constr type="r" for="ch" forName="Accent3" refType="w" fact="0.2545"/>
              <dgm:constr type="t" for="ch" forName="Accent3" refType="h" fact="0.6629"/>
              <dgm:constr type="w" for="ch" forName="Accent3" refType="w" fact="0.2409"/>
              <dgm:constr type="h" for="ch" forName="Accent3" refType="h" fact="0.2344"/>
              <dgm:constr type="r" for="ch" forName="Image2" refType="w" fact="0.5056"/>
              <dgm:constr type="t" for="ch" forName="Image2" refType="h" fact="0"/>
              <dgm:constr type="w" for="ch" forName="Image2" refType="w" fact="0.2205"/>
              <dgm:constr type="h" for="ch" forName="Image2" refType="h" fact="0.3806"/>
              <dgm:constr type="r" for="ch" forName="Accent2" refType="w" fact="0.492"/>
              <dgm:constr type="t" for="ch" forName="Accent2" refType="h" fact="0.0231"/>
              <dgm:constr type="w" for="ch" forName="Accent2" refType="w" fact="0.1932"/>
              <dgm:constr type="h" for="ch" forName="Accent2" refType="h" fact="0.3343"/>
              <dgm:constr type="r" for="ch" forName="Text1" refType="w" fact="0.8226"/>
              <dgm:constr type="t" for="ch" forName="Text1" refType="h" fact="0.8032"/>
              <dgm:constr type="w" for="ch" forName="Text1" refType="w" fact="0.5091"/>
              <dgm:constr type="h" for="ch" forName="Text1" refType="h" fact="0.1499"/>
              <dgm:constr type="r" for="ch" forName="Text2" refType="w" fact="0.4922"/>
              <dgm:constr type="t" for="ch" forName="Text2" refType="h" fact="0.2575"/>
              <dgm:constr type="w" for="ch" forName="Text2" refType="w" fact="0.1932"/>
              <dgm:constr type="h" for="ch" forName="Text2" refType="h" fact="0.0999"/>
              <dgm:constr type="r" for="ch" forName="Text3" refType="w" fact="0.2545"/>
              <dgm:constr type="t" for="ch" forName="Text3" refType="h" fact="0.7974"/>
              <dgm:constr type="w" for="ch" forName="Text3" refType="w" fact="0.2409"/>
              <dgm:constr type="h" for="ch" forName="Text3" refType="h" fact="0.0999"/>
              <dgm:constr type="r" for="ch" forName="Text4" refType="w" fact="0.9864"/>
              <dgm:constr type="t" for="ch" forName="Text4" refType="h" fact="0.8647"/>
              <dgm:constr type="w" for="ch" forName="Text4" refType="w" fact="0.1045"/>
              <dgm:constr type="h" for="ch" forName="Text4" refType="h" fact="0.0999"/>
            </dgm:constrLst>
          </dgm:if>
          <dgm:if name="Name16" axis="ch" ptType="node" func="cnt" op="equ" val="5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r" for="ch" forName="Image1" refType="w" fact="0.8502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r" for="ch" forName="Accent1" refType="w" fact="0.8226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r" for="ch" forName="Image4" refType="w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r" for="ch" forName="Accent4" refType="w" fact="0.9864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r" for="ch" forName="Image5" refType="w" fact="0.3723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r" for="ch" forName="Accent5" refType="w" fact="0.358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r" for="ch" forName="Image3" refType="w" fact="0.2682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r" for="ch" forName="Accent3" refType="w" fact="0.254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r" for="ch" forName="Image2" refType="w" fact="0.5056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r" for="ch" forName="Accent2" refType="w" fact="0.492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r" for="ch" forName="Text1" refType="w" fact="0.8226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r" for="ch" forName="Text2" refType="w" fact="0.4922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r" for="ch" forName="Text3" refType="w" fact="0.254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r" for="ch" forName="Text5" refType="w" fact="0.358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r" for="ch" forName="Text4" refType="w" fact="0.9864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if>
          <dgm:else name="Name17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primFontSz" for="des" forName="Text6" refType="primFontSz" refFor="des" refForName="Text1" op="equ"/>
              <dgm:constr type="r" for="ch" forName="Image1" refType="w" fact="0.8502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r" for="ch" forName="Accent1" refType="w" fact="0.8226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r" for="ch" forName="Image4" refType="w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r" for="ch" forName="Accent4" refType="w" fact="0.9864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r" for="ch" forName="Image5" refType="w" fact="0.3713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r" for="ch" forName="Accent5" refType="w" fact="0.358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r" for="ch" forName="Image3" refType="w" fact="0.2682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r" for="ch" forName="Accent3" refType="w" fact="0.254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r" for="ch" forName="Image2" refType="w" fact="0.5056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r" for="ch" forName="Accent2" refType="w" fact="0.492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r" for="ch" forName="Text1" refType="w" fact="0.8226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r" for="ch" forName="Image6" refType="w" fact="0.849"/>
              <dgm:constr type="t" for="ch" forName="Image6" refType="h" fact="0.7301"/>
              <dgm:constr type="w" for="ch" forName="Image6" refType="w" fact="0.2361"/>
              <dgm:constr type="h" for="ch" forName="Image6" refType="h" fact="0.1604"/>
              <dgm:constr type="r" for="ch" forName="Accent6" refType="w" fact="0.8352"/>
              <dgm:constr type="t" for="ch" forName="Accent6" refType="h" fact="0.7467"/>
              <dgm:constr type="w" for="ch" forName="Accent6" refType="w" fact="0.2091"/>
              <dgm:constr type="h" for="ch" forName="Accent6" refType="h" fact="0.1281"/>
              <dgm:constr type="r" for="ch" forName="Text2" refType="w" fact="0.4922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r" for="ch" forName="Text3" refType="w" fact="0.254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r" for="ch" forName="Text5" refType="w" fact="0.358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r" for="ch" forName="Text6" refType="w" fact="0.8352"/>
              <dgm:constr type="t" for="ch" forName="Text6" refType="h" fact="0.8039"/>
              <dgm:constr type="w" for="ch" forName="Text6" refType="w" fact="0.2091"/>
              <dgm:constr type="h" for="ch" forName="Text6" refType="h" fact="0.0709"/>
              <dgm:constr type="r" for="ch" forName="Text4" refType="w" fact="0.9864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else>
        </dgm:choose>
      </dgm:else>
    </dgm:choose>
    <dgm:forEach name="wrapper" axis="self" ptType="parTrans">
      <dgm:forEach name="ImageRepeat" axis="self"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  <dgm:forEach name="accentRepeat" axis="self">
        <dgm:layoutNode name="Accent" styleLbl="parChTrans1D1">
          <dgm:alg type="sp"/>
          <dgm:shape xmlns:r="http://schemas.openxmlformats.org/officeDocument/2006/relationships" type="rect" r:blip="">
            <dgm:adjLst/>
          </dgm:shape>
          <dgm:presOf/>
        </dgm:layoutNode>
      </dgm:forEach>
    </dgm:forEach>
    <dgm:forEach name="Name18" axis="ch" ptType="node" cnt="1">
      <dgm:layoutNode name="Image1">
        <dgm:alg type="sp"/>
        <dgm:shape xmlns:r="http://schemas.openxmlformats.org/officeDocument/2006/relationships" r:blip="">
          <dgm:adjLst/>
        </dgm:shape>
        <dgm:presOf/>
        <dgm:forEach name="Name19" ref="ImageRepeat"/>
      </dgm:layoutNode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"/>
      </dgm:layoutNode>
      <dgm:layoutNode name="Text1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  <dgm:param type="lnSpPar" val="100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21" axis="ch" ptType="node" st="2" cnt="1">
      <dgm:layoutNode name="Image2">
        <dgm:alg type="sp"/>
        <dgm:shape xmlns:r="http://schemas.openxmlformats.org/officeDocument/2006/relationships" r:blip="">
          <dgm:adjLst/>
        </dgm:shape>
        <dgm:presOf/>
        <dgm:forEach name="Name22" ref="ImageRepeat"/>
      </dgm:layoutNode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23" ref="accentRepeat"/>
      </dgm:layoutNode>
      <dgm:layoutNode name="Text2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24" axis="ch" ptType="node" st="3" cnt="1">
      <dgm:layoutNode name="Image3">
        <dgm:alg type="sp"/>
        <dgm:shape xmlns:r="http://schemas.openxmlformats.org/officeDocument/2006/relationships" r:blip="">
          <dgm:adjLst/>
        </dgm:shape>
        <dgm:presOf/>
        <dgm:forEach name="Name25" ref="ImageRepeat"/>
      </dgm:layoutNode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26" ref="accentRepeat"/>
      </dgm:layoutNode>
      <dgm:layoutNode name="Text3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27" axis="ch" ptType="node" st="4" cnt="1">
      <dgm:layoutNode name="Image4">
        <dgm:alg type="sp"/>
        <dgm:shape xmlns:r="http://schemas.openxmlformats.org/officeDocument/2006/relationships" r:blip="">
          <dgm:adjLst/>
        </dgm:shape>
        <dgm:presOf/>
        <dgm:forEach name="Name28" ref="ImageRepeat"/>
      </dgm:layoutNode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9" ref="accentRepeat"/>
      </dgm:layoutNode>
      <dgm:layoutNode name="Text4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30" axis="ch" ptType="node" st="5" cnt="1">
      <dgm:layoutNode name="Image5">
        <dgm:alg type="sp"/>
        <dgm:shape xmlns:r="http://schemas.openxmlformats.org/officeDocument/2006/relationships" r:blip="">
          <dgm:adjLst/>
        </dgm:shape>
        <dgm:presOf/>
        <dgm:forEach name="Name31" ref="ImageRepeat"/>
      </dgm:layoutNode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Text5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33" axis="ch" ptType="node" st="6" cnt="1">
      <dgm:layoutNode name="Image6">
        <dgm:alg type="sp"/>
        <dgm:shape xmlns:r="http://schemas.openxmlformats.org/officeDocument/2006/relationships" r:blip="">
          <dgm:adjLst/>
        </dgm:shape>
        <dgm:presOf/>
        <dgm:forEach name="Name34" ref="ImageRepeat"/>
      </dgm:layoutNode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Text6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</dgm:layoutNode>
</dgm:layoutDef>
</file>

<file path=ppt/diagrams/layout146.xml><?xml version="1.0" encoding="utf-8"?>
<dgm:layoutDef xmlns:dgm="http://schemas.openxmlformats.org/drawingml/2006/diagram" xmlns:a="http://schemas.openxmlformats.org/drawingml/2006/main" uniqueId="urn:microsoft.com/office/officeart/2011/layout/ThemePictureGrid">
  <dgm:title val="Theme Picture Grid"/>
  <dgm:desc val="Use to show a group of pictures with the first picture being the largest. Can contain up to five Level 1 pictures.  Unused pictures do not appear, but remain available if you switch layouts. Works best with small amounts of corresponding text."/>
  <dgm:catLst>
    <dgm:cat type="picture" pri="13500"/>
    <dgm:cat type="officeonline" pri="8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70">
          <dgm:prSet phldr="1"/>
        </dgm:pt>
        <dgm:pt modelId="8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1" srcId="0" destId="70" srcOrd="1" destOrd="0"/>
        <dgm:cxn modelId="81" srcId="0" destId="8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5"/>
      <dgm:chPref val="5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91"/>
        </dgm:alg>
        <dgm:choose name="Name3">
          <dgm:if name="Name4" func="var" arg="dir" op="equ" val="norm">
            <dgm:constrLst>
              <dgm:constr type="primFontSz" for="des" ptType="node" op="equ" val="65"/>
              <dgm:constr type="l" for="ch" forName="accent1" refType="w" fact="0.0415"/>
              <dgm:constr type="t" for="ch" forName="accent1" refType="h" fact="0.1789"/>
              <dgm:constr type="w" for="ch" forName="accent1" refType="w" fact="0.9585"/>
              <dgm:constr type="h" for="ch" forName="accent1" refType="h" fact="0.8211"/>
              <dgm:constr type="l" for="ch" forName="parent1" refType="w" fact="0"/>
              <dgm:constr type="t" for="ch" forName="parent1" refType="h" fact="0"/>
              <dgm:constr type="w" for="ch" forName="parent1" refType="w" fact="0.9667"/>
              <dgm:constr type="h" for="ch" forName="parent1" refType="h" fact="0.1224"/>
              <dgm:constr type="l" for="ch" forName="picture1" refType="w" fact="0.0019"/>
              <dgm:constr type="t" for="ch" forName="picture1" refType="h" fact="0.1272"/>
              <dgm:constr type="w" for="ch" forName="picture1" refType="w" fact="0.9667"/>
              <dgm:constr type="h" for="ch" forName="picture1" refType="h" fact="0.83"/>
            </dgm:constrLst>
          </dgm:if>
          <dgm:else name="Name5">
            <dgm:constrLst>
              <dgm:constr type="primFontSz" for="des" ptType="node" op="equ" val="65"/>
              <dgm:constr type="l" for="ch" forName="accent1" refType="w" fact="0"/>
              <dgm:constr type="t" for="ch" forName="accent1" refType="h" fact="0.1789"/>
              <dgm:constr type="w" for="ch" forName="accent1" refType="w" fact="0.9585"/>
              <dgm:constr type="h" for="ch" forName="accent1" refType="h" fact="0.8211"/>
              <dgm:constr type="l" for="ch" forName="parent1" refType="w" fact="0.0333"/>
              <dgm:constr type="t" for="ch" forName="parent1" refType="h" fact="0"/>
              <dgm:constr type="w" for="ch" forName="parent1" refType="w" fact="0.9667"/>
              <dgm:constr type="h" for="ch" forName="parent1" refType="h" fact="0.1224"/>
              <dgm:constr type="r" for="ch" forName="picture1" refType="w" fact="0.9981"/>
              <dgm:constr type="t" for="ch" forName="picture1" refType="h" fact="0.1272"/>
              <dgm:constr type="w" for="ch" forName="picture1" refType="w" fact="0.9667"/>
              <dgm:constr type="h" for="ch" forName="picture1" refType="h" fact="0.83"/>
            </dgm:constrLst>
          </dgm:else>
        </dgm:choose>
      </dgm:if>
      <dgm:if name="Name6" axis="ch" ptType="node" func="cnt" op="equ" val="2">
        <dgm:alg type="composite">
          <dgm:param type="ar" val="0.7877"/>
        </dgm:alg>
        <dgm:choose name="Name7">
          <dgm:if name="Name8" func="var" arg="dir" op="equ" val="norm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l" for="ch" forName="picture1" refType="w" fact="0.004"/>
              <dgm:constr type="t" for="ch" forName="picture1" refType="h" fact="0.0744"/>
              <dgm:constr type="w" for="ch" forName="picture1" refType="w" fact="0.996"/>
              <dgm:constr type="h" for="ch" forName="picture1" refType="h" fact="0.4853"/>
              <dgm:constr type="l" for="ch" forName="accent1" refType="w" fact="0.0447"/>
              <dgm:constr type="t" for="ch" forName="accent1" refType="h" fact="0.1046"/>
              <dgm:constr type="w" for="ch" forName="accent1" refType="w" fact="0.9169"/>
              <dgm:constr type="h" for="ch" forName="accent1" refType="h" fact="0.8954"/>
              <dgm:constr type="l" for="ch" forName="parent1" refType="w" fact="0"/>
              <dgm:constr type="t" for="ch" forName="parent1" refType="h" fact="0"/>
              <dgm:constr type="w" for="ch" forName="parent1" refType="w" fact="0.996"/>
              <dgm:constr type="h" for="ch" forName="parent1" refType="h" fact="0.0716"/>
              <dgm:constr type="l" for="ch" forName="picture2" refType="w" fact="0.0831"/>
              <dgm:constr type="t" for="ch" forName="picture2" refType="h" fact="0.5391"/>
              <dgm:constr type="w" for="ch" forName="picture2" refType="w" fact="0.8985"/>
              <dgm:constr type="h" for="ch" forName="picture2" refType="h" fact="0.4306"/>
              <dgm:constr type="l" for="ch" forName="parent2" refType="w" fact="0.085"/>
              <dgm:constr type="t" for="ch" forName="parent2" refType="h" fact="0.901"/>
              <dgm:constr type="w" for="ch" forName="parent2" refType="w" fact="0.8947"/>
              <dgm:constr type="h" for="ch" forName="parent2" refType="h" fact="0.0668"/>
            </dgm:constrLst>
          </dgm:if>
          <dgm:else name="Name9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r" for="ch" forName="picture1" refType="w" fact="0.996"/>
              <dgm:constr type="t" for="ch" forName="picture1" refType="h" fact="0.0744"/>
              <dgm:constr type="w" for="ch" forName="picture1" refType="w" fact="0.996"/>
              <dgm:constr type="h" for="ch" forName="picture1" refType="h" fact="0.4853"/>
              <dgm:constr type="r" for="ch" forName="accent1" refType="w" fact="0.9597"/>
              <dgm:constr type="t" for="ch" forName="accent1" refType="h" fact="0.1046"/>
              <dgm:constr type="w" for="ch" forName="accent1" refType="w" fact="0.9169"/>
              <dgm:constr type="h" for="ch" forName="accent1" refType="h" fact="0.8954"/>
              <dgm:constr type="r" for="ch" forName="parent1" refType="w"/>
              <dgm:constr type="t" for="ch" forName="parent1" refType="h" fact="0"/>
              <dgm:constr type="w" for="ch" forName="parent1" refType="w" fact="0.996"/>
              <dgm:constr type="h" for="ch" forName="parent1" refType="h" fact="0.0716"/>
              <dgm:constr type="r" for="ch" forName="picture2" refType="w" fact="0.9169"/>
              <dgm:constr type="t" for="ch" forName="picture2" refType="h" fact="0.5391"/>
              <dgm:constr type="w" for="ch" forName="picture2" refType="w" fact="0.8985"/>
              <dgm:constr type="h" for="ch" forName="picture2" refType="h" fact="0.4306"/>
              <dgm:constr type="r" for="ch" forName="parent2" refType="w" fact="0.915"/>
              <dgm:constr type="t" for="ch" forName="parent2" refType="h" fact="0.901"/>
              <dgm:constr type="w" for="ch" forName="parent2" refType="w" fact="0.8947"/>
              <dgm:constr type="h" for="ch" forName="parent2" refType="h" fact="0.0668"/>
            </dgm:constrLst>
          </dgm:else>
        </dgm:choose>
      </dgm:if>
      <dgm:if name="Name10" axis="ch" ptType="node" func="cnt" op="equ" val="3">
        <dgm:alg type="composite">
          <dgm:param type="ar" val="1.0535"/>
        </dgm:alg>
        <dgm:choose name="Name11">
          <dgm:if name="Name12" func="var" arg="dir" op="equ" val="norm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primFontSz" for="des" forName="parent3" refType="primFontSz" refFor="des" refForName="parent2" op="equ"/>
              <dgm:constr type="l" for="ch" forName="picture1" refType="w" fact="0.0019"/>
              <dgm:constr type="t" for="ch" forName="picture1" refType="h" fact="0.0934"/>
              <dgm:constr type="w" for="ch" forName="picture1" refType="w" fact="0.9372"/>
              <dgm:constr type="h" for="ch" forName="picture1" refType="h" fact="0.6095"/>
              <dgm:constr type="l" for="ch" forName="accent1" refType="w" fact="0.0403"/>
              <dgm:constr type="t" for="ch" forName="accent1" refType="h" fact="0.1314"/>
              <dgm:constr type="w" for="ch" forName="accent1" refType="w" fact="0.9293"/>
              <dgm:constr type="h" for="ch" forName="accent1" refType="h" fact="0.8686"/>
              <dgm:constr type="l" for="ch" forName="picture3" refType="w" fact="0.5536"/>
              <dgm:constr type="t" for="ch" forName="picture3" refType="h" fact="0.6771"/>
              <dgm:constr type="w" for="ch" forName="picture3" refType="w" fact="0.4464"/>
              <dgm:constr type="h" for="ch" forName="picture3" refType="h" fact="0.2903"/>
              <dgm:constr type="l" for="ch" forName="picture2" refType="w" fact="0.078"/>
              <dgm:constr type="t" for="ch" forName="picture2" refType="h" fact="0.6771"/>
              <dgm:constr type="w" for="ch" forName="picture2" refType="w" fact="0.4458"/>
              <dgm:constr type="h" for="ch" forName="picture2" refType="h" fact="0.2903"/>
              <dgm:constr type="l" for="ch" forName="parent1" refType="w" fact="0"/>
              <dgm:constr type="t" for="ch" forName="parent1" refType="h" fact="0"/>
              <dgm:constr type="w" for="ch" forName="parent1" refType="w" fact="0.9372"/>
              <dgm:constr type="h" for="ch" forName="parent1" refType="h" fact="0.0899"/>
              <dgm:constr type="l" for="ch" forName="parent3" refType="w" fact="0.5548"/>
              <dgm:constr type="t" for="ch" forName="parent3" refType="h" fact="0.9211"/>
              <dgm:constr type="w" for="ch" forName="parent3" refType="w" fact="0.4439"/>
              <dgm:constr type="h" for="ch" forName="parent3" refType="h" fact="0.045"/>
              <dgm:constr type="l" for="ch" forName="parent2" refType="w" fact="0.079"/>
              <dgm:constr type="t" for="ch" forName="parent2" refType="h" fact="0.9211"/>
              <dgm:constr type="w" for="ch" forName="parent2" refType="w" fact="0.4439"/>
              <dgm:constr type="h" for="ch" forName="parent2" refType="h" fact="0.045"/>
            </dgm:constrLst>
          </dgm:if>
          <dgm:else name="Name13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primFontSz" for="des" forName="parent3" refType="primFontSz" refFor="des" refForName="parent2" op="equ"/>
              <dgm:constr type="r" for="ch" forName="picture1" refType="w" fact="0.9981"/>
              <dgm:constr type="t" for="ch" forName="picture1" refType="h" fact="0.0934"/>
              <dgm:constr type="w" for="ch" forName="picture1" refType="w" fact="0.9372"/>
              <dgm:constr type="h" for="ch" forName="picture1" refType="h" fact="0.6095"/>
              <dgm:constr type="r" for="ch" forName="accent1" refType="w" fact="0.9597"/>
              <dgm:constr type="t" for="ch" forName="accent1" refType="h" fact="0.1314"/>
              <dgm:constr type="w" for="ch" forName="accent1" refType="w" fact="0.9293"/>
              <dgm:constr type="h" for="ch" forName="accent1" refType="h" fact="0.8686"/>
              <dgm:constr type="r" for="ch" forName="picture3" refType="w" fact="0.4464"/>
              <dgm:constr type="t" for="ch" forName="picture3" refType="h" fact="0.6771"/>
              <dgm:constr type="w" for="ch" forName="picture3" refType="w" fact="0.4464"/>
              <dgm:constr type="h" for="ch" forName="picture3" refType="h" fact="0.2903"/>
              <dgm:constr type="r" for="ch" forName="picture2" refType="w" fact="0.922"/>
              <dgm:constr type="t" for="ch" forName="picture2" refType="h" fact="0.6771"/>
              <dgm:constr type="w" for="ch" forName="picture2" refType="w" fact="0.4458"/>
              <dgm:constr type="h" for="ch" forName="picture2" refType="h" fact="0.2903"/>
              <dgm:constr type="r" for="ch" forName="parent1" refType="w"/>
              <dgm:constr type="t" for="ch" forName="parent1" refType="h" fact="0"/>
              <dgm:constr type="w" for="ch" forName="parent1" refType="w" fact="0.9372"/>
              <dgm:constr type="h" for="ch" forName="parent1" refType="h" fact="0.0899"/>
              <dgm:constr type="r" for="ch" forName="parent3" refType="w" fact="0.4452"/>
              <dgm:constr type="t" for="ch" forName="parent3" refType="h" fact="0.9211"/>
              <dgm:constr type="w" for="ch" forName="parent3" refType="w" fact="0.4439"/>
              <dgm:constr type="h" for="ch" forName="parent3" refType="h" fact="0.045"/>
              <dgm:constr type="r" for="ch" forName="parent2" refType="w" fact="0.921"/>
              <dgm:constr type="t" for="ch" forName="parent2" refType="h" fact="0.9211"/>
              <dgm:constr type="w" for="ch" forName="parent2" refType="w" fact="0.4439"/>
              <dgm:constr type="h" for="ch" forName="parent2" refType="h" fact="0.045"/>
            </dgm:constrLst>
          </dgm:else>
        </dgm:choose>
      </dgm:if>
      <dgm:if name="Name14" axis="ch" ptType="node" func="cnt" op="equ" val="4">
        <dgm:alg type="composite">
          <dgm:param type="ar" val="1.2068"/>
        </dgm:alg>
        <dgm:choose name="Name15">
          <dgm:if name="Name16" func="var" arg="dir" op="equ" val="norm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primFontSz" for="des" forName="parent3" refType="primFontSz" refFor="des" refForName="parent2" op="equ"/>
              <dgm:constr type="primFontSz" for="des" forName="parent4" refType="primFontSz" refFor="des" refForName="parent2" op="equ"/>
              <dgm:constr type="l" for="ch" forName="picture1" refType="w" fact="0.0018"/>
              <dgm:constr type="t" for="ch" forName="picture1" refType="h" fact="0.1037"/>
              <dgm:constr type="w" for="ch" forName="picture1" refType="w" fact="0.9084"/>
              <dgm:constr type="h" for="ch" forName="picture1" refType="h" fact="0.6767"/>
              <dgm:constr type="l" for="ch" forName="accent1" refType="w" fact="0.039"/>
              <dgm:constr type="t" for="ch" forName="accent1" refType="h" fact="0.1459"/>
              <dgm:constr type="w" for="ch" forName="accent1" refType="w" fact="0.9007"/>
              <dgm:constr type="h" for="ch" forName="accent1" refType="h" fact="0.8541"/>
              <dgm:constr type="l" for="ch" forName="parent1" refType="w" fact="0"/>
              <dgm:constr type="t" for="ch" forName="parent1" refType="h" fact="0"/>
              <dgm:constr type="w" for="ch" forName="parent1" refType="w" fact="0.9084"/>
              <dgm:constr type="h" for="ch" forName="parent1" refType="h" fact="0.0998"/>
              <dgm:constr type="l" for="ch" forName="picture3" refType="w" fact="0.3539"/>
              <dgm:constr type="t" for="ch" forName="picture3" refType="h" fact="0.7301"/>
              <dgm:constr type="w" for="ch" forName="picture3" refType="w" fact="0.3131"/>
              <dgm:constr type="h" for="ch" forName="picture3" refType="h" fact="0.2332"/>
              <dgm:constr type="l" for="ch" forName="parent3" refType="w" fact="0.3548"/>
              <dgm:constr type="t" for="ch" forName="parent3" refType="h" fact="0.926"/>
              <dgm:constr type="w" for="ch" forName="parent3" refType="w" fact="0.3113"/>
              <dgm:constr type="h" for="ch" forName="parent3" refType="h" fact="0.0361"/>
              <dgm:constr type="l" for="ch" forName="picture4" refType="w" fact="0.6874"/>
              <dgm:constr type="t" for="ch" forName="picture4" refType="h" fact="0.7301"/>
              <dgm:constr type="w" for="ch" forName="picture4" refType="w" fact="0.3126"/>
              <dgm:constr type="h" for="ch" forName="picture4" refType="h" fact="0.2332"/>
              <dgm:constr type="l" for="ch" forName="parent4" refType="w" fact="0.6881"/>
              <dgm:constr type="t" for="ch" forName="parent4" refType="h" fact="0.9264"/>
              <dgm:constr type="w" for="ch" forName="parent4" refType="w" fact="0.3113"/>
              <dgm:constr type="h" for="ch" forName="parent4" refType="h" fact="0.0361"/>
              <dgm:constr type="l" for="ch" forName="picture2" refType="w" fact="0.0204"/>
              <dgm:constr type="t" for="ch" forName="picture2" refType="h" fact="0.7301"/>
              <dgm:constr type="w" for="ch" forName="picture2" refType="w" fact="0.3126"/>
              <dgm:constr type="h" for="ch" forName="picture2" refType="h" fact="0.2332"/>
              <dgm:constr type="l" for="ch" forName="parent2" refType="w" fact="0.0211"/>
              <dgm:constr type="t" for="ch" forName="parent2" refType="h" fact="0.926"/>
              <dgm:constr type="w" for="ch" forName="parent2" refType="w" fact="0.3113"/>
              <dgm:constr type="h" for="ch" forName="parent2" refType="h" fact="0.0361"/>
            </dgm:constrLst>
          </dgm:if>
          <dgm:else name="Name17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primFontSz" for="des" forName="parent3" refType="primFontSz" refFor="des" refForName="parent2" op="equ"/>
              <dgm:constr type="primFontSz" for="des" forName="parent4" refType="primFontSz" refFor="des" refForName="parent2" op="equ"/>
              <dgm:constr type="r" for="ch" forName="picture1" refType="w" fact="0.9982"/>
              <dgm:constr type="t" for="ch" forName="picture1" refType="h" fact="0.1037"/>
              <dgm:constr type="w" for="ch" forName="picture1" refType="w" fact="0.9084"/>
              <dgm:constr type="h" for="ch" forName="picture1" refType="h" fact="0.6767"/>
              <dgm:constr type="r" for="ch" forName="accent1" refType="w" fact="0.961"/>
              <dgm:constr type="t" for="ch" forName="accent1" refType="h" fact="0.1459"/>
              <dgm:constr type="w" for="ch" forName="accent1" refType="w" fact="0.9007"/>
              <dgm:constr type="h" for="ch" forName="accent1" refType="h" fact="0.8541"/>
              <dgm:constr type="r" for="ch" forName="parent1" refType="w"/>
              <dgm:constr type="t" for="ch" forName="parent1" refType="h" fact="0"/>
              <dgm:constr type="w" for="ch" forName="parent1" refType="w" fact="0.9084"/>
              <dgm:constr type="h" for="ch" forName="parent1" refType="h" fact="0.0998"/>
              <dgm:constr type="r" for="ch" forName="picture3" refType="w" fact="0.6461"/>
              <dgm:constr type="t" for="ch" forName="picture3" refType="h" fact="0.7301"/>
              <dgm:constr type="w" for="ch" forName="picture3" refType="w" fact="0.3131"/>
              <dgm:constr type="h" for="ch" forName="picture3" refType="h" fact="0.2332"/>
              <dgm:constr type="r" for="ch" forName="parent3" refType="w" fact="0.6452"/>
              <dgm:constr type="t" for="ch" forName="parent3" refType="h" fact="0.926"/>
              <dgm:constr type="w" for="ch" forName="parent3" refType="w" fact="0.3113"/>
              <dgm:constr type="h" for="ch" forName="parent3" refType="h" fact="0.0361"/>
              <dgm:constr type="r" for="ch" forName="picture4" refType="w" fact="0.3126"/>
              <dgm:constr type="t" for="ch" forName="picture4" refType="h" fact="0.7301"/>
              <dgm:constr type="w" for="ch" forName="picture4" refType="w" fact="0.3126"/>
              <dgm:constr type="h" for="ch" forName="picture4" refType="h" fact="0.2332"/>
              <dgm:constr type="r" for="ch" forName="parent4" refType="w" fact="0.3319"/>
              <dgm:constr type="t" for="ch" forName="parent4" refType="h" fact="0.9264"/>
              <dgm:constr type="w" for="ch" forName="parent4" refType="w" fact="0.3113"/>
              <dgm:constr type="h" for="ch" forName="parent4" refType="h" fact="0.0361"/>
              <dgm:constr type="r" for="ch" forName="picture2" refType="w" fact="0.9796"/>
              <dgm:constr type="t" for="ch" forName="picture2" refType="h" fact="0.7301"/>
              <dgm:constr type="w" for="ch" forName="picture2" refType="w" fact="0.3126"/>
              <dgm:constr type="h" for="ch" forName="picture2" refType="h" fact="0.2332"/>
              <dgm:constr type="r" for="ch" forName="parent2" refType="w" fact="0.9789"/>
              <dgm:constr type="t" for="ch" forName="parent2" refType="h" fact="0.926"/>
              <dgm:constr type="w" for="ch" forName="parent2" refType="w" fact="0.3113"/>
              <dgm:constr type="h" for="ch" forName="parent2" refType="h" fact="0.0361"/>
            </dgm:constrLst>
          </dgm:else>
        </dgm:choose>
      </dgm:if>
      <dgm:else name="Name18">
        <dgm:alg type="composite">
          <dgm:param type="ar" val="0.817"/>
        </dgm:alg>
        <dgm:choose name="Name19">
          <dgm:if name="Name20" func="var" arg="dir" op="equ" val="norm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primFontSz" for="des" forName="parent3" refType="primFontSz" refFor="des" refForName="parent2" op="equ"/>
              <dgm:constr type="primFontSz" for="des" forName="parent4" refType="primFontSz" refFor="des" refForName="parent2" op="equ"/>
              <dgm:constr type="primFontSz" for="des" forName="parent5" refType="primFontSz" refFor="des" refForName="parent2" op="equ"/>
              <dgm:constr type="l" for="ch" forName="picture1" refType="w" fact="0.0019"/>
              <dgm:constr type="t" for="ch" forName="picture1" refType="h" fact="0.0724"/>
              <dgm:constr type="w" for="ch" forName="picture1" refType="w" fact="0.9372"/>
              <dgm:constr type="h" for="ch" forName="picture1" refType="h" fact="0.4727"/>
              <dgm:constr type="l" for="ch" forName="accent1" refType="w" fact="0.0403"/>
              <dgm:constr type="t" for="ch" forName="accent1" refType="h" fact="0.1019"/>
              <dgm:constr type="w" for="ch" forName="accent1" refType="w" fact="0.9293"/>
              <dgm:constr type="h" for="ch" forName="accent1" refType="h" fact="0.8921"/>
              <dgm:constr type="l" for="ch" forName="picture4" refType="w" fact="0.078"/>
              <dgm:constr type="t" for="ch" forName="picture4" refType="h" fact="0.7749"/>
              <dgm:constr type="w" for="ch" forName="picture4" refType="w" fact="0.4458"/>
              <dgm:constr type="h" for="ch" forName="picture4" refType="h" fact="0.2251"/>
              <dgm:constr type="l" for="ch" forName="picture5" refType="w" fact="0.5536"/>
              <dgm:constr type="t" for="ch" forName="picture5" refType="h" fact="0.7749"/>
              <dgm:constr type="w" for="ch" forName="picture5" refType="w" fact="0.4464"/>
              <dgm:constr type="h" for="ch" forName="picture5" refType="h" fact="0.2251"/>
              <dgm:constr type="l" for="ch" forName="picture3" refType="w" fact="0.5536"/>
              <dgm:constr type="t" for="ch" forName="picture3" refType="h" fact="0.5251"/>
              <dgm:constr type="w" for="ch" forName="picture3" refType="w" fact="0.4464"/>
              <dgm:constr type="h" for="ch" forName="picture3" refType="h" fact="0.2251"/>
              <dgm:constr type="l" for="ch" forName="picture2" refType="w" fact="0.078"/>
              <dgm:constr type="t" for="ch" forName="picture2" refType="h" fact="0.5251"/>
              <dgm:constr type="w" for="ch" forName="picture2" refType="w" fact="0.4458"/>
              <dgm:constr type="h" for="ch" forName="picture2" refType="h" fact="0.2251"/>
              <dgm:constr type="l" for="ch" forName="parent1" refType="w" fact="0"/>
              <dgm:constr type="t" for="ch" forName="parent1" refType="h" fact="0"/>
              <dgm:constr type="w" for="ch" forName="parent1" refType="w" fact="0.9372"/>
              <dgm:constr type="h" for="ch" forName="parent1" refType="h" fact="0.0697"/>
              <dgm:constr type="l" for="ch" forName="parent3" refType="w" fact="0.5548"/>
              <dgm:constr type="t" for="ch" forName="parent3" refType="h" fact="0.7143"/>
              <dgm:constr type="w" for="ch" forName="parent3" refType="w" fact="0.4439"/>
              <dgm:constr type="h" for="ch" forName="parent3" refType="h" fact="0.0349"/>
              <dgm:constr type="l" for="ch" forName="parent5" refType="w" fact="0.5548"/>
              <dgm:constr type="t" for="ch" forName="parent5" refType="h" fact="0.9644"/>
              <dgm:constr type="w" for="ch" forName="parent5" refType="w" fact="0.4439"/>
              <dgm:constr type="h" for="ch" forName="parent5" refType="h" fact="0.0349"/>
              <dgm:constr type="l" for="ch" forName="parent4" refType="w" fact="0.079"/>
              <dgm:constr type="t" for="ch" forName="parent4" refType="h" fact="0.9644"/>
              <dgm:constr type="w" for="ch" forName="parent4" refType="w" fact="0.4439"/>
              <dgm:constr type="h" for="ch" forName="parent4" refType="h" fact="0.0349"/>
              <dgm:constr type="l" for="ch" forName="parent2" refType="w" fact="0.079"/>
              <dgm:constr type="t" for="ch" forName="parent2" refType="h" fact="0.7143"/>
              <dgm:constr type="w" for="ch" forName="parent2" refType="w" fact="0.4439"/>
              <dgm:constr type="h" for="ch" forName="parent2" refType="h" fact="0.0349"/>
            </dgm:constrLst>
          </dgm:if>
          <dgm:else name="Name21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primFontSz" for="des" forName="parent3" refType="primFontSz" refFor="des" refForName="parent2" op="equ"/>
              <dgm:constr type="primFontSz" for="des" forName="parent4" refType="primFontSz" refFor="des" refForName="parent2" op="equ"/>
              <dgm:constr type="primFontSz" for="des" forName="parent5" refType="primFontSz" refFor="des" refForName="parent2" op="equ"/>
              <dgm:constr type="r" for="ch" forName="picture1" refType="w" fact="0.9981"/>
              <dgm:constr type="t" for="ch" forName="picture1" refType="h" fact="0.0724"/>
              <dgm:constr type="w" for="ch" forName="picture1" refType="w" fact="0.9372"/>
              <dgm:constr type="h" for="ch" forName="picture1" refType="h" fact="0.4727"/>
              <dgm:constr type="r" for="ch" forName="accent1" refType="w" fact="0.9597"/>
              <dgm:constr type="t" for="ch" forName="accent1" refType="h" fact="0.1019"/>
              <dgm:constr type="w" for="ch" forName="accent1" refType="w" fact="0.9293"/>
              <dgm:constr type="h" for="ch" forName="accent1" refType="h" fact="0.8921"/>
              <dgm:constr type="r" for="ch" forName="picture4" refType="w" fact="0.922"/>
              <dgm:constr type="t" for="ch" forName="picture4" refType="h" fact="0.7749"/>
              <dgm:constr type="w" for="ch" forName="picture4" refType="w" fact="0.4458"/>
              <dgm:constr type="h" for="ch" forName="picture4" refType="h" fact="0.2251"/>
              <dgm:constr type="r" for="ch" forName="picture5" refType="w" fact="0.4464"/>
              <dgm:constr type="t" for="ch" forName="picture5" refType="h" fact="0.7749"/>
              <dgm:constr type="w" for="ch" forName="picture5" refType="w" fact="0.4464"/>
              <dgm:constr type="h" for="ch" forName="picture5" refType="h" fact="0.2251"/>
              <dgm:constr type="r" for="ch" forName="picture3" refType="w" fact="0.4464"/>
              <dgm:constr type="t" for="ch" forName="picture3" refType="h" fact="0.5251"/>
              <dgm:constr type="w" for="ch" forName="picture3" refType="w" fact="0.4464"/>
              <dgm:constr type="h" for="ch" forName="picture3" refType="h" fact="0.2251"/>
              <dgm:constr type="r" for="ch" forName="picture2" refType="w" fact="0.922"/>
              <dgm:constr type="t" for="ch" forName="picture2" refType="h" fact="0.5251"/>
              <dgm:constr type="w" for="ch" forName="picture2" refType="w" fact="0.4458"/>
              <dgm:constr type="h" for="ch" forName="picture2" refType="h" fact="0.2251"/>
              <dgm:constr type="l" for="ch" forName="parent1" refType="w" fact="0.0628"/>
              <dgm:constr type="t" for="ch" forName="parent1" refType="h" fact="0"/>
              <dgm:constr type="w" for="ch" forName="parent1" refType="w" fact="0.9372"/>
              <dgm:constr type="h" for="ch" forName="parent1" refType="h" fact="0.0697"/>
              <dgm:constr type="r" for="ch" forName="parent3" refType="w" fact="0.4452"/>
              <dgm:constr type="t" for="ch" forName="parent3" refType="h" fact="0.7143"/>
              <dgm:constr type="w" for="ch" forName="parent3" refType="w" fact="0.4439"/>
              <dgm:constr type="h" for="ch" forName="parent3" refType="h" fact="0.0349"/>
              <dgm:constr type="r" for="ch" forName="parent5" refType="w" fact="0.4452"/>
              <dgm:constr type="t" for="ch" forName="parent5" refType="h" fact="0.9644"/>
              <dgm:constr type="w" for="ch" forName="parent5" refType="w" fact="0.4439"/>
              <dgm:constr type="h" for="ch" forName="parent5" refType="h" fact="0.0349"/>
              <dgm:constr type="r" for="ch" forName="parent4" refType="w" fact="0.921"/>
              <dgm:constr type="t" for="ch" forName="parent4" refType="h" fact="0.9644"/>
              <dgm:constr type="w" for="ch" forName="parent4" refType="w" fact="0.4439"/>
              <dgm:constr type="h" for="ch" forName="parent4" refType="h" fact="0.0349"/>
              <dgm:constr type="r" for="ch" forName="parent2" refType="w" fact="0.921"/>
              <dgm:constr type="t" for="ch" forName="parent2" refType="h" fact="0.7143"/>
              <dgm:constr type="w" for="ch" forName="parent2" refType="w" fact="0.4439"/>
              <dgm:constr type="h" for="ch" forName="parent2" refType="h" fact="0.0349"/>
            </dgm:constrLst>
          </dgm:else>
        </dgm:choose>
      </dgm:else>
    </dgm:choose>
    <dgm:forEach name="Name22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23" ref="pictureWrapper"/>
      </dgm:layoutNode>
      <dgm:layoutNode name="accent1" styleLbl="parChTrans1D1">
        <dgm:alg type="sp"/>
        <dgm:shape xmlns:r="http://schemas.openxmlformats.org/officeDocument/2006/relationships" type="rect" r:blip="">
          <dgm:adjLst/>
        </dgm:shape>
        <dgm:presOf/>
      </dgm:layoutNode>
      <dgm:layoutNode name="parent1" styleLbl="revTx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4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25" ref="pictureWrapper"/>
      </dgm:layoutNode>
      <dgm:layoutNode name="parent2" styleLbl="trBgShp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6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27" ref="pictureWrapper"/>
      </dgm:layoutNode>
      <dgm:layoutNode name="parent3" styleLbl="trBgShp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8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29" ref="pictureWrapper"/>
      </dgm:layoutNode>
      <dgm:layoutNode name="parent4" styleLbl="trBgShp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0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31" ref="pictureWrapper"/>
      </dgm:layoutNode>
      <dgm:layoutNode name="parent5" styleLbl="trBgShp">
        <dgm:varLst>
          <dgm:chMax val="0"/>
          <dgm:chPref val="0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147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layout148.xml><?xml version="1.0" encoding="utf-8"?>
<dgm:layoutDef xmlns:dgm="http://schemas.openxmlformats.org/drawingml/2006/diagram" xmlns:a="http://schemas.openxmlformats.org/drawingml/2006/main" uniqueId="urn:microsoft.com/office/officeart/2008/layout/AlternatingPictureCircles">
  <dgm:title val=""/>
  <dgm:desc val=""/>
  <dgm:catLst>
    <dgm:cat type="picture" pri="17000"/>
    <dgm:cat type="pictureconvert" pri="1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3" destOrd="0"/>
      </dgm:cxnLst>
      <dgm:bg/>
      <dgm:whole/>
    </dgm:dataModel>
  </dgm:clrData>
  <dgm:layoutNode name="Name0">
    <dgm:varLst>
      <dgm:chMax/>
      <dgm:chPref/>
      <dgm:dir/>
    </dgm:varLst>
    <dgm:alg type="lin">
      <dgm:param type="linDir" val="fromT"/>
      <dgm:param type="fallback" val="2D"/>
      <dgm:param type="horzAlign" val="ctr"/>
      <dgm:param type="nodeVertAlign" val="t"/>
    </dgm:alg>
    <dgm:shape xmlns:r="http://schemas.openxmlformats.org/officeDocument/2006/relationships" r:blip="">
      <dgm:adjLst/>
    </dgm:shape>
    <dgm:choose name="Name1">
      <dgm:if name="Name2" axis="ch" ptType="node" func="cnt" op="gte" val="2">
        <dgm:constrLst>
          <dgm:constr type="primFontSz" for="des" ptType="node" op="equ" val="65"/>
          <dgm:constr type="w" for="ch" forName="composite" refType="h" refFor="ch" refForName="composite" fact="2.9499"/>
          <dgm:constr type="h" for="ch" forName="composite" refType="h"/>
          <dgm:constr type="h" for="ch" forName="ConnectorComposite" refType="w" refFor="ch" refForName="composite" op="equ" fact="0.1685"/>
          <dgm:constr type="w" for="ch" forName="ConnectorComposite" refType="h" refFor="ch" refForName="ConnectorComposite" op="equ"/>
        </dgm:constrLst>
      </dgm:if>
      <dgm:else name="Name3">
        <dgm:constrLst>
          <dgm:constr type="primFontSz" for="des" ptType="node" op="equ" val="65"/>
          <dgm:constr type="w" for="ch" forName="composite" refType="h" refFor="ch" refForName="composite" fact="1.9752"/>
          <dgm:constr type="h" for="ch" forName="composite" refType="h"/>
          <dgm:constr type="h" for="ch" forName="ConnectorComposite" refType="w" refFor="ch" refForName="composite" op="equ" fact="0.1685"/>
          <dgm:constr type="w" for="ch" forName="ConnectorComposite" refType="h" refFor="ch" refForName="ConnectorComposite" op="equ"/>
        </dgm:constrLst>
      </dgm:else>
    </dgm:choose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4">
          <dgm:if name="Name5" axis="precedSib" ptType="sibTrans" func="cnt" op="lte" val="0">
            <dgm:choose name="Name6">
              <dgm:if name="Name7" axis="followSib" ptType="sibTrans" func="cnt" op="lte" val="0">
                <dgm:choose name="Name8">
                  <dgm:if name="Name9" func="var" arg="dir" op="equ" val="norm">
                    <dgm:constrLst>
                      <dgm:constr type="l" for="ch" forName="Accent" refType="w" fact="0.4937"/>
                      <dgm:constr type="t" for="ch" forName="Accent" refType="h" fact="0"/>
                      <dgm:constr type="h" for="ch" forName="Accent" refType="w" refFor="ch" refForName="Accent"/>
                      <dgm:constr type="w" for="ch" forName="Accent" refType="w" fact="0.5063"/>
                      <dgm:constr type="l" for="ch" forName="Parent" refType="w" fact="0.5494"/>
                      <dgm:constr type="t" for="ch" forName="Parent" refType="h" fact="0.11"/>
                      <dgm:constr type="h" for="ch" forName="Parent" refType="w" refFor="ch" refForName="Parent"/>
                      <dgm:constr type="w" for="ch" forName="Parent" refType="w" fact="0.3949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6227"/>
                    </dgm:constrLst>
                  </dgm:if>
                  <dgm:else name="Name10">
                    <dgm:constrLst>
                      <dgm:constr type="l" for="ch" forName="Accent" refType="w" fact="0"/>
                      <dgm:constr type="t" for="ch" forName="Accent" refType="h" fact="0"/>
                      <dgm:constr type="h" for="ch" forName="Accent" refType="w" refFor="ch" refForName="Accent"/>
                      <dgm:constr type="w" for="ch" forName="Accent" refType="w" fact="0.5063"/>
                      <dgm:constr type="l" for="ch" forName="Parent" refType="w" fact="0.0557"/>
                      <dgm:constr type="t" for="ch" forName="Parent" refType="h" fact="0.11"/>
                      <dgm:constr type="h" for="ch" forName="Parent" refType="w" refFor="ch" refForName="Parent"/>
                      <dgm:constr type="w" for="ch" forName="Parent" refType="w" fact="0.3949"/>
                      <dgm:constr type="l" for="ch" forName="Image" refType="w" fact="0.3773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6227"/>
                    </dgm:constrLst>
                  </dgm:else>
                </dgm:choose>
              </dgm:if>
              <dgm:else name="Name11">
                <dgm:choose name="Name12">
                  <dgm:if name="Name13" func="var" arg="dir" op="equ" val="norm">
                    <dgm:choose name="Name14">
                      <dgm:if name="Name15" axis="self" ptType="node" func="posOdd" op="equ" val="1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l" for="ch" forName="Image" refType="w" fact="0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r" for="ch" forName="Space" refType="w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if>
                      <dgm:else name="Name16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r" for="ch" forName="Image" refType="w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l" for="ch" forName="Space" refType="w" fact="0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else>
                    </dgm:choose>
                  </dgm:if>
                  <dgm:else name="Name17">
                    <dgm:choose name="Name18">
                      <dgm:if name="Name19" axis="self" ptType="node" func="posOdd" op="equ" val="1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r" for="ch" forName="Image" refType="w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l" for="ch" forName="Space" refType="w" fact="0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if>
                      <dgm:else name="Name20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l" for="ch" forName="Image" refType="w" fact="0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r" for="ch" forName="Space" refType="w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else>
                    </dgm:choose>
                  </dgm:else>
                </dgm:choose>
              </dgm:else>
            </dgm:choose>
          </dgm:if>
          <dgm:else name="Name21">
            <dgm:choose name="Name22">
              <dgm:if name="Name23" func="var" arg="dir" op="equ" val="norm">
                <dgm:choose name="Name24">
                  <dgm:if name="Name25" axis="self" ptType="node" func="posOdd" op="equ" val="1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r" for="ch" forName="Space" refType="w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if>
                  <dgm:else name="Name26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r" for="ch" forName="Image" refType="w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l" for="ch" forName="Space" refType="w" fact="0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else>
                </dgm:choose>
              </dgm:if>
              <dgm:else name="Name27">
                <dgm:choose name="Name28">
                  <dgm:if name="Name29" axis="self" ptType="node" func="posOdd" op="equ" val="1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r" for="ch" forName="Image" refType="w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l" for="ch" forName="Space" refType="w" fact="0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if>
                  <dgm:else name="Name30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r" for="ch" forName="Space" refType="w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else>
                </dgm:choose>
              </dgm:else>
            </dgm:choose>
          </dgm:else>
        </dgm:choose>
        <dgm:layoutNode name="Accent" styleLbl="alignNode1">
          <dgm:varLst>
            <dgm:chMax val="0"/>
            <dgm:chPref val="0"/>
          </dgm:varLst>
          <dgm:alg type="sp"/>
          <dgm:shape xmlns:r="http://schemas.openxmlformats.org/officeDocument/2006/relationships" type="donut" r:blip="">
            <dgm:adjLst>
              <dgm:adj idx="1" val="0.1101"/>
            </dgm:adjLst>
          </dgm:shape>
          <dgm:presOf/>
        </dgm:layoutNode>
        <dgm:layoutNode name="Image" styleLbl="bgImgPlace1">
          <dgm:varLst>
            <dgm:chMax val="0"/>
            <dgm:chPref val="0"/>
            <dgm:bulletEnabled val="1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fgAccFollowNode1">
          <dgm:varLst>
            <dgm:chMax val="0"/>
            <dgm:chPref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Space">
          <dgm:varLst>
            <dgm:chMax val="0"/>
            <dgm:chPref val="0"/>
          </dgm:varLst>
          <dgm:alg type="sp"/>
          <dgm:shape xmlns:r="http://schemas.openxmlformats.org/officeDocument/2006/relationships" r:blip="">
            <dgm:adjLst/>
          </dgm:shape>
          <dgm:presOf/>
        </dgm:layoutNode>
      </dgm:layoutNode>
      <dgm:forEach name="Name31" axis="followSib" ptType="sibTrans" cnt="1">
        <dgm:layoutNode name="ConnectorComposite">
          <dgm:alg type="composite">
            <dgm:param type="ar" val=".4"/>
          </dgm:alg>
          <dgm:shape xmlns:r="http://schemas.openxmlformats.org/officeDocument/2006/relationships" r:blip="">
            <dgm:adjLst/>
          </dgm:shape>
          <dgm:constrLst>
            <dgm:constr type="l" for="ch" forName="TopSpacing" refType="w" fact="0"/>
            <dgm:constr type="t" for="ch" forName="TopSpacing" refType="h" fact="0"/>
            <dgm:constr type="h" for="ch" forName="TopSpacing" refType="h" fact="0.3"/>
            <dgm:constr type="w" for="ch" forName="TopSpacing" refType="w"/>
            <dgm:constr type="l" for="ch" forName="Connector" refType="w" fact="0"/>
            <dgm:constr type="t" for="ch" forName="Connector" refType="h" fact="0.3"/>
            <dgm:constr type="h" for="ch" forName="Connector" refType="h" fact="0.4"/>
            <dgm:constr type="w" for="ch" forName="Connector" refType="h" refFor="ch" refForName="Connector"/>
            <dgm:constr type="l" for="ch" forName="BottomSpacing" refType="w" fact="0"/>
            <dgm:constr type="t" for="ch" forName="BottomSpacing" refType="h" fact="0.7"/>
            <dgm:constr type="h" for="ch" forName="BottomSpacing" refType="h" fact="0.3"/>
            <dgm:constr type="w" for="ch" forName="BottomSpacing" refType="w"/>
          </dgm:constrLst>
          <dgm:layoutNode name="TopSpacing">
            <dgm:alg type="sp"/>
            <dgm:shape xmlns:r="http://schemas.openxmlformats.org/officeDocument/2006/relationships" r:blip="">
              <dgm:adjLst/>
            </dgm:shape>
          </dgm:layoutNode>
          <dgm:layoutNode name="Connector" styleLbl="alignNode1">
            <dgm:alg type="sp"/>
            <dgm:shape xmlns:r="http://schemas.openxmlformats.org/officeDocument/2006/relationships" type="flowChartConnector" r:blip="">
              <dgm:adjLst/>
            </dgm:shape>
            <dgm:presOf/>
          </dgm:layoutNode>
          <dgm:layoutNode name="BottomSpacing">
            <dgm:alg type="sp"/>
            <dgm:shape xmlns:r="http://schemas.openxmlformats.org/officeDocument/2006/relationships" r:blip="">
              <dgm:adjLst/>
            </dgm:shape>
          </dgm:layoutNode>
        </dgm:layoutNode>
      </dgm:forEach>
    </dgm:forEach>
  </dgm:layoutNode>
</dgm:layoutDef>
</file>

<file path=ppt/diagrams/layout149.xml><?xml version="1.0" encoding="utf-8"?>
<dgm:layoutDef xmlns:dgm="http://schemas.openxmlformats.org/drawingml/2006/diagram" xmlns:a="http://schemas.openxmlformats.org/drawingml/2006/main" uniqueId="urn:microsoft.com/office/officeart/2008/layout/TitlePictureLineup">
  <dgm:title val=""/>
  <dgm:desc val=""/>
  <dgm:catLst>
    <dgm:cat type="picture" pri="18000"/>
    <dgm:cat type="pictureconvert" pri="18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linDir" val="fromL"/>
          <dgm:param type="fallback" val="1D"/>
          <dgm:param type="horzAlign" val="ctr"/>
          <dgm:param type="vertAlign" val="mid"/>
          <dgm:param type="nodeVertAlign" val="t"/>
        </dgm:alg>
      </dgm:if>
      <dgm:else name="Name3">
        <dgm:alg type="lin">
          <dgm:param type="linDir" val="fromR"/>
          <dgm:param type="fallback" val="1D"/>
          <dgm:param type="horzAlign" val="ctr"/>
          <dgm:param type="vertAlign" val="mid"/>
          <dgm:param type="nodeVertAlign" val="t"/>
        </dgm:alg>
      </dgm:else>
    </dgm:choose>
    <dgm:shape xmlns:r="http://schemas.openxmlformats.org/officeDocument/2006/relationships" r:blip="">
      <dgm:adjLst/>
    </dgm:shape>
    <dgm:constrLst>
      <dgm:constr type="h" for="des" forName="Child" op="equ"/>
      <dgm:constr type="w" for="des" forName="Child" op="equ"/>
      <dgm:constr type="h" for="des" forName="Accent" op="equ"/>
      <dgm:constr type="w" for="des" forName="Accent" op="equ"/>
      <dgm:constr type="primFontSz" for="des" forName="Parent" op="equ"/>
      <dgm:constr type="primFontSz" for="des" forName="Child" op="equ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05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 fact="0.1"/>
              <dgm:constr type="l" for="ch" forName="Accent" refType="w" fact="0"/>
              <dgm:constr type="b" for="ch" forName="Accent" refType="h"/>
              <dgm:constr type="w" for="ch" forName="Accent" refType="w" fact="0"/>
              <dgm:constr type="h" for="ch" forName="Accent" refType="h" fact="0.9"/>
              <dgm:constr type="l" for="ch" forName="Image" refType="w" fact="0.05"/>
              <dgm:constr type="t" for="ch" forName="Image" refType="h" fact="0.13"/>
              <dgm:constr type="w" for="ch" forName="Image" refType="w" fact="0.9467"/>
              <dgm:constr type="h" for="ch" forName="Image" refType="h" fact="0.405"/>
              <dgm:constr type="l" for="ch" forName="Child" refType="w" fact="0.05"/>
              <dgm:constr type="t" for="ch" forName="Child" refType="h" fact="0.535"/>
              <dgm:constr type="w" for="ch" forName="Child" refType="w" fact="0.9467"/>
              <dgm:constr type="h" for="ch" forName="Child" refType="h" fact="0.465"/>
            </dgm:constrLst>
          </dgm:if>
          <dgm:else name="Name6">
            <dgm:constrLst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 fact="0.1"/>
              <dgm:constr type="l" for="ch" forName="Accent" refType="w"/>
              <dgm:constr type="b" for="ch" forName="Accent" refType="h"/>
              <dgm:constr type="h" for="ch" forName="Accent" refType="h" fact="0.9"/>
              <dgm:constr type="l" for="ch" forName="Image" refType="w" fact="0"/>
              <dgm:constr type="t" for="ch" forName="Image" refType="h" fact="0.13"/>
              <dgm:constr type="w" for="ch" forName="Image" refType="w" fact="0.9467"/>
              <dgm:constr type="h" for="ch" forName="Image" refType="h" fact="0.405"/>
              <dgm:constr type="l" for="ch" forName="Child" refType="w" fact="0"/>
              <dgm:constr type="t" for="ch" forName="Child" refType="h" fact="0.535"/>
              <dgm:constr type="w" for="ch" forName="Child" refType="w" fact="0.9467"/>
              <dgm:constr type="h" for="ch" forName="Child" refType="h" fact="0.465"/>
            </dgm:constrLst>
          </dgm:else>
        </dgm:choose>
        <dgm:forEach name="Name7" axis="self" ptType="node">
          <dgm:layoutNode name="Accent" styleLbl="alignAcc1">
            <dgm:alg type="sp"/>
            <dgm:shape xmlns:r="http://schemas.openxmlformats.org/officeDocument/2006/relationships" type="line" r:blip="">
              <dgm:adjLst/>
            </dgm:shape>
            <dgm:presOf/>
          </dgm:layoutNode>
          <dgm:layoutNode name="Image">
            <dgm:alg type="sp"/>
            <dgm:shape xmlns:r="http://schemas.openxmlformats.org/officeDocument/2006/relationships" type="rect" r:blip="" blipPhldr="1">
              <dgm:adjLst/>
            </dgm:shape>
            <dgm:presOf/>
          </dgm:layoutNode>
          <dgm:layoutNode name="Child" styleLbl="revTx">
            <dgm:varLst>
              <dgm:bulletEnabled val="1"/>
            </dgm:varLst>
            <dgm:choose name="Name8">
              <dgm:if name="Name9" axis="ch" ptType="node" func="cnt" op="gt" val="1">
                <dgm:choose name="Name10">
                  <dgm:if name="Name11" func="var" arg="dir" op="equ" val="norm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1"/>
                    </dgm:alg>
                  </dgm:if>
                  <dgm:else name="Name12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1"/>
                    </dgm:alg>
                  </dgm:else>
                </dgm:choose>
              </dgm:if>
              <dgm:else name="Name13">
                <dgm:choose name="Name14">
                  <dgm:if name="Name15" func="var" arg="dir" op="equ" val="norm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2"/>
                    </dgm:alg>
                  </dgm:if>
                  <dgm:else name="Name16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2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2"/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  <dgm:layoutNode name="Parent" styleLbl="alignNode1">
            <dgm:varLst>
              <dgm:bulletEnabled val="1"/>
            </dgm:varLst>
            <dgm:alg type="tx">
              <dgm:param type="shpTxLTRAlignCh" val="ctr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lMarg" refType="primFontSz" fact="0.2"/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forEach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50.xml><?xml version="1.0" encoding="utf-8"?>
<dgm:layoutDef xmlns:dgm="http://schemas.openxmlformats.org/drawingml/2006/diagram" xmlns:a="http://schemas.openxmlformats.org/drawingml/2006/main" uniqueId="urn:microsoft.com/office/officeart/2008/layout/PictureLineup">
  <dgm:title val=""/>
  <dgm:desc val=""/>
  <dgm:catLst>
    <dgm:cat type="picture" pri="19000"/>
    <dgm:cat type="pictureconvert" pri="1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3" destOrd="0"/>
        <dgm:cxn modelId="42" srcId="30" destId="41" srcOrd="0" destOrd="0"/>
      </dgm:cxnLst>
      <dgm:bg/>
      <dgm:whole/>
    </dgm:dataModel>
  </dgm:clrData>
  <dgm:layoutNode name="Name0">
    <dgm:varLst>
      <dgm:chMax/>
      <dgm:chPref/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 val="65"/>
      <dgm:constr type="primFontSz" for="des" forName="Parent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"/>
      <dgm:constr type="w" for="ch" forName="sibTrans" refType="w" refFor="ch" refForName="composite" op="equ" fact="0.000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h" fact="0.5"/>
              <dgm:constr type="h" for="ch" forName="Image" refType="w"/>
              <dgm:constr type="l" for="ch" forName="Accent" refType="w" fact="0"/>
              <dgm:constr type="t" for="ch" forName="Accent" refType="h" fact="0"/>
              <dgm:constr type="w" for="ch" forName="Accent" refType="w" fact="0.0001"/>
              <dgm:constr type="h" for="ch" forName="Accent" refType="h"/>
              <dgm:constr type="l" for="ch" forName="Parent" refType="w" fact="0"/>
              <dgm:constr type="t" for="ch" forName="Parent" refType="h" fact="0.5"/>
              <dgm:constr type="w" for="ch" forName="Parent" refType="w"/>
            </dgm:constrLst>
          </dgm:if>
          <dgm:else name="Name6">
            <dgm:constrLst>
              <dgm:constr type="l" for="ch" forName="Image" refType="w" fact="0"/>
              <dgm:constr type="t" for="ch" forName="Image" refType="h" fact="0"/>
              <dgm:constr type="w" for="ch" forName="Image" refType="h" fact="0.5"/>
              <dgm:constr type="h" for="ch" forName="Image" refType="w"/>
              <dgm:constr type="r" for="ch" forName="Accent" refType="w"/>
              <dgm:constr type="t" for="ch" forName="Accent" refType="h" fact="0"/>
              <dgm:constr type="w" for="ch" forName="Accent" refType="w" fact="0.0001"/>
              <dgm:constr type="h" for="ch" forName="Accent" refType="h"/>
              <dgm:constr type="l" for="ch" forName="Parent" refType="w" fact="0"/>
              <dgm:constr type="t" for="ch" forName="Parent" refType="h" fact="0.5"/>
              <dgm:constr type="w" for="ch" forName="Parent" refType="w"/>
            </dgm:constrLst>
          </dgm:else>
        </dgm:choose>
        <dgm:layoutNode name="Image" styleLbl="alig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Accent" styleLbl="parChTrans1D1">
          <dgm:alg type="sp"/>
          <dgm:shape xmlns:r="http://schemas.openxmlformats.org/officeDocument/2006/relationships" type="line" r:blip="">
            <dgm:adjLst/>
          </dgm:shape>
          <dgm:presOf/>
        </dgm:layoutNode>
        <dgm:layoutNode name="Paren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51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52.xml><?xml version="1.0" encoding="utf-8"?>
<dgm:layoutDef xmlns:dgm="http://schemas.openxmlformats.org/drawingml/2006/diagram" xmlns:a="http://schemas.openxmlformats.org/drawingml/2006/main" uniqueId="urn:microsoft.com/office/officeart/2008/layout/BubblePictureList">
  <dgm:title val=""/>
  <dgm:desc val=""/>
  <dgm:catLst>
    <dgm:cat type="picture" pri="22000"/>
    <dgm:cat type="pictureconvert" pri="22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8"/>
      <dgm:chPref val="8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7423"/>
        </dgm:alg>
        <dgm:choose name="Name3">
          <dgm:if name="Name4" func="var" arg="dir" op="equ" val="norm">
            <dgm:constrLst>
              <dgm:constr type="primFontSz" for="des" ptType="node" op="equ" val="65"/>
              <dgm:constr type="l" for="ch" forName="parent_text_1" refType="w" fact="0"/>
              <dgm:constr type="t" for="ch" forName="parent_text_1" refType="h" fact="0"/>
              <dgm:constr type="w" for="ch" forName="parent_text_1" refType="w" fact="0.6457"/>
              <dgm:constr type="h" for="ch" forName="parent_text_1" refType="h" fact="0.225"/>
              <dgm:constr type="l" for="ch" forName="image_accent_1" refType="w" fact="0.4305"/>
              <dgm:constr type="t" for="ch" forName="image_accent_1" refType="h" fact="0.2417"/>
              <dgm:constr type="w" for="ch" forName="image_accent_1" refType="w" fact="0.4352"/>
              <dgm:constr type="h" for="ch" forName="image_accent_1" refType="h" fact="0.7583"/>
              <dgm:constr type="l" for="ch" forName="accent_1" refType="w" fact="0.8709"/>
              <dgm:constr type="t" for="ch" forName="accent_1" refType="h" fact="0.1491"/>
              <dgm:constr type="w" for="ch" forName="accent_1" refType="w" fact="0.1291"/>
              <dgm:constr type="h" for="ch" forName="accent_1" refType="h" fact="0.225"/>
              <dgm:constr type="l" for="ch" forName="image_1" refType="w" fact="0.4457"/>
              <dgm:constr type="t" for="ch" forName="image_1" refType="h" fact="0.2709"/>
              <dgm:constr type="w" for="ch" forName="image_1" refType="w" fact="0.4018"/>
              <dgm:constr type="h" for="ch" forName="image_1" refType="h" fact="0.7"/>
            </dgm:constrLst>
          </dgm:if>
          <dgm:else name="Name5">
            <dgm:constrLst>
              <dgm:constr type="primFontSz" for="des" ptType="node" op="equ" val="65"/>
              <dgm:constr type="l" for="ch" forName="parent_text_1" refType="w" fact="0.3543"/>
              <dgm:constr type="t" for="ch" forName="parent_text_1" refType="h" fact="0"/>
              <dgm:constr type="w" for="ch" forName="parent_text_1" refType="w" fact="0.6457"/>
              <dgm:constr type="h" for="ch" forName="parent_text_1" refType="h" fact="0.225"/>
              <dgm:constr type="l" for="ch" forName="image_accent_1" refType="w" fact="0.1344"/>
              <dgm:constr type="t" for="ch" forName="image_accent_1" refType="h" fact="0.2417"/>
              <dgm:constr type="w" for="ch" forName="image_accent_1" refType="w" fact="0.4352"/>
              <dgm:constr type="h" for="ch" forName="image_accent_1" refType="h" fact="0.7583"/>
              <dgm:constr type="l" for="ch" forName="accent_1" refType="w" fact="0"/>
              <dgm:constr type="t" for="ch" forName="accent_1" refType="h" fact="0.1491"/>
              <dgm:constr type="w" for="ch" forName="accent_1" refType="w" fact="0.1291"/>
              <dgm:constr type="h" for="ch" forName="accent_1" refType="h" fact="0.225"/>
              <dgm:constr type="l" for="ch" forName="image_1" refType="w" fact="0.1525"/>
              <dgm:constr type="t" for="ch" forName="image_1" refType="h" fact="0.2709"/>
              <dgm:constr type="w" for="ch" forName="image_1" refType="w" fact="0.4018"/>
              <dgm:constr type="h" for="ch" forName="image_1" refType="h" fact="0.7"/>
            </dgm:constrLst>
          </dgm:else>
        </dgm:choose>
      </dgm:if>
      <dgm:if name="Name6" axis="ch" ptType="node" func="cnt" op="equ" val="2">
        <dgm:alg type="composite">
          <dgm:param type="ar" val="3.193"/>
        </dgm:alg>
        <dgm:choose name="Name7">
          <dgm:if name="Name8" func="var" arg="dir" op="equ" val="norm">
            <dgm:constrLst>
              <dgm:constr type="primFontSz" for="des" ptType="node" op="equ" val="65"/>
              <dgm:constr type="l" for="ch" forName="image_accent_1" refType="w" fact="0.2342"/>
              <dgm:constr type="t" for="ch" forName="image_accent_1" refType="h" fact="0.2354"/>
              <dgm:constr type="w" for="ch" forName="image_accent_1" refType="w" fact="0.2394"/>
              <dgm:constr type="h" for="ch" forName="image_accent_1" refType="h" fact="0.7646"/>
              <dgm:constr type="l" for="ch" forName="image_1" refType="w" fact="0.2434"/>
              <dgm:constr type="t" for="ch" forName="image_1" refType="h" fact="0.2648"/>
              <dgm:constr type="w" for="ch" forName="image_1" refType="w" fact="0.2211"/>
              <dgm:constr type="h" for="ch" forName="image_1" refType="h" fact="0.7058"/>
              <dgm:constr type="l" for="ch" forName="parent_text_1" refType="w" fact="0"/>
              <dgm:constr type="t" for="ch" forName="parent_text_1" refType="h" fact="0"/>
              <dgm:constr type="w" for="ch" forName="parent_text_1" refType="w" fact="0.3553"/>
              <dgm:constr type="h" for="ch" forName="parent_text_1" refType="h" fact="0.215"/>
              <dgm:constr type="l" for="ch" forName="image_accent_2" refType="w" fact="0.5"/>
              <dgm:constr type="t" for="ch" forName="image_accent_2" refType="h" fact="0.3883"/>
              <dgm:constr type="w" for="ch" forName="image_accent_2" refType="w" fact="0.1253"/>
              <dgm:constr type="h" for="ch" forName="image_accent_2" refType="h" fact="0.4"/>
              <dgm:constr type="l" for="ch" forName="image_2" refType="w" fact="0.5074"/>
              <dgm:constr type="t" for="ch" forName="image_2" refType="h" fact="0.4118"/>
              <dgm:constr type="w" for="ch" forName="image_2" refType="w" fact="0.1105"/>
              <dgm:constr type="h" for="ch" forName="image_2" refType="h" fact="0.3529"/>
              <dgm:constr type="l" for="ch" forName="parent_text_2" refType="w" fact="0.6447"/>
              <dgm:constr type="t" for="ch" forName="parent_text_2" refType="h" fact="0.4118"/>
              <dgm:constr type="w" for="ch" forName="parent_text_2" refType="w" fact="0.3553"/>
              <dgm:constr type="h" for="ch" forName="parent_text_2" refType="h" fact="0.3529"/>
              <dgm:constr type="l" for="ch" forName="accent_1" refType="w" fact="0.6316"/>
              <dgm:constr type="t" for="ch" forName="accent_1" refType="h" fact="0.7899"/>
              <dgm:constr type="w" for="ch" forName="accent_1" refType="w" fact="0.0395"/>
              <dgm:constr type="h" for="ch" forName="accent_1" refType="h" fact="0.126"/>
            </dgm:constrLst>
          </dgm:if>
          <dgm:else name="Name9">
            <dgm:constrLst>
              <dgm:constr type="primFontSz" for="des" ptType="node" op="equ" val="65"/>
              <dgm:constr type="l" for="ch" forName="image_accent_2" refType="w" fact="0.3747"/>
              <dgm:constr type="t" for="ch" forName="image_accent_2" refType="h" fact="0.3883"/>
              <dgm:constr type="w" for="ch" forName="image_accent_2" refType="w" fact="0.1253"/>
              <dgm:constr type="h" for="ch" forName="image_accent_2" refType="h" fact="0.4"/>
              <dgm:constr type="l" for="ch" forName="image_2" refType="w" fact="0.3821"/>
              <dgm:constr type="t" for="ch" forName="image_2" refType="h" fact="0.4118"/>
              <dgm:constr type="w" for="ch" forName="image_2" refType="w" fact="0.1105"/>
              <dgm:constr type="h" for="ch" forName="image_2" refType="h" fact="0.3529"/>
              <dgm:constr type="l" for="ch" forName="parent_text_1" refType="w" fact="0.6447"/>
              <dgm:constr type="t" for="ch" forName="parent_text_1" refType="h" fact="0"/>
              <dgm:constr type="w" for="ch" forName="parent_text_1" refType="w" fact="0.3553"/>
              <dgm:constr type="h" for="ch" forName="parent_text_1" refType="h" fact="0.215"/>
              <dgm:constr type="l" for="ch" forName="parent_text_2" refType="w" fact="0"/>
              <dgm:constr type="t" for="ch" forName="parent_text_2" refType="h" fact="0.4118"/>
              <dgm:constr type="w" for="ch" forName="parent_text_2" refType="w" fact="0.3553"/>
              <dgm:constr type="h" for="ch" forName="parent_text_2" refType="h" fact="0.3529"/>
              <dgm:constr type="l" for="ch" forName="image_accent_1" refType="w" fact="0.5263"/>
              <dgm:constr type="t" for="ch" forName="image_accent_1" refType="h" fact="0.2354"/>
              <dgm:constr type="w" for="ch" forName="image_accent_1" refType="w" fact="0.2394"/>
              <dgm:constr type="h" for="ch" forName="image_accent_1" refType="h" fact="0.7646"/>
              <dgm:constr type="l" for="ch" forName="image_1" refType="w" fact="0.5355"/>
              <dgm:constr type="t" for="ch" forName="image_1" refType="h" fact="0.2648"/>
              <dgm:constr type="w" for="ch" forName="image_1" refType="w" fact="0.2211"/>
              <dgm:constr type="h" for="ch" forName="image_1" refType="h" fact="0.7058"/>
              <dgm:constr type="l" for="ch" forName="accent_1" refType="w" fact="0.3289"/>
              <dgm:constr type="t" for="ch" forName="accent_1" refType="h" fact="0.7899"/>
              <dgm:constr type="w" for="ch" forName="accent_1" refType="w" fact="0.0395"/>
              <dgm:constr type="h" for="ch" forName="accent_1" refType="h" fact="0.126"/>
            </dgm:constrLst>
          </dgm:else>
        </dgm:choose>
      </dgm:if>
      <dgm:if name="Name10" axis="ch" ptType="node" func="cnt" op="equ" val="3">
        <dgm:alg type="composite">
          <dgm:param type="ar" val="2.4052"/>
        </dgm:alg>
        <dgm:choose name="Name11">
          <dgm:if name="Name12" func="var" arg="dir" op="equ" val="norm">
            <dgm:constrLst>
              <dgm:constr type="primFontSz" for="des" ptType="node" op="equ" val="65"/>
              <dgm:constr type="l" for="ch" forName="accent_3" refType="w" fact="0.6316"/>
              <dgm:constr type="t" for="ch" forName="accent_3" refType="h" fact="0.8355"/>
              <dgm:constr type="w" for="ch" forName="accent_3" refType="w" fact="0.0395"/>
              <dgm:constr type="h" for="ch" forName="accent_3" refType="h" fact="0.0949"/>
              <dgm:constr type="l" for="ch" forName="image_accent_2" refType="w" fact="0.4936"/>
              <dgm:constr type="t" for="ch" forName="image_accent_2" refType="h" fact="0.5329"/>
              <dgm:constr type="w" for="ch" forName="image_accent_2" refType="w" fact="0.1253"/>
              <dgm:constr type="h" for="ch" forName="image_accent_2" refType="h" fact="0.3013"/>
              <dgm:constr type="l" for="ch" forName="image_2" refType="w" fact="0.501"/>
              <dgm:constr type="t" for="ch" forName="image_2" refType="h" fact="0.5507"/>
              <dgm:constr type="w" for="ch" forName="image_2" refType="w" fact="0.1105"/>
              <dgm:constr type="h" for="ch" forName="image_2" refType="h" fact="0.2658"/>
              <dgm:constr type="l" for="ch" forName="image_accent_3" refType="w" fact="0.4446"/>
              <dgm:constr type="t" for="ch" forName="image_accent_3" refType="h" fact="0.1076"/>
              <dgm:constr type="w" for="ch" forName="image_accent_3" refType="w" fact="0.1606"/>
              <dgm:constr type="h" for="ch" forName="image_accent_3" refType="h" fact="0.3864"/>
              <dgm:constr type="l" for="ch" forName="image_3" refType="w" fact="0.4531"/>
              <dgm:constr type="t" for="ch" forName="image_3" refType="h" fact="0.128"/>
              <dgm:constr type="w" for="ch" forName="image_3" refType="w" fact="0.1437"/>
              <dgm:constr type="h" for="ch" forName="image_3" refType="h" fact="0.3456"/>
              <dgm:constr type="l" for="ch" forName="image_accent_1" refType="w" fact="0.2368"/>
              <dgm:constr type="t" for="ch" forName="image_accent_1" refType="h" fact="0.4241"/>
              <dgm:constr type="w" for="ch" forName="image_accent_1" refType="w" fact="0.2394"/>
              <dgm:constr type="h" for="ch" forName="image_accent_1" refType="h" fact="0.5759"/>
              <dgm:constr type="l" for="ch" forName="image_1" refType="w" fact="0.246"/>
              <dgm:constr type="t" for="ch" forName="image_1" refType="h" fact="0.4462"/>
              <dgm:constr type="w" for="ch" forName="image_1" refType="w" fact="0.2211"/>
              <dgm:constr type="h" for="ch" forName="image_1" refType="h" fact="0.5317"/>
              <dgm:constr type="l" for="ch" forName="parent_text_1" refType="w" fact="0"/>
              <dgm:constr type="t" for="ch" forName="parent_text_1" refType="h" fact="0.128"/>
              <dgm:constr type="w" for="ch" forName="parent_text_1" refType="w" fact="0.3553"/>
              <dgm:constr type="h" for="ch" forName="parent_text_1" refType="h" fact="0.2775"/>
              <dgm:constr type="l" for="ch" forName="accent_1" refType="w" fact="0.3895"/>
              <dgm:constr type="t" for="ch" forName="accent_1" refType="h" fact="0"/>
              <dgm:constr type="w" for="ch" forName="accent_1" refType="w" fact="0.0711"/>
              <dgm:constr type="h" for="ch" forName="accent_1" refType="h" fact="0.1709"/>
              <dgm:constr type="l" for="ch" forName="parent_text_2" refType="w" fact="0.6447"/>
              <dgm:constr type="t" for="ch" forName="parent_text_2" refType="h" fact="0.5507"/>
              <dgm:constr type="w" for="ch" forName="parent_text_2" refType="w" fact="0.3553"/>
              <dgm:constr type="h" for="ch" forName="parent_text_2" refType="h" fact="0.2658"/>
              <dgm:constr type="l" for="ch" forName="parent_text_3" refType="w" fact="0.6316"/>
              <dgm:constr type="t" for="ch" forName="parent_text_3" refType="h" fact="0.128"/>
              <dgm:constr type="w" for="ch" forName="parent_text_3" refType="w" fact="0.3553"/>
              <dgm:constr type="h" for="ch" forName="parent_text_3" refType="h" fact="0.3456"/>
              <dgm:constr type="l" for="ch" forName="accent_2" refType="w" fact="0.5789"/>
              <dgm:constr type="t" for="ch" forName="accent_2" refType="h" fact="0.0127"/>
              <dgm:constr type="w" for="ch" forName="accent_2" refType="w" fact="0.0526"/>
              <dgm:constr type="h" for="ch" forName="accent_2" refType="h" fact="0.1266"/>
            </dgm:constrLst>
          </dgm:if>
          <dgm:else name="Name13">
            <dgm:constrLst>
              <dgm:constr type="primFontSz" for="des" ptType="node" op="equ" val="65"/>
              <dgm:constr type="l" for="ch" forName="accent_1" refType="w" fact="0.3289"/>
              <dgm:constr type="t" for="ch" forName="accent_1" refType="h" fact="0.8355"/>
              <dgm:constr type="w" for="ch" forName="accent_1" refType="w" fact="0.0395"/>
              <dgm:constr type="h" for="ch" forName="accent_1" refType="h" fact="0.0949"/>
              <dgm:constr type="l" for="ch" forName="image_accent_2" refType="w" fact="0.3811"/>
              <dgm:constr type="t" for="ch" forName="image_accent_2" refType="h" fact="0.5329"/>
              <dgm:constr type="w" for="ch" forName="image_accent_2" refType="w" fact="0.1253"/>
              <dgm:constr type="h" for="ch" forName="image_accent_2" refType="h" fact="0.3013"/>
              <dgm:constr type="l" for="ch" forName="image_2" refType="w" fact="0.3885"/>
              <dgm:constr type="t" for="ch" forName="image_2" refType="h" fact="0.5507"/>
              <dgm:constr type="w" for="ch" forName="image_2" refType="w" fact="0.1105"/>
              <dgm:constr type="h" for="ch" forName="image_2" refType="h" fact="0.2658"/>
              <dgm:constr type="l" for="ch" forName="image_accent_3" refType="w" fact="0.3947"/>
              <dgm:constr type="t" for="ch" forName="image_accent_3" refType="h" fact="0.1076"/>
              <dgm:constr type="w" for="ch" forName="image_accent_3" refType="w" fact="0.1606"/>
              <dgm:constr type="h" for="ch" forName="image_accent_3" refType="h" fact="0.3864"/>
              <dgm:constr type="l" for="ch" forName="image_3" refType="w" fact="0.4032"/>
              <dgm:constr type="t" for="ch" forName="image_3" refType="h" fact="0.128"/>
              <dgm:constr type="w" for="ch" forName="image_3" refType="w" fact="0.1437"/>
              <dgm:constr type="h" for="ch" forName="image_3" refType="h" fact="0.3456"/>
              <dgm:constr type="l" for="ch" forName="image_accent_1" refType="w" fact="0.5237"/>
              <dgm:constr type="t" for="ch" forName="image_accent_1" refType="h" fact="0.4241"/>
              <dgm:constr type="w" for="ch" forName="image_accent_1" refType="w" fact="0.2394"/>
              <dgm:constr type="h" for="ch" forName="image_accent_1" refType="h" fact="0.5759"/>
              <dgm:constr type="l" for="ch" forName="image_1" refType="w" fact="0.5329"/>
              <dgm:constr type="t" for="ch" forName="image_1" refType="h" fact="0.4462"/>
              <dgm:constr type="w" for="ch" forName="image_1" refType="w" fact="0.2211"/>
              <dgm:constr type="h" for="ch" forName="image_1" refType="h" fact="0.5317"/>
              <dgm:constr type="l" for="ch" forName="parent_text_1" refType="w" fact="0.6447"/>
              <dgm:constr type="t" for="ch" forName="parent_text_1" refType="h" fact="0.128"/>
              <dgm:constr type="w" for="ch" forName="parent_text_1" refType="w" fact="0.3553"/>
              <dgm:constr type="h" for="ch" forName="parent_text_1" refType="h" fact="0.2775"/>
              <dgm:constr type="l" for="ch" forName="accent_2" refType="w" fact="0.5395"/>
              <dgm:constr type="t" for="ch" forName="accent_2" refType="h" fact="0"/>
              <dgm:constr type="w" for="ch" forName="accent_2" refType="w" fact="0.0711"/>
              <dgm:constr type="h" for="ch" forName="accent_2" refType="h" fact="0.1709"/>
              <dgm:constr type="l" for="ch" forName="parent_text_3" refType="w" fact="0.0132"/>
              <dgm:constr type="t" for="ch" forName="parent_text_3" refType="h" fact="0.128"/>
              <dgm:constr type="w" for="ch" forName="parent_text_3" refType="w" fact="0.3553"/>
              <dgm:constr type="h" for="ch" forName="parent_text_3" refType="h" fact="0.3456"/>
              <dgm:constr type="l" for="ch" forName="parent_text_2" refType="w" fact="0"/>
              <dgm:constr type="t" for="ch" forName="parent_text_2" refType="h" fact="0.5507"/>
              <dgm:constr type="w" for="ch" forName="parent_text_2" refType="w" fact="0.3553"/>
              <dgm:constr type="h" for="ch" forName="parent_text_2" refType="h" fact="0.2658"/>
              <dgm:constr type="l" for="ch" forName="accent_3" refType="w" fact="0.3684"/>
              <dgm:constr type="t" for="ch" forName="accent_3" refType="h" fact="0.0127"/>
              <dgm:constr type="w" for="ch" forName="accent_3" refType="w" fact="0.0526"/>
              <dgm:constr type="h" for="ch" forName="accent_3" refType="h" fact="0.1266"/>
            </dgm:constrLst>
          </dgm:else>
        </dgm:choose>
      </dgm:if>
      <dgm:if name="Name14" axis="ch" ptType="node" func="cnt" op="equ" val="4">
        <dgm:alg type="composite">
          <dgm:param type="ar" val="1.6704"/>
        </dgm:alg>
        <dgm:choose name="Name15">
          <dgm:if name="Name16" func="var" arg="dir" op="equ" val="norm">
            <dgm:constrLst>
              <dgm:constr type="primFontSz" for="des" ptType="node" op="equ" val="65"/>
              <dgm:constr type="l" for="ch" forName="image_accent_4" refType="w" fact="0.4626"/>
              <dgm:constr type="t" for="ch" forName="image_accent_4" refType="h" fact="0.1415"/>
              <dgm:constr type="w" for="ch" forName="image_accent_4" refType="w" fact="0.1126"/>
              <dgm:constr type="h" for="ch" forName="image_accent_4" refType="h" fact="0.1881"/>
              <dgm:constr type="l" for="ch" forName="image_4" refType="w" fact="0.4692"/>
              <dgm:constr type="t" for="ch" forName="image_4" refType="h" fact="0.1526"/>
              <dgm:constr type="w" for="ch" forName="image_4" refType="w" fact="0.0994"/>
              <dgm:constr type="h" for="ch" forName="image_4" refType="h" fact="0.166"/>
              <dgm:constr type="l" for="ch" forName="image_accent_2" refType="w" fact="0.4936"/>
              <dgm:constr type="t" for="ch" forName="image_accent_2" refType="h" fact="0.6756"/>
              <dgm:constr type="w" for="ch" forName="image_accent_2" refType="w" fact="0.1253"/>
              <dgm:constr type="h" for="ch" forName="image_accent_2" refType="h" fact="0.2092"/>
              <dgm:constr type="l" for="ch" forName="image_2" refType="w" fact="0.501"/>
              <dgm:constr type="t" for="ch" forName="image_2" refType="h" fact="0.6879"/>
              <dgm:constr type="w" for="ch" forName="image_2" refType="w" fact="0.1105"/>
              <dgm:constr type="h" for="ch" forName="image_2" refType="h" fact="0.1846"/>
              <dgm:constr type="l" for="ch" forName="image_accent_3" refType="w" fact="0.4446"/>
              <dgm:constr type="t" for="ch" forName="image_accent_3" refType="h" fact="0.3802"/>
              <dgm:constr type="w" for="ch" forName="image_accent_3" refType="w" fact="0.1606"/>
              <dgm:constr type="h" for="ch" forName="image_accent_3" refType="h" fact="0.2683"/>
              <dgm:constr type="l" for="ch" forName="image_3" refType="w" fact="0.4531"/>
              <dgm:constr type="t" for="ch" forName="image_3" refType="h" fact="0.3944"/>
              <dgm:constr type="w" for="ch" forName="image_3" refType="w" fact="0.1437"/>
              <dgm:constr type="h" for="ch" forName="image_3" refType="h" fact="0.24"/>
              <dgm:constr type="l" for="ch" forName="image_accent_1" refType="w" fact="0.2368"/>
              <dgm:constr type="t" for="ch" forName="image_accent_1" refType="h" fact="0.6"/>
              <dgm:constr type="w" for="ch" forName="image_accent_1" refType="w" fact="0.2394"/>
              <dgm:constr type="h" for="ch" forName="image_accent_1" refType="h" fact="0.4"/>
              <dgm:constr type="l" for="ch" forName="image_1" refType="w" fact="0.246"/>
              <dgm:constr type="t" for="ch" forName="image_1" refType="h" fact="0.6154"/>
              <dgm:constr type="w" for="ch" forName="image_1" refType="w" fact="0.2211"/>
              <dgm:constr type="h" for="ch" forName="image_1" refType="h" fact="0.3692"/>
              <dgm:constr type="l" for="ch" forName="parent_text_1" refType="w" fact="0"/>
              <dgm:constr type="t" for="ch" forName="parent_text_1" refType="h" fact="0.3944"/>
              <dgm:constr type="w" for="ch" forName="parent_text_1" refType="w" fact="0.3553"/>
              <dgm:constr type="h" for="ch" forName="parent_text_1" refType="h" fact="0.1931"/>
              <dgm:constr type="l" for="ch" forName="accent_1" refType="w" fact="0.3895"/>
              <dgm:constr type="t" for="ch" forName="accent_1" refType="h" fact="0.3055"/>
              <dgm:constr type="w" for="ch" forName="accent_1" refType="w" fact="0.0711"/>
              <dgm:constr type="h" for="ch" forName="accent_1" refType="h" fact="0.1187"/>
              <dgm:constr type="l" for="ch" forName="parent_text_3" refType="w" fact="0.6316"/>
              <dgm:constr type="t" for="ch" forName="parent_text_3" refType="h" fact="0.3944"/>
              <dgm:constr type="w" for="ch" forName="parent_text_3" refType="w" fact="0.3553"/>
              <dgm:constr type="h" for="ch" forName="parent_text_3" refType="h" fact="0.24"/>
              <dgm:constr type="l" for="ch" forName="parent_text_2" refType="w" fact="0.6447"/>
              <dgm:constr type="t" for="ch" forName="parent_text_2" refType="h" fact="0.6879"/>
              <dgm:constr type="w" for="ch" forName="parent_text_2" refType="w" fact="0.3553"/>
              <dgm:constr type="h" for="ch" forName="parent_text_2" refType="h" fact="0.1846"/>
              <dgm:constr type="l" for="ch" forName="accent_2" refType="w" fact="0.5347"/>
              <dgm:constr type="t" for="ch" forName="accent_2" refType="h" fact="0.044"/>
              <dgm:constr type="w" for="ch" forName="accent_2" refType="w" fact="0.0526"/>
              <dgm:constr type="h" for="ch" forName="accent_2" refType="h" fact="0.0879"/>
              <dgm:constr type="l" for="ch" forName="accent_3" refType="w" fact="0.6005"/>
              <dgm:constr type="t" for="ch" forName="accent_3" refType="h" fact="0"/>
              <dgm:constr type="w" for="ch" forName="accent_3" refType="w" fact="0.0263"/>
              <dgm:constr type="h" for="ch" forName="accent_3" refType="h" fact="0.044"/>
              <dgm:constr type="l" for="ch" forName="parent_text_4" refType="w" fact="0.6005"/>
              <dgm:constr type="t" for="ch" forName="parent_text_4" refType="h" fact="0.1526"/>
              <dgm:constr type="w" for="ch" forName="parent_text_4" refType="w" fact="0.3553"/>
              <dgm:constr type="h" for="ch" forName="parent_text_4" refType="h" fact="0.166"/>
              <dgm:constr type="l" for="ch" forName="accent_4" refType="w" fact="0.6268"/>
              <dgm:constr type="t" for="ch" forName="accent_4" refType="h" fact="0.8791"/>
              <dgm:constr type="w" for="ch" forName="accent_4" refType="w" fact="0.0395"/>
              <dgm:constr type="h" for="ch" forName="accent_4" refType="h" fact="0.0659"/>
            </dgm:constrLst>
          </dgm:if>
          <dgm:else name="Name17">
            <dgm:constrLst>
              <dgm:constr type="primFontSz" for="des" ptType="node" op="equ" val="65"/>
              <dgm:constr type="l" for="ch" forName="image_accent_4" refType="w" fact="0.4248"/>
              <dgm:constr type="t" for="ch" forName="image_accent_4" refType="h" fact="0.1415"/>
              <dgm:constr type="w" for="ch" forName="image_accent_4" refType="w" fact="0.1126"/>
              <dgm:constr type="h" for="ch" forName="image_accent_4" refType="h" fact="0.1881"/>
              <dgm:constr type="l" for="ch" forName="image_4" refType="w" fact="0.4314"/>
              <dgm:constr type="t" for="ch" forName="image_4" refType="h" fact="0.1526"/>
              <dgm:constr type="w" for="ch" forName="image_4" refType="w" fact="0.0994"/>
              <dgm:constr type="h" for="ch" forName="image_4" refType="h" fact="0.166"/>
              <dgm:constr type="l" for="ch" forName="image_accent_2" refType="w" fact="0.3811"/>
              <dgm:constr type="t" for="ch" forName="image_accent_2" refType="h" fact="0.6756"/>
              <dgm:constr type="w" for="ch" forName="image_accent_2" refType="w" fact="0.1253"/>
              <dgm:constr type="h" for="ch" forName="image_accent_2" refType="h" fact="0.2092"/>
              <dgm:constr type="l" for="ch" forName="image_2" refType="w" fact="0.3885"/>
              <dgm:constr type="t" for="ch" forName="image_2" refType="h" fact="0.6879"/>
              <dgm:constr type="w" for="ch" forName="image_2" refType="w" fact="0.1105"/>
              <dgm:constr type="h" for="ch" forName="image_2" refType="h" fact="0.1846"/>
              <dgm:constr type="l" for="ch" forName="image_accent_3" refType="w" fact="0.3947"/>
              <dgm:constr type="t" for="ch" forName="image_accent_3" refType="h" fact="0.3802"/>
              <dgm:constr type="w" for="ch" forName="image_accent_3" refType="w" fact="0.1606"/>
              <dgm:constr type="h" for="ch" forName="image_accent_3" refType="h" fact="0.2683"/>
              <dgm:constr type="l" for="ch" forName="image_3" refType="w" fact="0.4032"/>
              <dgm:constr type="t" for="ch" forName="image_3" refType="h" fact="0.3944"/>
              <dgm:constr type="w" for="ch" forName="image_3" refType="w" fact="0.1437"/>
              <dgm:constr type="h" for="ch" forName="image_3" refType="h" fact="0.24"/>
              <dgm:constr type="l" for="ch" forName="image_accent_1" refType="w" fact="0.5237"/>
              <dgm:constr type="t" for="ch" forName="image_accent_1" refType="h" fact="0.6"/>
              <dgm:constr type="w" for="ch" forName="image_accent_1" refType="w" fact="0.2394"/>
              <dgm:constr type="h" for="ch" forName="image_accent_1" refType="h" fact="0.4"/>
              <dgm:constr type="l" for="ch" forName="image_1" refType="w" fact="0.5329"/>
              <dgm:constr type="t" for="ch" forName="image_1" refType="h" fact="0.6154"/>
              <dgm:constr type="w" for="ch" forName="image_1" refType="w" fact="0.2211"/>
              <dgm:constr type="h" for="ch" forName="image_1" refType="h" fact="0.3692"/>
              <dgm:constr type="l" for="ch" forName="parent_text_1" refType="w" fact="0.6447"/>
              <dgm:constr type="t" for="ch" forName="parent_text_1" refType="h" fact="0.3944"/>
              <dgm:constr type="w" for="ch" forName="parent_text_1" refType="w" fact="0.3553"/>
              <dgm:constr type="h" for="ch" forName="parent_text_1" refType="h" fact="0.1931"/>
              <dgm:constr type="l" for="ch" forName="accent_1" refType="w" fact="0.5395"/>
              <dgm:constr type="t" for="ch" forName="accent_1" refType="h" fact="0.3055"/>
              <dgm:constr type="w" for="ch" forName="accent_1" refType="w" fact="0.0711"/>
              <dgm:constr type="h" for="ch" forName="accent_1" refType="h" fact="0.1187"/>
              <dgm:constr type="l" for="ch" forName="parent_text_3" refType="w" fact="0.0132"/>
              <dgm:constr type="t" for="ch" forName="parent_text_3" refType="h" fact="0.3944"/>
              <dgm:constr type="w" for="ch" forName="parent_text_3" refType="w" fact="0.3553"/>
              <dgm:constr type="h" for="ch" forName="parent_text_3" refType="h" fact="0.24"/>
              <dgm:constr type="l" for="ch" forName="parent_text_2" refType="w" fact="0"/>
              <dgm:constr type="t" for="ch" forName="parent_text_2" refType="h" fact="0.6879"/>
              <dgm:constr type="w" for="ch" forName="parent_text_2" refType="w" fact="0.3553"/>
              <dgm:constr type="h" for="ch" forName="parent_text_2" refType="h" fact="0.1846"/>
              <dgm:constr type="l" for="ch" forName="accent_2" refType="w" fact="0.4126"/>
              <dgm:constr type="t" for="ch" forName="accent_2" refType="h" fact="0.044"/>
              <dgm:constr type="w" for="ch" forName="accent_2" refType="w" fact="0.0526"/>
              <dgm:constr type="h" for="ch" forName="accent_2" refType="h" fact="0.0879"/>
              <dgm:constr type="l" for="ch" forName="accent_3" refType="w" fact="0.3732"/>
              <dgm:constr type="t" for="ch" forName="accent_3" refType="h" fact="0"/>
              <dgm:constr type="w" for="ch" forName="accent_3" refType="w" fact="0.0263"/>
              <dgm:constr type="h" for="ch" forName="accent_3" refType="h" fact="0.044"/>
              <dgm:constr type="l" for="ch" forName="parent_text_4" refType="w" fact="0.0442"/>
              <dgm:constr type="t" for="ch" forName="parent_text_4" refType="h" fact="0.1526"/>
              <dgm:constr type="w" for="ch" forName="parent_text_4" refType="w" fact="0.3553"/>
              <dgm:constr type="h" for="ch" forName="parent_text_4" refType="h" fact="0.166"/>
              <dgm:constr type="l" for="ch" forName="accent_4" refType="w" fact="0.3337"/>
              <dgm:constr type="t" for="ch" forName="accent_4" refType="h" fact="0.8791"/>
              <dgm:constr type="w" for="ch" forName="accent_4" refType="w" fact="0.0395"/>
              <dgm:constr type="h" for="ch" forName="accent_4" refType="h" fact="0.0659"/>
            </dgm:constrLst>
          </dgm:else>
        </dgm:choose>
      </dgm:if>
      <dgm:if name="Name18" axis="ch" ptType="node" func="cnt" op="equ" val="5">
        <dgm:alg type="composite">
          <dgm:param type="ar" val="1.5076"/>
        </dgm:alg>
        <dgm:choose name="Name19">
          <dgm:if name="Name20" func="var" arg="dir" op="equ" val="norm">
            <dgm:constrLst>
              <dgm:constr type="primFontSz" for="des" ptType="node" op="equ" val="65"/>
              <dgm:constr type="l" for="ch" forName="image_accent_5" refType="w" fact="0.5301"/>
              <dgm:constr type="t" for="ch" forName="image_accent_5" refType="h" fact="0.0862"/>
              <dgm:constr type="w" for="ch" forName="image_accent_5" refType="w" fact="0.1022"/>
              <dgm:constr type="h" for="ch" forName="image_accent_5" refType="h" fact="0.1541"/>
              <dgm:constr type="l" for="ch" forName="image_5" refType="w" fact="0.5361"/>
              <dgm:constr type="t" for="ch" forName="image_5" refType="h" fact="0.0953"/>
              <dgm:constr type="w" for="ch" forName="image_5" refType="w" fact="0.0902"/>
              <dgm:constr type="h" for="ch" forName="image_5" refType="h" fact="0.1359"/>
              <dgm:constr type="l" for="ch" forName="image_accent_4" refType="w" fact="0.4528"/>
              <dgm:constr type="t" for="ch" forName="image_accent_4" refType="h" fact="0.2416"/>
              <dgm:constr type="w" for="ch" forName="image_accent_4" refType="w" fact="0.1103"/>
              <dgm:constr type="h" for="ch" forName="image_accent_4" refType="h" fact="0.1662"/>
              <dgm:constr type="l" for="ch" forName="image_4" refType="w" fact="0.4593"/>
              <dgm:constr type="t" for="ch" forName="image_4" refType="h" fact="0.2513"/>
              <dgm:constr type="w" for="ch" forName="image_4" refType="w" fact="0.0973"/>
              <dgm:constr type="h" for="ch" forName="image_4" refType="h" fact="0.1467"/>
              <dgm:constr type="l" for="ch" forName="image_accent_2" refType="w" fact="0.4832"/>
              <dgm:constr type="t" for="ch" forName="image_accent_2" refType="h" fact="0.7134"/>
              <dgm:constr type="w" for="ch" forName="image_accent_2" refType="w" fact="0.1226"/>
              <dgm:constr type="h" for="ch" forName="image_accent_2" refType="h" fact="0.1849"/>
              <dgm:constr type="l" for="ch" forName="image_2" refType="w" fact="0.4904"/>
              <dgm:constr type="t" for="ch" forName="image_2" refType="h" fact="0.7243"/>
              <dgm:constr type="w" for="ch" forName="image_2" refType="w" fact="0.1082"/>
              <dgm:constr type="h" for="ch" forName="image_2" refType="h" fact="0.1631"/>
              <dgm:constr type="l" for="ch" forName="image_accent_3" refType="w" fact="0.4352"/>
              <dgm:constr type="t" for="ch" forName="image_accent_3" refType="h" fact="0.4525"/>
              <dgm:constr type="w" for="ch" forName="image_accent_3" refType="w" fact="0.1573"/>
              <dgm:constr type="h" for="ch" forName="image_accent_3" refType="h" fact="0.2371"/>
              <dgm:constr type="l" for="ch" forName="image_3" refType="w" fact="0.4435"/>
              <dgm:constr type="t" for="ch" forName="image_3" refType="h" fact="0.465"/>
              <dgm:constr type="w" for="ch" forName="image_3" refType="w" fact="0.1407"/>
              <dgm:constr type="h" for="ch" forName="image_3" refType="h" fact="0.212"/>
              <dgm:constr type="l" for="ch" forName="image_accent_1" refType="w" fact="0.2318"/>
              <dgm:constr type="t" for="ch" forName="image_accent_1" refType="h" fact="0.6466"/>
              <dgm:constr type="w" for="ch" forName="image_accent_1" refType="w" fact="0.2344"/>
              <dgm:constr type="h" for="ch" forName="image_accent_1" refType="h" fact="0.3534"/>
              <dgm:constr type="l" for="ch" forName="image_1" refType="w" fact="0.2408"/>
              <dgm:constr type="t" for="ch" forName="image_1" refType="h" fact="0.6602"/>
              <dgm:constr type="w" for="ch" forName="image_1" refType="w" fact="0.2164"/>
              <dgm:constr type="h" for="ch" forName="image_1" refType="h" fact="0.3262"/>
              <dgm:constr type="l" for="ch" forName="parent_text_1" refType="w" fact="0"/>
              <dgm:constr type="t" for="ch" forName="parent_text_1" refType="h" fact="0.465"/>
              <dgm:constr type="w" for="ch" forName="parent_text_1" refType="w" fact="0.3478"/>
              <dgm:constr type="h" for="ch" forName="parent_text_1" refType="h" fact="0.165"/>
              <dgm:constr type="l" for="ch" forName="accent_1" refType="w" fact="0.3813"/>
              <dgm:constr type="t" for="ch" forName="accent_1" refType="h" fact="0.3864"/>
              <dgm:constr type="w" for="ch" forName="accent_1" refType="w" fact="0.0696"/>
              <dgm:constr type="h" for="ch" forName="accent_1" refType="h" fact="0.1049"/>
              <dgm:constr type="l" for="ch" forName="parent_text_3" refType="w" fact="0.6182"/>
              <dgm:constr type="t" for="ch" forName="parent_text_3" refType="h" fact="0.465"/>
              <dgm:constr type="w" for="ch" forName="parent_text_3" refType="w" fact="0.3478"/>
              <dgm:constr type="h" for="ch" forName="parent_text_3" refType="h" fact="0.212"/>
              <dgm:constr type="l" for="ch" forName="parent_text_2" refType="w" fact="0.6311"/>
              <dgm:constr type="t" for="ch" forName="parent_text_2" refType="h" fact="0.7243"/>
              <dgm:constr type="w" for="ch" forName="parent_text_2" refType="w" fact="0.3478"/>
              <dgm:constr type="h" for="ch" forName="parent_text_2" refType="h" fact="0.1631"/>
              <dgm:constr type="l" for="ch" forName="parent_text_4" refType="w" fact="0.5878"/>
              <dgm:constr type="t" for="ch" forName="parent_text_4" refType="h" fact="0.2513"/>
              <dgm:constr type="w" for="ch" forName="parent_text_4" refType="w" fact="0.3478"/>
              <dgm:constr type="h" for="ch" forName="parent_text_4" refType="h" fact="0.1467"/>
              <dgm:constr type="l" for="ch" forName="accent_2" refType="w" fact="0.6265"/>
              <dgm:constr type="t" for="ch" forName="accent_2" refType="h" fact="0.0194"/>
              <dgm:constr type="w" for="ch" forName="accent_2" refType="w" fact="0.0515"/>
              <dgm:constr type="h" for="ch" forName="accent_2" refType="h" fact="0.0777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388"/>
              <dgm:constr type="l" for="ch" forName="parent_text_5" refType="w" fact="0.6522"/>
              <dgm:constr type="t" for="ch" forName="parent_text_5" refType="h" fact="0.0953"/>
              <dgm:constr type="w" for="ch" forName="parent_text_5" refType="w" fact="0.3478"/>
              <dgm:constr type="h" for="ch" forName="parent_text_5" refType="h" fact="0.1359"/>
              <dgm:constr type="l" for="ch" forName="accent_4" refType="w" fact="0.6136"/>
              <dgm:constr type="t" for="ch" forName="accent_4" refType="h" fact="0.8932"/>
              <dgm:constr type="w" for="ch" forName="accent_4" refType="w" fact="0.0386"/>
              <dgm:constr type="h" for="ch" forName="accent_4" refType="h" fact="0.0583"/>
            </dgm:constrLst>
          </dgm:if>
          <dgm:else name="Name21">
            <dgm:constrLst>
              <dgm:constr type="primFontSz" for="des" ptType="node" op="equ" val="65"/>
              <dgm:constr type="l" for="ch" forName="image_accent_5" refType="w" fact="0.3677"/>
              <dgm:constr type="t" for="ch" forName="image_accent_5" refType="h" fact="0.0862"/>
              <dgm:constr type="w" for="ch" forName="image_accent_5" refType="w" fact="0.1022"/>
              <dgm:constr type="h" for="ch" forName="image_accent_5" refType="h" fact="0.1541"/>
              <dgm:constr type="l" for="ch" forName="image_5" refType="w" fact="0.3738"/>
              <dgm:constr type="t" for="ch" forName="image_5" refType="h" fact="0.0953"/>
              <dgm:constr type="w" for="ch" forName="image_5" refType="w" fact="0.0902"/>
              <dgm:constr type="h" for="ch" forName="image_5" refType="h" fact="0.1359"/>
              <dgm:constr type="l" for="ch" forName="image_accent_4" refType="w" fact="0.437"/>
              <dgm:constr type="t" for="ch" forName="image_accent_4" refType="h" fact="0.2416"/>
              <dgm:constr type="w" for="ch" forName="image_accent_4" refType="w" fact="0.1103"/>
              <dgm:constr type="h" for="ch" forName="image_accent_4" refType="h" fact="0.1662"/>
              <dgm:constr type="l" for="ch" forName="image_4" refType="w" fact="0.4434"/>
              <dgm:constr type="t" for="ch" forName="image_4" refType="h" fact="0.2513"/>
              <dgm:constr type="w" for="ch" forName="image_4" refType="w" fact="0.0973"/>
              <dgm:constr type="h" for="ch" forName="image_4" refType="h" fact="0.1467"/>
              <dgm:constr type="l" for="ch" forName="image_accent_2" refType="w" fact="0.3942"/>
              <dgm:constr type="t" for="ch" forName="image_accent_2" refType="h" fact="0.7134"/>
              <dgm:constr type="w" for="ch" forName="image_accent_2" refType="w" fact="0.1226"/>
              <dgm:constr type="h" for="ch" forName="image_accent_2" refType="h" fact="0.1849"/>
              <dgm:constr type="l" for="ch" forName="image_2" refType="w" fact="0.4014"/>
              <dgm:constr type="t" for="ch" forName="image_2" refType="h" fact="0.7243"/>
              <dgm:constr type="w" for="ch" forName="image_2" refType="w" fact="0.1082"/>
              <dgm:constr type="h" for="ch" forName="image_2" refType="h" fact="0.1631"/>
              <dgm:constr type="l" for="ch" forName="image_accent_3" refType="w" fact="0.4075"/>
              <dgm:constr type="t" for="ch" forName="image_accent_3" refType="h" fact="0.4525"/>
              <dgm:constr type="w" for="ch" forName="image_accent_3" refType="w" fact="0.1573"/>
              <dgm:constr type="h" for="ch" forName="image_accent_3" refType="h" fact="0.2371"/>
              <dgm:constr type="l" for="ch" forName="image_3" refType="w" fact="0.4158"/>
              <dgm:constr type="t" for="ch" forName="image_3" refType="h" fact="0.465"/>
              <dgm:constr type="w" for="ch" forName="image_3" refType="w" fact="0.1407"/>
              <dgm:constr type="h" for="ch" forName="image_3" refType="h" fact="0.212"/>
              <dgm:constr type="l" for="ch" forName="image_accent_1" refType="w" fact="0.5338"/>
              <dgm:constr type="t" for="ch" forName="image_accent_1" refType="h" fact="0.6466"/>
              <dgm:constr type="w" for="ch" forName="image_accent_1" refType="w" fact="0.2344"/>
              <dgm:constr type="h" for="ch" forName="image_accent_1" refType="h" fact="0.3534"/>
              <dgm:constr type="l" for="ch" forName="image_1" refType="w" fact="0.5428"/>
              <dgm:constr type="t" for="ch" forName="image_1" refType="h" fact="0.6602"/>
              <dgm:constr type="w" for="ch" forName="image_1" refType="w" fact="0.2164"/>
              <dgm:constr type="h" for="ch" forName="image_1" refType="h" fact="0.3262"/>
              <dgm:constr type="l" for="ch" forName="parent_text_1" refType="w" fact="0.6522"/>
              <dgm:constr type="t" for="ch" forName="parent_text_1" refType="h" fact="0.465"/>
              <dgm:constr type="w" for="ch" forName="parent_text_1" refType="w" fact="0.3478"/>
              <dgm:constr type="h" for="ch" forName="parent_text_1" refType="h" fact="0.165"/>
              <dgm:constr type="l" for="ch" forName="accent_1" refType="w" fact="0.5492"/>
              <dgm:constr type="t" for="ch" forName="accent_1" refType="h" fact="0.3864"/>
              <dgm:constr type="w" for="ch" forName="accent_1" refType="w" fact="0.0696"/>
              <dgm:constr type="h" for="ch" forName="accent_1" refType="h" fact="0.1049"/>
              <dgm:constr type="l" for="ch" forName="parent_text_3" refType="w" fact="0.034"/>
              <dgm:constr type="t" for="ch" forName="parent_text_3" refType="h" fact="0.465"/>
              <dgm:constr type="w" for="ch" forName="parent_text_3" refType="w" fact="0.3478"/>
              <dgm:constr type="h" for="ch" forName="parent_text_3" refType="h" fact="0.212"/>
              <dgm:constr type="l" for="ch" forName="parent_text_2" refType="w" fact="0.0211"/>
              <dgm:constr type="t" for="ch" forName="parent_text_2" refType="h" fact="0.7243"/>
              <dgm:constr type="w" for="ch" forName="parent_text_2" refType="w" fact="0.3478"/>
              <dgm:constr type="h" for="ch" forName="parent_text_2" refType="h" fact="0.1631"/>
              <dgm:constr type="l" for="ch" forName="parent_text_4" refType="w" fact="0.0644"/>
              <dgm:constr type="t" for="ch" forName="parent_text_4" refType="h" fact="0.2513"/>
              <dgm:constr type="w" for="ch" forName="parent_text_4" refType="w" fact="0.3478"/>
              <dgm:constr type="h" for="ch" forName="parent_text_4" refType="h" fact="0.1467"/>
              <dgm:constr type="l" for="ch" forName="accent_2" refType="w" fact="0.322"/>
              <dgm:constr type="t" for="ch" forName="accent_2" refType="h" fact="0.0194"/>
              <dgm:constr type="w" for="ch" forName="accent_2" refType="w" fact="0.0515"/>
              <dgm:constr type="h" for="ch" forName="accent_2" refType="h" fact="0.0777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388"/>
              <dgm:constr type="l" for="ch" forName="parent_text_5" refType="w" fact="0"/>
              <dgm:constr type="t" for="ch" forName="parent_text_5" refType="h" fact="0.0953"/>
              <dgm:constr type="w" for="ch" forName="parent_text_5" refType="w" fact="0.3478"/>
              <dgm:constr type="h" for="ch" forName="parent_text_5" refType="h" fact="0.1359"/>
              <dgm:constr type="l" for="ch" forName="accent_4" refType="w" fact="0.3478"/>
              <dgm:constr type="t" for="ch" forName="accent_4" refType="h" fact="0.8932"/>
              <dgm:constr type="w" for="ch" forName="accent_4" refType="w" fact="0.0386"/>
              <dgm:constr type="h" for="ch" forName="accent_4" refType="h" fact="0.0583"/>
            </dgm:constrLst>
          </dgm:else>
        </dgm:choose>
      </dgm:if>
      <dgm:if name="Name22" axis="ch" ptType="node" func="cnt" op="equ" val="6">
        <dgm:alg type="composite">
          <dgm:param type="ar" val="1.1351"/>
        </dgm:alg>
        <dgm:choose name="Name23">
          <dgm:if name="Name24" func="var" arg="dir" op="equ" val="norm">
            <dgm:constrLst>
              <dgm:constr type="primFontSz" for="des" ptType="node" op="equ" val="65"/>
              <dgm:constr type="l" for="ch" forName="image_accent_6" refType="w" fact="0.3864"/>
              <dgm:constr type="t" for="ch" forName="image_accent_6" refType="h" fact="0.7456"/>
              <dgm:constr type="w" for="ch" forName="image_accent_6" refType="w" fact="0.1757"/>
              <dgm:constr type="h" for="ch" forName="image_accent_6" refType="h" fact="0.1995"/>
              <dgm:constr type="l" for="ch" forName="image_6" refType="w" fact="0.3957"/>
              <dgm:constr type="t" for="ch" forName="image_6" refType="h" fact="0.7561"/>
              <dgm:constr type="w" for="ch" forName="image_6" refType="w" fact="0.1572"/>
              <dgm:constr type="h" for="ch" forName="image_6" refType="h" fact="0.1784"/>
              <dgm:constr type="l" for="ch" forName="image_accent_5" refType="w" fact="0.5301"/>
              <dgm:constr type="t" for="ch" forName="image_accent_5" refType="h" fact="0.0649"/>
              <dgm:constr type="w" for="ch" forName="image_accent_5" refType="w" fact="0.1022"/>
              <dgm:constr type="h" for="ch" forName="image_accent_5" refType="h" fact="0.116"/>
              <dgm:constr type="l" for="ch" forName="image_5" refType="w" fact="0.5361"/>
              <dgm:constr type="t" for="ch" forName="image_5" refType="h" fact="0.0717"/>
              <dgm:constr type="w" for="ch" forName="image_5" refType="w" fact="0.0902"/>
              <dgm:constr type="h" for="ch" forName="image_5" refType="h" fact="0.1023"/>
              <dgm:constr type="l" for="ch" forName="image_accent_4" refType="w" fact="0.4528"/>
              <dgm:constr type="t" for="ch" forName="image_accent_4" refType="h" fact="0.1819"/>
              <dgm:constr type="w" for="ch" forName="image_accent_4" refType="w" fact="0.1103"/>
              <dgm:constr type="h" for="ch" forName="image_accent_4" refType="h" fact="0.1251"/>
              <dgm:constr type="l" for="ch" forName="image_4" refType="w" fact="0.4593"/>
              <dgm:constr type="t" for="ch" forName="image_4" refType="h" fact="0.1892"/>
              <dgm:constr type="w" for="ch" forName="image_4" refType="w" fact="0.0973"/>
              <dgm:constr type="h" for="ch" forName="image_4" refType="h" fact="0.1104"/>
              <dgm:constr type="l" for="ch" forName="image_accent_2" refType="w" fact="0.4832"/>
              <dgm:constr type="t" for="ch" forName="image_accent_2" refType="h" fact="0.5371"/>
              <dgm:constr type="w" for="ch" forName="image_accent_2" refType="w" fact="0.1226"/>
              <dgm:constr type="h" for="ch" forName="image_accent_2" refType="h" fact="0.1392"/>
              <dgm:constr type="l" for="ch" forName="image_2" refType="w" fact="0.4904"/>
              <dgm:constr type="t" for="ch" forName="image_2" refType="h" fact="0.5453"/>
              <dgm:constr type="w" for="ch" forName="image_2" refType="w" fact="0.1082"/>
              <dgm:constr type="h" for="ch" forName="image_2" refType="h" fact="0.1228"/>
              <dgm:constr type="l" for="ch" forName="image_accent_3" refType="w" fact="0.4352"/>
              <dgm:constr type="t" for="ch" forName="image_accent_3" refType="h" fact="0.3407"/>
              <dgm:constr type="w" for="ch" forName="image_accent_3" refType="w" fact="0.1573"/>
              <dgm:constr type="h" for="ch" forName="image_accent_3" refType="h" fact="0.1785"/>
              <dgm:constr type="l" for="ch" forName="image_3" refType="w" fact="0.4435"/>
              <dgm:constr type="t" for="ch" forName="image_3" refType="h" fact="0.3501"/>
              <dgm:constr type="w" for="ch" forName="image_3" refType="w" fact="0.1407"/>
              <dgm:constr type="h" for="ch" forName="image_3" refType="h" fact="0.1596"/>
              <dgm:constr type="l" for="ch" forName="image_accent_1" refType="w" fact="0.2318"/>
              <dgm:constr type="t" for="ch" forName="image_accent_1" refType="h" fact="0.4869"/>
              <dgm:constr type="w" for="ch" forName="image_accent_1" refType="w" fact="0.2344"/>
              <dgm:constr type="h" for="ch" forName="image_accent_1" refType="h" fact="0.2661"/>
              <dgm:constr type="l" for="ch" forName="image_1" refType="w" fact="0.2401"/>
              <dgm:constr type="t" for="ch" forName="image_1" refType="h" fact="0.4971"/>
              <dgm:constr type="w" for="ch" forName="image_1" refType="w" fact="0.2164"/>
              <dgm:constr type="h" for="ch" forName="image_1" refType="h" fact="0.2456"/>
              <dgm:constr type="l" for="ch" forName="parent_text_1" refType="w" fact="0"/>
              <dgm:constr type="t" for="ch" forName="parent_text_1" refType="h" fact="0.3501"/>
              <dgm:constr type="w" for="ch" forName="parent_text_1" refType="w" fact="0.3478"/>
              <dgm:constr type="h" for="ch" forName="parent_text_1" refType="h" fact="0.125"/>
              <dgm:constr type="l" for="ch" forName="accent_1" refType="w" fact="0.3813"/>
              <dgm:constr type="t" for="ch" forName="accent_1" refType="h" fact="0.2909"/>
              <dgm:constr type="w" for="ch" forName="accent_1" refType="w" fact="0.0696"/>
              <dgm:constr type="h" for="ch" forName="accent_1" refType="h" fact="0.0789"/>
              <dgm:constr type="l" for="ch" forName="parent_text_2" refType="w" fact="0.6311"/>
              <dgm:constr type="t" for="ch" forName="parent_text_2" refType="h" fact="0.5453"/>
              <dgm:constr type="w" for="ch" forName="parent_text_2" refType="w" fact="0.3478"/>
              <dgm:constr type="h" for="ch" forName="parent_text_2" refType="h" fact="0.1228"/>
              <dgm:constr type="l" for="ch" forName="parent_text_4" refType="w" fact="0.5878"/>
              <dgm:constr type="t" for="ch" forName="parent_text_4" refType="h" fact="0.1892"/>
              <dgm:constr type="w" for="ch" forName="parent_text_4" refType="w" fact="0.3478"/>
              <dgm:constr type="h" for="ch" forName="parent_text_4" refType="h" fact="0.1104"/>
              <dgm:constr type="l" for="ch" forName="accent_2" refType="w" fact="0.6265"/>
              <dgm:constr type="t" for="ch" forName="accent_2" refType="h" fact="0.0146"/>
              <dgm:constr type="w" for="ch" forName="accent_2" refType="w" fact="0.0515"/>
              <dgm:constr type="h" for="ch" forName="accent_2" refType="h" fact="0.0585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292"/>
              <dgm:constr type="l" for="ch" forName="parent_text_5" refType="w" fact="0.6522"/>
              <dgm:constr type="t" for="ch" forName="parent_text_5" refType="h" fact="0.0717"/>
              <dgm:constr type="w" for="ch" forName="parent_text_5" refType="w" fact="0.3478"/>
              <dgm:constr type="h" for="ch" forName="parent_text_5" refType="h" fact="0.1023"/>
              <dgm:constr type="l" for="ch" forName="parent_text_3" refType="w" fact="0.6182"/>
              <dgm:constr type="t" for="ch" forName="parent_text_3" refType="h" fact="0.3501"/>
              <dgm:constr type="w" for="ch" forName="parent_text_3" refType="w" fact="0.3478"/>
              <dgm:constr type="h" for="ch" forName="parent_text_3" refType="h" fact="0.1596"/>
              <dgm:constr type="l" for="ch" forName="accent_4" refType="w" fact="0.5538"/>
              <dgm:constr type="t" for="ch" forName="accent_4" refType="h" fact="0.9211"/>
              <dgm:constr type="w" for="ch" forName="accent_4" refType="w" fact="0.0696"/>
              <dgm:constr type="h" for="ch" forName="accent_4" refType="h" fact="0.0789"/>
              <dgm:constr type="l" for="ch" forName="parent_text_6" refType="w" fact="0.0195"/>
              <dgm:constr type="t" for="ch" forName="parent_text_6" refType="h" fact="0.7561"/>
              <dgm:constr type="w" for="ch" forName="parent_text_6" refType="w" fact="0.3478"/>
              <dgm:constr type="h" for="ch" forName="parent_text_6" refType="h" fact="0.1784"/>
              <dgm:constr type="l" for="ch" forName="accent_5" refType="w" fact="0.6182"/>
              <dgm:constr type="t" for="ch" forName="accent_5" refType="h" fact="0.6725"/>
              <dgm:constr type="w" for="ch" forName="accent_5" refType="w" fact="0.0386"/>
              <dgm:constr type="h" for="ch" forName="accent_5" refType="h" fact="0.0439"/>
            </dgm:constrLst>
          </dgm:if>
          <dgm:else name="Name25">
            <dgm:constrLst>
              <dgm:constr type="primFontSz" for="des" ptType="node" op="equ" val="65"/>
              <dgm:constr type="l" for="ch" forName="image_accent_6" refType="w" fact="0.4379"/>
              <dgm:constr type="t" for="ch" forName="image_accent_6" refType="h" fact="0.7456"/>
              <dgm:constr type="w" for="ch" forName="image_accent_6" refType="w" fact="0.1757"/>
              <dgm:constr type="h" for="ch" forName="image_accent_6" refType="h" fact="0.1995"/>
              <dgm:constr type="l" for="ch" forName="image_6" refType="w" fact="0.4471"/>
              <dgm:constr type="t" for="ch" forName="image_6" refType="h" fact="0.7561"/>
              <dgm:constr type="w" for="ch" forName="image_6" refType="w" fact="0.1572"/>
              <dgm:constr type="h" for="ch" forName="image_6" refType="h" fact="0.1784"/>
              <dgm:constr type="l" for="ch" forName="image_accent_5" refType="w" fact="0.3677"/>
              <dgm:constr type="t" for="ch" forName="image_accent_5" refType="h" fact="0.0649"/>
              <dgm:constr type="w" for="ch" forName="image_accent_5" refType="w" fact="0.1022"/>
              <dgm:constr type="h" for="ch" forName="image_accent_5" refType="h" fact="0.116"/>
              <dgm:constr type="l" for="ch" forName="image_5" refType="w" fact="0.3738"/>
              <dgm:constr type="t" for="ch" forName="image_5" refType="h" fact="0.0717"/>
              <dgm:constr type="w" for="ch" forName="image_5" refType="w" fact="0.0902"/>
              <dgm:constr type="h" for="ch" forName="image_5" refType="h" fact="0.1023"/>
              <dgm:constr type="l" for="ch" forName="image_accent_4" refType="w" fact="0.437"/>
              <dgm:constr type="t" for="ch" forName="image_accent_4" refType="h" fact="0.1819"/>
              <dgm:constr type="w" for="ch" forName="image_accent_4" refType="w" fact="0.1103"/>
              <dgm:constr type="h" for="ch" forName="image_accent_4" refType="h" fact="0.1251"/>
              <dgm:constr type="l" for="ch" forName="image_4" refType="w" fact="0.4434"/>
              <dgm:constr type="t" for="ch" forName="image_4" refType="h" fact="0.1892"/>
              <dgm:constr type="w" for="ch" forName="image_4" refType="w" fact="0.0973"/>
              <dgm:constr type="h" for="ch" forName="image_4" refType="h" fact="0.1104"/>
              <dgm:constr type="l" for="ch" forName="image_accent_2" refType="w" fact="0.3942"/>
              <dgm:constr type="t" for="ch" forName="image_accent_2" refType="h" fact="0.5371"/>
              <dgm:constr type="w" for="ch" forName="image_accent_2" refType="w" fact="0.1226"/>
              <dgm:constr type="h" for="ch" forName="image_accent_2" refType="h" fact="0.1392"/>
              <dgm:constr type="l" for="ch" forName="image_2" refType="w" fact="0.4014"/>
              <dgm:constr type="t" for="ch" forName="image_2" refType="h" fact="0.5453"/>
              <dgm:constr type="w" for="ch" forName="image_2" refType="w" fact="0.1082"/>
              <dgm:constr type="h" for="ch" forName="image_2" refType="h" fact="0.1228"/>
              <dgm:constr type="l" for="ch" forName="image_accent_3" refType="w" fact="0.4075"/>
              <dgm:constr type="t" for="ch" forName="image_accent_3" refType="h" fact="0.3407"/>
              <dgm:constr type="w" for="ch" forName="image_accent_3" refType="w" fact="0.1573"/>
              <dgm:constr type="h" for="ch" forName="image_accent_3" refType="h" fact="0.1785"/>
              <dgm:constr type="l" for="ch" forName="image_3" refType="w" fact="0.4158"/>
              <dgm:constr type="t" for="ch" forName="image_3" refType="h" fact="0.3501"/>
              <dgm:constr type="w" for="ch" forName="image_3" refType="w" fact="0.1407"/>
              <dgm:constr type="h" for="ch" forName="image_3" refType="h" fact="0.1596"/>
              <dgm:constr type="l" for="ch" forName="image_accent_1" refType="w" fact="0.5338"/>
              <dgm:constr type="t" for="ch" forName="image_accent_1" refType="h" fact="0.4869"/>
              <dgm:constr type="w" for="ch" forName="image_accent_1" refType="w" fact="0.2344"/>
              <dgm:constr type="h" for="ch" forName="image_accent_1" refType="h" fact="0.2661"/>
              <dgm:constr type="l" for="ch" forName="image_1" refType="w" fact="0.5435"/>
              <dgm:constr type="t" for="ch" forName="image_1" refType="h" fact="0.4971"/>
              <dgm:constr type="w" for="ch" forName="image_1" refType="w" fact="0.2164"/>
              <dgm:constr type="h" for="ch" forName="image_1" refType="h" fact="0.2456"/>
              <dgm:constr type="l" for="ch" forName="parent_text_1" refType="w" fact="0.6522"/>
              <dgm:constr type="t" for="ch" forName="parent_text_1" refType="h" fact="0.3501"/>
              <dgm:constr type="w" for="ch" forName="parent_text_1" refType="w" fact="0.3478"/>
              <dgm:constr type="h" for="ch" forName="parent_text_1" refType="h" fact="0.125"/>
              <dgm:constr type="l" for="ch" forName="accent_1" refType="w" fact="0.5492"/>
              <dgm:constr type="t" for="ch" forName="accent_1" refType="h" fact="0.2909"/>
              <dgm:constr type="w" for="ch" forName="accent_1" refType="w" fact="0.0696"/>
              <dgm:constr type="h" for="ch" forName="accent_1" refType="h" fact="0.0789"/>
              <dgm:constr type="l" for="ch" forName="parent_text_2" refType="w" fact="0.0211"/>
              <dgm:constr type="t" for="ch" forName="parent_text_2" refType="h" fact="0.5453"/>
              <dgm:constr type="w" for="ch" forName="parent_text_2" refType="w" fact="0.3478"/>
              <dgm:constr type="h" for="ch" forName="parent_text_2" refType="h" fact="0.1228"/>
              <dgm:constr type="l" for="ch" forName="parent_text_4" refType="w" fact="0.0644"/>
              <dgm:constr type="t" for="ch" forName="parent_text_4" refType="h" fact="0.1892"/>
              <dgm:constr type="w" for="ch" forName="parent_text_4" refType="w" fact="0.3478"/>
              <dgm:constr type="h" for="ch" forName="parent_text_4" refType="h" fact="0.1104"/>
              <dgm:constr type="l" for="ch" forName="accent_2" refType="w" fact="0.322"/>
              <dgm:constr type="t" for="ch" forName="accent_2" refType="h" fact="0.0146"/>
              <dgm:constr type="w" for="ch" forName="accent_2" refType="w" fact="0.0515"/>
              <dgm:constr type="h" for="ch" forName="accent_2" refType="h" fact="0.0585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292"/>
              <dgm:constr type="l" for="ch" forName="parent_text_5" refType="w" fact="0"/>
              <dgm:constr type="t" for="ch" forName="parent_text_5" refType="h" fact="0.0717"/>
              <dgm:constr type="w" for="ch" forName="parent_text_5" refType="w" fact="0.3478"/>
              <dgm:constr type="h" for="ch" forName="parent_text_5" refType="h" fact="0.1023"/>
              <dgm:constr type="l" for="ch" forName="parent_text_3" refType="w" fact="0.034"/>
              <dgm:constr type="t" for="ch" forName="parent_text_3" refType="h" fact="0.3501"/>
              <dgm:constr type="w" for="ch" forName="parent_text_3" refType="w" fact="0.3478"/>
              <dgm:constr type="h" for="ch" forName="parent_text_3" refType="h" fact="0.1596"/>
              <dgm:constr type="l" for="ch" forName="accent_4" refType="w" fact="0.3766"/>
              <dgm:constr type="t" for="ch" forName="accent_4" refType="h" fact="0.9211"/>
              <dgm:constr type="w" for="ch" forName="accent_4" refType="w" fact="0.0696"/>
              <dgm:constr type="h" for="ch" forName="accent_4" refType="h" fact="0.0789"/>
              <dgm:constr type="l" for="ch" forName="parent_text_6" refType="w" fact="0.6328"/>
              <dgm:constr type="t" for="ch" forName="parent_text_6" refType="h" fact="0.7561"/>
              <dgm:constr type="w" for="ch" forName="parent_text_6" refType="w" fact="0.3478"/>
              <dgm:constr type="h" for="ch" forName="parent_text_6" refType="h" fact="0.1784"/>
              <dgm:constr type="l" for="ch" forName="accent_5" refType="w" fact="0.3431"/>
              <dgm:constr type="t" for="ch" forName="accent_5" refType="h" fact="0.6725"/>
              <dgm:constr type="w" for="ch" forName="accent_5" refType="w" fact="0.0386"/>
              <dgm:constr type="h" for="ch" forName="accent_5" refType="h" fact="0.0439"/>
            </dgm:constrLst>
          </dgm:else>
        </dgm:choose>
      </dgm:if>
      <dgm:if name="Name26" axis="ch" ptType="node" func="cnt" op="equ" val="7">
        <dgm:alg type="composite">
          <dgm:param type="ar" val="1.0352"/>
        </dgm:alg>
        <dgm:choose name="Name27">
          <dgm:if name="Name28" func="var" arg="dir" op="equ" val="norm">
            <dgm:constrLst>
              <dgm:constr type="primFontSz" for="des" ptType="node" op="equ" val="65"/>
              <dgm:constr type="l" for="ch" forName="accent_1" refType="w" fact="0.7553"/>
              <dgm:constr type="t" for="ch" forName="accent_1" refType="h" fact="0.96"/>
              <dgm:constr type="w" for="ch" forName="accent_1" refType="w" fact="0.0386"/>
              <dgm:constr type="h" for="ch" forName="accent_1" refType="h" fact="0.04"/>
              <dgm:constr type="l" for="ch" forName="image_accent_2" refType="w" fact="0.4832"/>
              <dgm:constr type="t" for="ch" forName="image_accent_2" refType="h" fact="0.4899"/>
              <dgm:constr type="w" for="ch" forName="image_accent_2" refType="w" fact="0.1226"/>
              <dgm:constr type="h" for="ch" forName="image_accent_2" refType="h" fact="0.1269"/>
              <dgm:constr type="l" for="ch" forName="image_2" refType="w" fact="0.4904"/>
              <dgm:constr type="t" for="ch" forName="image_2" refType="h" fact="0.4973"/>
              <dgm:constr type="w" for="ch" forName="image_2" refType="w" fact="0.1082"/>
              <dgm:constr type="h" for="ch" forName="image_2" refType="h" fact="0.112"/>
              <dgm:constr type="l" for="ch" forName="image_accent_3" refType="w" fact="0.4352"/>
              <dgm:constr type="t" for="ch" forName="image_accent_3" refType="h" fact="0.3107"/>
              <dgm:constr type="w" for="ch" forName="image_accent_3" refType="w" fact="0.1573"/>
              <dgm:constr type="h" for="ch" forName="image_accent_3" refType="h" fact="0.1628"/>
              <dgm:constr type="l" for="ch" forName="image_3" refType="w" fact="0.4435"/>
              <dgm:constr type="t" for="ch" forName="image_3" refType="h" fact="0.3193"/>
              <dgm:constr type="w" for="ch" forName="image_3" refType="w" fact="0.1407"/>
              <dgm:constr type="h" for="ch" forName="image_3" refType="h" fact="0.1456"/>
              <dgm:constr type="l" for="ch" forName="image_accent_4" refType="w" fact="0.4528"/>
              <dgm:constr type="t" for="ch" forName="image_accent_4" refType="h" fact="0.1659"/>
              <dgm:constr type="w" for="ch" forName="image_accent_4" refType="w" fact="0.1103"/>
              <dgm:constr type="h" for="ch" forName="image_accent_4" refType="h" fact="0.1141"/>
              <dgm:constr type="l" for="ch" forName="image_4" refType="w" fact="0.4593"/>
              <dgm:constr type="t" for="ch" forName="image_4" refType="h" fact="0.1726"/>
              <dgm:constr type="w" for="ch" forName="image_4" refType="w" fact="0.0973"/>
              <dgm:constr type="h" for="ch" forName="image_4" refType="h" fact="0.1007"/>
              <dgm:constr type="l" for="ch" forName="image_accent_5" refType="w" fact="0.5301"/>
              <dgm:constr type="t" for="ch" forName="image_accent_5" refType="h" fact="0.0592"/>
              <dgm:constr type="w" for="ch" forName="image_accent_5" refType="w" fact="0.1022"/>
              <dgm:constr type="h" for="ch" forName="image_accent_5" refType="h" fact="0.1058"/>
              <dgm:constr type="l" for="ch" forName="image_5" refType="w" fact="0.5361"/>
              <dgm:constr type="t" for="ch" forName="image_5" refType="h" fact="0.0654"/>
              <dgm:constr type="w" for="ch" forName="image_5" refType="w" fact="0.0902"/>
              <dgm:constr type="h" for="ch" forName="image_5" refType="h" fact="0.0933"/>
              <dgm:constr type="l" for="ch" forName="image_accent_6" refType="w" fact="0.3864"/>
              <dgm:constr type="t" for="ch" forName="image_accent_6" refType="h" fact="0.68"/>
              <dgm:constr type="w" for="ch" forName="image_accent_6" refType="w" fact="0.1757"/>
              <dgm:constr type="h" for="ch" forName="image_accent_6" refType="h" fact="0.1819"/>
              <dgm:constr type="l" for="ch" forName="image_6" refType="w" fact="0.3957"/>
              <dgm:constr type="t" for="ch" forName="image_6" refType="h" fact="0.6896"/>
              <dgm:constr type="w" for="ch" forName="image_6" refType="w" fact="0.1572"/>
              <dgm:constr type="h" for="ch" forName="image_6" refType="h" fact="0.1627"/>
              <dgm:constr type="l" for="ch" forName="image_accent_7" refType="w" fact="0.5291"/>
              <dgm:constr type="t" for="ch" forName="image_accent_7" refType="h" fact="0.8325"/>
              <dgm:constr type="w" for="ch" forName="image_accent_7" refType="w" fact="0.1103"/>
              <dgm:constr type="h" for="ch" forName="image_accent_7" refType="h" fact="0.1141"/>
              <dgm:constr type="l" for="ch" forName="image_7" refType="w" fact="0.5356"/>
              <dgm:constr type="t" for="ch" forName="image_7" refType="h" fact="0.8392"/>
              <dgm:constr type="w" for="ch" forName="image_7" refType="w" fact="0.0973"/>
              <dgm:constr type="h" for="ch" forName="image_7" refType="h" fact="0.1007"/>
              <dgm:constr type="l" for="ch" forName="image_accent_1" refType="w" fact="0.2318"/>
              <dgm:constr type="t" for="ch" forName="image_accent_1" refType="h" fact="0.444"/>
              <dgm:constr type="w" for="ch" forName="image_accent_1" refType="w" fact="0.2344"/>
              <dgm:constr type="h" for="ch" forName="image_accent_1" refType="h" fact="0.2426"/>
              <dgm:constr type="l" for="ch" forName="image_1" refType="w" fact="0.2408"/>
              <dgm:constr type="t" for="ch" forName="image_1" refType="h" fact="0.4533"/>
              <dgm:constr type="w" for="ch" forName="image_1" refType="w" fact="0.2164"/>
              <dgm:constr type="h" for="ch" forName="image_1" refType="h" fact="0.224"/>
              <dgm:constr type="l" for="ch" forName="parent_text_1" refType="w" fact="0"/>
              <dgm:constr type="t" for="ch" forName="parent_text_1" refType="h" fact="0.3193"/>
              <dgm:constr type="w" for="ch" forName="parent_text_1" refType="w" fact="0.3478"/>
              <dgm:constr type="h" for="ch" forName="parent_text_1" refType="h" fact="0.115"/>
              <dgm:constr type="l" for="ch" forName="accent_2" refType="w" fact="0.3813"/>
              <dgm:constr type="t" for="ch" forName="accent_2" refType="h" fact="0.2653"/>
              <dgm:constr type="w" for="ch" forName="accent_2" refType="w" fact="0.0696"/>
              <dgm:constr type="h" for="ch" forName="accent_2" refType="h" fact="0.072"/>
              <dgm:constr type="l" for="ch" forName="parent_text_2" refType="w" fact="0.6311"/>
              <dgm:constr type="t" for="ch" forName="parent_text_2" refType="h" fact="0.4973"/>
              <dgm:constr type="w" for="ch" forName="parent_text_2" refType="w" fact="0.3478"/>
              <dgm:constr type="h" for="ch" forName="parent_text_2" refType="h" fact="0.112"/>
              <dgm:constr type="l" for="ch" forName="parent_text_4" refType="w" fact="0.5878"/>
              <dgm:constr type="t" for="ch" forName="parent_text_4" refType="h" fact="0.1726"/>
              <dgm:constr type="w" for="ch" forName="parent_text_4" refType="w" fact="0.3478"/>
              <dgm:constr type="h" for="ch" forName="parent_text_4" refType="h" fact="0.1007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267"/>
              <dgm:constr type="l" for="ch" forName="parent_text_5" refType="w" fact="0.6522"/>
              <dgm:constr type="t" for="ch" forName="parent_text_5" refType="h" fact="0.0654"/>
              <dgm:constr type="w" for="ch" forName="parent_text_5" refType="w" fact="0.3478"/>
              <dgm:constr type="h" for="ch" forName="parent_text_5" refType="h" fact="0.0933"/>
              <dgm:constr type="l" for="ch" forName="parent_text_3" refType="w" fact="0.6182"/>
              <dgm:constr type="t" for="ch" forName="parent_text_3" refType="h" fact="0.3193"/>
              <dgm:constr type="w" for="ch" forName="parent_text_3" refType="w" fact="0.3478"/>
              <dgm:constr type="h" for="ch" forName="parent_text_3" refType="h" fact="0.1456"/>
              <dgm:constr type="l" for="ch" forName="parent_text_6" refType="w" fact="0.02"/>
              <dgm:constr type="t" for="ch" forName="parent_text_6" refType="h" fact="0.6896"/>
              <dgm:constr type="w" for="ch" forName="parent_text_6" refType="w" fact="0.3478"/>
              <dgm:constr type="h" for="ch" forName="parent_text_6" refType="h" fact="0.1627"/>
              <dgm:constr type="l" for="ch" forName="accent_4" refType="w" fact="0.6265"/>
              <dgm:constr type="t" for="ch" forName="accent_4" refType="h" fact="0.0213"/>
              <dgm:constr type="w" for="ch" forName="accent_4" refType="w" fact="0.0515"/>
              <dgm:constr type="h" for="ch" forName="accent_4" refType="h" fact="0.0533"/>
              <dgm:constr type="l" for="ch" forName="accent_5" refType="w" fact="0.6522"/>
              <dgm:constr type="t" for="ch" forName="accent_5" refType="h" fact="0.92"/>
              <dgm:constr type="w" for="ch" forName="accent_5" refType="w" fact="0.0696"/>
              <dgm:constr type="h" for="ch" forName="accent_5" refType="h" fact="0.072"/>
              <dgm:constr type="l" for="ch" forName="parent_text_7" refType="w" fact="0.105"/>
              <dgm:constr type="t" for="ch" forName="parent_text_7" refType="h" fact="0.87"/>
              <dgm:constr type="w" for="ch" forName="parent_text_7" refType="w" fact="0.407"/>
              <dgm:constr type="h" for="ch" forName="parent_text_7" refType="h" fact="0.13"/>
              <dgm:constr type="l" for="ch" forName="accent_6" refType="w" fact="0.6136"/>
              <dgm:constr type="t" for="ch" forName="accent_6" refType="h" fact="0.6133"/>
              <dgm:constr type="w" for="ch" forName="accent_6" refType="w" fact="0.0386"/>
              <dgm:constr type="h" for="ch" forName="accent_6" refType="h" fact="0.04"/>
            </dgm:constrLst>
          </dgm:if>
          <dgm:else name="Name29">
            <dgm:constrLst>
              <dgm:constr type="primFontSz" for="des" ptType="node" op="equ" val="65"/>
              <dgm:constr type="l" for="ch" forName="accent_1" refType="w" fact="0.2061"/>
              <dgm:constr type="t" for="ch" forName="accent_1" refType="h" fact="0.96"/>
              <dgm:constr type="w" for="ch" forName="accent_1" refType="w" fact="0.0386"/>
              <dgm:constr type="h" for="ch" forName="accent_1" refType="h" fact="0.04"/>
              <dgm:constr type="l" for="ch" forName="image_accent_7" refType="w" fact="0.3606"/>
              <dgm:constr type="t" for="ch" forName="image_accent_7" refType="h" fact="0.8325"/>
              <dgm:constr type="w" for="ch" forName="image_accent_7" refType="w" fact="0.1103"/>
              <dgm:constr type="h" for="ch" forName="image_accent_7" refType="h" fact="0.1141"/>
              <dgm:constr type="l" for="ch" forName="image_7" refType="w" fact="0.3671"/>
              <dgm:constr type="t" for="ch" forName="image_7" refType="h" fact="0.8392"/>
              <dgm:constr type="w" for="ch" forName="image_7" refType="w" fact="0.0973"/>
              <dgm:constr type="h" for="ch" forName="image_7" refType="h" fact="0.1007"/>
              <dgm:constr type="l" for="ch" forName="image_accent_6" refType="w" fact="0.4379"/>
              <dgm:constr type="t" for="ch" forName="image_accent_6" refType="h" fact="0.68"/>
              <dgm:constr type="w" for="ch" forName="image_accent_6" refType="w" fact="0.1757"/>
              <dgm:constr type="h" for="ch" forName="image_accent_6" refType="h" fact="0.1819"/>
              <dgm:constr type="l" for="ch" forName="image_6" refType="w" fact="0.4471"/>
              <dgm:constr type="t" for="ch" forName="image_6" refType="h" fact="0.6896"/>
              <dgm:constr type="w" for="ch" forName="image_6" refType="w" fact="0.1572"/>
              <dgm:constr type="h" for="ch" forName="image_6" refType="h" fact="0.1627"/>
              <dgm:constr type="l" for="ch" forName="image_accent_5" refType="w" fact="0.3677"/>
              <dgm:constr type="t" for="ch" forName="image_accent_5" refType="h" fact="0.0592"/>
              <dgm:constr type="w" for="ch" forName="image_accent_5" refType="w" fact="0.1022"/>
              <dgm:constr type="h" for="ch" forName="image_accent_5" refType="h" fact="0.1058"/>
              <dgm:constr type="l" for="ch" forName="image_5" refType="w" fact="0.3738"/>
              <dgm:constr type="t" for="ch" forName="image_5" refType="h" fact="0.0654"/>
              <dgm:constr type="w" for="ch" forName="image_5" refType="w" fact="0.0902"/>
              <dgm:constr type="h" for="ch" forName="image_5" refType="h" fact="0.0933"/>
              <dgm:constr type="l" for="ch" forName="image_accent_4" refType="w" fact="0.437"/>
              <dgm:constr type="t" for="ch" forName="image_accent_4" refType="h" fact="0.1659"/>
              <dgm:constr type="w" for="ch" forName="image_accent_4" refType="w" fact="0.1103"/>
              <dgm:constr type="h" for="ch" forName="image_accent_4" refType="h" fact="0.1141"/>
              <dgm:constr type="l" for="ch" forName="image_4" refType="w" fact="0.4434"/>
              <dgm:constr type="t" for="ch" forName="image_4" refType="h" fact="0.1726"/>
              <dgm:constr type="w" for="ch" forName="image_4" refType="w" fact="0.0973"/>
              <dgm:constr type="h" for="ch" forName="image_4" refType="h" fact="0.1007"/>
              <dgm:constr type="l" for="ch" forName="image_accent_2" refType="w" fact="0.3942"/>
              <dgm:constr type="t" for="ch" forName="image_accent_2" refType="h" fact="0.4899"/>
              <dgm:constr type="w" for="ch" forName="image_accent_2" refType="w" fact="0.1226"/>
              <dgm:constr type="h" for="ch" forName="image_accent_2" refType="h" fact="0.1269"/>
              <dgm:constr type="l" for="ch" forName="image_2" refType="w" fact="0.4014"/>
              <dgm:constr type="t" for="ch" forName="image_2" refType="h" fact="0.4973"/>
              <dgm:constr type="w" for="ch" forName="image_2" refType="w" fact="0.1082"/>
              <dgm:constr type="h" for="ch" forName="image_2" refType="h" fact="0.112"/>
              <dgm:constr type="l" for="ch" forName="image_accent_3" refType="w" fact="0.4075"/>
              <dgm:constr type="t" for="ch" forName="image_accent_3" refType="h" fact="0.3107"/>
              <dgm:constr type="w" for="ch" forName="image_accent_3" refType="w" fact="0.1573"/>
              <dgm:constr type="h" for="ch" forName="image_accent_3" refType="h" fact="0.1628"/>
              <dgm:constr type="l" for="ch" forName="image_3" refType="w" fact="0.4158"/>
              <dgm:constr type="t" for="ch" forName="image_3" refType="h" fact="0.3193"/>
              <dgm:constr type="w" for="ch" forName="image_3" refType="w" fact="0.1407"/>
              <dgm:constr type="h" for="ch" forName="image_3" refType="h" fact="0.1456"/>
              <dgm:constr type="l" for="ch" forName="image_accent_1" refType="w" fact="0.5338"/>
              <dgm:constr type="t" for="ch" forName="image_accent_1" refType="h" fact="0.444"/>
              <dgm:constr type="w" for="ch" forName="image_accent_1" refType="w" fact="0.2344"/>
              <dgm:constr type="h" for="ch" forName="image_accent_1" refType="h" fact="0.2426"/>
              <dgm:constr type="l" for="ch" forName="image_1" refType="w" fact="0.5428"/>
              <dgm:constr type="t" for="ch" forName="image_1" refType="h" fact="0.4533"/>
              <dgm:constr type="w" for="ch" forName="image_1" refType="w" fact="0.2164"/>
              <dgm:constr type="h" for="ch" forName="image_1" refType="h" fact="0.224"/>
              <dgm:constr type="l" for="ch" forName="parent_text_1" refType="w" fact="0.6522"/>
              <dgm:constr type="t" for="ch" forName="parent_text_1" refType="h" fact="0.3193"/>
              <dgm:constr type="w" for="ch" forName="parent_text_1" refType="w" fact="0.3478"/>
              <dgm:constr type="h" for="ch" forName="parent_text_1" refType="h" fact="0.115"/>
              <dgm:constr type="l" for="ch" forName="accent_2" refType="w" fact="0.5492"/>
              <dgm:constr type="t" for="ch" forName="accent_2" refType="h" fact="0.2653"/>
              <dgm:constr type="w" for="ch" forName="accent_2" refType="w" fact="0.0696"/>
              <dgm:constr type="h" for="ch" forName="accent_2" refType="h" fact="0.072"/>
              <dgm:constr type="l" for="ch" forName="parent_text_2" refType="w" fact="0.0211"/>
              <dgm:constr type="t" for="ch" forName="parent_text_2" refType="h" fact="0.4973"/>
              <dgm:constr type="w" for="ch" forName="parent_text_2" refType="w" fact="0.3478"/>
              <dgm:constr type="h" for="ch" forName="parent_text_2" refType="h" fact="0.112"/>
              <dgm:constr type="l" for="ch" forName="parent_text_4" refType="w" fact="0.0644"/>
              <dgm:constr type="t" for="ch" forName="parent_text_4" refType="h" fact="0.1726"/>
              <dgm:constr type="w" for="ch" forName="parent_text_4" refType="w" fact="0.3478"/>
              <dgm:constr type="h" for="ch" forName="parent_text_4" refType="h" fact="0.1007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267"/>
              <dgm:constr type="l" for="ch" forName="parent_text_5" refType="w" fact="0"/>
              <dgm:constr type="t" for="ch" forName="parent_text_5" refType="h" fact="0.0654"/>
              <dgm:constr type="w" for="ch" forName="parent_text_5" refType="w" fact="0.3478"/>
              <dgm:constr type="h" for="ch" forName="parent_text_5" refType="h" fact="0.0933"/>
              <dgm:constr type="l" for="ch" forName="parent_text_3" refType="w" fact="0.034"/>
              <dgm:constr type="t" for="ch" forName="parent_text_3" refType="h" fact="0.3193"/>
              <dgm:constr type="w" for="ch" forName="parent_text_3" refType="w" fact="0.3478"/>
              <dgm:constr type="h" for="ch" forName="parent_text_3" refType="h" fact="0.1456"/>
              <dgm:constr type="l" for="ch" forName="parent_text_6" refType="w" fact="0.63"/>
              <dgm:constr type="t" for="ch" forName="parent_text_6" refType="h" fact="0.6896"/>
              <dgm:constr type="w" for="ch" forName="parent_text_6" refType="w" fact="0.3478"/>
              <dgm:constr type="h" for="ch" forName="parent_text_6" refType="h" fact="0.1627"/>
              <dgm:constr type="l" for="ch" forName="accent_4" refType="w" fact="0.322"/>
              <dgm:constr type="t" for="ch" forName="accent_4" refType="h" fact="0.0213"/>
              <dgm:constr type="w" for="ch" forName="accent_4" refType="w" fact="0.0515"/>
              <dgm:constr type="h" for="ch" forName="accent_4" refType="h" fact="0.0533"/>
              <dgm:constr type="l" for="ch" forName="accent_5" refType="w" fact="0.2782"/>
              <dgm:constr type="t" for="ch" forName="accent_5" refType="h" fact="0.92"/>
              <dgm:constr type="w" for="ch" forName="accent_5" refType="w" fact="0.0696"/>
              <dgm:constr type="h" for="ch" forName="accent_5" refType="h" fact="0.072"/>
              <dgm:constr type="l" for="ch" forName="parent_text_7" refType="w" fact="0.485"/>
              <dgm:constr type="t" for="ch" forName="parent_text_7" refType="h" fact="0.87"/>
              <dgm:constr type="w" for="ch" forName="parent_text_7" refType="w" fact="0.347"/>
              <dgm:constr type="h" for="ch" forName="parent_text_7" refType="h" fact="0.13"/>
              <dgm:constr type="l" for="ch" forName="accent_6" refType="w" fact="0.3478"/>
              <dgm:constr type="t" for="ch" forName="accent_6" refType="h" fact="0.6133"/>
              <dgm:constr type="w" for="ch" forName="accent_6" refType="w" fact="0.0386"/>
              <dgm:constr type="h" for="ch" forName="accent_6" refType="h" fact="0.04"/>
            </dgm:constrLst>
          </dgm:else>
        </dgm:choose>
        <dgm:layoutNode name="accent_6" styleLbl="alignNode1">
          <dgm:alg type="sp"/>
          <dgm:shape xmlns:r="http://schemas.openxmlformats.org/officeDocument/2006/relationships" type="donut" r:blip="">
            <dgm:adjLst>
              <dgm:adj idx="1" val="0.0746"/>
            </dgm:adjLst>
          </dgm:shape>
          <dgm:presOf/>
        </dgm:layoutNode>
      </dgm:if>
      <dgm:else name="Name30">
        <dgm:alg type="composite">
          <dgm:param type="ar" val="0.9705"/>
        </dgm:alg>
        <dgm:choose name="Name31">
          <dgm:if name="Name32" func="var" arg="dir" op="equ" val="norm">
            <dgm:constrLst>
              <dgm:constr type="primFontSz" for="des" ptType="node" op="equ" val="65"/>
              <dgm:constr type="l" for="ch" forName="accent_1" refType="w" fact="0.7599"/>
              <dgm:constr type="t" for="ch" forName="accent_1" refType="h" fact="0.925"/>
              <dgm:constr type="w" for="ch" forName="accent_1" refType="w" fact="0.0386"/>
              <dgm:constr type="h" for="ch" forName="accent_1" refType="h" fact="0.0375"/>
              <dgm:constr type="l" for="ch" forName="accent_2" refType="w" fact="0.6182"/>
              <dgm:constr type="t" for="ch" forName="accent_2" refType="h" fact="0.575"/>
              <dgm:constr type="w" for="ch" forName="accent_2" refType="w" fact="0.0386"/>
              <dgm:constr type="h" for="ch" forName="accent_2" refType="h" fact="0.0375"/>
              <dgm:constr type="l" for="ch" forName="image_accent_8" refType="w" fact="0.6449"/>
              <dgm:constr type="t" for="ch" forName="image_accent_8" refType="h" fact="0.8508"/>
              <dgm:constr type="w" for="ch" forName="image_accent_8" refType="w" fact="0.1022"/>
              <dgm:constr type="h" for="ch" forName="image_accent_8" refType="h" fact="0.0992"/>
              <dgm:constr type="l" for="ch" forName="image_8" refType="w" fact="0.6538"/>
              <dgm:constr type="t" for="ch" forName="image_8" refType="h" fact="0.8595"/>
              <dgm:constr type="w" for="ch" forName="image_8" refType="w" fact="0.0844"/>
              <dgm:constr type="h" for="ch" forName="image_8" refType="h" fact="0.0819"/>
              <dgm:constr type="l" for="ch" forName="image_accent_7" refType="w" fact="0.5291"/>
              <dgm:constr type="t" for="ch" forName="image_accent_7" refType="h" fact="0.7805"/>
              <dgm:constr type="w" for="ch" forName="image_accent_7" refType="w" fact="0.1103"/>
              <dgm:constr type="h" for="ch" forName="image_accent_7" refType="h" fact="0.107"/>
              <dgm:constr type="l" for="ch" forName="image_7" refType="w" fact="0.5356"/>
              <dgm:constr type="t" for="ch" forName="image_7" refType="h" fact="0.7868"/>
              <dgm:constr type="w" for="ch" forName="image_7" refType="w" fact="0.0973"/>
              <dgm:constr type="h" for="ch" forName="image_7" refType="h" fact="0.0944"/>
              <dgm:constr type="l" for="ch" forName="image_accent_6" refType="w" fact="0.3864"/>
              <dgm:constr type="t" for="ch" forName="image_accent_6" refType="h" fact="0.6375"/>
              <dgm:constr type="w" for="ch" forName="image_accent_6" refType="w" fact="0.1757"/>
              <dgm:constr type="h" for="ch" forName="image_accent_6" refType="h" fact="0.1706"/>
              <dgm:constr type="l" for="ch" forName="image_6" refType="w" fact="0.3957"/>
              <dgm:constr type="t" for="ch" forName="image_6" refType="h" fact="0.6465"/>
              <dgm:constr type="w" for="ch" forName="image_6" refType="w" fact="0.1572"/>
              <dgm:constr type="h" for="ch" forName="image_6" refType="h" fact="0.1525"/>
              <dgm:constr type="l" for="ch" forName="image_accent_5" refType="w" fact="0.5301"/>
              <dgm:constr type="t" for="ch" forName="image_accent_5" refType="h" fact="0.0555"/>
              <dgm:constr type="w" for="ch" forName="image_accent_5" refType="w" fact="0.1022"/>
              <dgm:constr type="h" for="ch" forName="image_accent_5" refType="h" fact="0.0992"/>
              <dgm:constr type="l" for="ch" forName="image_5" refType="w" fact="0.5361"/>
              <dgm:constr type="t" for="ch" forName="image_5" refType="h" fact="0.0613"/>
              <dgm:constr type="w" for="ch" forName="image_5" refType="w" fact="0.0902"/>
              <dgm:constr type="h" for="ch" forName="image_5" refType="h" fact="0.0875"/>
              <dgm:constr type="l" for="ch" forName="image_accent_4" refType="w" fact="0.4528"/>
              <dgm:constr type="t" for="ch" forName="image_accent_4" refType="h" fact="0.1555"/>
              <dgm:constr type="w" for="ch" forName="image_accent_4" refType="w" fact="0.1103"/>
              <dgm:constr type="h" for="ch" forName="image_accent_4" refType="h" fact="0.107"/>
              <dgm:constr type="l" for="ch" forName="image_4" refType="w" fact="0.4593"/>
              <dgm:constr type="t" for="ch" forName="image_4" refType="h" fact="0.1618"/>
              <dgm:constr type="w" for="ch" forName="image_4" refType="w" fact="0.0973"/>
              <dgm:constr type="h" for="ch" forName="image_4" refType="h" fact="0.0944"/>
              <dgm:constr type="l" for="ch" forName="image_accent_2" refType="w" fact="0.4832"/>
              <dgm:constr type="t" for="ch" forName="image_accent_2" refType="h" fact="0.4593"/>
              <dgm:constr type="w" for="ch" forName="image_accent_2" refType="w" fact="0.1226"/>
              <dgm:constr type="h" for="ch" forName="image_accent_2" refType="h" fact="0.119"/>
              <dgm:constr type="l" for="ch" forName="image_2" refType="w" fact="0.4904"/>
              <dgm:constr type="t" for="ch" forName="image_2" refType="h" fact="0.4663"/>
              <dgm:constr type="w" for="ch" forName="image_2" refType="w" fact="0.1082"/>
              <dgm:constr type="h" for="ch" forName="image_2" refType="h" fact="0.105"/>
              <dgm:constr type="l" for="ch" forName="image_accent_3" refType="w" fact="0.4352"/>
              <dgm:constr type="t" for="ch" forName="image_accent_3" refType="h" fact="0.2913"/>
              <dgm:constr type="w" for="ch" forName="image_accent_3" refType="w" fact="0.1573"/>
              <dgm:constr type="h" for="ch" forName="image_accent_3" refType="h" fact="0.1526"/>
              <dgm:constr type="l" for="ch" forName="image_3" refType="w" fact="0.4435"/>
              <dgm:constr type="t" for="ch" forName="image_3" refType="h" fact="0.2993"/>
              <dgm:constr type="w" for="ch" forName="image_3" refType="w" fact="0.1407"/>
              <dgm:constr type="h" for="ch" forName="image_3" refType="h" fact="0.1365"/>
              <dgm:constr type="l" for="ch" forName="image_accent_1" refType="w" fact="0.2318"/>
              <dgm:constr type="t" for="ch" forName="image_accent_1" refType="h" fact="0.4163"/>
              <dgm:constr type="w" for="ch" forName="image_accent_1" refType="w" fact="0.2344"/>
              <dgm:constr type="h" for="ch" forName="image_accent_1" refType="h" fact="0.2275"/>
              <dgm:constr type="l" for="ch" forName="image_1" refType="w" fact="0.2408"/>
              <dgm:constr type="t" for="ch" forName="image_1" refType="h" fact="0.425"/>
              <dgm:constr type="w" for="ch" forName="image_1" refType="w" fact="0.2164"/>
              <dgm:constr type="h" for="ch" forName="image_1" refType="h" fact="0.21"/>
              <dgm:constr type="l" for="ch" forName="parent_text_1" refType="w" fact="0"/>
              <dgm:constr type="t" for="ch" forName="parent_text_1" refType="h" fact="0.2993"/>
              <dgm:constr type="w" for="ch" forName="parent_text_1" refType="w" fact="0.3478"/>
              <dgm:constr type="h" for="ch" forName="parent_text_1" refType="h" fact="0.11"/>
              <dgm:constr type="l" for="ch" forName="accent_3" refType="w" fact="0.3813"/>
              <dgm:constr type="t" for="ch" forName="accent_3" refType="h" fact="0.2488"/>
              <dgm:constr type="w" for="ch" forName="accent_3" refType="w" fact="0.0696"/>
              <dgm:constr type="h" for="ch" forName="accent_3" refType="h" fact="0.0675"/>
              <dgm:constr type="l" for="ch" forName="parent_text_2" refType="w" fact="0.6311"/>
              <dgm:constr type="t" for="ch" forName="parent_text_2" refType="h" fact="0.4663"/>
              <dgm:constr type="w" for="ch" forName="parent_text_2" refType="w" fact="0.3478"/>
              <dgm:constr type="h" for="ch" forName="parent_text_2" refType="h" fact="0.105"/>
              <dgm:constr type="l" for="ch" forName="parent_text_4" refType="w" fact="0.5878"/>
              <dgm:constr type="t" for="ch" forName="parent_text_4" refType="h" fact="0.1618"/>
              <dgm:constr type="w" for="ch" forName="parent_text_4" refType="w" fact="0.3478"/>
              <dgm:constr type="h" for="ch" forName="parent_text_4" refType="h" fact="0.0944"/>
              <dgm:constr type="l" for="ch" forName="accent_4" refType="w" fact="0.7038"/>
              <dgm:constr type="t" for="ch" forName="accent_4" refType="h" fact="0"/>
              <dgm:constr type="w" for="ch" forName="accent_4" refType="w" fact="0.0258"/>
              <dgm:constr type="h" for="ch" forName="accent_4" refType="h" fact="0.025"/>
              <dgm:constr type="l" for="ch" forName="parent_text_5" refType="w" fact="0.6522"/>
              <dgm:constr type="t" for="ch" forName="parent_text_5" refType="h" fact="0.0625"/>
              <dgm:constr type="w" for="ch" forName="parent_text_5" refType="w" fact="0.3478"/>
              <dgm:constr type="h" for="ch" forName="parent_text_5" refType="h" fact="0.0863"/>
              <dgm:constr type="l" for="ch" forName="parent_text_3" refType="w" fact="0.6182"/>
              <dgm:constr type="t" for="ch" forName="parent_text_3" refType="h" fact="0.2993"/>
              <dgm:constr type="w" for="ch" forName="parent_text_3" refType="w" fact="0.3478"/>
              <dgm:constr type="h" for="ch" forName="parent_text_3" refType="h" fact="0.1365"/>
              <dgm:constr type="l" for="ch" forName="parent_text_6" refType="w" fact="0.02"/>
              <dgm:constr type="t" for="ch" forName="parent_text_6" refType="h" fact="0.6465"/>
              <dgm:constr type="w" for="ch" forName="parent_text_6" refType="w" fact="0.3478"/>
              <dgm:constr type="h" for="ch" forName="parent_text_6" refType="h" fact="0.1525"/>
              <dgm:constr type="l" for="ch" forName="accent_5" refType="w" fact="0.6265"/>
              <dgm:constr type="t" for="ch" forName="accent_5" refType="h" fact="0.02"/>
              <dgm:constr type="w" for="ch" forName="accent_5" refType="w" fact="0.0515"/>
              <dgm:constr type="h" for="ch" forName="accent_5" refType="h" fact="0.05"/>
              <dgm:constr type="l" for="ch" forName="parent_text_7" refType="w" fact="0.165"/>
              <dgm:constr type="t" for="ch" forName="parent_text_7" refType="h" fact="0.81"/>
              <dgm:constr type="w" for="ch" forName="parent_text_7" refType="w" fact="0.3478"/>
              <dgm:constr type="h" for="ch" forName="parent_text_7" refType="h" fact="0.077"/>
              <dgm:constr type="l" for="ch" forName="parent_text_8" refType="w" fact="0.275"/>
              <dgm:constr type="t" for="ch" forName="parent_text_8" refType="h" fact="0.89"/>
              <dgm:constr type="w" for="ch" forName="parent_text_8" refType="w" fact="0.3478"/>
              <dgm:constr type="h" for="ch" forName="parent_text_8" refType="h" fact="0.11"/>
            </dgm:constrLst>
          </dgm:if>
          <dgm:else name="Name33">
            <dgm:constrLst>
              <dgm:constr type="primFontSz" for="des" ptType="node" op="equ" val="65"/>
              <dgm:constr type="l" for="ch" forName="accent_1" refType="w" fact="0.2014"/>
              <dgm:constr type="t" for="ch" forName="accent_1" refType="h" fact="0.925"/>
              <dgm:constr type="w" for="ch" forName="accent_1" refType="w" fact="0.0386"/>
              <dgm:constr type="h" for="ch" forName="accent_1" refType="h" fact="0.0375"/>
              <dgm:constr type="l" for="ch" forName="accent_2" refType="w" fact="0.3431"/>
              <dgm:constr type="t" for="ch" forName="accent_2" refType="h" fact="0.575"/>
              <dgm:constr type="w" for="ch" forName="accent_2" refType="w" fact="0.0386"/>
              <dgm:constr type="h" for="ch" forName="accent_2" refType="h" fact="0.0375"/>
              <dgm:constr type="l" for="ch" forName="image_accent_8" refType="w" fact="0.253"/>
              <dgm:constr type="t" for="ch" forName="image_accent_8" refType="h" fact="0.8508"/>
              <dgm:constr type="w" for="ch" forName="image_accent_8" refType="w" fact="0.1022"/>
              <dgm:constr type="h" for="ch" forName="image_accent_8" refType="h" fact="0.0992"/>
              <dgm:constr type="l" for="ch" forName="image_8" refType="w" fact="0.2619"/>
              <dgm:constr type="t" for="ch" forName="image_8" refType="h" fact="0.8595"/>
              <dgm:constr type="w" for="ch" forName="image_8" refType="w" fact="0.0844"/>
              <dgm:constr type="h" for="ch" forName="image_8" refType="h" fact="0.0819"/>
              <dgm:constr type="l" for="ch" forName="image_accent_7" refType="w" fact="0.3606"/>
              <dgm:constr type="t" for="ch" forName="image_accent_7" refType="h" fact="0.7805"/>
              <dgm:constr type="w" for="ch" forName="image_accent_7" refType="w" fact="0.1103"/>
              <dgm:constr type="h" for="ch" forName="image_accent_7" refType="h" fact="0.107"/>
              <dgm:constr type="l" for="ch" forName="image_7" refType="w" fact="0.3671"/>
              <dgm:constr type="t" for="ch" forName="image_7" refType="h" fact="0.7868"/>
              <dgm:constr type="w" for="ch" forName="image_7" refType="w" fact="0.0973"/>
              <dgm:constr type="h" for="ch" forName="image_7" refType="h" fact="0.0944"/>
              <dgm:constr type="l" for="ch" forName="image_accent_6" refType="w" fact="0.4379"/>
              <dgm:constr type="t" for="ch" forName="image_accent_6" refType="h" fact="0.6375"/>
              <dgm:constr type="w" for="ch" forName="image_accent_6" refType="w" fact="0.1757"/>
              <dgm:constr type="h" for="ch" forName="image_accent_6" refType="h" fact="0.1706"/>
              <dgm:constr type="l" for="ch" forName="image_6" refType="w" fact="0.4471"/>
              <dgm:constr type="t" for="ch" forName="image_6" refType="h" fact="0.6465"/>
              <dgm:constr type="w" for="ch" forName="image_6" refType="w" fact="0.1572"/>
              <dgm:constr type="h" for="ch" forName="image_6" refType="h" fact="0.1525"/>
              <dgm:constr type="l" for="ch" forName="image_accent_5" refType="w" fact="0.3677"/>
              <dgm:constr type="t" for="ch" forName="image_accent_5" refType="h" fact="0.0555"/>
              <dgm:constr type="w" for="ch" forName="image_accent_5" refType="w" fact="0.1022"/>
              <dgm:constr type="h" for="ch" forName="image_accent_5" refType="h" fact="0.0992"/>
              <dgm:constr type="l" for="ch" forName="image_5" refType="w" fact="0.3738"/>
              <dgm:constr type="t" for="ch" forName="image_5" refType="h" fact="0.0613"/>
              <dgm:constr type="w" for="ch" forName="image_5" refType="w" fact="0.0902"/>
              <dgm:constr type="h" for="ch" forName="image_5" refType="h" fact="0.0875"/>
              <dgm:constr type="l" for="ch" forName="image_accent_4" refType="w" fact="0.437"/>
              <dgm:constr type="t" for="ch" forName="image_accent_4" refType="h" fact="0.1555"/>
              <dgm:constr type="w" for="ch" forName="image_accent_4" refType="w" fact="0.1103"/>
              <dgm:constr type="h" for="ch" forName="image_accent_4" refType="h" fact="0.107"/>
              <dgm:constr type="l" for="ch" forName="image_4" refType="w" fact="0.4434"/>
              <dgm:constr type="t" for="ch" forName="image_4" refType="h" fact="0.1618"/>
              <dgm:constr type="w" for="ch" forName="image_4" refType="w" fact="0.0973"/>
              <dgm:constr type="h" for="ch" forName="image_4" refType="h" fact="0.0944"/>
              <dgm:constr type="l" for="ch" forName="image_accent_2" refType="w" fact="0.3942"/>
              <dgm:constr type="t" for="ch" forName="image_accent_2" refType="h" fact="0.4593"/>
              <dgm:constr type="w" for="ch" forName="image_accent_2" refType="w" fact="0.1226"/>
              <dgm:constr type="h" for="ch" forName="image_accent_2" refType="h" fact="0.119"/>
              <dgm:constr type="l" for="ch" forName="image_2" refType="w" fact="0.4014"/>
              <dgm:constr type="t" for="ch" forName="image_2" refType="h" fact="0.4663"/>
              <dgm:constr type="w" for="ch" forName="image_2" refType="w" fact="0.1082"/>
              <dgm:constr type="h" for="ch" forName="image_2" refType="h" fact="0.105"/>
              <dgm:constr type="l" for="ch" forName="image_accent_3" refType="w" fact="0.4075"/>
              <dgm:constr type="t" for="ch" forName="image_accent_3" refType="h" fact="0.2913"/>
              <dgm:constr type="w" for="ch" forName="image_accent_3" refType="w" fact="0.1573"/>
              <dgm:constr type="h" for="ch" forName="image_accent_3" refType="h" fact="0.1526"/>
              <dgm:constr type="l" for="ch" forName="image_3" refType="w" fact="0.4158"/>
              <dgm:constr type="t" for="ch" forName="image_3" refType="h" fact="0.2993"/>
              <dgm:constr type="w" for="ch" forName="image_3" refType="w" fact="0.1407"/>
              <dgm:constr type="h" for="ch" forName="image_3" refType="h" fact="0.1365"/>
              <dgm:constr type="l" for="ch" forName="image_accent_1" refType="w" fact="0.5338"/>
              <dgm:constr type="t" for="ch" forName="image_accent_1" refType="h" fact="0.4163"/>
              <dgm:constr type="w" for="ch" forName="image_accent_1" refType="w" fact="0.2344"/>
              <dgm:constr type="h" for="ch" forName="image_accent_1" refType="h" fact="0.2275"/>
              <dgm:constr type="l" for="ch" forName="image_1" refType="w" fact="0.5428"/>
              <dgm:constr type="t" for="ch" forName="image_1" refType="h" fact="0.425"/>
              <dgm:constr type="w" for="ch" forName="image_1" refType="w" fact="0.2164"/>
              <dgm:constr type="h" for="ch" forName="image_1" refType="h" fact="0.21"/>
              <dgm:constr type="l" for="ch" forName="parent_text_1" refType="w" fact="0.6522"/>
              <dgm:constr type="t" for="ch" forName="parent_text_1" refType="h" fact="0.2993"/>
              <dgm:constr type="w" for="ch" forName="parent_text_1" refType="w" fact="0.3478"/>
              <dgm:constr type="h" for="ch" forName="parent_text_1" refType="h" fact="0.11"/>
              <dgm:constr type="l" for="ch" forName="accent_3" refType="w" fact="0.5492"/>
              <dgm:constr type="t" for="ch" forName="accent_3" refType="h" fact="0.2488"/>
              <dgm:constr type="w" for="ch" forName="accent_3" refType="w" fact="0.0696"/>
              <dgm:constr type="h" for="ch" forName="accent_3" refType="h" fact="0.0675"/>
              <dgm:constr type="l" for="ch" forName="parent_text_2" refType="w" fact="0.0211"/>
              <dgm:constr type="t" for="ch" forName="parent_text_2" refType="h" fact="0.4663"/>
              <dgm:constr type="w" for="ch" forName="parent_text_2" refType="w" fact="0.3478"/>
              <dgm:constr type="h" for="ch" forName="parent_text_2" refType="h" fact="0.105"/>
              <dgm:constr type="l" for="ch" forName="parent_text_4" refType="w" fact="0.0635"/>
              <dgm:constr type="t" for="ch" forName="parent_text_4" refType="h" fact="0.1618"/>
              <dgm:constr type="w" for="ch" forName="parent_text_4" refType="w" fact="0.3478"/>
              <dgm:constr type="h" for="ch" forName="parent_text_4" refType="h" fact="0.0944"/>
              <dgm:constr type="l" for="ch" forName="accent_4" refType="w" fact="0.2705"/>
              <dgm:constr type="t" for="ch" forName="accent_4" refType="h" fact="0"/>
              <dgm:constr type="w" for="ch" forName="accent_4" refType="w" fact="0.0258"/>
              <dgm:constr type="h" for="ch" forName="accent_4" refType="h" fact="0.025"/>
              <dgm:constr type="l" for="ch" forName="parent_text_5" refType="w" fact="0"/>
              <dgm:constr type="t" for="ch" forName="parent_text_5" refType="h" fact="0.0625"/>
              <dgm:constr type="w" for="ch" forName="parent_text_5" refType="w" fact="0.3478"/>
              <dgm:constr type="h" for="ch" forName="parent_text_5" refType="h" fact="0.0863"/>
              <dgm:constr type="l" for="ch" forName="parent_text_3" refType="w" fact="0.034"/>
              <dgm:constr type="t" for="ch" forName="parent_text_3" refType="h" fact="0.2993"/>
              <dgm:constr type="w" for="ch" forName="parent_text_3" refType="w" fact="0.3478"/>
              <dgm:constr type="h" for="ch" forName="parent_text_3" refType="h" fact="0.1365"/>
              <dgm:constr type="l" for="ch" forName="parent_text_6" refType="w" fact="0.635"/>
              <dgm:constr type="t" for="ch" forName="parent_text_6" refType="h" fact="0.6465"/>
              <dgm:constr type="w" for="ch" forName="parent_text_6" refType="w" fact="0.3478"/>
              <dgm:constr type="h" for="ch" forName="parent_text_6" refType="h" fact="0.1525"/>
              <dgm:constr type="l" for="ch" forName="accent_5" refType="w" fact="0.322"/>
              <dgm:constr type="t" for="ch" forName="accent_5" refType="h" fact="0.02"/>
              <dgm:constr type="w" for="ch" forName="accent_5" refType="w" fact="0.0515"/>
              <dgm:constr type="h" for="ch" forName="accent_5" refType="h" fact="0.05"/>
              <dgm:constr type="l" for="ch" forName="parent_text_7" refType="w" fact="0.49"/>
              <dgm:constr type="t" for="ch" forName="parent_text_7" refType="h" fact="0.81"/>
              <dgm:constr type="w" for="ch" forName="parent_text_7" refType="w" fact="0.3478"/>
              <dgm:constr type="h" for="ch" forName="parent_text_7" refType="h" fact="0.077"/>
              <dgm:constr type="l" for="ch" forName="parent_text_8" refType="w" fact="0.375"/>
              <dgm:constr type="t" for="ch" forName="parent_text_8" refType="h" fact="0.89"/>
              <dgm:constr type="w" for="ch" forName="parent_text_8" refType="w" fact="0.3478"/>
              <dgm:constr type="h" for="ch" forName="parent_text_8" refType="h" fact="0.11"/>
            </dgm:constrLst>
          </dgm:else>
        </dgm:choose>
      </dgm:else>
    </dgm:choose>
    <dgm:forEach name="wrapper" axis="self" ptType="parTrans">
      <dgm:forEach name="wrapper2" axis="self" ptType="sibTrans" st="2">
        <dgm:forEach name="imageAccentRepeat" axis="self">
          <dgm:layoutNode name="imageAccentRepeatNode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</dgm:forEach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forEach name="Name34" axis="ch" ptType="node" cnt="1">
      <dgm:layoutNode name="parent_text_1" styleLbl="revTx">
        <dgm:varLst>
          <dgm:chMax val="0"/>
          <dgm:chPref val="0"/>
          <dgm:bulletEnabled val="1"/>
        </dgm:varLst>
        <dgm:choose name="Name35">
          <dgm:if name="Name36" func="var" arg="dir" op="equ" val="norm">
            <dgm:alg type="tx">
              <dgm:param type="parTxLTRAlign" val="r"/>
              <dgm:param type="shpTxLTRAlignCh" val="r"/>
              <dgm:param type="txAnchorVert" val="b"/>
              <dgm:param type="lnSpCh" val="15"/>
            </dgm:alg>
          </dgm:if>
          <dgm:else name="Name37">
            <dgm:alg type="tx">
              <dgm:param type="parTxLTRAlign" val="l"/>
              <dgm:param type="shpTxLTRAlignCh" val="l"/>
              <dgm:param type="txAnchorVert" val="b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01"/>
        </dgm:constrLst>
        <dgm:ruleLst>
          <dgm:rule type="primFontSz" val="5" fact="NaN" max="NaN"/>
        </dgm:ruleLst>
      </dgm:layoutNode>
      <dgm:layoutNode name="image_accent_1">
        <dgm:alg type="sp"/>
        <dgm:shape xmlns:r="http://schemas.openxmlformats.org/officeDocument/2006/relationships" r:blip="">
          <dgm:adjLst/>
        </dgm:shape>
        <dgm:presOf/>
        <dgm:constrLst/>
        <dgm:forEach name="Name38" ref="imageAccentRepeat"/>
      </dgm:layoutNode>
      <dgm:layoutNode name="accent_1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39" axis="ch" ptType="sibTrans" hideLastTrans="0" cnt="1">
      <dgm:layoutNode name="image_1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</dgm:forEach>
    <dgm:forEach name="Name41" axis="ch" ptType="node" st="2" cnt="1">
      <dgm:layoutNode name="parent_text_2" styleLbl="revTx">
        <dgm:varLst>
          <dgm:chMax val="0"/>
          <dgm:chPref val="0"/>
          <dgm:bulletEnabled val="1"/>
        </dgm:varLst>
        <dgm:choose name="Name42">
          <dgm:if name="Name43" func="var" arg="dir" op="equ" val="norm">
            <dgm:alg type="tx">
              <dgm:param type="parTxLTRAlign" val="l"/>
              <dgm:param type="lnSpCh" val="15"/>
            </dgm:alg>
          </dgm:if>
          <dgm:else name="Name44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2">
        <dgm:alg type="sp"/>
        <dgm:shape xmlns:r="http://schemas.openxmlformats.org/officeDocument/2006/relationships" r:blip="">
          <dgm:adjLst/>
        </dgm:shape>
        <dgm:presOf/>
        <dgm:constrLst/>
        <dgm:forEach name="Name45" ref="imageAccentRepeat"/>
      </dgm:layoutNode>
    </dgm:forEach>
    <dgm:forEach name="Name46" axis="ch" ptType="sibTrans" hideLastTrans="0" st="2" cnt="1">
      <dgm:layoutNode name="image_2">
        <dgm:alg type="sp"/>
        <dgm:shape xmlns:r="http://schemas.openxmlformats.org/officeDocument/2006/relationships" r:blip="">
          <dgm:adjLst/>
        </dgm:shape>
        <dgm:presOf/>
        <dgm:constrLst/>
        <dgm:forEach name="Name47" ref="imageRepeat"/>
      </dgm:layoutNode>
    </dgm:forEach>
    <dgm:forEach name="Name48" axis="ch" ptType="node" st="3" cnt="1">
      <dgm:layoutNode name="image_accent_3">
        <dgm:alg type="sp"/>
        <dgm:shape xmlns:r="http://schemas.openxmlformats.org/officeDocument/2006/relationships" r:blip="">
          <dgm:adjLst/>
        </dgm:shape>
        <dgm:presOf/>
        <dgm:constrLst/>
        <dgm:forEach name="Name49" ref="imageAccentRepeat"/>
      </dgm:layoutNode>
      <dgm:layoutNode name="parent_text_3" styleLbl="revTx">
        <dgm:varLst>
          <dgm:chMax val="0"/>
          <dgm:chPref val="0"/>
          <dgm:bulletEnabled val="1"/>
        </dgm:varLst>
        <dgm:choose name="Name50">
          <dgm:if name="Name51" func="var" arg="dir" op="equ" val="norm">
            <dgm:alg type="tx">
              <dgm:param type="parTxLTRAlign" val="l"/>
              <dgm:param type="lnSpCh" val="15"/>
            </dgm:alg>
          </dgm:if>
          <dgm:else name="Name52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accent_2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  <dgm:layoutNode name="accent_3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53" axis="ch" ptType="sibTrans" hideLastTrans="0" st="3" cnt="1">
      <dgm:layoutNode name="image_3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</dgm:forEach>
    <dgm:forEach name="Name55" axis="ch" ptType="node" st="4" cnt="1">
      <dgm:layoutNode name="image_accent_4">
        <dgm:alg type="sp"/>
        <dgm:shape xmlns:r="http://schemas.openxmlformats.org/officeDocument/2006/relationships" r:blip="">
          <dgm:adjLst/>
        </dgm:shape>
        <dgm:presOf/>
        <dgm:constrLst/>
        <dgm:forEach name="Name56" ref="imageAccentRepeat"/>
      </dgm:layoutNode>
      <dgm:layoutNode name="parent_text_4" styleLbl="revTx">
        <dgm:varLst>
          <dgm:chMax val="0"/>
          <dgm:chPref val="0"/>
          <dgm:bulletEnabled val="1"/>
        </dgm:varLst>
        <dgm:choose name="Name57">
          <dgm:if name="Name58" func="var" arg="dir" op="equ" val="norm">
            <dgm:alg type="tx">
              <dgm:param type="parTxLTRAlign" val="l"/>
              <dgm:param type="lnSpCh" val="15"/>
            </dgm:alg>
          </dgm:if>
          <dgm:else name="Name59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accent_4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60" axis="ch" ptType="sibTrans" hideLastTrans="0" st="4" cnt="1">
      <dgm:layoutNode name="image_4">
        <dgm:alg type="sp"/>
        <dgm:shape xmlns:r="http://schemas.openxmlformats.org/officeDocument/2006/relationships" r:blip="">
          <dgm:adjLst/>
        </dgm:shape>
        <dgm:presOf/>
        <dgm:constrLst/>
        <dgm:forEach name="Name61" ref="imageRepeat"/>
      </dgm:layoutNode>
    </dgm:forEach>
    <dgm:forEach name="Name62" axis="ch" ptType="node" st="5" cnt="1">
      <dgm:layoutNode name="image_accent_5">
        <dgm:alg type="sp"/>
        <dgm:shape xmlns:r="http://schemas.openxmlformats.org/officeDocument/2006/relationships" r:blip="">
          <dgm:adjLst/>
        </dgm:shape>
        <dgm:presOf/>
        <dgm:constrLst/>
        <dgm:forEach name="Name63" ref="imageAccentRepeat"/>
      </dgm:layoutNode>
      <dgm:layoutNode name="parent_text_5" styleLbl="revTx">
        <dgm:varLst>
          <dgm:chMax val="0"/>
          <dgm:chPref val="0"/>
          <dgm:bulletEnabled val="1"/>
        </dgm:varLst>
        <dgm:choose name="Name64">
          <dgm:if name="Name65" func="var" arg="dir" op="equ" val="norm">
            <dgm:alg type="tx">
              <dgm:param type="parTxLTRAlign" val="l"/>
              <dgm:param type="lnSpCh" val="15"/>
            </dgm:alg>
          </dgm:if>
          <dgm:else name="Name66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sibTrans" hideLastTrans="0" st="5" cnt="1">
      <dgm:layoutNode name="image_5">
        <dgm:alg type="sp"/>
        <dgm:shape xmlns:r="http://schemas.openxmlformats.org/officeDocument/2006/relationships" r:blip="">
          <dgm:adjLst/>
        </dgm:shape>
        <dgm:presOf/>
        <dgm:constrLst/>
        <dgm:forEach name="Name68" ref="imageRepeat"/>
      </dgm:layoutNode>
    </dgm:forEach>
    <dgm:forEach name="Name69" axis="ch" ptType="node" st="6" cnt="1">
      <dgm:layoutNode name="parent_text_6" styleLbl="revTx">
        <dgm:varLst>
          <dgm:chMax val="0"/>
          <dgm:chPref val="0"/>
          <dgm:bulletEnabled val="1"/>
        </dgm:varLst>
        <dgm:choose name="Name70">
          <dgm:if name="Name71" func="var" arg="dir" op="equ" val="norm">
            <dgm:alg type="tx">
              <dgm:param type="parTxLTRAlign" val="r"/>
              <dgm:param type="shpTxLTRAlignCh" val="r"/>
              <dgm:param type="lnSpCh" val="15"/>
            </dgm:alg>
          </dgm:if>
          <dgm:else name="Name72">
            <dgm:alg type="tx">
              <dgm:param type="parTxLTRAlign" val="l"/>
              <dgm:param type="shpTxLTRAlignCh" val="l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6">
        <dgm:alg type="sp"/>
        <dgm:shape xmlns:r="http://schemas.openxmlformats.org/officeDocument/2006/relationships" r:blip="">
          <dgm:adjLst/>
        </dgm:shape>
        <dgm:presOf/>
        <dgm:constrLst/>
        <dgm:forEach name="Name73" ref="imageAccentRepeat"/>
      </dgm:layoutNode>
      <dgm:layoutNode name="accent_5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74" axis="ch" ptType="sibTrans" hideLastTrans="0" st="6" cnt="1">
      <dgm:layoutNode name="image_6">
        <dgm:alg type="sp"/>
        <dgm:shape xmlns:r="http://schemas.openxmlformats.org/officeDocument/2006/relationships" r:blip="">
          <dgm:adjLst/>
        </dgm:shape>
        <dgm:presOf/>
        <dgm:constrLst/>
        <dgm:forEach name="Name75" ref="imageRepeat"/>
      </dgm:layoutNode>
    </dgm:forEach>
    <dgm:forEach name="Name76" axis="ch" ptType="node" st="7" cnt="1">
      <dgm:layoutNode name="parent_text_7" styleLbl="revTx">
        <dgm:varLst>
          <dgm:chMax val="0"/>
          <dgm:chPref val="0"/>
          <dgm:bulletEnabled val="1"/>
        </dgm:varLst>
        <dgm:choose name="Name77">
          <dgm:if name="Name78" func="var" arg="dir" op="equ" val="norm">
            <dgm:alg type="tx">
              <dgm:param type="parTxLTRAlign" val="r"/>
              <dgm:param type="shpTxLTRAlignCh" val="r"/>
              <dgm:param type="txAnchorVert" val="t"/>
              <dgm:param type="lnSpCh" val="15"/>
            </dgm:alg>
          </dgm:if>
          <dgm:else name="Name79">
            <dgm:alg type="tx">
              <dgm:param type="parTxLTRAlign" val="l"/>
              <dgm:param type="shpTxLTRAlignCh" val="l"/>
              <dgm:param type="txAnchorVert" val="t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7">
        <dgm:alg type="sp"/>
        <dgm:shape xmlns:r="http://schemas.openxmlformats.org/officeDocument/2006/relationships" r:blip="">
          <dgm:adjLst/>
        </dgm:shape>
        <dgm:presOf/>
        <dgm:constrLst/>
        <dgm:forEach name="Name80" ref="imageAccentRepeat"/>
      </dgm:layoutNode>
    </dgm:forEach>
    <dgm:forEach name="Name81" axis="ch" ptType="sibTrans" hideLastTrans="0" st="7" cnt="1">
      <dgm:layoutNode name="image_7">
        <dgm:alg type="sp"/>
        <dgm:shape xmlns:r="http://schemas.openxmlformats.org/officeDocument/2006/relationships" r:blip="">
          <dgm:adjLst/>
        </dgm:shape>
        <dgm:presOf/>
        <dgm:constrLst/>
        <dgm:forEach name="Name82" ref="imageRepeat"/>
      </dgm:layoutNode>
    </dgm:forEach>
    <dgm:forEach name="Name83" axis="ch" ptType="node" st="8" cnt="1">
      <dgm:layoutNode name="parent_text_8" styleLbl="revTx">
        <dgm:varLst>
          <dgm:chMax val="0"/>
          <dgm:chPref val="0"/>
          <dgm:bulletEnabled val="1"/>
        </dgm:varLst>
        <dgm:choose name="Name84">
          <dgm:if name="Name85" func="var" arg="dir" op="equ" val="norm">
            <dgm:alg type="tx">
              <dgm:param type="parTxLTRAlign" val="r"/>
              <dgm:param type="shpTxLTRAlignCh" val="r"/>
              <dgm:param type="txAnchorVert" val="t"/>
              <dgm:param type="lnSpCh" val="15"/>
            </dgm:alg>
          </dgm:if>
          <dgm:else name="Name86">
            <dgm:alg type="tx">
              <dgm:param type="parTxLTRAlign" val="l"/>
              <dgm:param type="shpTxLTRAlignCh" val="l"/>
              <dgm:param type="txAnchorVert" val="t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8">
        <dgm:alg type="sp"/>
        <dgm:shape xmlns:r="http://schemas.openxmlformats.org/officeDocument/2006/relationships" r:blip="">
          <dgm:adjLst/>
        </dgm:shape>
        <dgm:presOf/>
        <dgm:constrLst/>
        <dgm:forEach name="Name87" ref="imageAccentRepeat"/>
      </dgm:layoutNode>
    </dgm:forEach>
    <dgm:forEach name="Name88" axis="ch" ptType="sibTrans" hideLastTrans="0" st="8" cnt="1">
      <dgm:layoutNode name="image_8">
        <dgm:alg type="sp"/>
        <dgm:shape xmlns:r="http://schemas.openxmlformats.org/officeDocument/2006/relationships" r:blip="">
          <dgm:adjLst/>
        </dgm:shape>
        <dgm:presOf/>
        <dgm:constrLst/>
        <dgm:forEach name="Name89" ref="image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7/27/26 10:42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461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7/27/26 10:41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677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7/27/26 10:41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55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7/27/26 10:41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970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7/27/26 10:41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55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7/27/26 10:41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965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Backgroun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109616-29F5-2A48-AD26-C036688E660A}"/>
              </a:ext>
            </a:extLst>
          </p:cNvPr>
          <p:cNvSpPr/>
          <p:nvPr userDrawn="1"/>
        </p:nvSpPr>
        <p:spPr bwMode="auto">
          <a:xfrm>
            <a:off x="1" y="0"/>
            <a:ext cx="12192000" cy="1439693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anchor="ctr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844675"/>
            <a:ext cx="11018838" cy="4424363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891929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162" userDrawn="1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DAE969-6DFB-AD4B-A4BB-4C9D04F1489D}"/>
              </a:ext>
            </a:extLst>
          </p:cNvPr>
          <p:cNvCxnSpPr/>
          <p:nvPr userDrawn="1"/>
        </p:nvCxnSpPr>
        <p:spPr>
          <a:xfrm>
            <a:off x="584200" y="1219200"/>
            <a:ext cx="1102518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2510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Background 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43174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7699"/>
            <a:ext cx="5214937" cy="377335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3"/>
            <a:ext cx="5214937" cy="377983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2B4BDF-7433-F544-8549-B08FCF3FD2A9}"/>
              </a:ext>
            </a:extLst>
          </p:cNvPr>
          <p:cNvCxnSpPr/>
          <p:nvPr userDrawn="1"/>
        </p:nvCxnSpPr>
        <p:spPr>
          <a:xfrm>
            <a:off x="584200" y="1219200"/>
            <a:ext cx="1102518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5761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162" userDrawn="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Line 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A269D7-BC15-0043-AAC1-8EE9E66292B3}"/>
              </a:ext>
            </a:extLst>
          </p:cNvPr>
          <p:cNvCxnSpPr/>
          <p:nvPr userDrawn="1"/>
        </p:nvCxnSpPr>
        <p:spPr>
          <a:xfrm>
            <a:off x="584200" y="1219200"/>
            <a:ext cx="1102518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6758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Line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A269D7-BC15-0043-AAC1-8EE9E66292B3}"/>
              </a:ext>
            </a:extLst>
          </p:cNvPr>
          <p:cNvCxnSpPr/>
          <p:nvPr userDrawn="1"/>
        </p:nvCxnSpPr>
        <p:spPr>
          <a:xfrm>
            <a:off x="584200" y="1219200"/>
            <a:ext cx="1102518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7082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Lin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B973DD2-1476-E74C-99DF-240F2E50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02F9BD-EF25-7144-AB08-9EDFAA5C2CEA}"/>
              </a:ext>
            </a:extLst>
          </p:cNvPr>
          <p:cNvCxnSpPr/>
          <p:nvPr userDrawn="1"/>
        </p:nvCxnSpPr>
        <p:spPr>
          <a:xfrm>
            <a:off x="584200" y="1219200"/>
            <a:ext cx="1102518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8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 userDrawn="1">
          <p15:clr>
            <a:srgbClr val="A4A3A4"/>
          </p15:clr>
        </p15:guide>
        <p15:guide id="15" pos="3348" userDrawn="1">
          <p15:clr>
            <a:srgbClr val="A4A3A4"/>
          </p15:clr>
        </p15:guide>
        <p15:guide id="16" pos="3754" userDrawn="1">
          <p15:clr>
            <a:srgbClr val="A4A3A4"/>
          </p15:clr>
        </p15:guide>
        <p15:guide id="17" pos="3931" userDrawn="1">
          <p15:clr>
            <a:srgbClr val="A4A3A4"/>
          </p15:clr>
        </p15:guide>
        <p15:guide id="18" pos="4342" userDrawn="1">
          <p15:clr>
            <a:srgbClr val="A4A3A4"/>
          </p15:clr>
        </p15:guide>
        <p15:guide id="19" pos="4531" userDrawn="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Header Line 12 Mont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B973DD2-1476-E74C-99DF-240F2E50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B0B9755-980E-B04E-95D6-C276F382D0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137143"/>
            <a:ext cx="1595438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14B2888-1E67-E04C-894E-926FC1FD8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70150" y="2137143"/>
            <a:ext cx="1595438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333BC1A1-9771-5646-BEE1-9E5EEAED26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56100" y="2137143"/>
            <a:ext cx="1603375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B558C13-2A32-8A4B-856B-2AB00C4777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0463" y="2137143"/>
            <a:ext cx="1597025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DFF8B5E8-017D-9448-B30F-CD659C2210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8000" y="2137143"/>
            <a:ext cx="1592263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23243079-7E64-8247-A7DE-8C677FA6F5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13950" y="2137143"/>
            <a:ext cx="1595438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15EF34EC-5A49-5E44-8FF1-785ECE15E3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509120"/>
            <a:ext cx="1595438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1815091A-D110-584B-AB6E-643B6462EE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70150" y="4509120"/>
            <a:ext cx="1595438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DBBF8BC8-BC7B-004B-A427-B1F9D8D919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56100" y="4509120"/>
            <a:ext cx="1603375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844592AA-1A9A-8E46-B40A-8739500A22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0463" y="4509120"/>
            <a:ext cx="1597025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6E747F9F-4D5A-1E4C-92B5-549F887E872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8000" y="4509120"/>
            <a:ext cx="1592263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F878EC20-6567-6B45-AE19-F3465093EE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13950" y="4509120"/>
            <a:ext cx="1595438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A3253A-CBC3-A644-9057-A616EFD62183}"/>
              </a:ext>
            </a:extLst>
          </p:cNvPr>
          <p:cNvCxnSpPr>
            <a:cxnSpLocks/>
          </p:cNvCxnSpPr>
          <p:nvPr userDrawn="1"/>
        </p:nvCxnSpPr>
        <p:spPr>
          <a:xfrm>
            <a:off x="584200" y="2017713"/>
            <a:ext cx="159543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FA9607-273B-BF42-A068-8D930E44C050}"/>
              </a:ext>
            </a:extLst>
          </p:cNvPr>
          <p:cNvCxnSpPr>
            <a:cxnSpLocks/>
          </p:cNvCxnSpPr>
          <p:nvPr userDrawn="1"/>
        </p:nvCxnSpPr>
        <p:spPr>
          <a:xfrm>
            <a:off x="2470150" y="2017713"/>
            <a:ext cx="159543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FB5306-5527-0B40-80C7-DB5C8423B952}"/>
              </a:ext>
            </a:extLst>
          </p:cNvPr>
          <p:cNvCxnSpPr>
            <a:cxnSpLocks/>
          </p:cNvCxnSpPr>
          <p:nvPr userDrawn="1"/>
        </p:nvCxnSpPr>
        <p:spPr>
          <a:xfrm>
            <a:off x="4364037" y="2015240"/>
            <a:ext cx="159543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3971A8C-E65D-6B49-ADA2-293469DDD7BC}"/>
              </a:ext>
            </a:extLst>
          </p:cNvPr>
          <p:cNvCxnSpPr>
            <a:cxnSpLocks/>
          </p:cNvCxnSpPr>
          <p:nvPr userDrawn="1"/>
        </p:nvCxnSpPr>
        <p:spPr>
          <a:xfrm>
            <a:off x="6240463" y="2017713"/>
            <a:ext cx="159543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91A700F-7F45-F94C-A435-F7EE30C70A7E}"/>
              </a:ext>
            </a:extLst>
          </p:cNvPr>
          <p:cNvCxnSpPr>
            <a:cxnSpLocks/>
          </p:cNvCxnSpPr>
          <p:nvPr userDrawn="1"/>
        </p:nvCxnSpPr>
        <p:spPr>
          <a:xfrm>
            <a:off x="8124825" y="2017713"/>
            <a:ext cx="159543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8EA0204-C4C9-6644-861D-6EB50FE04062}"/>
              </a:ext>
            </a:extLst>
          </p:cNvPr>
          <p:cNvCxnSpPr>
            <a:cxnSpLocks/>
          </p:cNvCxnSpPr>
          <p:nvPr userDrawn="1"/>
        </p:nvCxnSpPr>
        <p:spPr>
          <a:xfrm>
            <a:off x="10013950" y="2017713"/>
            <a:ext cx="159543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21346A5-A33F-5946-9543-99C299D786AC}"/>
              </a:ext>
            </a:extLst>
          </p:cNvPr>
          <p:cNvCxnSpPr>
            <a:cxnSpLocks/>
          </p:cNvCxnSpPr>
          <p:nvPr userDrawn="1"/>
        </p:nvCxnSpPr>
        <p:spPr>
          <a:xfrm>
            <a:off x="584200" y="4365104"/>
            <a:ext cx="159543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24EA3CD-0BD7-E747-A4EB-45424A3C1987}"/>
              </a:ext>
            </a:extLst>
          </p:cNvPr>
          <p:cNvCxnSpPr>
            <a:cxnSpLocks/>
          </p:cNvCxnSpPr>
          <p:nvPr userDrawn="1"/>
        </p:nvCxnSpPr>
        <p:spPr>
          <a:xfrm>
            <a:off x="2495600" y="4365104"/>
            <a:ext cx="159543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B66C269-8DE0-714D-AB7A-BA133A81E3C7}"/>
              </a:ext>
            </a:extLst>
          </p:cNvPr>
          <p:cNvCxnSpPr>
            <a:cxnSpLocks/>
          </p:cNvCxnSpPr>
          <p:nvPr userDrawn="1"/>
        </p:nvCxnSpPr>
        <p:spPr>
          <a:xfrm>
            <a:off x="4364037" y="4362631"/>
            <a:ext cx="159543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539B16-CE2C-3A4D-B528-4C530EFD148D}"/>
              </a:ext>
            </a:extLst>
          </p:cNvPr>
          <p:cNvCxnSpPr>
            <a:cxnSpLocks/>
          </p:cNvCxnSpPr>
          <p:nvPr userDrawn="1"/>
        </p:nvCxnSpPr>
        <p:spPr>
          <a:xfrm>
            <a:off x="6240463" y="4365104"/>
            <a:ext cx="159543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A683FC3-D470-6642-8CD2-833A816B7C06}"/>
              </a:ext>
            </a:extLst>
          </p:cNvPr>
          <p:cNvCxnSpPr>
            <a:cxnSpLocks/>
          </p:cNvCxnSpPr>
          <p:nvPr userDrawn="1"/>
        </p:nvCxnSpPr>
        <p:spPr>
          <a:xfrm>
            <a:off x="8124825" y="4365104"/>
            <a:ext cx="159543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13A02AF-593E-A740-8AA5-3E98EC7712B3}"/>
              </a:ext>
            </a:extLst>
          </p:cNvPr>
          <p:cNvCxnSpPr>
            <a:cxnSpLocks/>
          </p:cNvCxnSpPr>
          <p:nvPr userDrawn="1"/>
        </p:nvCxnSpPr>
        <p:spPr>
          <a:xfrm>
            <a:off x="10013950" y="4365104"/>
            <a:ext cx="159543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B32F430-ED23-B440-BB46-25EFAA521E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4200" y="1436688"/>
            <a:ext cx="1595439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7BE96FEE-E6DA-2941-AEAC-A1C8FC164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70150" y="1436688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42" name="Text Placeholder 28">
            <a:extLst>
              <a:ext uri="{FF2B5EF4-FFF2-40B4-BE49-F238E27FC236}">
                <a16:creationId xmlns:a16="http://schemas.microsoft.com/office/drawing/2014/main" id="{8732B004-72E3-4E45-A749-459DEFBC17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67808" y="1436688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E66FAAC7-8AEC-104A-A5DD-4AEB7AA585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0016" y="1436688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5E1D2D98-23BB-FF4A-95AC-2A429CDF84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28000" y="1436688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45" name="Text Placeholder 28">
            <a:extLst>
              <a:ext uri="{FF2B5EF4-FFF2-40B4-BE49-F238E27FC236}">
                <a16:creationId xmlns:a16="http://schemas.microsoft.com/office/drawing/2014/main" id="{527C7347-F791-F945-A658-6E2EC13C63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13950" y="1436688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8172C080-65E1-3C46-99C0-978870D28A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200" y="3789040"/>
            <a:ext cx="1595439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4928442B-3D98-0B48-9333-273D8587E0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470150" y="3789040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48" name="Text Placeholder 28">
            <a:extLst>
              <a:ext uri="{FF2B5EF4-FFF2-40B4-BE49-F238E27FC236}">
                <a16:creationId xmlns:a16="http://schemas.microsoft.com/office/drawing/2014/main" id="{2961F7B7-1EDB-2C43-951E-B36532A1E79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67808" y="3789040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6345ABD8-4C05-A749-91A9-2D1F286CB7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0016" y="3789040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40D75468-C5B7-204E-BE74-7892BA35FF7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28000" y="3789040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51" name="Text Placeholder 28">
            <a:extLst>
              <a:ext uri="{FF2B5EF4-FFF2-40B4-BE49-F238E27FC236}">
                <a16:creationId xmlns:a16="http://schemas.microsoft.com/office/drawing/2014/main" id="{C0D28E3D-12EC-FE42-A86A-CE63CE12A1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013950" y="3789040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Label</a:t>
            </a:r>
          </a:p>
        </p:txBody>
      </p:sp>
    </p:spTree>
    <p:extLst>
      <p:ext uri="{BB962C8B-B14F-4D97-AF65-F5344CB8AC3E}">
        <p14:creationId xmlns:p14="http://schemas.microsoft.com/office/powerpoint/2010/main" val="1185091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6" pos="3754" userDrawn="1">
          <p15:clr>
            <a:srgbClr val="A4A3A4"/>
          </p15:clr>
        </p15:guide>
        <p15:guide id="17" pos="3931" userDrawn="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2387" userDrawn="1">
          <p15:clr>
            <a:srgbClr val="FBAE40"/>
          </p15:clr>
        </p15:guide>
        <p15:guide id="32" orient="horz" pos="275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quare Photo Le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50285C0-813F-A744-BFD3-CF358EAC83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92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B1F25D-69F5-D649-BBA0-613396C764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92963" y="457200"/>
            <a:ext cx="4416425" cy="553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E421BE-E139-D243-8336-8A8C46F7F7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2963" y="1436688"/>
            <a:ext cx="3470275" cy="204363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28600" indent="0">
              <a:buFontTx/>
              <a:buNone/>
              <a:defRPr/>
            </a:lvl2pPr>
            <a:lvl3pPr marL="457200" indent="0">
              <a:buFontTx/>
              <a:buNone/>
              <a:defRPr/>
            </a:lvl3pPr>
            <a:lvl4pPr marL="661988" indent="0">
              <a:buFontTx/>
              <a:buNone/>
              <a:defRPr/>
            </a:lvl4pPr>
            <a:lvl5pPr marL="855663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528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8" pos="4342" userDrawn="1">
          <p15:clr>
            <a:srgbClr val="A4A3A4"/>
          </p15:clr>
        </p15:guide>
        <p15:guide id="19" pos="4531" userDrawn="1">
          <p15:clr>
            <a:srgbClr val="A4A3A4"/>
          </p15:clr>
        </p15:guide>
        <p15:guide id="28" orient="horz" pos="905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quare Photo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50285C0-813F-A744-BFD3-CF358EAC83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99075" y="0"/>
            <a:ext cx="6892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B1F25D-69F5-D649-BBA0-613396C764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4200" y="457200"/>
            <a:ext cx="4416425" cy="553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E421BE-E139-D243-8336-8A8C46F7F7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200" y="1436688"/>
            <a:ext cx="3470275" cy="2302169"/>
          </a:xfrm>
        </p:spPr>
        <p:txBody>
          <a:bodyPr/>
          <a:lstStyle>
            <a:lvl1pPr marL="0" indent="0">
              <a:buFontTx/>
              <a:buNone/>
              <a:defRPr sz="2200"/>
            </a:lvl1pPr>
            <a:lvl2pPr marL="228600" indent="0">
              <a:buFontTx/>
              <a:buNone/>
              <a:defRPr sz="2200"/>
            </a:lvl2pPr>
            <a:lvl3pPr marL="457200" indent="0">
              <a:buFontTx/>
              <a:buNone/>
              <a:defRPr sz="2200"/>
            </a:lvl3pPr>
            <a:lvl4pPr marL="661988" indent="0">
              <a:buFontTx/>
              <a:buNone/>
              <a:defRPr sz="2200"/>
            </a:lvl4pPr>
            <a:lvl5pPr marL="855663" indent="0">
              <a:buFontTx/>
              <a:buNone/>
              <a:defRPr sz="2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167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8" pos="3160" userDrawn="1">
          <p15:clr>
            <a:srgbClr val="A4A3A4"/>
          </p15:clr>
        </p15:guide>
        <p15:guide id="19" pos="3341" userDrawn="1">
          <p15:clr>
            <a:srgbClr val="A4A3A4"/>
          </p15:clr>
        </p15:guide>
        <p15:guide id="28" orient="horz" pos="905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D89A49A-58E0-6646-8574-0B0729961C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39900" y="3779493"/>
            <a:ext cx="5795963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attribute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3C890AF-C449-E34D-86FC-4BE82A41ED0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39900" y="4077072"/>
            <a:ext cx="5795963" cy="21544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Job title or another attribute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B9A47D2-7C06-3E47-802E-BD9876020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39899" y="2025650"/>
            <a:ext cx="9866313" cy="1661993"/>
          </a:xfrm>
        </p:spPr>
        <p:txBody>
          <a:bodyPr anchor="b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quote text here Add quote text here Add quote text here Add quote text here Add quote text here</a:t>
            </a:r>
          </a:p>
        </p:txBody>
      </p:sp>
    </p:spTree>
    <p:extLst>
      <p:ext uri="{BB962C8B-B14F-4D97-AF65-F5344CB8AC3E}">
        <p14:creationId xmlns:p14="http://schemas.microsoft.com/office/powerpoint/2010/main" val="3270563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pos="369">
          <p15:clr>
            <a:srgbClr val="F26B43"/>
          </p15:clr>
        </p15:guide>
        <p15:guide id="3" orient="horz" pos="366">
          <p15:clr>
            <a:srgbClr val="F26B43"/>
          </p15:clr>
        </p15:guide>
        <p15:guide id="4" pos="7311">
          <p15:clr>
            <a:srgbClr val="F26B43"/>
          </p15:clr>
        </p15:guide>
        <p15:guide id="5" orient="horz" pos="3951">
          <p15:clr>
            <a:srgbClr val="F26B43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2682">
          <p15:clr>
            <a:srgbClr val="F26B43"/>
          </p15:clr>
        </p15:guide>
        <p15:guide id="23" pos="4998">
          <p15:clr>
            <a:srgbClr val="F26B43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39D5D9-B234-7B4F-90F8-2A7ABA2E4ABF}"/>
              </a:ext>
            </a:extLst>
          </p:cNvPr>
          <p:cNvSpPr/>
          <p:nvPr userDrawn="1"/>
        </p:nvSpPr>
        <p:spPr bwMode="auto">
          <a:xfrm>
            <a:off x="0" y="0"/>
            <a:ext cx="8128000" cy="685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D697E-24D0-AB42-8E18-256C047E40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20100" y="2044961"/>
            <a:ext cx="3478213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Name attribute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94D27E-F2D3-4E43-B280-E6CF5DAAF0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20100" y="2342540"/>
            <a:ext cx="3478213" cy="21544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Job title or another attribute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F65E91-FAFD-244C-A86D-629BF5974C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25650"/>
            <a:ext cx="6372225" cy="553998"/>
          </a:xfrm>
        </p:spPr>
        <p:txBody>
          <a:bodyPr anchor="t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quote text here</a:t>
            </a:r>
          </a:p>
        </p:txBody>
      </p:sp>
    </p:spTree>
    <p:extLst>
      <p:ext uri="{BB962C8B-B14F-4D97-AF65-F5344CB8AC3E}">
        <p14:creationId xmlns:p14="http://schemas.microsoft.com/office/powerpoint/2010/main" val="1606952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pos="369">
          <p15:clr>
            <a:srgbClr val="F26B43"/>
          </p15:clr>
        </p15:guide>
        <p15:guide id="3" orient="horz" pos="366">
          <p15:clr>
            <a:srgbClr val="F26B43"/>
          </p15:clr>
        </p15:guide>
        <p15:guide id="4" pos="7311">
          <p15:clr>
            <a:srgbClr val="F26B43"/>
          </p15:clr>
        </p15:guide>
        <p15:guide id="5" orient="horz" pos="3951">
          <p15:clr>
            <a:srgbClr val="F26B43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2682">
          <p15:clr>
            <a:srgbClr val="F26B43"/>
          </p15:clr>
        </p15:guide>
        <p15:guide id="23" pos="4998">
          <p15:clr>
            <a:srgbClr val="F26B43"/>
          </p15:clr>
        </p15:guide>
        <p15:guide id="24" pos="73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 -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63638" y="3779493"/>
            <a:ext cx="6372225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attribute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DB4C8BDC-6825-414F-89F2-3D7A2187253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35900" y="0"/>
            <a:ext cx="43561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0DE3A0D-12BA-BE4F-85C2-FCD13F8635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63638" y="4077072"/>
            <a:ext cx="6372225" cy="21544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Job title or another attribute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4AA6D598-4BC5-AF4E-B609-A7442E6DE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25650"/>
            <a:ext cx="6372225" cy="553998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quote text here</a:t>
            </a:r>
          </a:p>
        </p:txBody>
      </p:sp>
    </p:spTree>
    <p:extLst>
      <p:ext uri="{BB962C8B-B14F-4D97-AF65-F5344CB8AC3E}">
        <p14:creationId xmlns:p14="http://schemas.microsoft.com/office/powerpoint/2010/main" val="10386167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733" userDrawn="1">
          <p15:clr>
            <a:srgbClr val="5ACBF0"/>
          </p15:clr>
        </p15:guide>
        <p15:guide id="7" pos="4747" userDrawn="1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 userDrawn="1">
          <p15:clr>
            <a:srgbClr val="5ACBF0"/>
          </p15:clr>
        </p15:guide>
        <p15:guide id="11" orient="horz" pos="1956" userDrawn="1">
          <p15:clr>
            <a:srgbClr val="FBAE40"/>
          </p15:clr>
        </p15:guide>
        <p15:guide id="12" pos="109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Title 3 Column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8E03-1EA0-214F-BDD2-BA223F1D45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4" y="585788"/>
            <a:ext cx="2534350" cy="548745"/>
          </a:xfrm>
        </p:spPr>
        <p:txBody>
          <a:bodyPr anchor="t">
            <a:noAutofit/>
          </a:bodyPr>
          <a:lstStyle>
            <a:lvl1pPr>
              <a:defRPr sz="2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6C194-5DF2-7441-B8B3-5C47E35F2F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70387" y="961465"/>
            <a:ext cx="1589088" cy="2413747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A8C8003-FE11-344B-91A7-BA3F99AD5E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92963" y="961465"/>
            <a:ext cx="1584325" cy="2413747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BB0E468-375A-A74A-AD5E-EDC93E485E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70387" y="3818966"/>
            <a:ext cx="1589088" cy="2453246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3306775-7E51-4F44-B99E-7E1D443B99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92963" y="3818965"/>
            <a:ext cx="1584325" cy="2453247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1E6FE8E-4450-8545-9451-92092591B4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13950" y="968188"/>
            <a:ext cx="1595438" cy="2413747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006F60D-85D6-E049-BDFC-888F7E8E95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13950" y="3832412"/>
            <a:ext cx="1595438" cy="2439800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C8AF00F-83DA-104D-A2BF-D2C439FE9B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70387" y="585789"/>
            <a:ext cx="1587600" cy="360000"/>
          </a:xfrm>
        </p:spPr>
        <p:txBody>
          <a:bodyPr anchor="b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4A44678-F325-7746-8C84-E6F44D5057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92962" y="585789"/>
            <a:ext cx="1584326" cy="360000"/>
          </a:xfrm>
        </p:spPr>
        <p:txBody>
          <a:bodyPr anchor="b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EF3CCAA-003D-324C-9FAA-5B5DC19336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13950" y="585789"/>
            <a:ext cx="1595438" cy="360000"/>
          </a:xfrm>
        </p:spPr>
        <p:txBody>
          <a:bodyPr anchor="b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2BCACD0-0017-9A49-9325-DCBC40CB2C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71875" y="3442448"/>
            <a:ext cx="1587600" cy="360000"/>
          </a:xfrm>
        </p:spPr>
        <p:txBody>
          <a:bodyPr anchor="b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251C719-BC21-8C4B-9DBC-6E80CFA162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98939" y="3442447"/>
            <a:ext cx="1584326" cy="360000"/>
          </a:xfrm>
        </p:spPr>
        <p:txBody>
          <a:bodyPr anchor="b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4273179-F1BC-0844-A024-D6A32BBE63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13950" y="3453944"/>
            <a:ext cx="1595438" cy="360000"/>
          </a:xfrm>
        </p:spPr>
        <p:txBody>
          <a:bodyPr anchor="b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6C6A35A-94DF-F144-AECD-CDD578CC4A7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4200" y="1436688"/>
            <a:ext cx="2538413" cy="1249573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61988" indent="0">
              <a:buNone/>
              <a:defRPr sz="1400">
                <a:solidFill>
                  <a:schemeClr val="tx1"/>
                </a:solidFill>
              </a:defRPr>
            </a:lvl4pPr>
            <a:lvl5pPr marL="855663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879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6" pos="3754" userDrawn="1">
          <p15:clr>
            <a:srgbClr val="A4A3A4"/>
          </p15:clr>
        </p15:guide>
        <p15:guide id="17" pos="3931" userDrawn="1">
          <p15:clr>
            <a:srgbClr val="A4A3A4"/>
          </p15:clr>
        </p15:guide>
        <p15:guide id="18" pos="4342" userDrawn="1">
          <p15:clr>
            <a:srgbClr val="A4A3A4"/>
          </p15:clr>
        </p15:guide>
        <p15:guide id="19" pos="4531" userDrawn="1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8" orient="horz" pos="905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145D81-1C8C-4946-BE5C-32EF3FAA542B}"/>
              </a:ext>
            </a:extLst>
          </p:cNvPr>
          <p:cNvSpPr/>
          <p:nvPr userDrawn="1"/>
        </p:nvSpPr>
        <p:spPr bwMode="auto">
          <a:xfrm>
            <a:off x="0" y="0"/>
            <a:ext cx="4356100" cy="685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3118624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t">
            <a:noAutofit/>
          </a:bodyPr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4777073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multi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145D81-1C8C-4946-BE5C-32EF3FAA542B}"/>
              </a:ext>
            </a:extLst>
          </p:cNvPr>
          <p:cNvSpPr/>
          <p:nvPr userDrawn="1"/>
        </p:nvSpPr>
        <p:spPr bwMode="auto">
          <a:xfrm>
            <a:off x="0" y="0"/>
            <a:ext cx="4356100" cy="685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3118624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7F7DDB-BF21-0B40-8DBB-D5BC0B4C25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41888" y="1258018"/>
            <a:ext cx="2605087" cy="1323439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  <a:lvl2pPr marL="9525" indent="0">
              <a:buNone/>
              <a:tabLst/>
              <a:defRPr sz="1200">
                <a:solidFill>
                  <a:schemeClr val="accent6"/>
                </a:solidFill>
                <a:latin typeface="+mn-lt"/>
              </a:defRPr>
            </a:lvl2pPr>
            <a:lvl3pPr marL="457200" indent="0">
              <a:buNone/>
              <a:defRPr sz="1200">
                <a:latin typeface="+mn-lt"/>
              </a:defRPr>
            </a:lvl3pPr>
            <a:lvl4pPr marL="661988" indent="0">
              <a:buNone/>
              <a:defRPr sz="1200">
                <a:latin typeface="+mn-lt"/>
              </a:defRPr>
            </a:lvl4pPr>
            <a:lvl5pPr marL="855663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m: xxx-xxx-</a:t>
            </a:r>
            <a:r>
              <a:rPr lang="en-US" dirty="0" err="1"/>
              <a:t>xxxx</a:t>
            </a:r>
            <a:endParaRPr lang="en-US" dirty="0"/>
          </a:p>
          <a:p>
            <a:pPr lvl="1"/>
            <a:r>
              <a:rPr lang="en-US" dirty="0"/>
              <a:t>t: xxx-xxx-</a:t>
            </a:r>
            <a:r>
              <a:rPr lang="en-US" dirty="0" err="1"/>
              <a:t>xxxx</a:t>
            </a:r>
            <a:endParaRPr lang="en-US" dirty="0"/>
          </a:p>
          <a:p>
            <a:pPr lvl="1"/>
            <a:r>
              <a:rPr lang="en-US" dirty="0"/>
              <a:t>e: </a:t>
            </a:r>
            <a:r>
              <a:rPr lang="en-US" dirty="0" err="1"/>
              <a:t>xxxxxxxxxxxxxxxxx@microsoft.com</a:t>
            </a:r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BDDDD90-9BFD-D94C-A026-A013126F2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88288" y="1258018"/>
            <a:ext cx="2605087" cy="1323439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  <a:lvl2pPr marL="9525" indent="0">
              <a:buNone/>
              <a:tabLst/>
              <a:defRPr sz="1200">
                <a:solidFill>
                  <a:schemeClr val="accent6"/>
                </a:solidFill>
                <a:latin typeface="+mn-lt"/>
              </a:defRPr>
            </a:lvl2pPr>
            <a:lvl3pPr marL="457200" indent="0">
              <a:buNone/>
              <a:defRPr sz="1200">
                <a:latin typeface="+mn-lt"/>
              </a:defRPr>
            </a:lvl3pPr>
            <a:lvl4pPr marL="661988" indent="0">
              <a:buNone/>
              <a:defRPr sz="1200">
                <a:latin typeface="+mn-lt"/>
              </a:defRPr>
            </a:lvl4pPr>
            <a:lvl5pPr marL="855663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m: xxx-xxx-</a:t>
            </a:r>
            <a:r>
              <a:rPr lang="en-US" dirty="0" err="1"/>
              <a:t>xxxx</a:t>
            </a:r>
            <a:endParaRPr lang="en-US" dirty="0"/>
          </a:p>
          <a:p>
            <a:pPr lvl="1"/>
            <a:r>
              <a:rPr lang="en-US" dirty="0"/>
              <a:t>t: xxx-xxx-</a:t>
            </a:r>
            <a:r>
              <a:rPr lang="en-US" dirty="0" err="1"/>
              <a:t>xxxx</a:t>
            </a:r>
            <a:endParaRPr lang="en-US" dirty="0"/>
          </a:p>
          <a:p>
            <a:pPr lvl="1"/>
            <a:r>
              <a:rPr lang="en-US" dirty="0"/>
              <a:t>e: </a:t>
            </a:r>
            <a:r>
              <a:rPr lang="en-US" dirty="0" err="1"/>
              <a:t>xxxxxxxxxxxxxxxxx@microsoft.com</a:t>
            </a:r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32B6EB5-03C8-914E-9180-000AE9B40A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41988" y="2960688"/>
            <a:ext cx="2605087" cy="1323439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  <a:lvl2pPr marL="9525" indent="0">
              <a:buNone/>
              <a:tabLst/>
              <a:defRPr sz="1200">
                <a:solidFill>
                  <a:schemeClr val="accent6"/>
                </a:solidFill>
                <a:latin typeface="+mn-lt"/>
              </a:defRPr>
            </a:lvl2pPr>
            <a:lvl3pPr marL="457200" indent="0">
              <a:buNone/>
              <a:defRPr sz="1200">
                <a:latin typeface="+mn-lt"/>
              </a:defRPr>
            </a:lvl3pPr>
            <a:lvl4pPr marL="661988" indent="0">
              <a:buNone/>
              <a:defRPr sz="1200">
                <a:latin typeface="+mn-lt"/>
              </a:defRPr>
            </a:lvl4pPr>
            <a:lvl5pPr marL="855663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m: xxx-xxx-</a:t>
            </a:r>
            <a:r>
              <a:rPr lang="en-US" dirty="0" err="1"/>
              <a:t>xxxx</a:t>
            </a:r>
            <a:endParaRPr lang="en-US" dirty="0"/>
          </a:p>
          <a:p>
            <a:pPr lvl="1"/>
            <a:r>
              <a:rPr lang="en-US" dirty="0"/>
              <a:t>t: xxx-xxx-</a:t>
            </a:r>
            <a:r>
              <a:rPr lang="en-US" dirty="0" err="1"/>
              <a:t>xxxx</a:t>
            </a:r>
            <a:endParaRPr lang="en-US" dirty="0"/>
          </a:p>
          <a:p>
            <a:pPr lvl="1"/>
            <a:r>
              <a:rPr lang="en-US" dirty="0"/>
              <a:t>e: </a:t>
            </a:r>
            <a:r>
              <a:rPr lang="en-US" dirty="0" err="1"/>
              <a:t>xxxxxxxxxxxxxxxxx@microsoft.com</a:t>
            </a:r>
            <a:endParaRPr lang="en-US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E05CAB66-4649-1E49-8948-4B95A4DA20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88388" y="2960688"/>
            <a:ext cx="2605087" cy="1323439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  <a:lvl2pPr marL="9525" indent="0">
              <a:buNone/>
              <a:tabLst/>
              <a:defRPr sz="1200">
                <a:solidFill>
                  <a:schemeClr val="accent6"/>
                </a:solidFill>
                <a:latin typeface="+mn-lt"/>
              </a:defRPr>
            </a:lvl2pPr>
            <a:lvl3pPr marL="457200" indent="0">
              <a:buNone/>
              <a:defRPr sz="1200">
                <a:latin typeface="+mn-lt"/>
              </a:defRPr>
            </a:lvl3pPr>
            <a:lvl4pPr marL="661988" indent="0">
              <a:buNone/>
              <a:defRPr sz="1200">
                <a:latin typeface="+mn-lt"/>
              </a:defRPr>
            </a:lvl4pPr>
            <a:lvl5pPr marL="855663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m: xxx-xxx-</a:t>
            </a:r>
            <a:r>
              <a:rPr lang="en-US" dirty="0" err="1"/>
              <a:t>xxxx</a:t>
            </a:r>
            <a:endParaRPr lang="en-US" dirty="0"/>
          </a:p>
          <a:p>
            <a:pPr lvl="1"/>
            <a:r>
              <a:rPr lang="en-US" dirty="0"/>
              <a:t>t: xxx-xxx-</a:t>
            </a:r>
            <a:r>
              <a:rPr lang="en-US" dirty="0" err="1"/>
              <a:t>xxxx</a:t>
            </a:r>
            <a:endParaRPr lang="en-US" dirty="0"/>
          </a:p>
          <a:p>
            <a:pPr lvl="1"/>
            <a:r>
              <a:rPr lang="en-US" dirty="0"/>
              <a:t>e: </a:t>
            </a:r>
            <a:r>
              <a:rPr lang="en-US" dirty="0" err="1"/>
              <a:t>xxxxxxxxxxxxxxxxx@microsoft.com</a:t>
            </a:r>
            <a:endParaRPr lang="en-US" dirty="0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42F89A67-E82E-F843-9DEB-23D191BCA6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41988" y="4545013"/>
            <a:ext cx="2605087" cy="1323439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  <a:lvl2pPr marL="9525" indent="0">
              <a:buNone/>
              <a:tabLst/>
              <a:defRPr sz="1200">
                <a:solidFill>
                  <a:schemeClr val="accent6"/>
                </a:solidFill>
                <a:latin typeface="+mn-lt"/>
              </a:defRPr>
            </a:lvl2pPr>
            <a:lvl3pPr marL="457200" indent="0">
              <a:buNone/>
              <a:defRPr sz="1200">
                <a:latin typeface="+mn-lt"/>
              </a:defRPr>
            </a:lvl3pPr>
            <a:lvl4pPr marL="661988" indent="0">
              <a:buNone/>
              <a:defRPr sz="1200">
                <a:latin typeface="+mn-lt"/>
              </a:defRPr>
            </a:lvl4pPr>
            <a:lvl5pPr marL="855663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m: xxx-xxx-</a:t>
            </a:r>
            <a:r>
              <a:rPr lang="en-US" dirty="0" err="1"/>
              <a:t>xxxx</a:t>
            </a:r>
            <a:endParaRPr lang="en-US" dirty="0"/>
          </a:p>
          <a:p>
            <a:pPr lvl="1"/>
            <a:r>
              <a:rPr lang="en-US" dirty="0"/>
              <a:t>t: xxx-xxx-</a:t>
            </a:r>
            <a:r>
              <a:rPr lang="en-US" dirty="0" err="1"/>
              <a:t>xxxx</a:t>
            </a:r>
            <a:endParaRPr lang="en-US" dirty="0"/>
          </a:p>
          <a:p>
            <a:pPr lvl="1"/>
            <a:r>
              <a:rPr lang="en-US" dirty="0"/>
              <a:t>e: </a:t>
            </a:r>
            <a:r>
              <a:rPr lang="en-US" dirty="0" err="1"/>
              <a:t>xxxxxxxxxxxxxxxxx@microsoft.com</a:t>
            </a:r>
            <a:endParaRPr lang="en-US" dirty="0"/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0B8598BC-5AC5-AD4D-A8E2-20CD9CD176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88388" y="4545013"/>
            <a:ext cx="2605087" cy="1323439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  <a:lvl2pPr marL="9525" indent="0">
              <a:buNone/>
              <a:tabLst/>
              <a:defRPr sz="1200">
                <a:solidFill>
                  <a:schemeClr val="accent6"/>
                </a:solidFill>
                <a:latin typeface="+mn-lt"/>
              </a:defRPr>
            </a:lvl2pPr>
            <a:lvl3pPr marL="457200" indent="0">
              <a:buNone/>
              <a:defRPr sz="1200">
                <a:latin typeface="+mn-lt"/>
              </a:defRPr>
            </a:lvl3pPr>
            <a:lvl4pPr marL="661988" indent="0">
              <a:buNone/>
              <a:defRPr sz="1200">
                <a:latin typeface="+mn-lt"/>
              </a:defRPr>
            </a:lvl4pPr>
            <a:lvl5pPr marL="855663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m: xxx-xxx-</a:t>
            </a:r>
            <a:r>
              <a:rPr lang="en-US" dirty="0" err="1"/>
              <a:t>xxxx</a:t>
            </a:r>
            <a:endParaRPr lang="en-US" dirty="0"/>
          </a:p>
          <a:p>
            <a:pPr lvl="1"/>
            <a:r>
              <a:rPr lang="en-US" dirty="0"/>
              <a:t>t: xxx-xxx-</a:t>
            </a:r>
            <a:r>
              <a:rPr lang="en-US" dirty="0" err="1"/>
              <a:t>xxxx</a:t>
            </a:r>
            <a:endParaRPr lang="en-US" dirty="0"/>
          </a:p>
          <a:p>
            <a:pPr lvl="1"/>
            <a:r>
              <a:rPr lang="en-US" dirty="0"/>
              <a:t>e: </a:t>
            </a:r>
            <a:r>
              <a:rPr lang="en-US" dirty="0" err="1"/>
              <a:t>xxxxxxxxxxxxxxxxx@microsoft.com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3692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  <p15:guide id="32" pos="5473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multi colum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145D81-1C8C-4946-BE5C-32EF3FAA542B}"/>
              </a:ext>
            </a:extLst>
          </p:cNvPr>
          <p:cNvSpPr/>
          <p:nvPr userDrawn="1"/>
        </p:nvSpPr>
        <p:spPr bwMode="auto">
          <a:xfrm>
            <a:off x="0" y="0"/>
            <a:ext cx="4356100" cy="685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3118624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Resources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8F144F22-0BD6-9648-A319-DDB697CF3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8289" y="718472"/>
            <a:ext cx="2921100" cy="549890"/>
          </a:xfrm>
        </p:spPr>
        <p:txBody>
          <a:bodyPr/>
          <a:lstStyle>
            <a:lvl1pPr marL="0" indent="0">
              <a:buNone/>
              <a:defRPr sz="24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Resource type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F58F7B-2211-6646-985A-CAD949B1B5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88288" y="1346405"/>
            <a:ext cx="2921101" cy="473976"/>
          </a:xfrm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  <a:lvl2pPr marL="228600" indent="0">
              <a:buNone/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Resource name</a:t>
            </a:r>
          </a:p>
          <a:p>
            <a:pPr lvl="0"/>
            <a:r>
              <a:rPr lang="en-US" dirty="0"/>
              <a:t>Resource name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05EE505-078A-9D4D-AB44-E74DDB284F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43872" y="718472"/>
            <a:ext cx="2921100" cy="549890"/>
          </a:xfrm>
        </p:spPr>
        <p:txBody>
          <a:bodyPr/>
          <a:lstStyle>
            <a:lvl1pPr marL="0" indent="0">
              <a:buNone/>
              <a:defRPr sz="24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Resource type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C8C6E084-6AAE-1F47-A359-9627696369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43871" y="1346405"/>
            <a:ext cx="2921101" cy="473976"/>
          </a:xfrm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  <a:lvl2pPr marL="228600" indent="0">
              <a:buNone/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Resource name</a:t>
            </a:r>
          </a:p>
          <a:p>
            <a:pPr lvl="0"/>
            <a:r>
              <a:rPr lang="en-US" dirty="0"/>
              <a:t>Resource name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1028C337-4BBC-0847-9E7B-072AA5006B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88388" y="2528888"/>
            <a:ext cx="2921100" cy="549890"/>
          </a:xfrm>
        </p:spPr>
        <p:txBody>
          <a:bodyPr/>
          <a:lstStyle>
            <a:lvl1pPr marL="0" indent="0">
              <a:buNone/>
              <a:defRPr sz="24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Resource type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3CA908C0-CC26-994C-BCBB-16677F403D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88387" y="3156821"/>
            <a:ext cx="2921101" cy="473976"/>
          </a:xfrm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  <a:lvl2pPr marL="228600" indent="0">
              <a:buNone/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Resource name</a:t>
            </a:r>
          </a:p>
          <a:p>
            <a:pPr lvl="0"/>
            <a:r>
              <a:rPr lang="en-US" dirty="0"/>
              <a:t>Resource name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2DF3FE50-082A-0948-BD94-1E474F8B66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43971" y="2528888"/>
            <a:ext cx="2921100" cy="549890"/>
          </a:xfrm>
        </p:spPr>
        <p:txBody>
          <a:bodyPr/>
          <a:lstStyle>
            <a:lvl1pPr marL="0" indent="0">
              <a:buNone/>
              <a:defRPr sz="24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Resource type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1B46850-7DCD-C045-8688-B3173EA712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43970" y="3156821"/>
            <a:ext cx="2921101" cy="473976"/>
          </a:xfrm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  <a:lvl2pPr marL="228600" indent="0">
              <a:buNone/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Resource name</a:t>
            </a:r>
          </a:p>
          <a:p>
            <a:pPr lvl="0"/>
            <a:r>
              <a:rPr lang="en-US" dirty="0"/>
              <a:t>Resource name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2281B86D-86C4-EF4D-8E51-FA06DC5C12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8388" y="4508500"/>
            <a:ext cx="2921100" cy="549890"/>
          </a:xfrm>
        </p:spPr>
        <p:txBody>
          <a:bodyPr/>
          <a:lstStyle>
            <a:lvl1pPr marL="0" indent="0">
              <a:buNone/>
              <a:defRPr sz="24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Resource type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CD7C6A60-8B27-F941-BE59-3393319E04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8387" y="5136433"/>
            <a:ext cx="2921101" cy="473976"/>
          </a:xfrm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  <a:lvl2pPr marL="228600" indent="0">
              <a:buNone/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Resource name</a:t>
            </a:r>
          </a:p>
          <a:p>
            <a:pPr lvl="0"/>
            <a:r>
              <a:rPr lang="en-US" dirty="0"/>
              <a:t>Resource name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65525191-F6B4-544C-B681-5D4D7614A7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43971" y="4508500"/>
            <a:ext cx="2921100" cy="549890"/>
          </a:xfrm>
        </p:spPr>
        <p:txBody>
          <a:bodyPr/>
          <a:lstStyle>
            <a:lvl1pPr marL="0" indent="0">
              <a:buNone/>
              <a:defRPr sz="24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Resource type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382BF458-E658-2448-A63F-544B4E7576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43970" y="5136433"/>
            <a:ext cx="2921101" cy="473976"/>
          </a:xfrm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  <a:lvl2pPr marL="228600" indent="0">
              <a:buNone/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Resource name</a:t>
            </a:r>
          </a:p>
          <a:p>
            <a:pPr lvl="0"/>
            <a:r>
              <a:rPr lang="en-US" dirty="0"/>
              <a:t>Resource name</a:t>
            </a:r>
          </a:p>
        </p:txBody>
      </p:sp>
    </p:spTree>
    <p:extLst>
      <p:ext uri="{BB962C8B-B14F-4D97-AF65-F5344CB8AC3E}">
        <p14:creationId xmlns:p14="http://schemas.microsoft.com/office/powerpoint/2010/main" val="15231244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  <p15:guide id="32" pos="547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ext side by s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145D81-1C8C-4946-BE5C-32EF3FAA542B}"/>
              </a:ext>
            </a:extLst>
          </p:cNvPr>
          <p:cNvSpPr/>
          <p:nvPr userDrawn="1"/>
        </p:nvSpPr>
        <p:spPr bwMode="auto">
          <a:xfrm>
            <a:off x="0" y="0"/>
            <a:ext cx="4356100" cy="685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75747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1286005"/>
            <a:ext cx="3187700" cy="4983033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924867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 side by s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145D81-1C8C-4946-BE5C-32EF3FAA542B}"/>
              </a:ext>
            </a:extLst>
          </p:cNvPr>
          <p:cNvSpPr/>
          <p:nvPr userDrawn="1"/>
        </p:nvSpPr>
        <p:spPr bwMode="auto">
          <a:xfrm>
            <a:off x="7835900" y="0"/>
            <a:ext cx="4356100" cy="685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585788"/>
            <a:ext cx="6088063" cy="60869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61404" y="585788"/>
            <a:ext cx="3247983" cy="5683249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31C9FF9-0EE9-A946-8C26-107C9EB0E7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0" y="1196752"/>
            <a:ext cx="6088063" cy="2232247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50472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4929" userDrawn="1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4566" userDrawn="1">
          <p15:clr>
            <a:srgbClr val="5ACBF0"/>
          </p15:clr>
        </p15:guide>
        <p15:guide id="31" pos="4203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DDDE60-CF92-3E47-B933-9AD563CFC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1989442"/>
            <a:ext cx="0" cy="2879117"/>
          </a:xfrm>
          <a:prstGeom prst="line">
            <a:avLst/>
          </a:prstGeom>
          <a:ln w="28575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A9E8FB02-E25B-E14D-8924-32CC3949A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4894962" cy="5683250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74FD3CD-1AFC-E14A-A565-37F4D59C53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2262" y="585788"/>
            <a:ext cx="4937125" cy="5683249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3263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pos="369">
          <p15:clr>
            <a:srgbClr val="F26B43"/>
          </p15:clr>
        </p15:guide>
        <p15:guide id="3" orient="horz" pos="366">
          <p15:clr>
            <a:srgbClr val="F26B43"/>
          </p15:clr>
        </p15:guide>
        <p15:guide id="4" pos="7311">
          <p15:clr>
            <a:srgbClr val="F26B43"/>
          </p15:clr>
        </p15:guide>
        <p15:guide id="5" orient="horz" pos="3951">
          <p15:clr>
            <a:srgbClr val="F26B43"/>
          </p15:clr>
        </p15:guide>
        <p15:guide id="16" pos="3749">
          <p15:clr>
            <a:srgbClr val="A4A3A4"/>
          </p15:clr>
        </p15:guide>
        <p15:guide id="17" pos="3931" userDrawn="1">
          <p15:clr>
            <a:srgbClr val="A4A3A4"/>
          </p15:clr>
        </p15:guide>
        <p15:guide id="28" pos="3840">
          <p15:clr>
            <a:srgbClr val="F26B43"/>
          </p15:clr>
        </p15:guide>
        <p15:guide id="29" pos="3454" userDrawn="1">
          <p15:clr>
            <a:srgbClr val="FBAE40"/>
          </p15:clr>
        </p15:guide>
        <p15:guide id="30" pos="4203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753517-0CF4-2145-AABB-8F14C26A09AD}"/>
              </a:ext>
            </a:extLst>
          </p:cNvPr>
          <p:cNvSpPr/>
          <p:nvPr userDrawn="1"/>
        </p:nvSpPr>
        <p:spPr bwMode="auto">
          <a:xfrm>
            <a:off x="-1" y="0"/>
            <a:ext cx="5959475" cy="685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DDA6FD-CC5D-0345-82C4-633849427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4726687" cy="85090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Project Name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304FDD-17CA-A147-9CB2-F7A4E83816B0}"/>
              </a:ext>
            </a:extLst>
          </p:cNvPr>
          <p:cNvCxnSpPr/>
          <p:nvPr userDrawn="1"/>
        </p:nvCxnSpPr>
        <p:spPr>
          <a:xfrm>
            <a:off x="6240463" y="2028346"/>
            <a:ext cx="5368925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E88AE75-9022-0C40-AABE-5A0B8F88A3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17713"/>
            <a:ext cx="3481387" cy="232679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  <a:lvl2pPr marL="228600" indent="0">
              <a:buNone/>
              <a:defRPr sz="1800">
                <a:solidFill>
                  <a:schemeClr val="bg1"/>
                </a:solidFill>
              </a:defRPr>
            </a:lvl2pPr>
            <a:lvl3pPr marL="457200" indent="0">
              <a:buNone/>
              <a:defRPr sz="1800">
                <a:solidFill>
                  <a:schemeClr val="bg1"/>
                </a:solidFill>
              </a:defRPr>
            </a:lvl3pPr>
            <a:lvl4pPr marL="661988" indent="0">
              <a:buNone/>
              <a:defRPr sz="1800">
                <a:solidFill>
                  <a:schemeClr val="bg1"/>
                </a:solidFill>
              </a:defRPr>
            </a:lvl4pPr>
            <a:lvl5pPr marL="855663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>
              <a:lnSpc>
                <a:spcPct val="100000"/>
              </a:lnSpc>
            </a:pPr>
            <a:r>
              <a:rPr lang="en-US" sz="1800" b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Provide more context and a detailed overview of what the project goals are, what you have or hope to accomplish.</a:t>
            </a:r>
          </a:p>
          <a:p>
            <a:pPr>
              <a:lnSpc>
                <a:spcPct val="100000"/>
              </a:lnSpc>
            </a:pPr>
            <a:endParaRPr lang="en-US" sz="1800" b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800" b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space accommodates multiple lines of text so there is enough room to give details.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0CD7186-AF1B-F240-9FA1-9EE24D7F04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0463" y="585788"/>
            <a:ext cx="1597025" cy="64770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>
                <a:latin typeface="+mj-lt"/>
              </a:defRPr>
            </a:lvl1pPr>
            <a:lvl2pPr>
              <a:defRPr sz="3600">
                <a:latin typeface="+mj-lt"/>
              </a:defRPr>
            </a:lvl2pPr>
            <a:lvl3pPr>
              <a:defRPr sz="3600">
                <a:latin typeface="+mj-lt"/>
              </a:defRPr>
            </a:lvl3pPr>
            <a:lvl4pPr>
              <a:defRPr sz="3600">
                <a:latin typeface="+mj-lt"/>
              </a:defRPr>
            </a:lvl4pPr>
            <a:lvl5pPr>
              <a:defRPr sz="3600">
                <a:latin typeface="+mj-lt"/>
              </a:defRPr>
            </a:lvl5pPr>
          </a:lstStyle>
          <a:p>
            <a:pPr lvl="0"/>
            <a:r>
              <a:rPr lang="en-US" dirty="0"/>
              <a:t>$2M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7587C738-B53A-F743-AF70-728C3FB00C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48638" y="585788"/>
            <a:ext cx="1560611" cy="64770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>
                <a:latin typeface="+mj-lt"/>
              </a:defRPr>
            </a:lvl1pPr>
            <a:lvl2pPr>
              <a:defRPr sz="3600">
                <a:latin typeface="+mj-lt"/>
              </a:defRPr>
            </a:lvl2pPr>
            <a:lvl3pPr>
              <a:defRPr sz="3600">
                <a:latin typeface="+mj-lt"/>
              </a:defRPr>
            </a:lvl3pPr>
            <a:lvl4pPr>
              <a:defRPr sz="3600">
                <a:latin typeface="+mj-lt"/>
              </a:defRPr>
            </a:lvl4pPr>
            <a:lvl5pPr>
              <a:defRPr sz="3600">
                <a:latin typeface="+mj-lt"/>
              </a:defRPr>
            </a:lvl5pPr>
          </a:lstStyle>
          <a:p>
            <a:pPr lvl="0"/>
            <a:r>
              <a:rPr lang="en-US" dirty="0"/>
              <a:t>70%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51CBA738-F416-D541-8E97-0F3A741605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13951" y="585788"/>
            <a:ext cx="1595438" cy="64770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>
                <a:latin typeface="+mj-lt"/>
              </a:defRPr>
            </a:lvl1pPr>
            <a:lvl2pPr>
              <a:defRPr sz="3600">
                <a:latin typeface="+mj-lt"/>
              </a:defRPr>
            </a:lvl2pPr>
            <a:lvl3pPr>
              <a:defRPr sz="3600">
                <a:latin typeface="+mj-lt"/>
              </a:defRPr>
            </a:lvl3pPr>
            <a:lvl4pPr>
              <a:defRPr sz="3600">
                <a:latin typeface="+mj-lt"/>
              </a:defRPr>
            </a:lvl4pPr>
            <a:lvl5pPr>
              <a:defRPr sz="3600">
                <a:latin typeface="+mj-lt"/>
              </a:defRPr>
            </a:lvl5pPr>
          </a:lstStyle>
          <a:p>
            <a:pPr lvl="0"/>
            <a:r>
              <a:rPr lang="en-US" dirty="0"/>
              <a:t>300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28B23554-69BF-764F-A44D-94C8151E64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0463" y="1233489"/>
            <a:ext cx="1571625" cy="611186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accent6"/>
                </a:solidFill>
              </a:defRPr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61988" indent="0">
              <a:buNone/>
              <a:defRPr sz="1400"/>
            </a:lvl4pPr>
            <a:lvl5pPr marL="855663" indent="0">
              <a:buNone/>
              <a:defRPr sz="1400"/>
            </a:lvl5pPr>
          </a:lstStyle>
          <a:p>
            <a:pPr lvl="0"/>
            <a:r>
              <a:rPr lang="en-US" dirty="0"/>
              <a:t>Financial</a:t>
            </a:r>
          </a:p>
          <a:p>
            <a:pPr lvl="0"/>
            <a:r>
              <a:rPr lang="en-US" dirty="0"/>
              <a:t>Value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F959484E-ADD1-F94C-8470-0C113E2E16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8638" y="1233489"/>
            <a:ext cx="1571625" cy="611186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accent6"/>
                </a:solidFill>
              </a:defRPr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61988" indent="0">
              <a:buNone/>
              <a:defRPr sz="1400"/>
            </a:lvl4pPr>
            <a:lvl5pPr marL="855663" indent="0">
              <a:buNone/>
              <a:defRPr sz="1400"/>
            </a:lvl5pPr>
          </a:lstStyle>
          <a:p>
            <a:pPr lvl="0"/>
            <a:r>
              <a:rPr lang="en-US" dirty="0"/>
              <a:t>Percentage</a:t>
            </a:r>
          </a:p>
          <a:p>
            <a:pPr lvl="0"/>
            <a:r>
              <a:rPr lang="en-US" dirty="0"/>
              <a:t>Value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3B6DEB9F-381E-D641-A8C9-29A7CC18D3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13950" y="1233489"/>
            <a:ext cx="1595438" cy="611186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accent6"/>
                </a:solidFill>
              </a:defRPr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61988" indent="0">
              <a:buNone/>
              <a:defRPr sz="1400"/>
            </a:lvl4pPr>
            <a:lvl5pPr marL="855663" indent="0">
              <a:buNone/>
              <a:defRPr sz="1400"/>
            </a:lvl5pPr>
          </a:lstStyle>
          <a:p>
            <a:pPr lvl="0"/>
            <a:r>
              <a:rPr lang="en-US" dirty="0"/>
              <a:t>Additional</a:t>
            </a:r>
          </a:p>
          <a:p>
            <a:pPr lvl="0"/>
            <a:r>
              <a:rPr lang="en-US" dirty="0"/>
              <a:t>Value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F5A202A1-4A1F-5843-BD54-EC098D9092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40463" y="2017713"/>
            <a:ext cx="4422775" cy="704222"/>
          </a:xfrm>
        </p:spPr>
        <p:txBody>
          <a:bodyPr lIns="90000" tIns="46800" rIns="90000" bIns="46800" anchor="b">
            <a:noAutofit/>
          </a:bodyPr>
          <a:lstStyle>
            <a:lvl1pPr marL="0" indent="0">
              <a:buNone/>
              <a:defRPr sz="2400">
                <a:latin typeface="+mj-lt"/>
              </a:defRPr>
            </a:lvl1pPr>
            <a:lvl2pPr marL="228600" indent="0">
              <a:buNone/>
              <a:defRPr>
                <a:latin typeface="+mj-lt"/>
              </a:defRPr>
            </a:lvl2pPr>
            <a:lvl3pPr marL="457200" indent="0">
              <a:buNone/>
              <a:defRPr>
                <a:latin typeface="+mj-lt"/>
              </a:defRPr>
            </a:lvl3pPr>
            <a:lvl4pPr marL="661988" indent="0">
              <a:buNone/>
              <a:defRPr>
                <a:latin typeface="+mj-lt"/>
              </a:defRPr>
            </a:lvl4pPr>
            <a:lvl5pPr marL="855663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Project goals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9E4D6518-F39B-D540-BBC8-F615FE1B6A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0463" y="2977115"/>
            <a:ext cx="5368925" cy="1148317"/>
          </a:xfrm>
        </p:spPr>
        <p:txBody>
          <a:bodyPr lIns="90000" tIns="46800" rIns="90000" bIns="4680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228600" indent="0">
              <a:buNone/>
              <a:defRPr>
                <a:solidFill>
                  <a:schemeClr val="accent6"/>
                </a:solidFill>
              </a:defRPr>
            </a:lvl2pPr>
            <a:lvl3pPr marL="457200" indent="0">
              <a:buNone/>
              <a:defRPr>
                <a:solidFill>
                  <a:schemeClr val="accent6"/>
                </a:solidFill>
              </a:defRPr>
            </a:lvl3pPr>
            <a:lvl4pPr marL="661988" indent="0">
              <a:buNone/>
              <a:defRPr>
                <a:solidFill>
                  <a:schemeClr val="accent6"/>
                </a:solidFill>
              </a:defRPr>
            </a:lvl4pPr>
            <a:lvl5pPr marL="855663" indent="0">
              <a:buNone/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Descriptive text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BFD70A96-999C-1A46-83A7-D06801F55DB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0463" y="4161319"/>
            <a:ext cx="4422775" cy="704222"/>
          </a:xfrm>
        </p:spPr>
        <p:txBody>
          <a:bodyPr lIns="90000" tIns="46800" rIns="90000" bIns="46800" anchor="b">
            <a:noAutofit/>
          </a:bodyPr>
          <a:lstStyle>
            <a:lvl1pPr marL="0" indent="0">
              <a:buNone/>
              <a:defRPr sz="2400">
                <a:latin typeface="+mj-lt"/>
              </a:defRPr>
            </a:lvl1pPr>
            <a:lvl2pPr marL="228600" indent="0">
              <a:buNone/>
              <a:defRPr>
                <a:latin typeface="+mj-lt"/>
              </a:defRPr>
            </a:lvl2pPr>
            <a:lvl3pPr marL="457200" indent="0">
              <a:buNone/>
              <a:defRPr>
                <a:latin typeface="+mj-lt"/>
              </a:defRPr>
            </a:lvl3pPr>
            <a:lvl4pPr marL="661988" indent="0">
              <a:buNone/>
              <a:defRPr>
                <a:latin typeface="+mj-lt"/>
              </a:defRPr>
            </a:lvl4pPr>
            <a:lvl5pPr marL="855663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Project goals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F57534EE-A31A-3942-81EF-7420176ED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463" y="5120721"/>
            <a:ext cx="5368925" cy="1148317"/>
          </a:xfrm>
        </p:spPr>
        <p:txBody>
          <a:bodyPr lIns="90000" tIns="46800" rIns="90000" bIns="4680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228600" indent="0">
              <a:buNone/>
              <a:defRPr>
                <a:solidFill>
                  <a:schemeClr val="accent6"/>
                </a:solidFill>
              </a:defRPr>
            </a:lvl2pPr>
            <a:lvl3pPr marL="457200" indent="0">
              <a:buNone/>
              <a:defRPr>
                <a:solidFill>
                  <a:schemeClr val="accent6"/>
                </a:solidFill>
              </a:defRPr>
            </a:lvl3pPr>
            <a:lvl4pPr marL="661988" indent="0">
              <a:buNone/>
              <a:defRPr>
                <a:solidFill>
                  <a:schemeClr val="accent6"/>
                </a:solidFill>
              </a:defRPr>
            </a:lvl4pPr>
            <a:lvl5pPr marL="855663" indent="0">
              <a:buNone/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Descriptive text</a:t>
            </a:r>
          </a:p>
        </p:txBody>
      </p:sp>
    </p:spTree>
    <p:extLst>
      <p:ext uri="{BB962C8B-B14F-4D97-AF65-F5344CB8AC3E}">
        <p14:creationId xmlns:p14="http://schemas.microsoft.com/office/powerpoint/2010/main" val="34550353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6" pos="3754" userDrawn="1">
          <p15:clr>
            <a:srgbClr val="A4A3A4"/>
          </p15:clr>
        </p15:guide>
        <p15:guide id="17" pos="3931" userDrawn="1">
          <p15:clr>
            <a:srgbClr val="A4A3A4"/>
          </p15:clr>
        </p15:guide>
        <p15:guide id="20" pos="4937">
          <p15:clr>
            <a:srgbClr val="A4A3A4"/>
          </p15:clr>
        </p15:guide>
        <p15:guide id="21" pos="5133" userDrawn="1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777" userDrawn="1">
          <p15:clr>
            <a:srgbClr val="FBAE40"/>
          </p15:clr>
        </p15:guide>
        <p15:guide id="32" orient="horz" pos="116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46280-63FA-B14C-B387-DA6973CC67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65588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F839B9F-7DF1-054D-850B-194BE124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16500" y="1125538"/>
            <a:ext cx="5832475" cy="371513"/>
          </a:xfrm>
        </p:spPr>
        <p:txBody>
          <a:bodyPr lIns="90000" tIns="46800" rIns="90000" bIns="46800"/>
          <a:lstStyle>
            <a:lvl1pPr marL="0" indent="0"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EA3FFE7-512C-2E4D-8815-991035A0DA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16500" y="1518666"/>
            <a:ext cx="5832475" cy="309958"/>
          </a:xfrm>
        </p:spPr>
        <p:txBody>
          <a:bodyPr lIns="90000" tIns="46800" rIns="90000" bIns="4680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D00EE18-3969-7542-AF14-B6EF530C49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0" y="2614613"/>
            <a:ext cx="5832475" cy="956288"/>
          </a:xfrm>
        </p:spPr>
        <p:txBody>
          <a:bodyPr lIns="90000" tIns="46800" rIns="90000" bIns="4680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28C378F-3F66-354E-B8F9-1B9FC26E68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8087" y="2093722"/>
            <a:ext cx="5832475" cy="371513"/>
          </a:xfrm>
        </p:spPr>
        <p:txBody>
          <a:bodyPr lIns="90000" tIns="46800" rIns="90000" bIns="46800"/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Experience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47E7A509-84C5-4843-8CD9-B01570BA7B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8087" y="4426832"/>
            <a:ext cx="5832475" cy="371513"/>
          </a:xfrm>
        </p:spPr>
        <p:txBody>
          <a:bodyPr lIns="90000" tIns="46800" rIns="90000" bIns="46800"/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Expertise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9F526AE-17B2-DD4A-BE59-23D0E4A3D0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6500" y="4864164"/>
            <a:ext cx="1649476" cy="827022"/>
          </a:xfrm>
        </p:spPr>
        <p:txBody>
          <a:bodyPr lIns="90000" tIns="46800" rIns="90000" bIns="46800"/>
          <a:lstStyle>
            <a:lvl1pPr>
              <a:buSzPct val="100000"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One</a:t>
            </a:r>
          </a:p>
          <a:p>
            <a:pPr lvl="0"/>
            <a:r>
              <a:rPr lang="en-US" dirty="0"/>
              <a:t>Two</a:t>
            </a:r>
          </a:p>
          <a:p>
            <a:pPr lvl="0"/>
            <a:r>
              <a:rPr lang="en-US" dirty="0"/>
              <a:t>Three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D4BF07C4-9406-4146-BE9F-4987294757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4994" y="4864164"/>
            <a:ext cx="1649476" cy="827022"/>
          </a:xfrm>
        </p:spPr>
        <p:txBody>
          <a:bodyPr lIns="90000" tIns="46800" rIns="90000" bIns="46800"/>
          <a:lstStyle>
            <a:lvl1pPr>
              <a:buSzPct val="100000"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Four</a:t>
            </a:r>
          </a:p>
          <a:p>
            <a:pPr lvl="0"/>
            <a:r>
              <a:rPr lang="en-US" dirty="0"/>
              <a:t>Five</a:t>
            </a:r>
          </a:p>
          <a:p>
            <a:pPr lvl="0"/>
            <a:r>
              <a:rPr lang="en-US" dirty="0"/>
              <a:t>Six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D8CD734-0F6D-C94D-8A16-9F36D2D3D6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93488" y="4864164"/>
            <a:ext cx="1649476" cy="827022"/>
          </a:xfrm>
        </p:spPr>
        <p:txBody>
          <a:bodyPr lIns="90000" tIns="46800" rIns="90000" bIns="46800"/>
          <a:lstStyle>
            <a:lvl1pPr>
              <a:buSzPct val="100000"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Seven</a:t>
            </a:r>
          </a:p>
          <a:p>
            <a:pPr lvl="0"/>
            <a:r>
              <a:rPr lang="en-US" dirty="0"/>
              <a:t>Eight</a:t>
            </a:r>
          </a:p>
          <a:p>
            <a:pPr lvl="0"/>
            <a:r>
              <a:rPr lang="en-US" dirty="0"/>
              <a:t>Nine</a:t>
            </a:r>
          </a:p>
        </p:txBody>
      </p:sp>
    </p:spTree>
    <p:extLst>
      <p:ext uri="{BB962C8B-B14F-4D97-AF65-F5344CB8AC3E}">
        <p14:creationId xmlns:p14="http://schemas.microsoft.com/office/powerpoint/2010/main" val="15621394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pos="369">
          <p15:clr>
            <a:srgbClr val="F26B43"/>
          </p15:clr>
        </p15:guide>
        <p15:guide id="3" orient="horz" pos="366">
          <p15:clr>
            <a:srgbClr val="F26B43"/>
          </p15:clr>
        </p15:guide>
        <p15:guide id="4" pos="7311">
          <p15:clr>
            <a:srgbClr val="F26B43"/>
          </p15:clr>
        </p15:guide>
        <p15:guide id="5" orient="horz" pos="3951">
          <p15:clr>
            <a:srgbClr val="F26B43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2682">
          <p15:clr>
            <a:srgbClr val="F26B43"/>
          </p15:clr>
        </p15:guide>
        <p15:guide id="23" pos="4998">
          <p15:clr>
            <a:srgbClr val="F26B43"/>
          </p15:clr>
        </p15:guide>
        <p15:guide id="24" pos="3160" userDrawn="1">
          <p15:clr>
            <a:srgbClr val="FBAE40"/>
          </p15:clr>
        </p15:guide>
        <p15:guide id="25" orient="horz" pos="709" userDrawn="1">
          <p15:clr>
            <a:srgbClr val="FBAE40"/>
          </p15:clr>
        </p15:guide>
        <p15:guide id="26" pos="683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12 Column Dark Bk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787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24" r:id="rId1"/>
    <p:sldLayoutId id="2147485325" r:id="rId2"/>
    <p:sldLayoutId id="2147485366" r:id="rId3"/>
    <p:sldLayoutId id="2147485334" r:id="rId4"/>
    <p:sldLayoutId id="2147485394" r:id="rId5"/>
    <p:sldLayoutId id="2147485340" r:id="rId6"/>
    <p:sldLayoutId id="2147485369" r:id="rId7"/>
    <p:sldLayoutId id="2147485385" r:id="rId8"/>
    <p:sldLayoutId id="2147485387" r:id="rId9"/>
    <p:sldLayoutId id="2147485379" r:id="rId10"/>
    <p:sldLayoutId id="2147485380" r:id="rId11"/>
    <p:sldLayoutId id="2147485381" r:id="rId12"/>
    <p:sldLayoutId id="2147485388" r:id="rId13"/>
    <p:sldLayoutId id="2147485296" r:id="rId14"/>
    <p:sldLayoutId id="2147485392" r:id="rId15"/>
    <p:sldLayoutId id="2147485393" r:id="rId16"/>
    <p:sldLayoutId id="2147485368" r:id="rId17"/>
    <p:sldLayoutId id="2147485367" r:id="rId18"/>
    <p:sldLayoutId id="2147485294" r:id="rId19"/>
    <p:sldLayoutId id="2147485338" r:id="rId20"/>
    <p:sldLayoutId id="2147485364" r:id="rId21"/>
    <p:sldLayoutId id="2147484673" r:id="rId2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5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9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9.xml"/><Relationship Id="rId5" Type="http://schemas.openxmlformats.org/officeDocument/2006/relationships/diagramColors" Target="../diagrams/colors59.xml"/><Relationship Id="rId4" Type="http://schemas.openxmlformats.org/officeDocument/2006/relationships/diagramQuickStyle" Target="../diagrams/quickStyle59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0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0.xml"/><Relationship Id="rId5" Type="http://schemas.openxmlformats.org/officeDocument/2006/relationships/diagramColors" Target="../diagrams/colors60.xml"/><Relationship Id="rId4" Type="http://schemas.openxmlformats.org/officeDocument/2006/relationships/diagramQuickStyle" Target="../diagrams/quickStyle60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1.xml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1.xml"/><Relationship Id="rId5" Type="http://schemas.openxmlformats.org/officeDocument/2006/relationships/diagramColors" Target="../diagrams/colors61.xml"/><Relationship Id="rId4" Type="http://schemas.openxmlformats.org/officeDocument/2006/relationships/diagramQuickStyle" Target="../diagrams/quickStyle6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2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2.xml"/><Relationship Id="rId5" Type="http://schemas.openxmlformats.org/officeDocument/2006/relationships/diagramColors" Target="../diagrams/colors62.xml"/><Relationship Id="rId4" Type="http://schemas.openxmlformats.org/officeDocument/2006/relationships/diagramQuickStyle" Target="../diagrams/quickStyle6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3.xml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3.xml"/><Relationship Id="rId5" Type="http://schemas.openxmlformats.org/officeDocument/2006/relationships/diagramColors" Target="../diagrams/colors63.xml"/><Relationship Id="rId4" Type="http://schemas.openxmlformats.org/officeDocument/2006/relationships/diagramQuickStyle" Target="../diagrams/quickStyle6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4.xml"/><Relationship Id="rId2" Type="http://schemas.openxmlformats.org/officeDocument/2006/relationships/diagramData" Target="../diagrams/data6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4.xml"/><Relationship Id="rId5" Type="http://schemas.openxmlformats.org/officeDocument/2006/relationships/diagramColors" Target="../diagrams/colors64.xml"/><Relationship Id="rId4" Type="http://schemas.openxmlformats.org/officeDocument/2006/relationships/diagramQuickStyle" Target="../diagrams/quickStyle6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5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5.xml"/><Relationship Id="rId5" Type="http://schemas.openxmlformats.org/officeDocument/2006/relationships/diagramColors" Target="../diagrams/colors65.xml"/><Relationship Id="rId4" Type="http://schemas.openxmlformats.org/officeDocument/2006/relationships/diagramQuickStyle" Target="../diagrams/quickStyle65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8.xml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8.xml"/><Relationship Id="rId5" Type="http://schemas.openxmlformats.org/officeDocument/2006/relationships/diagramColors" Target="../diagrams/colors68.xml"/><Relationship Id="rId4" Type="http://schemas.openxmlformats.org/officeDocument/2006/relationships/diagramQuickStyle" Target="../diagrams/quickStyle68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9.xml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9.xml"/><Relationship Id="rId5" Type="http://schemas.openxmlformats.org/officeDocument/2006/relationships/diagramColors" Target="../diagrams/colors69.xml"/><Relationship Id="rId4" Type="http://schemas.openxmlformats.org/officeDocument/2006/relationships/diagramQuickStyle" Target="../diagrams/quickStyle69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0.xml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0.xml"/><Relationship Id="rId5" Type="http://schemas.openxmlformats.org/officeDocument/2006/relationships/diagramColors" Target="../diagrams/colors70.xml"/><Relationship Id="rId4" Type="http://schemas.openxmlformats.org/officeDocument/2006/relationships/diagramQuickStyle" Target="../diagrams/quickStyle70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1.xml"/><Relationship Id="rId2" Type="http://schemas.openxmlformats.org/officeDocument/2006/relationships/diagramData" Target="../diagrams/data7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1.xml"/><Relationship Id="rId5" Type="http://schemas.openxmlformats.org/officeDocument/2006/relationships/diagramColors" Target="../diagrams/colors71.xml"/><Relationship Id="rId4" Type="http://schemas.openxmlformats.org/officeDocument/2006/relationships/diagramQuickStyle" Target="../diagrams/quickStyle7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3.xml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3.xml"/><Relationship Id="rId5" Type="http://schemas.openxmlformats.org/officeDocument/2006/relationships/diagramColors" Target="../diagrams/colors73.xml"/><Relationship Id="rId4" Type="http://schemas.openxmlformats.org/officeDocument/2006/relationships/diagramQuickStyle" Target="../diagrams/quickStyle73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4.xml"/><Relationship Id="rId2" Type="http://schemas.openxmlformats.org/officeDocument/2006/relationships/diagramData" Target="../diagrams/data7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4.xml"/><Relationship Id="rId5" Type="http://schemas.openxmlformats.org/officeDocument/2006/relationships/diagramColors" Target="../diagrams/colors74.xml"/><Relationship Id="rId4" Type="http://schemas.openxmlformats.org/officeDocument/2006/relationships/diagramQuickStyle" Target="../diagrams/quickStyle74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5.xml"/><Relationship Id="rId2" Type="http://schemas.openxmlformats.org/officeDocument/2006/relationships/diagramData" Target="../diagrams/data7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5.xml"/><Relationship Id="rId5" Type="http://schemas.openxmlformats.org/officeDocument/2006/relationships/diagramColors" Target="../diagrams/colors75.xml"/><Relationship Id="rId4" Type="http://schemas.openxmlformats.org/officeDocument/2006/relationships/diagramQuickStyle" Target="../diagrams/quickStyle75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6.xml"/><Relationship Id="rId2" Type="http://schemas.openxmlformats.org/officeDocument/2006/relationships/diagramData" Target="../diagrams/data7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6.xml"/><Relationship Id="rId5" Type="http://schemas.openxmlformats.org/officeDocument/2006/relationships/diagramColors" Target="../diagrams/colors76.xml"/><Relationship Id="rId4" Type="http://schemas.openxmlformats.org/officeDocument/2006/relationships/diagramQuickStyle" Target="../diagrams/quickStyle76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7.xml"/><Relationship Id="rId2" Type="http://schemas.openxmlformats.org/officeDocument/2006/relationships/diagramData" Target="../diagrams/data7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7.xml"/><Relationship Id="rId5" Type="http://schemas.openxmlformats.org/officeDocument/2006/relationships/diagramColors" Target="../diagrams/colors77.xml"/><Relationship Id="rId4" Type="http://schemas.openxmlformats.org/officeDocument/2006/relationships/diagramQuickStyle" Target="../diagrams/quickStyle7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8.xml"/><Relationship Id="rId2" Type="http://schemas.openxmlformats.org/officeDocument/2006/relationships/diagramData" Target="../diagrams/data7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8.xml"/><Relationship Id="rId5" Type="http://schemas.openxmlformats.org/officeDocument/2006/relationships/diagramColors" Target="../diagrams/colors78.xml"/><Relationship Id="rId4" Type="http://schemas.openxmlformats.org/officeDocument/2006/relationships/diagramQuickStyle" Target="../diagrams/quickStyle78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9.xml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9.xml"/><Relationship Id="rId5" Type="http://schemas.openxmlformats.org/officeDocument/2006/relationships/diagramColors" Target="../diagrams/colors79.xml"/><Relationship Id="rId4" Type="http://schemas.openxmlformats.org/officeDocument/2006/relationships/diagramQuickStyle" Target="../diagrams/quickStyle79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0.xml"/><Relationship Id="rId2" Type="http://schemas.openxmlformats.org/officeDocument/2006/relationships/diagramData" Target="../diagrams/data8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0.xml"/><Relationship Id="rId5" Type="http://schemas.openxmlformats.org/officeDocument/2006/relationships/diagramColors" Target="../diagrams/colors80.xml"/><Relationship Id="rId4" Type="http://schemas.openxmlformats.org/officeDocument/2006/relationships/diagramQuickStyle" Target="../diagrams/quickStyle80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1.xml"/><Relationship Id="rId2" Type="http://schemas.openxmlformats.org/officeDocument/2006/relationships/diagramData" Target="../diagrams/data8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1.xml"/><Relationship Id="rId5" Type="http://schemas.openxmlformats.org/officeDocument/2006/relationships/diagramColors" Target="../diagrams/colors81.xml"/><Relationship Id="rId4" Type="http://schemas.openxmlformats.org/officeDocument/2006/relationships/diagramQuickStyle" Target="../diagrams/quickStyle8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2.xml"/><Relationship Id="rId2" Type="http://schemas.openxmlformats.org/officeDocument/2006/relationships/diagramData" Target="../diagrams/data8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2.xml"/><Relationship Id="rId5" Type="http://schemas.openxmlformats.org/officeDocument/2006/relationships/diagramColors" Target="../diagrams/colors82.xml"/><Relationship Id="rId4" Type="http://schemas.openxmlformats.org/officeDocument/2006/relationships/diagramQuickStyle" Target="../diagrams/quickStyle8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3.xml"/><Relationship Id="rId2" Type="http://schemas.openxmlformats.org/officeDocument/2006/relationships/diagramData" Target="../diagrams/data8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3.xml"/><Relationship Id="rId5" Type="http://schemas.openxmlformats.org/officeDocument/2006/relationships/diagramColors" Target="../diagrams/colors83.xml"/><Relationship Id="rId4" Type="http://schemas.openxmlformats.org/officeDocument/2006/relationships/diagramQuickStyle" Target="../diagrams/quickStyle8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4.xml"/><Relationship Id="rId2" Type="http://schemas.openxmlformats.org/officeDocument/2006/relationships/diagramData" Target="../diagrams/data8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4.xml"/><Relationship Id="rId5" Type="http://schemas.openxmlformats.org/officeDocument/2006/relationships/diagramColors" Target="../diagrams/colors84.xml"/><Relationship Id="rId4" Type="http://schemas.openxmlformats.org/officeDocument/2006/relationships/diagramQuickStyle" Target="../diagrams/quickStyle84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5.xml"/><Relationship Id="rId2" Type="http://schemas.openxmlformats.org/officeDocument/2006/relationships/diagramData" Target="../diagrams/data8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5.xml"/><Relationship Id="rId5" Type="http://schemas.openxmlformats.org/officeDocument/2006/relationships/diagramColors" Target="../diagrams/colors85.xml"/><Relationship Id="rId4" Type="http://schemas.openxmlformats.org/officeDocument/2006/relationships/diagramQuickStyle" Target="../diagrams/quickStyle85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6.xml"/><Relationship Id="rId2" Type="http://schemas.openxmlformats.org/officeDocument/2006/relationships/diagramData" Target="../diagrams/data8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6.xml"/><Relationship Id="rId5" Type="http://schemas.openxmlformats.org/officeDocument/2006/relationships/diagramColors" Target="../diagrams/colors86.xml"/><Relationship Id="rId4" Type="http://schemas.openxmlformats.org/officeDocument/2006/relationships/diagramQuickStyle" Target="../diagrams/quickStyle86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7.xml"/><Relationship Id="rId2" Type="http://schemas.openxmlformats.org/officeDocument/2006/relationships/diagramData" Target="../diagrams/data8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7.xml"/><Relationship Id="rId5" Type="http://schemas.openxmlformats.org/officeDocument/2006/relationships/diagramColors" Target="../diagrams/colors87.xml"/><Relationship Id="rId4" Type="http://schemas.openxmlformats.org/officeDocument/2006/relationships/diagramQuickStyle" Target="../diagrams/quickStyle87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8.xml"/><Relationship Id="rId2" Type="http://schemas.openxmlformats.org/officeDocument/2006/relationships/diagramData" Target="../diagrams/data8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8.xml"/><Relationship Id="rId5" Type="http://schemas.openxmlformats.org/officeDocument/2006/relationships/diagramColors" Target="../diagrams/colors88.xml"/><Relationship Id="rId4" Type="http://schemas.openxmlformats.org/officeDocument/2006/relationships/diagramQuickStyle" Target="../diagrams/quickStyle88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9.xml"/><Relationship Id="rId2" Type="http://schemas.openxmlformats.org/officeDocument/2006/relationships/diagramData" Target="../diagrams/data8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9.xml"/><Relationship Id="rId5" Type="http://schemas.openxmlformats.org/officeDocument/2006/relationships/diagramColors" Target="../diagrams/colors89.xml"/><Relationship Id="rId4" Type="http://schemas.openxmlformats.org/officeDocument/2006/relationships/diagramQuickStyle" Target="../diagrams/quickStyle89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0.xml"/><Relationship Id="rId2" Type="http://schemas.openxmlformats.org/officeDocument/2006/relationships/diagramData" Target="../diagrams/data9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0.xml"/><Relationship Id="rId5" Type="http://schemas.openxmlformats.org/officeDocument/2006/relationships/diagramColors" Target="../diagrams/colors90.xml"/><Relationship Id="rId4" Type="http://schemas.openxmlformats.org/officeDocument/2006/relationships/diagramQuickStyle" Target="../diagrams/quickStyle90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1.xml"/><Relationship Id="rId2" Type="http://schemas.openxmlformats.org/officeDocument/2006/relationships/diagramData" Target="../diagrams/data9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1.xml"/><Relationship Id="rId5" Type="http://schemas.openxmlformats.org/officeDocument/2006/relationships/diagramColors" Target="../diagrams/colors91.xml"/><Relationship Id="rId4" Type="http://schemas.openxmlformats.org/officeDocument/2006/relationships/diagramQuickStyle" Target="../diagrams/quickStyle91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2.xml"/><Relationship Id="rId2" Type="http://schemas.openxmlformats.org/officeDocument/2006/relationships/diagramData" Target="../diagrams/data9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2.xml"/><Relationship Id="rId5" Type="http://schemas.openxmlformats.org/officeDocument/2006/relationships/diagramColors" Target="../diagrams/colors92.xml"/><Relationship Id="rId4" Type="http://schemas.openxmlformats.org/officeDocument/2006/relationships/diagramQuickStyle" Target="../diagrams/quickStyle9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3.xml"/><Relationship Id="rId2" Type="http://schemas.openxmlformats.org/officeDocument/2006/relationships/diagramData" Target="../diagrams/data9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3.xml"/><Relationship Id="rId5" Type="http://schemas.openxmlformats.org/officeDocument/2006/relationships/diagramColors" Target="../diagrams/colors93.xml"/><Relationship Id="rId4" Type="http://schemas.openxmlformats.org/officeDocument/2006/relationships/diagramQuickStyle" Target="../diagrams/quickStyle93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4.xml"/><Relationship Id="rId2" Type="http://schemas.openxmlformats.org/officeDocument/2006/relationships/diagramData" Target="../diagrams/data9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4.xml"/><Relationship Id="rId5" Type="http://schemas.openxmlformats.org/officeDocument/2006/relationships/diagramColors" Target="../diagrams/colors94.xml"/><Relationship Id="rId4" Type="http://schemas.openxmlformats.org/officeDocument/2006/relationships/diagramQuickStyle" Target="../diagrams/quickStyle94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5.xml"/><Relationship Id="rId2" Type="http://schemas.openxmlformats.org/officeDocument/2006/relationships/diagramData" Target="../diagrams/data9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5.xml"/><Relationship Id="rId5" Type="http://schemas.openxmlformats.org/officeDocument/2006/relationships/diagramColors" Target="../diagrams/colors95.xml"/><Relationship Id="rId4" Type="http://schemas.openxmlformats.org/officeDocument/2006/relationships/diagramQuickStyle" Target="../diagrams/quickStyle95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6.xml"/><Relationship Id="rId2" Type="http://schemas.openxmlformats.org/officeDocument/2006/relationships/diagramData" Target="../diagrams/data9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6.xml"/><Relationship Id="rId5" Type="http://schemas.openxmlformats.org/officeDocument/2006/relationships/diagramColors" Target="../diagrams/colors96.xml"/><Relationship Id="rId4" Type="http://schemas.openxmlformats.org/officeDocument/2006/relationships/diagramQuickStyle" Target="../diagrams/quickStyle96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7.xml"/><Relationship Id="rId2" Type="http://schemas.openxmlformats.org/officeDocument/2006/relationships/diagramData" Target="../diagrams/data9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7.xml"/><Relationship Id="rId5" Type="http://schemas.openxmlformats.org/officeDocument/2006/relationships/diagramColors" Target="../diagrams/colors97.xml"/><Relationship Id="rId4" Type="http://schemas.openxmlformats.org/officeDocument/2006/relationships/diagramQuickStyle" Target="../diagrams/quickStyle97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8.xml"/><Relationship Id="rId2" Type="http://schemas.openxmlformats.org/officeDocument/2006/relationships/diagramData" Target="../diagrams/data9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8.xml"/><Relationship Id="rId5" Type="http://schemas.openxmlformats.org/officeDocument/2006/relationships/diagramColors" Target="../diagrams/colors98.xml"/><Relationship Id="rId4" Type="http://schemas.openxmlformats.org/officeDocument/2006/relationships/diagramQuickStyle" Target="../diagrams/quickStyle98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9.xml"/><Relationship Id="rId2" Type="http://schemas.openxmlformats.org/officeDocument/2006/relationships/diagramData" Target="../diagrams/data9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9.xml"/><Relationship Id="rId5" Type="http://schemas.openxmlformats.org/officeDocument/2006/relationships/diagramColors" Target="../diagrams/colors99.xml"/><Relationship Id="rId4" Type="http://schemas.openxmlformats.org/officeDocument/2006/relationships/diagramQuickStyle" Target="../diagrams/quickStyle99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0.xml"/><Relationship Id="rId2" Type="http://schemas.openxmlformats.org/officeDocument/2006/relationships/diagramData" Target="../diagrams/data10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0.xml"/><Relationship Id="rId5" Type="http://schemas.openxmlformats.org/officeDocument/2006/relationships/diagramColors" Target="../diagrams/colors100.xml"/><Relationship Id="rId4" Type="http://schemas.openxmlformats.org/officeDocument/2006/relationships/diagramQuickStyle" Target="../diagrams/quickStyle100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1.xml"/><Relationship Id="rId2" Type="http://schemas.openxmlformats.org/officeDocument/2006/relationships/diagramData" Target="../diagrams/data10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1.xml"/><Relationship Id="rId5" Type="http://schemas.openxmlformats.org/officeDocument/2006/relationships/diagramColors" Target="../diagrams/colors101.xml"/><Relationship Id="rId4" Type="http://schemas.openxmlformats.org/officeDocument/2006/relationships/diagramQuickStyle" Target="../diagrams/quickStyle101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2.xml"/><Relationship Id="rId2" Type="http://schemas.openxmlformats.org/officeDocument/2006/relationships/diagramData" Target="../diagrams/data10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2.xml"/><Relationship Id="rId5" Type="http://schemas.openxmlformats.org/officeDocument/2006/relationships/diagramColors" Target="../diagrams/colors102.xml"/><Relationship Id="rId4" Type="http://schemas.openxmlformats.org/officeDocument/2006/relationships/diagramQuickStyle" Target="../diagrams/quickStyle10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3.xml"/><Relationship Id="rId2" Type="http://schemas.openxmlformats.org/officeDocument/2006/relationships/diagramData" Target="../diagrams/data10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3.xml"/><Relationship Id="rId5" Type="http://schemas.openxmlformats.org/officeDocument/2006/relationships/diagramColors" Target="../diagrams/colors103.xml"/><Relationship Id="rId4" Type="http://schemas.openxmlformats.org/officeDocument/2006/relationships/diagramQuickStyle" Target="../diagrams/quickStyle103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4.xml"/><Relationship Id="rId2" Type="http://schemas.openxmlformats.org/officeDocument/2006/relationships/diagramData" Target="../diagrams/data10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4.xml"/><Relationship Id="rId5" Type="http://schemas.openxmlformats.org/officeDocument/2006/relationships/diagramColors" Target="../diagrams/colors104.xml"/><Relationship Id="rId4" Type="http://schemas.openxmlformats.org/officeDocument/2006/relationships/diagramQuickStyle" Target="../diagrams/quickStyle104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5.xml"/><Relationship Id="rId2" Type="http://schemas.openxmlformats.org/officeDocument/2006/relationships/diagramData" Target="../diagrams/data10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5.xml"/><Relationship Id="rId5" Type="http://schemas.openxmlformats.org/officeDocument/2006/relationships/diagramColors" Target="../diagrams/colors105.xml"/><Relationship Id="rId4" Type="http://schemas.openxmlformats.org/officeDocument/2006/relationships/diagramQuickStyle" Target="../diagrams/quickStyle105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6.xml"/><Relationship Id="rId2" Type="http://schemas.openxmlformats.org/officeDocument/2006/relationships/diagramData" Target="../diagrams/data10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6.xml"/><Relationship Id="rId5" Type="http://schemas.openxmlformats.org/officeDocument/2006/relationships/diagramColors" Target="../diagrams/colors106.xml"/><Relationship Id="rId4" Type="http://schemas.openxmlformats.org/officeDocument/2006/relationships/diagramQuickStyle" Target="../diagrams/quickStyle106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7.xml"/><Relationship Id="rId2" Type="http://schemas.openxmlformats.org/officeDocument/2006/relationships/diagramData" Target="../diagrams/data10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7.xml"/><Relationship Id="rId5" Type="http://schemas.openxmlformats.org/officeDocument/2006/relationships/diagramColors" Target="../diagrams/colors107.xml"/><Relationship Id="rId4" Type="http://schemas.openxmlformats.org/officeDocument/2006/relationships/diagramQuickStyle" Target="../diagrams/quickStyle107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8.xml"/><Relationship Id="rId2" Type="http://schemas.openxmlformats.org/officeDocument/2006/relationships/diagramData" Target="../diagrams/data10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8.xml"/><Relationship Id="rId5" Type="http://schemas.openxmlformats.org/officeDocument/2006/relationships/diagramColors" Target="../diagrams/colors108.xml"/><Relationship Id="rId4" Type="http://schemas.openxmlformats.org/officeDocument/2006/relationships/diagramQuickStyle" Target="../diagrams/quickStyle108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9.xml"/><Relationship Id="rId2" Type="http://schemas.openxmlformats.org/officeDocument/2006/relationships/diagramData" Target="../diagrams/data10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9.xml"/><Relationship Id="rId5" Type="http://schemas.openxmlformats.org/officeDocument/2006/relationships/diagramColors" Target="../diagrams/colors109.xml"/><Relationship Id="rId4" Type="http://schemas.openxmlformats.org/officeDocument/2006/relationships/diagramQuickStyle" Target="../diagrams/quickStyle109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0.xml"/><Relationship Id="rId2" Type="http://schemas.openxmlformats.org/officeDocument/2006/relationships/diagramData" Target="../diagrams/data11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0.xml"/><Relationship Id="rId5" Type="http://schemas.openxmlformats.org/officeDocument/2006/relationships/diagramColors" Target="../diagrams/colors110.xml"/><Relationship Id="rId4" Type="http://schemas.openxmlformats.org/officeDocument/2006/relationships/diagramQuickStyle" Target="../diagrams/quickStyle110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1.xml"/><Relationship Id="rId2" Type="http://schemas.openxmlformats.org/officeDocument/2006/relationships/diagramData" Target="../diagrams/data11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1.xml"/><Relationship Id="rId5" Type="http://schemas.openxmlformats.org/officeDocument/2006/relationships/diagramColors" Target="../diagrams/colors111.xml"/><Relationship Id="rId4" Type="http://schemas.openxmlformats.org/officeDocument/2006/relationships/diagramQuickStyle" Target="../diagrams/quickStyle111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2.xml"/><Relationship Id="rId2" Type="http://schemas.openxmlformats.org/officeDocument/2006/relationships/diagramData" Target="../diagrams/data11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2.xml"/><Relationship Id="rId5" Type="http://schemas.openxmlformats.org/officeDocument/2006/relationships/diagramColors" Target="../diagrams/colors112.xml"/><Relationship Id="rId4" Type="http://schemas.openxmlformats.org/officeDocument/2006/relationships/diagramQuickStyle" Target="../diagrams/quickStyle11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3.xml"/><Relationship Id="rId2" Type="http://schemas.openxmlformats.org/officeDocument/2006/relationships/diagramData" Target="../diagrams/data11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3.xml"/><Relationship Id="rId5" Type="http://schemas.openxmlformats.org/officeDocument/2006/relationships/diagramColors" Target="../diagrams/colors113.xml"/><Relationship Id="rId4" Type="http://schemas.openxmlformats.org/officeDocument/2006/relationships/diagramQuickStyle" Target="../diagrams/quickStyle113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4.xml"/><Relationship Id="rId2" Type="http://schemas.openxmlformats.org/officeDocument/2006/relationships/diagramData" Target="../diagrams/data11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4.xml"/><Relationship Id="rId5" Type="http://schemas.openxmlformats.org/officeDocument/2006/relationships/diagramColors" Target="../diagrams/colors114.xml"/><Relationship Id="rId4" Type="http://schemas.openxmlformats.org/officeDocument/2006/relationships/diagramQuickStyle" Target="../diagrams/quickStyle114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5.xml"/><Relationship Id="rId2" Type="http://schemas.openxmlformats.org/officeDocument/2006/relationships/diagramData" Target="../diagrams/data11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5.xml"/><Relationship Id="rId5" Type="http://schemas.openxmlformats.org/officeDocument/2006/relationships/diagramColors" Target="../diagrams/colors115.xml"/><Relationship Id="rId4" Type="http://schemas.openxmlformats.org/officeDocument/2006/relationships/diagramQuickStyle" Target="../diagrams/quickStyle115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6.xml"/><Relationship Id="rId2" Type="http://schemas.openxmlformats.org/officeDocument/2006/relationships/diagramData" Target="../diagrams/data11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6.xml"/><Relationship Id="rId5" Type="http://schemas.openxmlformats.org/officeDocument/2006/relationships/diagramColors" Target="../diagrams/colors116.xml"/><Relationship Id="rId4" Type="http://schemas.openxmlformats.org/officeDocument/2006/relationships/diagramQuickStyle" Target="../diagrams/quickStyle116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7.xml"/><Relationship Id="rId2" Type="http://schemas.openxmlformats.org/officeDocument/2006/relationships/diagramData" Target="../diagrams/data11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7.xml"/><Relationship Id="rId5" Type="http://schemas.openxmlformats.org/officeDocument/2006/relationships/diagramColors" Target="../diagrams/colors117.xml"/><Relationship Id="rId4" Type="http://schemas.openxmlformats.org/officeDocument/2006/relationships/diagramQuickStyle" Target="../diagrams/quickStyle117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8.xml"/><Relationship Id="rId2" Type="http://schemas.openxmlformats.org/officeDocument/2006/relationships/diagramData" Target="../diagrams/data11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8.xml"/><Relationship Id="rId5" Type="http://schemas.openxmlformats.org/officeDocument/2006/relationships/diagramColors" Target="../diagrams/colors118.xml"/><Relationship Id="rId4" Type="http://schemas.openxmlformats.org/officeDocument/2006/relationships/diagramQuickStyle" Target="../diagrams/quickStyle118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9.xml"/><Relationship Id="rId2" Type="http://schemas.openxmlformats.org/officeDocument/2006/relationships/diagramData" Target="../diagrams/data11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9.xml"/><Relationship Id="rId5" Type="http://schemas.openxmlformats.org/officeDocument/2006/relationships/diagramColors" Target="../diagrams/colors119.xml"/><Relationship Id="rId4" Type="http://schemas.openxmlformats.org/officeDocument/2006/relationships/diagramQuickStyle" Target="../diagrams/quickStyle119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0.xml"/><Relationship Id="rId2" Type="http://schemas.openxmlformats.org/officeDocument/2006/relationships/diagramData" Target="../diagrams/data12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0.xml"/><Relationship Id="rId5" Type="http://schemas.openxmlformats.org/officeDocument/2006/relationships/diagramColors" Target="../diagrams/colors120.xml"/><Relationship Id="rId4" Type="http://schemas.openxmlformats.org/officeDocument/2006/relationships/diagramQuickStyle" Target="../diagrams/quickStyle120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1.xml"/><Relationship Id="rId2" Type="http://schemas.openxmlformats.org/officeDocument/2006/relationships/diagramData" Target="../diagrams/data12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1.xml"/><Relationship Id="rId5" Type="http://schemas.openxmlformats.org/officeDocument/2006/relationships/diagramColors" Target="../diagrams/colors121.xml"/><Relationship Id="rId4" Type="http://schemas.openxmlformats.org/officeDocument/2006/relationships/diagramQuickStyle" Target="../diagrams/quickStyle121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2.xml"/><Relationship Id="rId2" Type="http://schemas.openxmlformats.org/officeDocument/2006/relationships/diagramData" Target="../diagrams/data12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2.xml"/><Relationship Id="rId5" Type="http://schemas.openxmlformats.org/officeDocument/2006/relationships/diagramColors" Target="../diagrams/colors122.xml"/><Relationship Id="rId4" Type="http://schemas.openxmlformats.org/officeDocument/2006/relationships/diagramQuickStyle" Target="../diagrams/quickStyle12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3.xml"/><Relationship Id="rId2" Type="http://schemas.openxmlformats.org/officeDocument/2006/relationships/diagramData" Target="../diagrams/data12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3.xml"/><Relationship Id="rId5" Type="http://schemas.openxmlformats.org/officeDocument/2006/relationships/diagramColors" Target="../diagrams/colors123.xml"/><Relationship Id="rId4" Type="http://schemas.openxmlformats.org/officeDocument/2006/relationships/diagramQuickStyle" Target="../diagrams/quickStyle123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4.xml"/><Relationship Id="rId2" Type="http://schemas.openxmlformats.org/officeDocument/2006/relationships/diagramData" Target="../diagrams/data12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4.xml"/><Relationship Id="rId5" Type="http://schemas.openxmlformats.org/officeDocument/2006/relationships/diagramColors" Target="../diagrams/colors124.xml"/><Relationship Id="rId4" Type="http://schemas.openxmlformats.org/officeDocument/2006/relationships/diagramQuickStyle" Target="../diagrams/quickStyle124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5.xml"/><Relationship Id="rId2" Type="http://schemas.openxmlformats.org/officeDocument/2006/relationships/diagramData" Target="../diagrams/data12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5.xml"/><Relationship Id="rId5" Type="http://schemas.openxmlformats.org/officeDocument/2006/relationships/diagramColors" Target="../diagrams/colors125.xml"/><Relationship Id="rId4" Type="http://schemas.openxmlformats.org/officeDocument/2006/relationships/diagramQuickStyle" Target="../diagrams/quickStyle125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6.xml"/><Relationship Id="rId2" Type="http://schemas.openxmlformats.org/officeDocument/2006/relationships/diagramData" Target="../diagrams/data12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6.xml"/><Relationship Id="rId5" Type="http://schemas.openxmlformats.org/officeDocument/2006/relationships/diagramColors" Target="../diagrams/colors126.xml"/><Relationship Id="rId4" Type="http://schemas.openxmlformats.org/officeDocument/2006/relationships/diagramQuickStyle" Target="../diagrams/quickStyle126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7.xml"/><Relationship Id="rId2" Type="http://schemas.openxmlformats.org/officeDocument/2006/relationships/diagramData" Target="../diagrams/data12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7.xml"/><Relationship Id="rId5" Type="http://schemas.openxmlformats.org/officeDocument/2006/relationships/diagramColors" Target="../diagrams/colors127.xml"/><Relationship Id="rId4" Type="http://schemas.openxmlformats.org/officeDocument/2006/relationships/diagramQuickStyle" Target="../diagrams/quickStyle127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8.xml"/><Relationship Id="rId2" Type="http://schemas.openxmlformats.org/officeDocument/2006/relationships/diagramData" Target="../diagrams/data12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8.xml"/><Relationship Id="rId5" Type="http://schemas.openxmlformats.org/officeDocument/2006/relationships/diagramColors" Target="../diagrams/colors128.xml"/><Relationship Id="rId4" Type="http://schemas.openxmlformats.org/officeDocument/2006/relationships/diagramQuickStyle" Target="../diagrams/quickStyle128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9.xml"/><Relationship Id="rId2" Type="http://schemas.openxmlformats.org/officeDocument/2006/relationships/diagramData" Target="../diagrams/data12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9.xml"/><Relationship Id="rId5" Type="http://schemas.openxmlformats.org/officeDocument/2006/relationships/diagramColors" Target="../diagrams/colors129.xml"/><Relationship Id="rId4" Type="http://schemas.openxmlformats.org/officeDocument/2006/relationships/diagramQuickStyle" Target="../diagrams/quickStyle129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0.xml"/><Relationship Id="rId2" Type="http://schemas.openxmlformats.org/officeDocument/2006/relationships/diagramData" Target="../diagrams/data13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0.xml"/><Relationship Id="rId5" Type="http://schemas.openxmlformats.org/officeDocument/2006/relationships/diagramColors" Target="../diagrams/colors130.xml"/><Relationship Id="rId4" Type="http://schemas.openxmlformats.org/officeDocument/2006/relationships/diagramQuickStyle" Target="../diagrams/quickStyle130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1.xml"/><Relationship Id="rId2" Type="http://schemas.openxmlformats.org/officeDocument/2006/relationships/diagramData" Target="../diagrams/data13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1.xml"/><Relationship Id="rId5" Type="http://schemas.openxmlformats.org/officeDocument/2006/relationships/diagramColors" Target="../diagrams/colors131.xml"/><Relationship Id="rId4" Type="http://schemas.openxmlformats.org/officeDocument/2006/relationships/diagramQuickStyle" Target="../diagrams/quickStyle131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2.xml"/><Relationship Id="rId2" Type="http://schemas.openxmlformats.org/officeDocument/2006/relationships/diagramData" Target="../diagrams/data13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2.xml"/><Relationship Id="rId5" Type="http://schemas.openxmlformats.org/officeDocument/2006/relationships/diagramColors" Target="../diagrams/colors132.xml"/><Relationship Id="rId4" Type="http://schemas.openxmlformats.org/officeDocument/2006/relationships/diagramQuickStyle" Target="../diagrams/quickStyle13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3.xml"/><Relationship Id="rId2" Type="http://schemas.openxmlformats.org/officeDocument/2006/relationships/diagramData" Target="../diagrams/data13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3.xml"/><Relationship Id="rId5" Type="http://schemas.openxmlformats.org/officeDocument/2006/relationships/diagramColors" Target="../diagrams/colors133.xml"/><Relationship Id="rId4" Type="http://schemas.openxmlformats.org/officeDocument/2006/relationships/diagramQuickStyle" Target="../diagrams/quickStyle133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4.xml"/><Relationship Id="rId2" Type="http://schemas.openxmlformats.org/officeDocument/2006/relationships/diagramData" Target="../diagrams/data13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4.xml"/><Relationship Id="rId5" Type="http://schemas.openxmlformats.org/officeDocument/2006/relationships/diagramColors" Target="../diagrams/colors134.xml"/><Relationship Id="rId4" Type="http://schemas.openxmlformats.org/officeDocument/2006/relationships/diagramQuickStyle" Target="../diagrams/quickStyle134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5.xml"/><Relationship Id="rId2" Type="http://schemas.openxmlformats.org/officeDocument/2006/relationships/diagramData" Target="../diagrams/data13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5.xml"/><Relationship Id="rId5" Type="http://schemas.openxmlformats.org/officeDocument/2006/relationships/diagramColors" Target="../diagrams/colors135.xml"/><Relationship Id="rId4" Type="http://schemas.openxmlformats.org/officeDocument/2006/relationships/diagramQuickStyle" Target="../diagrams/quickStyle135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6.xml"/><Relationship Id="rId2" Type="http://schemas.openxmlformats.org/officeDocument/2006/relationships/diagramData" Target="../diagrams/data13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6.xml"/><Relationship Id="rId5" Type="http://schemas.openxmlformats.org/officeDocument/2006/relationships/diagramColors" Target="../diagrams/colors136.xml"/><Relationship Id="rId4" Type="http://schemas.openxmlformats.org/officeDocument/2006/relationships/diagramQuickStyle" Target="../diagrams/quickStyle136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7.xml"/><Relationship Id="rId2" Type="http://schemas.openxmlformats.org/officeDocument/2006/relationships/diagramData" Target="../diagrams/data13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7.xml"/><Relationship Id="rId5" Type="http://schemas.openxmlformats.org/officeDocument/2006/relationships/diagramColors" Target="../diagrams/colors137.xml"/><Relationship Id="rId4" Type="http://schemas.openxmlformats.org/officeDocument/2006/relationships/diagramQuickStyle" Target="../diagrams/quickStyle137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8.xml"/><Relationship Id="rId2" Type="http://schemas.openxmlformats.org/officeDocument/2006/relationships/diagramData" Target="../diagrams/data13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8.xml"/><Relationship Id="rId5" Type="http://schemas.openxmlformats.org/officeDocument/2006/relationships/diagramColors" Target="../diagrams/colors138.xml"/><Relationship Id="rId4" Type="http://schemas.openxmlformats.org/officeDocument/2006/relationships/diagramQuickStyle" Target="../diagrams/quickStyle138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9.xml"/><Relationship Id="rId2" Type="http://schemas.openxmlformats.org/officeDocument/2006/relationships/diagramData" Target="../diagrams/data13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9.xml"/><Relationship Id="rId5" Type="http://schemas.openxmlformats.org/officeDocument/2006/relationships/diagramColors" Target="../diagrams/colors139.xml"/><Relationship Id="rId4" Type="http://schemas.openxmlformats.org/officeDocument/2006/relationships/diagramQuickStyle" Target="../diagrams/quickStyle139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0.xml"/><Relationship Id="rId2" Type="http://schemas.openxmlformats.org/officeDocument/2006/relationships/diagramData" Target="../diagrams/data14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0.xml"/><Relationship Id="rId5" Type="http://schemas.openxmlformats.org/officeDocument/2006/relationships/diagramColors" Target="../diagrams/colors140.xml"/><Relationship Id="rId4" Type="http://schemas.openxmlformats.org/officeDocument/2006/relationships/diagramQuickStyle" Target="../diagrams/quickStyle140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1.xml"/><Relationship Id="rId2" Type="http://schemas.openxmlformats.org/officeDocument/2006/relationships/diagramData" Target="../diagrams/data14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1.xml"/><Relationship Id="rId5" Type="http://schemas.openxmlformats.org/officeDocument/2006/relationships/diagramColors" Target="../diagrams/colors141.xml"/><Relationship Id="rId4" Type="http://schemas.openxmlformats.org/officeDocument/2006/relationships/diagramQuickStyle" Target="../diagrams/quickStyle141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2.xml"/><Relationship Id="rId2" Type="http://schemas.openxmlformats.org/officeDocument/2006/relationships/diagramData" Target="../diagrams/data14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2.xml"/><Relationship Id="rId5" Type="http://schemas.openxmlformats.org/officeDocument/2006/relationships/diagramColors" Target="../diagrams/colors142.xml"/><Relationship Id="rId4" Type="http://schemas.openxmlformats.org/officeDocument/2006/relationships/diagramQuickStyle" Target="../diagrams/quickStyle14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3.xml"/><Relationship Id="rId2" Type="http://schemas.openxmlformats.org/officeDocument/2006/relationships/diagramData" Target="../diagrams/data14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3.xml"/><Relationship Id="rId5" Type="http://schemas.openxmlformats.org/officeDocument/2006/relationships/diagramColors" Target="../diagrams/colors143.xml"/><Relationship Id="rId4" Type="http://schemas.openxmlformats.org/officeDocument/2006/relationships/diagramQuickStyle" Target="../diagrams/quickStyle143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4.xml"/><Relationship Id="rId2" Type="http://schemas.openxmlformats.org/officeDocument/2006/relationships/diagramData" Target="../diagrams/data14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4.xml"/><Relationship Id="rId5" Type="http://schemas.openxmlformats.org/officeDocument/2006/relationships/diagramColors" Target="../diagrams/colors144.xml"/><Relationship Id="rId4" Type="http://schemas.openxmlformats.org/officeDocument/2006/relationships/diagramQuickStyle" Target="../diagrams/quickStyle144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5.xml"/><Relationship Id="rId2" Type="http://schemas.openxmlformats.org/officeDocument/2006/relationships/diagramData" Target="../diagrams/data14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5.xml"/><Relationship Id="rId5" Type="http://schemas.openxmlformats.org/officeDocument/2006/relationships/diagramColors" Target="../diagrams/colors145.xml"/><Relationship Id="rId4" Type="http://schemas.openxmlformats.org/officeDocument/2006/relationships/diagramQuickStyle" Target="../diagrams/quickStyle145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6.xml"/><Relationship Id="rId2" Type="http://schemas.openxmlformats.org/officeDocument/2006/relationships/diagramData" Target="../diagrams/data14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6.xml"/><Relationship Id="rId5" Type="http://schemas.openxmlformats.org/officeDocument/2006/relationships/diagramColors" Target="../diagrams/colors146.xml"/><Relationship Id="rId4" Type="http://schemas.openxmlformats.org/officeDocument/2006/relationships/diagramQuickStyle" Target="../diagrams/quickStyle146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7.xml"/><Relationship Id="rId2" Type="http://schemas.openxmlformats.org/officeDocument/2006/relationships/diagramData" Target="../diagrams/data14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7.xml"/><Relationship Id="rId5" Type="http://schemas.openxmlformats.org/officeDocument/2006/relationships/diagramColors" Target="../diagrams/colors147.xml"/><Relationship Id="rId4" Type="http://schemas.openxmlformats.org/officeDocument/2006/relationships/diagramQuickStyle" Target="../diagrams/quickStyle147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8.xml"/><Relationship Id="rId2" Type="http://schemas.openxmlformats.org/officeDocument/2006/relationships/diagramData" Target="../diagrams/data14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8.xml"/><Relationship Id="rId5" Type="http://schemas.openxmlformats.org/officeDocument/2006/relationships/diagramColors" Target="../diagrams/colors148.xml"/><Relationship Id="rId4" Type="http://schemas.openxmlformats.org/officeDocument/2006/relationships/diagramQuickStyle" Target="../diagrams/quickStyle148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9.xml"/><Relationship Id="rId2" Type="http://schemas.openxmlformats.org/officeDocument/2006/relationships/diagramData" Target="../diagrams/data14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9.xml"/><Relationship Id="rId5" Type="http://schemas.openxmlformats.org/officeDocument/2006/relationships/diagramColors" Target="../diagrams/colors149.xml"/><Relationship Id="rId4" Type="http://schemas.openxmlformats.org/officeDocument/2006/relationships/diagramQuickStyle" Target="../diagrams/quickStyle149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0.xml"/><Relationship Id="rId2" Type="http://schemas.openxmlformats.org/officeDocument/2006/relationships/diagramData" Target="../diagrams/data15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50.xml"/><Relationship Id="rId5" Type="http://schemas.openxmlformats.org/officeDocument/2006/relationships/diagramColors" Target="../diagrams/colors150.xml"/><Relationship Id="rId4" Type="http://schemas.openxmlformats.org/officeDocument/2006/relationships/diagramQuickStyle" Target="../diagrams/quickStyle150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1.xml"/><Relationship Id="rId2" Type="http://schemas.openxmlformats.org/officeDocument/2006/relationships/diagramData" Target="../diagrams/data15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51.xml"/><Relationship Id="rId5" Type="http://schemas.openxmlformats.org/officeDocument/2006/relationships/diagramColors" Target="../diagrams/colors151.xml"/><Relationship Id="rId4" Type="http://schemas.openxmlformats.org/officeDocument/2006/relationships/diagramQuickStyle" Target="../diagrams/quickStyle151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2.xml"/><Relationship Id="rId2" Type="http://schemas.openxmlformats.org/officeDocument/2006/relationships/diagramData" Target="../diagrams/data15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52.xml"/><Relationship Id="rId5" Type="http://schemas.openxmlformats.org/officeDocument/2006/relationships/diagramColors" Target="../diagrams/colors152.xml"/><Relationship Id="rId4" Type="http://schemas.openxmlformats.org/officeDocument/2006/relationships/diagramQuickStyle" Target="../diagrams/quickStyle1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73492-D151-5548-BF9A-9A1584C2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880FC-163A-6D46-B79B-C3E6C51977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Agenda item</a:t>
            </a:r>
          </a:p>
          <a:p>
            <a:r>
              <a:rPr lang="en-US" dirty="0"/>
              <a:t>Agenda item</a:t>
            </a:r>
          </a:p>
          <a:p>
            <a:r>
              <a:rPr lang="en-US" dirty="0"/>
              <a:t>Agenda item</a:t>
            </a:r>
          </a:p>
        </p:txBody>
      </p:sp>
    </p:spTree>
    <p:extLst>
      <p:ext uri="{BB962C8B-B14F-4D97-AF65-F5344CB8AC3E}">
        <p14:creationId xmlns:p14="http://schemas.microsoft.com/office/powerpoint/2010/main" val="261190805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9AEF-D865-0342-AB7E-7902F83D5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894962" cy="5683250"/>
          </a:xfrm>
        </p:spPr>
        <p:txBody>
          <a:bodyPr anchor="ctr">
            <a:noAutofit/>
          </a:bodyPr>
          <a:lstStyle/>
          <a:p>
            <a:r>
              <a:rPr lang="en-US" sz="2800" dirty="0"/>
              <a:t>Some agendas need more details to set the tone of the conversation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3B9F1-DC42-0949-BC92-F7DEEDE03C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tIns="0" anchor="ctr">
            <a:noAutofit/>
          </a:bodyPr>
          <a:lstStyle/>
          <a:p>
            <a:r>
              <a:rPr lang="en-US" sz="2000" dirty="0"/>
              <a:t>You might want to use a few short sentences instead of a bullet list.</a:t>
            </a:r>
          </a:p>
          <a:p>
            <a:r>
              <a:rPr lang="en-US" sz="2000" dirty="0"/>
              <a:t>This might be a summary of the topics to be covered or the goals and outcomes you hope to achieve.</a:t>
            </a:r>
          </a:p>
        </p:txBody>
      </p:sp>
    </p:spTree>
    <p:extLst>
      <p:ext uri="{BB962C8B-B14F-4D97-AF65-F5344CB8AC3E}">
        <p14:creationId xmlns:p14="http://schemas.microsoft.com/office/powerpoint/2010/main" val="105475516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7896E7-A5E8-C545-BB64-7CFF56FA3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899" y="2025650"/>
            <a:ext cx="9866313" cy="1107996"/>
          </a:xfrm>
        </p:spPr>
        <p:txBody>
          <a:bodyPr/>
          <a:lstStyle/>
          <a:p>
            <a:r>
              <a:rPr lang="en-US" dirty="0"/>
              <a:t>“Insert quote text here. This layout accommodates longer quotes very well.”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32AEEB-4F17-134C-9FBB-4C6EB5D52E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Name attribute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D029A-1B41-D442-BAA3-2EE5487E899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Job title or another attribute</a:t>
            </a:r>
          </a:p>
        </p:txBody>
      </p:sp>
    </p:spTree>
    <p:extLst>
      <p:ext uri="{BB962C8B-B14F-4D97-AF65-F5344CB8AC3E}">
        <p14:creationId xmlns:p14="http://schemas.microsoft.com/office/powerpoint/2010/main" val="45348910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163969-4A36-C344-8894-0CAB47B52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“Add quote text here”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94306E-4CC8-204E-AE00-0F5F97F126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Name attribute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D9CCA-E3BB-D94E-A88E-C152DE6A1E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Job title or another attribute</a:t>
            </a:r>
          </a:p>
        </p:txBody>
      </p:sp>
    </p:spTree>
    <p:extLst>
      <p:ext uri="{BB962C8B-B14F-4D97-AF65-F5344CB8AC3E}">
        <p14:creationId xmlns:p14="http://schemas.microsoft.com/office/powerpoint/2010/main" val="428109585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BC4800-8A1D-714F-83C1-446750CC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“Add quote text here”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1DC81C-93A4-034E-947A-4F096F3521A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Name attribute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FAF2D-4E78-D842-AB52-61E5B7FD38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Job title or another attribute</a:t>
            </a:r>
          </a:p>
        </p:txBody>
      </p:sp>
      <p:pic>
        <p:nvPicPr>
          <p:cNvPr id="7" name="Picture Placeholder 6" descr="Male and female employees having a discussion in a company common area.">
            <a:extLst>
              <a:ext uri="{FF2B5EF4-FFF2-40B4-BE49-F238E27FC236}">
                <a16:creationId xmlns:a16="http://schemas.microsoft.com/office/drawing/2014/main" id="{370446CD-7A44-8D47-A60F-38F3B4C75DC8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3"/>
          <a:srcRect l="39328" r="18336"/>
          <a:stretch/>
        </p:blipFill>
        <p:spPr>
          <a:xfrm>
            <a:off x="7835900" y="0"/>
            <a:ext cx="4356100" cy="6858000"/>
          </a:xfrm>
        </p:spPr>
      </p:pic>
    </p:spTree>
    <p:extLst>
      <p:ext uri="{BB962C8B-B14F-4D97-AF65-F5344CB8AC3E}">
        <p14:creationId xmlns:p14="http://schemas.microsoft.com/office/powerpoint/2010/main" val="324243598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BA3C-18D7-174C-BF8C-8E780DA42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78FB5C-8127-2A4A-BB31-B28FB332BB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</a:rPr>
              <a:t>Provide more context and a detailed overview of what the project goals are, what you have or hope to accomplish.</a:t>
            </a:r>
          </a:p>
          <a:p>
            <a:endParaRPr lang="en-US" dirty="0">
              <a:latin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</a:rPr>
              <a:t>This space accommodates multiple lines of text so there is enough room to give details.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ADD64D-4014-C641-91E0-50B22BB93F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$5M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ECBC0F0-D3F9-8E45-9867-0237BE4E73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78%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93AADE-2280-CF49-85AF-D09C6EF49B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324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83621D9-E69F-AC49-AAC9-F0703D0701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Financial</a:t>
            </a:r>
          </a:p>
          <a:p>
            <a:r>
              <a:rPr lang="en-US" dirty="0"/>
              <a:t>value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386B3F-CFFC-5841-B526-1ABAA5357F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Percentage</a:t>
            </a:r>
          </a:p>
          <a:p>
            <a:r>
              <a:rPr lang="en-US" dirty="0"/>
              <a:t>value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3CCF8C-E732-3245-A727-E307577D59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Additional</a:t>
            </a:r>
          </a:p>
          <a:p>
            <a:r>
              <a:rPr lang="en-US" dirty="0"/>
              <a:t>value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70D17FF-C2DE-9145-8705-7B16FFDACD3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Project goals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2369EC1-A082-CB45-AAAC-1DB1F9C7DE0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9F44D7-65A2-494B-9AAE-96A19AFC9C6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Project outcomes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82AA0DB-1DAA-1A4A-BB02-5A1EA9FA52D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9203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DD72-0DC2-A742-884D-2D8B94FE6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Twelve-week timeline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64A747A-A6A4-C047-A8C8-796B58C223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anchor="b"/>
          <a:lstStyle/>
          <a:p>
            <a:r>
              <a:rPr lang="en-US" dirty="0"/>
              <a:t>Week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7C3C5-00EE-1B47-9E4D-FEAE11478D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137143"/>
            <a:ext cx="1595438" cy="215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Kick-off project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285C99B-B33E-0A48-8938-651F8BFFFB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anchor="b"/>
          <a:lstStyle/>
          <a:p>
            <a:r>
              <a:rPr lang="en-US" dirty="0"/>
              <a:t>Week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6E9BF-B784-6842-AB6C-66623133B0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Research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0741D8C-91CF-2148-92B9-D6B4F4E840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anchor="b"/>
          <a:lstStyle/>
          <a:p>
            <a:r>
              <a:rPr lang="en-US" dirty="0"/>
              <a:t>Week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61B5A5-F2C5-6545-8A20-CECD91B971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56100" y="2137143"/>
            <a:ext cx="1603375" cy="215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Build personas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CAAD9F6-8FA7-9444-89CB-A15488C5FF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anchor="b"/>
          <a:lstStyle/>
          <a:p>
            <a:r>
              <a:rPr lang="en-US" dirty="0"/>
              <a:t>Week 4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7F1248-773F-664C-85DC-DA366CCDDF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0463" y="2137143"/>
            <a:ext cx="1597025" cy="215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Define journey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D5828CF-5E30-CC40-8BAE-29DE4BE061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anchor="b"/>
          <a:lstStyle/>
          <a:p>
            <a:r>
              <a:rPr lang="en-US" dirty="0"/>
              <a:t>Week 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91AC12-3176-2D43-A4C2-4144B22D9B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8000" y="2137143"/>
            <a:ext cx="1592263" cy="215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Design exploration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65AA73F-8C5A-4D46-891C-4D437FF975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anchor="b"/>
          <a:lstStyle/>
          <a:p>
            <a:r>
              <a:rPr lang="en-US" dirty="0"/>
              <a:t>Week 6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068DC5-1FB5-F84C-BABD-DFE2A51293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13950" y="2137143"/>
            <a:ext cx="1595438" cy="215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Design revisions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39027C9-90FC-E14A-8DEE-78E028721A1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anchor="b"/>
          <a:lstStyle/>
          <a:p>
            <a:r>
              <a:rPr lang="en-US" dirty="0"/>
              <a:t>Week 7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0AE042-34F1-364B-A519-476E6E84275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509120"/>
            <a:ext cx="1595438" cy="215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Build prototype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4B07FEE-FC3E-8E4C-B1D2-22748708729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anchor="b"/>
          <a:lstStyle/>
          <a:p>
            <a:r>
              <a:rPr lang="en-US" dirty="0"/>
              <a:t>Week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5F4B88-D7DC-D74D-B9C3-2E9133BB3A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70150" y="4509120"/>
            <a:ext cx="1595438" cy="215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User testing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47F27C6-E869-4B48-BE0C-B19D8495B2B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 anchor="b"/>
          <a:lstStyle/>
          <a:p>
            <a:r>
              <a:rPr lang="en-US" dirty="0"/>
              <a:t>Week 9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C04F3B-AB65-8645-BDCF-D2600CA62DE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Revise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C146D03-B57C-A045-8016-F563D18B3DC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anchor="b"/>
          <a:lstStyle/>
          <a:p>
            <a:r>
              <a:rPr lang="en-US" dirty="0"/>
              <a:t>Week 10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E7D28C-F7C2-8F49-B0DA-CEDCE8E3BA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Development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195EABF-0A15-9948-A259-D6DEDC1BE70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anchor="b"/>
          <a:lstStyle/>
          <a:p>
            <a:r>
              <a:rPr lang="en-US" dirty="0"/>
              <a:t>Week 11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C73D195-B110-334F-A8EE-2FA4DD6113C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Debug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9447F13-D3A7-E849-BDA6-70706471C29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anchor="b"/>
          <a:lstStyle/>
          <a:p>
            <a:r>
              <a:rPr lang="en-US" dirty="0"/>
              <a:t>Week 12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FC2E4F1-0EB6-774C-9B2B-9C9936892B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Launch</a:t>
            </a:r>
          </a:p>
        </p:txBody>
      </p:sp>
    </p:spTree>
    <p:extLst>
      <p:ext uri="{BB962C8B-B14F-4D97-AF65-F5344CB8AC3E}">
        <p14:creationId xmlns:p14="http://schemas.microsoft.com/office/powerpoint/2010/main" val="165722768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DD72-0DC2-A742-884D-2D8B94FE6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Twelve-week timeline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64A747A-A6A4-C047-A8C8-796B58C223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anchor="b"/>
          <a:lstStyle/>
          <a:p>
            <a:r>
              <a:rPr lang="en-US" dirty="0"/>
              <a:t>Oct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7C3C5-00EE-1B47-9E4D-FEAE11478D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137143"/>
            <a:ext cx="1595438" cy="215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Kick-off project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285C99B-B33E-0A48-8938-651F8BFFFB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anchor="b"/>
          <a:lstStyle/>
          <a:p>
            <a:r>
              <a:rPr lang="en-US" dirty="0"/>
              <a:t>Oct 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6E9BF-B784-6842-AB6C-66623133B0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Research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0741D8C-91CF-2148-92B9-D6B4F4E840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anchor="b"/>
          <a:lstStyle/>
          <a:p>
            <a:r>
              <a:rPr lang="en-US" dirty="0"/>
              <a:t>Oct 15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61B5A5-F2C5-6545-8A20-CECD91B971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56100" y="2137143"/>
            <a:ext cx="1603375" cy="215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Build personas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CAAD9F6-8FA7-9444-89CB-A15488C5FF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anchor="b"/>
          <a:lstStyle/>
          <a:p>
            <a:r>
              <a:rPr lang="en-US" dirty="0"/>
              <a:t>Oct 22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7F1248-773F-664C-85DC-DA366CCDDF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0463" y="2137143"/>
            <a:ext cx="1597025" cy="215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Define journey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D5828CF-5E30-CC40-8BAE-29DE4BE061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anchor="b"/>
          <a:lstStyle/>
          <a:p>
            <a:r>
              <a:rPr lang="en-US" dirty="0"/>
              <a:t>Oct 29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91AC12-3176-2D43-A4C2-4144B22D9B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8000" y="2137143"/>
            <a:ext cx="1592263" cy="215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Design exploration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65AA73F-8C5A-4D46-891C-4D437FF975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anchor="b"/>
          <a:lstStyle/>
          <a:p>
            <a:r>
              <a:rPr lang="en-US" dirty="0"/>
              <a:t>Nov 5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068DC5-1FB5-F84C-BABD-DFE2A51293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13950" y="2137143"/>
            <a:ext cx="1595438" cy="215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Design revisions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39027C9-90FC-E14A-8DEE-78E028721A1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anchor="b"/>
          <a:lstStyle/>
          <a:p>
            <a:r>
              <a:rPr lang="en-US" dirty="0"/>
              <a:t>Nov 12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0AE042-34F1-364B-A519-476E6E84275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509120"/>
            <a:ext cx="1595438" cy="215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Build prototype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4B07FEE-FC3E-8E4C-B1D2-22748708729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anchor="b"/>
          <a:lstStyle/>
          <a:p>
            <a:r>
              <a:rPr lang="en-US" dirty="0"/>
              <a:t>Nov 19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5F4B88-D7DC-D74D-B9C3-2E9133BB3A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70150" y="4509120"/>
            <a:ext cx="1595438" cy="215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User testing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47F27C6-E869-4B48-BE0C-B19D8495B2B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 anchor="b"/>
          <a:lstStyle/>
          <a:p>
            <a:r>
              <a:rPr lang="en-US" dirty="0"/>
              <a:t>Nov 26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C04F3B-AB65-8645-BDCF-D2600CA62DE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Revise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C146D03-B57C-A045-8016-F563D18B3DC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anchor="b"/>
          <a:lstStyle/>
          <a:p>
            <a:r>
              <a:rPr lang="en-US" dirty="0"/>
              <a:t>Dec 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E7D28C-F7C2-8F49-B0DA-CEDCE8E3BA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Development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195EABF-0A15-9948-A259-D6DEDC1BE70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anchor="b"/>
          <a:lstStyle/>
          <a:p>
            <a:r>
              <a:rPr lang="en-US" dirty="0"/>
              <a:t>Dec 12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C73D195-B110-334F-A8EE-2FA4DD6113C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Debug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9447F13-D3A7-E849-BDA6-70706471C29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anchor="b"/>
          <a:lstStyle/>
          <a:p>
            <a:r>
              <a:rPr lang="en-US" dirty="0"/>
              <a:t>Dec 19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FC2E4F1-0EB6-774C-9B2B-9C9936892B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Launch</a:t>
            </a:r>
          </a:p>
        </p:txBody>
      </p:sp>
    </p:spTree>
    <p:extLst>
      <p:ext uri="{BB962C8B-B14F-4D97-AF65-F5344CB8AC3E}">
        <p14:creationId xmlns:p14="http://schemas.microsoft.com/office/powerpoint/2010/main" val="31007353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3A58-8F02-754C-AD45-813629569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timeline</a:t>
            </a:r>
          </a:p>
        </p:txBody>
      </p:sp>
      <p:grpSp>
        <p:nvGrpSpPr>
          <p:cNvPr id="18" name="Group 17" descr="Week 1 - 6 timeline markers">
            <a:extLst>
              <a:ext uri="{FF2B5EF4-FFF2-40B4-BE49-F238E27FC236}">
                <a16:creationId xmlns:a16="http://schemas.microsoft.com/office/drawing/2014/main" id="{EA954E8D-98CD-6246-99EB-4D1D949F450D}"/>
              </a:ext>
            </a:extLst>
          </p:cNvPr>
          <p:cNvGrpSpPr/>
          <p:nvPr/>
        </p:nvGrpSpPr>
        <p:grpSpPr>
          <a:xfrm>
            <a:off x="584201" y="4008001"/>
            <a:ext cx="11025187" cy="215444"/>
            <a:chOff x="584201" y="3111137"/>
            <a:chExt cx="11025187" cy="215444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9113B40-63CA-4C40-BDA2-9A23C30C4227}"/>
                </a:ext>
              </a:extLst>
            </p:cNvPr>
            <p:cNvCxnSpPr>
              <a:cxnSpLocks/>
            </p:cNvCxnSpPr>
            <p:nvPr/>
          </p:nvCxnSpPr>
          <p:spPr>
            <a:xfrm>
              <a:off x="1236663" y="3227832"/>
              <a:ext cx="10372725" cy="0"/>
            </a:xfrm>
            <a:prstGeom prst="line">
              <a:avLst/>
            </a:prstGeom>
            <a:ln w="25400" cap="rnd">
              <a:solidFill>
                <a:schemeClr val="tx2"/>
              </a:solidFill>
              <a:prstDash val="sysDot"/>
              <a:headEnd type="none" w="lg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0D5B203-2539-9645-B159-329345F67A01}"/>
                </a:ext>
              </a:extLst>
            </p:cNvPr>
            <p:cNvSpPr txBox="1"/>
            <p:nvPr/>
          </p:nvSpPr>
          <p:spPr>
            <a:xfrm>
              <a:off x="584201" y="3111137"/>
              <a:ext cx="652462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1"/>
                  </a:solidFill>
                  <a:latin typeface="+mj-lt"/>
                </a:rPr>
                <a:t>Week 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4E90D32-580A-964E-9F9C-EB87D5D09666}"/>
                </a:ext>
              </a:extLst>
            </p:cNvPr>
            <p:cNvSpPr txBox="1"/>
            <p:nvPr/>
          </p:nvSpPr>
          <p:spPr>
            <a:xfrm>
              <a:off x="2470151" y="3111137"/>
              <a:ext cx="652462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1"/>
                  </a:solidFill>
                  <a:latin typeface="+mj-lt"/>
                </a:rPr>
                <a:t>Week 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6A592E2-1210-464E-9B52-1762CFC3CEEE}"/>
                </a:ext>
              </a:extLst>
            </p:cNvPr>
            <p:cNvSpPr txBox="1"/>
            <p:nvPr/>
          </p:nvSpPr>
          <p:spPr>
            <a:xfrm>
              <a:off x="4356100" y="3111137"/>
              <a:ext cx="652464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1"/>
                  </a:solidFill>
                  <a:latin typeface="+mj-lt"/>
                </a:rPr>
                <a:t>Week 3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03F3D6D-E20B-CA41-81EE-A5FDCD9FB531}"/>
                </a:ext>
              </a:extLst>
            </p:cNvPr>
            <p:cNvSpPr txBox="1"/>
            <p:nvPr/>
          </p:nvSpPr>
          <p:spPr>
            <a:xfrm>
              <a:off x="6242050" y="3111137"/>
              <a:ext cx="652464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1"/>
                  </a:solidFill>
                  <a:latin typeface="+mj-lt"/>
                </a:rPr>
                <a:t>Week 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18D5306-F956-5347-A5BE-CB97ABB7F6F7}"/>
                </a:ext>
              </a:extLst>
            </p:cNvPr>
            <p:cNvSpPr txBox="1"/>
            <p:nvPr/>
          </p:nvSpPr>
          <p:spPr>
            <a:xfrm>
              <a:off x="8124824" y="3111137"/>
              <a:ext cx="652464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1"/>
                  </a:solidFill>
                  <a:latin typeface="+mj-lt"/>
                </a:rPr>
                <a:t>Week 5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2730B2-0289-DE42-B598-BB8F9A4032C3}"/>
                </a:ext>
              </a:extLst>
            </p:cNvPr>
            <p:cNvSpPr txBox="1"/>
            <p:nvPr/>
          </p:nvSpPr>
          <p:spPr>
            <a:xfrm>
              <a:off x="10010774" y="3111137"/>
              <a:ext cx="652464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1"/>
                  </a:solidFill>
                  <a:latin typeface="+mj-lt"/>
                </a:rPr>
                <a:t>Week 6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465F5B4-F20C-4841-8DBF-8F134BE149C0}"/>
              </a:ext>
            </a:extLst>
          </p:cNvPr>
          <p:cNvSpPr txBox="1"/>
          <p:nvPr/>
        </p:nvSpPr>
        <p:spPr>
          <a:xfrm>
            <a:off x="584200" y="2304841"/>
            <a:ext cx="1595438" cy="1571842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spAutoFit/>
          </a:bodyPr>
          <a:lstStyle/>
          <a:p>
            <a:r>
              <a:rPr lang="en-US" sz="1200" b="1" dirty="0"/>
              <a:t>Title</a:t>
            </a:r>
          </a:p>
          <a:p>
            <a:r>
              <a:rPr lang="en-US" sz="1200" dirty="0">
                <a:solidFill>
                  <a:schemeClr val="accent6"/>
                </a:solidFill>
              </a:rPr>
              <a:t>Lorem ipsum dolor sit </a:t>
            </a:r>
            <a:r>
              <a:rPr lang="en-US" sz="1200" dirty="0" err="1">
                <a:solidFill>
                  <a:schemeClr val="accent6"/>
                </a:solidFill>
              </a:rPr>
              <a:t>amet</a:t>
            </a:r>
            <a:r>
              <a:rPr lang="en-US" sz="1200" dirty="0">
                <a:solidFill>
                  <a:schemeClr val="accent6"/>
                </a:solidFill>
              </a:rPr>
              <a:t>, </a:t>
            </a:r>
            <a:r>
              <a:rPr lang="en-US" sz="1200" dirty="0" err="1">
                <a:solidFill>
                  <a:schemeClr val="accent6"/>
                </a:solidFill>
              </a:rPr>
              <a:t>consectetur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adipiscing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elit</a:t>
            </a:r>
            <a:r>
              <a:rPr lang="en-US" sz="1200" dirty="0">
                <a:solidFill>
                  <a:schemeClr val="accent6"/>
                </a:solidFill>
              </a:rPr>
              <a:t>, sed do </a:t>
            </a:r>
            <a:r>
              <a:rPr lang="en-US" sz="1200" dirty="0" err="1">
                <a:solidFill>
                  <a:schemeClr val="accent6"/>
                </a:solidFill>
              </a:rPr>
              <a:t>eiusmod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tempor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incididunt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ut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labore</a:t>
            </a:r>
            <a:r>
              <a:rPr lang="en-US" sz="1200" dirty="0">
                <a:solidFill>
                  <a:schemeClr val="accent6"/>
                </a:solidFill>
              </a:rPr>
              <a:t> et dolore magna </a:t>
            </a:r>
            <a:r>
              <a:rPr lang="en-US" sz="1200" dirty="0" err="1">
                <a:solidFill>
                  <a:schemeClr val="accent6"/>
                </a:solidFill>
              </a:rPr>
              <a:t>aliqua</a:t>
            </a:r>
            <a:r>
              <a:rPr lang="en-US" sz="1200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B09994-0C2A-164C-8452-1AF32118D08B}"/>
              </a:ext>
            </a:extLst>
          </p:cNvPr>
          <p:cNvSpPr txBox="1"/>
          <p:nvPr/>
        </p:nvSpPr>
        <p:spPr>
          <a:xfrm>
            <a:off x="584200" y="4379777"/>
            <a:ext cx="1595438" cy="1017844"/>
          </a:xfrm>
          <a:prstGeom prst="rect">
            <a:avLst/>
          </a:prstGeom>
          <a:noFill/>
        </p:spPr>
        <p:txBody>
          <a:bodyPr wrap="square" lIns="90000" tIns="46800" rIns="90000" bIns="4680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Goal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Outcome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Deliverable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Review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9993B3-A3E7-2747-A435-387CD48F3366}"/>
              </a:ext>
            </a:extLst>
          </p:cNvPr>
          <p:cNvSpPr txBox="1"/>
          <p:nvPr/>
        </p:nvSpPr>
        <p:spPr>
          <a:xfrm>
            <a:off x="2470150" y="2489507"/>
            <a:ext cx="1595438" cy="1387176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spAutoFit/>
          </a:bodyPr>
          <a:lstStyle/>
          <a:p>
            <a:r>
              <a:rPr lang="en-US" sz="1200" b="1" dirty="0"/>
              <a:t>Title</a:t>
            </a:r>
            <a:r>
              <a:rPr lang="en-US" sz="1200" b="1" dirty="0">
                <a:solidFill>
                  <a:schemeClr val="accent6"/>
                </a:solidFill>
              </a:rPr>
              <a:t> </a:t>
            </a:r>
          </a:p>
          <a:p>
            <a:r>
              <a:rPr lang="en-US" sz="1200" dirty="0">
                <a:solidFill>
                  <a:schemeClr val="accent6"/>
                </a:solidFill>
              </a:rPr>
              <a:t>Ut </a:t>
            </a:r>
            <a:r>
              <a:rPr lang="en-US" sz="1200" dirty="0" err="1">
                <a:solidFill>
                  <a:schemeClr val="accent6"/>
                </a:solidFill>
              </a:rPr>
              <a:t>enim</a:t>
            </a:r>
            <a:r>
              <a:rPr lang="en-US" sz="1200" dirty="0">
                <a:solidFill>
                  <a:schemeClr val="accent6"/>
                </a:solidFill>
              </a:rPr>
              <a:t> ad minim </a:t>
            </a:r>
            <a:r>
              <a:rPr lang="en-US" sz="1200" dirty="0" err="1">
                <a:solidFill>
                  <a:schemeClr val="accent6"/>
                </a:solidFill>
              </a:rPr>
              <a:t>veniam</a:t>
            </a:r>
            <a:r>
              <a:rPr lang="en-US" sz="1200" dirty="0">
                <a:solidFill>
                  <a:schemeClr val="accent6"/>
                </a:solidFill>
              </a:rPr>
              <a:t>, </a:t>
            </a:r>
            <a:r>
              <a:rPr lang="en-US" sz="1200" dirty="0" err="1">
                <a:solidFill>
                  <a:schemeClr val="accent6"/>
                </a:solidFill>
              </a:rPr>
              <a:t>quis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nostrud</a:t>
            </a:r>
            <a:r>
              <a:rPr lang="en-US" sz="1200" dirty="0">
                <a:solidFill>
                  <a:schemeClr val="accent6"/>
                </a:solidFill>
              </a:rPr>
              <a:t> exercitation </a:t>
            </a:r>
            <a:r>
              <a:rPr lang="en-US" sz="1200" dirty="0" err="1">
                <a:solidFill>
                  <a:schemeClr val="accent6"/>
                </a:solidFill>
              </a:rPr>
              <a:t>ullamco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laboris</a:t>
            </a:r>
            <a:r>
              <a:rPr lang="en-US" sz="1200" dirty="0">
                <a:solidFill>
                  <a:schemeClr val="accent6"/>
                </a:solidFill>
              </a:rPr>
              <a:t> nisi </a:t>
            </a:r>
            <a:r>
              <a:rPr lang="en-US" sz="1200" dirty="0" err="1">
                <a:solidFill>
                  <a:schemeClr val="accent6"/>
                </a:solidFill>
              </a:rPr>
              <a:t>ut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aliquip</a:t>
            </a:r>
            <a:r>
              <a:rPr lang="en-US" sz="1200" dirty="0">
                <a:solidFill>
                  <a:schemeClr val="accent6"/>
                </a:solidFill>
              </a:rPr>
              <a:t> ex </a:t>
            </a:r>
            <a:r>
              <a:rPr lang="en-US" sz="1200" dirty="0" err="1">
                <a:solidFill>
                  <a:schemeClr val="accent6"/>
                </a:solidFill>
              </a:rPr>
              <a:t>ea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commodo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consequat</a:t>
            </a:r>
            <a:r>
              <a:rPr lang="en-US" sz="1200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1E857A-7E50-2847-BEC0-C0B8460560E4}"/>
              </a:ext>
            </a:extLst>
          </p:cNvPr>
          <p:cNvSpPr txBox="1"/>
          <p:nvPr/>
        </p:nvSpPr>
        <p:spPr>
          <a:xfrm>
            <a:off x="2470150" y="4379777"/>
            <a:ext cx="1595438" cy="1017844"/>
          </a:xfrm>
          <a:prstGeom prst="rect">
            <a:avLst/>
          </a:prstGeom>
          <a:noFill/>
        </p:spPr>
        <p:txBody>
          <a:bodyPr wrap="square" lIns="90000" tIns="46800" rIns="90000" bIns="4680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Goal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Outcome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Deliverable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Review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0EB670-58F7-E648-BE3A-EB22B824217A}"/>
              </a:ext>
            </a:extLst>
          </p:cNvPr>
          <p:cNvSpPr txBox="1"/>
          <p:nvPr/>
        </p:nvSpPr>
        <p:spPr>
          <a:xfrm>
            <a:off x="4356100" y="1935510"/>
            <a:ext cx="1595438" cy="1941173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spAutoFit/>
          </a:bodyPr>
          <a:lstStyle/>
          <a:p>
            <a:r>
              <a:rPr lang="en-US" sz="1200" b="1" dirty="0"/>
              <a:t>Title</a:t>
            </a:r>
            <a:r>
              <a:rPr lang="en-US" sz="1200" b="1" dirty="0">
                <a:solidFill>
                  <a:schemeClr val="accent6"/>
                </a:solidFill>
              </a:rPr>
              <a:t> </a:t>
            </a:r>
          </a:p>
          <a:p>
            <a:r>
              <a:rPr lang="en-US" sz="1200" dirty="0">
                <a:solidFill>
                  <a:schemeClr val="accent6"/>
                </a:solidFill>
              </a:rPr>
              <a:t>Sed </a:t>
            </a:r>
            <a:r>
              <a:rPr lang="en-US" sz="1200" dirty="0" err="1">
                <a:solidFill>
                  <a:schemeClr val="accent6"/>
                </a:solidFill>
              </a:rPr>
              <a:t>ut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perspiciatis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unde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omnis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iste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natus</a:t>
            </a:r>
            <a:r>
              <a:rPr lang="en-US" sz="1200" dirty="0">
                <a:solidFill>
                  <a:schemeClr val="accent6"/>
                </a:solidFill>
              </a:rPr>
              <a:t> error sit </a:t>
            </a:r>
            <a:r>
              <a:rPr lang="en-US" sz="1200" dirty="0" err="1">
                <a:solidFill>
                  <a:schemeClr val="accent6"/>
                </a:solidFill>
              </a:rPr>
              <a:t>voluptatem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accusantium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doloremque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laudantium</a:t>
            </a:r>
            <a:r>
              <a:rPr lang="en-US" sz="1200" dirty="0">
                <a:solidFill>
                  <a:schemeClr val="accent6"/>
                </a:solidFill>
              </a:rPr>
              <a:t>, </a:t>
            </a:r>
            <a:r>
              <a:rPr lang="en-US" sz="1200" dirty="0" err="1">
                <a:solidFill>
                  <a:schemeClr val="accent6"/>
                </a:solidFill>
              </a:rPr>
              <a:t>totam</a:t>
            </a:r>
            <a:r>
              <a:rPr lang="en-US" sz="1200" dirty="0">
                <a:solidFill>
                  <a:schemeClr val="accent6"/>
                </a:solidFill>
              </a:rPr>
              <a:t> rem </a:t>
            </a:r>
            <a:r>
              <a:rPr lang="en-US" sz="1200" dirty="0" err="1">
                <a:solidFill>
                  <a:schemeClr val="accent6"/>
                </a:solidFill>
              </a:rPr>
              <a:t>aperiam</a:t>
            </a:r>
            <a:r>
              <a:rPr lang="en-US" sz="1200" dirty="0">
                <a:solidFill>
                  <a:schemeClr val="accent6"/>
                </a:solidFill>
              </a:rPr>
              <a:t>, </a:t>
            </a:r>
            <a:r>
              <a:rPr lang="en-US" sz="1200" dirty="0" err="1">
                <a:solidFill>
                  <a:schemeClr val="accent6"/>
                </a:solidFill>
              </a:rPr>
              <a:t>eaque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ipsa</a:t>
            </a:r>
            <a:r>
              <a:rPr lang="en-US" sz="1200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4D38CC-40C8-214D-A988-3F594DFBD905}"/>
              </a:ext>
            </a:extLst>
          </p:cNvPr>
          <p:cNvSpPr txBox="1"/>
          <p:nvPr/>
        </p:nvSpPr>
        <p:spPr>
          <a:xfrm>
            <a:off x="4354066" y="4379777"/>
            <a:ext cx="1595438" cy="1017844"/>
          </a:xfrm>
          <a:prstGeom prst="rect">
            <a:avLst/>
          </a:prstGeom>
          <a:noFill/>
        </p:spPr>
        <p:txBody>
          <a:bodyPr wrap="square" lIns="90000" tIns="46800" rIns="90000" bIns="4680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Goal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Outcome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Deliverable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9DE629-D73D-B544-8F72-5C01D81B0383}"/>
              </a:ext>
            </a:extLst>
          </p:cNvPr>
          <p:cNvSpPr txBox="1"/>
          <p:nvPr/>
        </p:nvSpPr>
        <p:spPr>
          <a:xfrm>
            <a:off x="6240016" y="1935510"/>
            <a:ext cx="1595438" cy="1941173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spAutoFit/>
          </a:bodyPr>
          <a:lstStyle/>
          <a:p>
            <a:r>
              <a:rPr lang="en-US" sz="1200" b="1" dirty="0"/>
              <a:t>Title</a:t>
            </a:r>
            <a:r>
              <a:rPr lang="en-US" sz="1200" b="1" dirty="0">
                <a:solidFill>
                  <a:schemeClr val="accent6"/>
                </a:solidFill>
              </a:rPr>
              <a:t> </a:t>
            </a:r>
          </a:p>
          <a:p>
            <a:r>
              <a:rPr lang="en-US" sz="1200" dirty="0">
                <a:solidFill>
                  <a:schemeClr val="accent6"/>
                </a:solidFill>
              </a:rPr>
              <a:t>Nemo </a:t>
            </a:r>
            <a:r>
              <a:rPr lang="en-US" sz="1200" dirty="0" err="1">
                <a:solidFill>
                  <a:schemeClr val="accent6"/>
                </a:solidFill>
              </a:rPr>
              <a:t>enim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ipsam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voluptatem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quia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voluptas</a:t>
            </a:r>
            <a:r>
              <a:rPr lang="en-US" sz="1200" dirty="0">
                <a:solidFill>
                  <a:schemeClr val="accent6"/>
                </a:solidFill>
              </a:rPr>
              <a:t> sit </a:t>
            </a:r>
            <a:r>
              <a:rPr lang="en-US" sz="1200" dirty="0" err="1">
                <a:solidFill>
                  <a:schemeClr val="accent6"/>
                </a:solidFill>
              </a:rPr>
              <a:t>aspernatur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aut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odit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aut</a:t>
            </a:r>
            <a:r>
              <a:rPr lang="en-US" sz="1200" dirty="0">
                <a:solidFill>
                  <a:schemeClr val="accent6"/>
                </a:solidFill>
              </a:rPr>
              <a:t> fugit, sed </a:t>
            </a:r>
            <a:r>
              <a:rPr lang="en-US" sz="1200" dirty="0" err="1">
                <a:solidFill>
                  <a:schemeClr val="accent6"/>
                </a:solidFill>
              </a:rPr>
              <a:t>quia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consequuntur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magni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dolores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eos</a:t>
            </a:r>
            <a:r>
              <a:rPr lang="en-US" sz="1200" dirty="0">
                <a:solidFill>
                  <a:schemeClr val="accent6"/>
                </a:solidFill>
              </a:rPr>
              <a:t> qui </a:t>
            </a:r>
            <a:r>
              <a:rPr lang="en-US" sz="1200" dirty="0" err="1">
                <a:solidFill>
                  <a:schemeClr val="accent6"/>
                </a:solidFill>
              </a:rPr>
              <a:t>ratione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voluptatem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sequi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nesciunt</a:t>
            </a:r>
            <a:r>
              <a:rPr lang="en-US" sz="1200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1CFB90-B31B-D247-8D37-E2B6A93563A1}"/>
              </a:ext>
            </a:extLst>
          </p:cNvPr>
          <p:cNvSpPr txBox="1"/>
          <p:nvPr/>
        </p:nvSpPr>
        <p:spPr>
          <a:xfrm>
            <a:off x="6240016" y="4379777"/>
            <a:ext cx="1595438" cy="1017844"/>
          </a:xfrm>
          <a:prstGeom prst="rect">
            <a:avLst/>
          </a:prstGeom>
          <a:noFill/>
        </p:spPr>
        <p:txBody>
          <a:bodyPr wrap="square" lIns="90000" tIns="46800" rIns="90000" bIns="4680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Goal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Outcome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Deliverable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Review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064EAA-223F-7540-8C43-86099A823A94}"/>
              </a:ext>
            </a:extLst>
          </p:cNvPr>
          <p:cNvSpPr txBox="1"/>
          <p:nvPr/>
        </p:nvSpPr>
        <p:spPr>
          <a:xfrm>
            <a:off x="8129926" y="2674173"/>
            <a:ext cx="1595438" cy="1202510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spAutoFit/>
          </a:bodyPr>
          <a:lstStyle/>
          <a:p>
            <a:r>
              <a:rPr lang="en-US" sz="1200" b="1" dirty="0"/>
              <a:t>Title</a:t>
            </a:r>
            <a:r>
              <a:rPr lang="en-US" sz="1200" b="1" dirty="0">
                <a:solidFill>
                  <a:schemeClr val="accent6"/>
                </a:solidFill>
              </a:rPr>
              <a:t> </a:t>
            </a:r>
          </a:p>
          <a:p>
            <a:r>
              <a:rPr lang="en-US" sz="1200" dirty="0">
                <a:solidFill>
                  <a:schemeClr val="accent6"/>
                </a:solidFill>
              </a:rPr>
              <a:t>Duis </a:t>
            </a:r>
            <a:r>
              <a:rPr lang="en-US" sz="1200" dirty="0" err="1">
                <a:solidFill>
                  <a:schemeClr val="accent6"/>
                </a:solidFill>
              </a:rPr>
              <a:t>aute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irure</a:t>
            </a:r>
            <a:r>
              <a:rPr lang="en-US" sz="1200" dirty="0">
                <a:solidFill>
                  <a:schemeClr val="accent6"/>
                </a:solidFill>
              </a:rPr>
              <a:t> dolor in </a:t>
            </a:r>
            <a:r>
              <a:rPr lang="en-US" sz="1200" dirty="0" err="1">
                <a:solidFill>
                  <a:schemeClr val="accent6"/>
                </a:solidFill>
              </a:rPr>
              <a:t>reprehenderit</a:t>
            </a:r>
            <a:r>
              <a:rPr lang="en-US" sz="1200" dirty="0">
                <a:solidFill>
                  <a:schemeClr val="accent6"/>
                </a:solidFill>
              </a:rPr>
              <a:t> in </a:t>
            </a:r>
            <a:r>
              <a:rPr lang="en-US" sz="1200" dirty="0" err="1">
                <a:solidFill>
                  <a:schemeClr val="accent6"/>
                </a:solidFill>
              </a:rPr>
              <a:t>voluptate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velit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esse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cillum</a:t>
            </a:r>
            <a:r>
              <a:rPr lang="en-US" sz="1200" dirty="0">
                <a:solidFill>
                  <a:schemeClr val="accent6"/>
                </a:solidFill>
              </a:rPr>
              <a:t> dolore </a:t>
            </a:r>
            <a:r>
              <a:rPr lang="en-US" sz="1200" dirty="0" err="1">
                <a:solidFill>
                  <a:schemeClr val="accent6"/>
                </a:solidFill>
              </a:rPr>
              <a:t>eu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fugiat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nulla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pariatur</a:t>
            </a:r>
            <a:r>
              <a:rPr lang="en-US" sz="1200" dirty="0">
                <a:solidFill>
                  <a:schemeClr val="accent6"/>
                </a:solidFill>
              </a:rPr>
              <a:t>.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1E37A6-7222-CA4A-A77C-8B18DDED8724}"/>
              </a:ext>
            </a:extLst>
          </p:cNvPr>
          <p:cNvSpPr txBox="1"/>
          <p:nvPr/>
        </p:nvSpPr>
        <p:spPr>
          <a:xfrm>
            <a:off x="8124825" y="4379777"/>
            <a:ext cx="1595438" cy="1017844"/>
          </a:xfrm>
          <a:prstGeom prst="rect">
            <a:avLst/>
          </a:prstGeom>
          <a:noFill/>
        </p:spPr>
        <p:txBody>
          <a:bodyPr wrap="square" lIns="90000" tIns="46800" rIns="90000" bIns="4680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Goal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Outcome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Deliverable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Review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208227-2109-C148-828F-47D3B6AC9785}"/>
              </a:ext>
            </a:extLst>
          </p:cNvPr>
          <p:cNvSpPr txBox="1"/>
          <p:nvPr/>
        </p:nvSpPr>
        <p:spPr>
          <a:xfrm>
            <a:off x="10013950" y="2489507"/>
            <a:ext cx="1595438" cy="1387176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spAutoFit/>
          </a:bodyPr>
          <a:lstStyle/>
          <a:p>
            <a:r>
              <a:rPr lang="en-US" sz="1200" b="1" dirty="0"/>
              <a:t>Title</a:t>
            </a:r>
            <a:r>
              <a:rPr lang="en-US" sz="1200" b="1" dirty="0">
                <a:solidFill>
                  <a:schemeClr val="accent6"/>
                </a:solidFill>
              </a:rPr>
              <a:t> </a:t>
            </a:r>
          </a:p>
          <a:p>
            <a:r>
              <a:rPr lang="en-US" sz="1200" dirty="0" err="1">
                <a:solidFill>
                  <a:schemeClr val="accent6"/>
                </a:solidFill>
              </a:rPr>
              <a:t>Excepteur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sint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occaecat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cupidatat</a:t>
            </a:r>
            <a:r>
              <a:rPr lang="en-US" sz="1200" dirty="0">
                <a:solidFill>
                  <a:schemeClr val="accent6"/>
                </a:solidFill>
              </a:rPr>
              <a:t> non </a:t>
            </a:r>
            <a:r>
              <a:rPr lang="en-US" sz="1200" dirty="0" err="1">
                <a:solidFill>
                  <a:schemeClr val="accent6"/>
                </a:solidFill>
              </a:rPr>
              <a:t>proident</a:t>
            </a:r>
            <a:r>
              <a:rPr lang="en-US" sz="1200" dirty="0">
                <a:solidFill>
                  <a:schemeClr val="accent6"/>
                </a:solidFill>
              </a:rPr>
              <a:t>, sunt in culpa qui </a:t>
            </a:r>
            <a:r>
              <a:rPr lang="en-US" sz="1200" dirty="0" err="1">
                <a:solidFill>
                  <a:schemeClr val="accent6"/>
                </a:solidFill>
              </a:rPr>
              <a:t>officia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deserunt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mollit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anim</a:t>
            </a:r>
            <a:r>
              <a:rPr lang="en-US" sz="1200" dirty="0">
                <a:solidFill>
                  <a:schemeClr val="accent6"/>
                </a:solidFill>
              </a:rPr>
              <a:t> id </a:t>
            </a:r>
            <a:r>
              <a:rPr lang="en-US" sz="1200" dirty="0" err="1">
                <a:solidFill>
                  <a:schemeClr val="accent6"/>
                </a:solidFill>
              </a:rPr>
              <a:t>est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laborum</a:t>
            </a:r>
            <a:r>
              <a:rPr lang="en-US" sz="1200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398CF3-F096-EE49-9E26-18F05B7622F1}"/>
              </a:ext>
            </a:extLst>
          </p:cNvPr>
          <p:cNvSpPr txBox="1"/>
          <p:nvPr/>
        </p:nvSpPr>
        <p:spPr>
          <a:xfrm>
            <a:off x="10010775" y="4379777"/>
            <a:ext cx="1595438" cy="1017844"/>
          </a:xfrm>
          <a:prstGeom prst="rect">
            <a:avLst/>
          </a:prstGeom>
          <a:noFill/>
        </p:spPr>
        <p:txBody>
          <a:bodyPr wrap="square" lIns="90000" tIns="46800" rIns="90000" bIns="4680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Goal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Outcome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Deliverable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46233495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3A58-8F02-754C-AD45-813629569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timeline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9113B40-63CA-4C40-BDA2-9A23C30C4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" y="3897146"/>
            <a:ext cx="10694988" cy="0"/>
          </a:xfrm>
          <a:prstGeom prst="line">
            <a:avLst/>
          </a:prstGeom>
          <a:ln w="25400" cap="rnd">
            <a:solidFill>
              <a:schemeClr val="tx2"/>
            </a:solidFill>
            <a:prstDash val="sysDot"/>
            <a:headEnd type="none" w="med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0D5B203-2539-9645-B159-329345F67A01}"/>
              </a:ext>
            </a:extLst>
          </p:cNvPr>
          <p:cNvSpPr txBox="1"/>
          <p:nvPr/>
        </p:nvSpPr>
        <p:spPr>
          <a:xfrm>
            <a:off x="584200" y="4302672"/>
            <a:ext cx="652462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+mj-lt"/>
              </a:rPr>
              <a:t>Label</a:t>
            </a:r>
          </a:p>
        </p:txBody>
      </p:sp>
      <p:grpSp>
        <p:nvGrpSpPr>
          <p:cNvPr id="3" name="Group 2" descr="Label 1 icon circle">
            <a:extLst>
              <a:ext uri="{FF2B5EF4-FFF2-40B4-BE49-F238E27FC236}">
                <a16:creationId xmlns:a16="http://schemas.microsoft.com/office/drawing/2014/main" id="{589C950B-9827-4C46-9574-6FBA7290F0E7}"/>
              </a:ext>
            </a:extLst>
          </p:cNvPr>
          <p:cNvGrpSpPr/>
          <p:nvPr/>
        </p:nvGrpSpPr>
        <p:grpSpPr>
          <a:xfrm>
            <a:off x="584200" y="3560884"/>
            <a:ext cx="659875" cy="659875"/>
            <a:chOff x="584200" y="3560884"/>
            <a:chExt cx="659875" cy="659875"/>
          </a:xfrm>
        </p:grpSpPr>
        <p:grpSp>
          <p:nvGrpSpPr>
            <p:cNvPr id="18" name="Group 17" descr="Icon location">
              <a:extLst>
                <a:ext uri="{FF2B5EF4-FFF2-40B4-BE49-F238E27FC236}">
                  <a16:creationId xmlns:a16="http://schemas.microsoft.com/office/drawing/2014/main" id="{F34362A1-C2E8-6447-B0B9-F589AEF7395D}"/>
                </a:ext>
              </a:extLst>
            </p:cNvPr>
            <p:cNvGrpSpPr/>
            <p:nvPr/>
          </p:nvGrpSpPr>
          <p:grpSpPr>
            <a:xfrm>
              <a:off x="584200" y="3560884"/>
              <a:ext cx="659875" cy="659875"/>
              <a:chOff x="584200" y="3560884"/>
              <a:chExt cx="659875" cy="659875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CC9592E5-8E94-FC45-89D3-708BE4199F98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Oval 40" descr="Book and pencil icon">
                <a:extLst>
                  <a:ext uri="{FF2B5EF4-FFF2-40B4-BE49-F238E27FC236}">
                    <a16:creationId xmlns:a16="http://schemas.microsoft.com/office/drawing/2014/main" id="{01225276-2280-1748-8781-0F13FD072812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89" name="Book_2" title="Icon of a book and a pencil">
              <a:extLst>
                <a:ext uri="{FF2B5EF4-FFF2-40B4-BE49-F238E27FC236}">
                  <a16:creationId xmlns:a16="http://schemas.microsoft.com/office/drawing/2014/main" id="{D13C1864-1CEF-1541-AAE6-278595C83CC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50685" y="3739157"/>
              <a:ext cx="329185" cy="300487"/>
            </a:xfrm>
            <a:custGeom>
              <a:avLst/>
              <a:gdLst>
                <a:gd name="T0" fmla="*/ 223 w 330"/>
                <a:gd name="T1" fmla="*/ 0 h 301"/>
                <a:gd name="T2" fmla="*/ 223 w 330"/>
                <a:gd name="T3" fmla="*/ 284 h 301"/>
                <a:gd name="T4" fmla="*/ 31 w 330"/>
                <a:gd name="T5" fmla="*/ 284 h 301"/>
                <a:gd name="T6" fmla="*/ 0 w 330"/>
                <a:gd name="T7" fmla="*/ 233 h 301"/>
                <a:gd name="T8" fmla="*/ 0 w 330"/>
                <a:gd name="T9" fmla="*/ 31 h 301"/>
                <a:gd name="T10" fmla="*/ 43 w 330"/>
                <a:gd name="T11" fmla="*/ 0 h 301"/>
                <a:gd name="T12" fmla="*/ 223 w 330"/>
                <a:gd name="T13" fmla="*/ 0 h 301"/>
                <a:gd name="T14" fmla="*/ 223 w 330"/>
                <a:gd name="T15" fmla="*/ 228 h 301"/>
                <a:gd name="T16" fmla="*/ 48 w 330"/>
                <a:gd name="T17" fmla="*/ 227 h 301"/>
                <a:gd name="T18" fmla="*/ 2 w 330"/>
                <a:gd name="T19" fmla="*/ 252 h 301"/>
                <a:gd name="T20" fmla="*/ 316 w 330"/>
                <a:gd name="T21" fmla="*/ 301 h 301"/>
                <a:gd name="T22" fmla="*/ 316 w 330"/>
                <a:gd name="T23" fmla="*/ 301 h 301"/>
                <a:gd name="T24" fmla="*/ 330 w 330"/>
                <a:gd name="T25" fmla="*/ 278 h 301"/>
                <a:gd name="T26" fmla="*/ 330 w 330"/>
                <a:gd name="T27" fmla="*/ 19 h 301"/>
                <a:gd name="T28" fmla="*/ 316 w 330"/>
                <a:gd name="T29" fmla="*/ 0 h 301"/>
                <a:gd name="T30" fmla="*/ 302 w 330"/>
                <a:gd name="T31" fmla="*/ 19 h 301"/>
                <a:gd name="T32" fmla="*/ 302 w 330"/>
                <a:gd name="T33" fmla="*/ 278 h 301"/>
                <a:gd name="T34" fmla="*/ 316 w 330"/>
                <a:gd name="T35" fmla="*/ 301 h 301"/>
                <a:gd name="T36" fmla="*/ 330 w 330"/>
                <a:gd name="T37" fmla="*/ 41 h 301"/>
                <a:gd name="T38" fmla="*/ 302 w 330"/>
                <a:gd name="T39" fmla="*/ 43 h 301"/>
                <a:gd name="T40" fmla="*/ 330 w 330"/>
                <a:gd name="T41" fmla="*/ 265 h 301"/>
                <a:gd name="T42" fmla="*/ 302 w 330"/>
                <a:gd name="T43" fmla="*/ 2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30" h="301">
                  <a:moveTo>
                    <a:pt x="223" y="0"/>
                  </a:moveTo>
                  <a:cubicBezTo>
                    <a:pt x="223" y="284"/>
                    <a:pt x="223" y="284"/>
                    <a:pt x="223" y="284"/>
                  </a:cubicBezTo>
                  <a:cubicBezTo>
                    <a:pt x="31" y="284"/>
                    <a:pt x="31" y="284"/>
                    <a:pt x="31" y="284"/>
                  </a:cubicBezTo>
                  <a:cubicBezTo>
                    <a:pt x="31" y="284"/>
                    <a:pt x="0" y="287"/>
                    <a:pt x="0" y="233"/>
                  </a:cubicBezTo>
                  <a:cubicBezTo>
                    <a:pt x="0" y="193"/>
                    <a:pt x="0" y="31"/>
                    <a:pt x="0" y="31"/>
                  </a:cubicBezTo>
                  <a:cubicBezTo>
                    <a:pt x="0" y="31"/>
                    <a:pt x="2" y="0"/>
                    <a:pt x="43" y="0"/>
                  </a:cubicBezTo>
                  <a:cubicBezTo>
                    <a:pt x="80" y="0"/>
                    <a:pt x="223" y="0"/>
                    <a:pt x="223" y="0"/>
                  </a:cubicBezTo>
                  <a:close/>
                  <a:moveTo>
                    <a:pt x="223" y="228"/>
                  </a:moveTo>
                  <a:cubicBezTo>
                    <a:pt x="41" y="228"/>
                    <a:pt x="48" y="227"/>
                    <a:pt x="48" y="227"/>
                  </a:cubicBezTo>
                  <a:cubicBezTo>
                    <a:pt x="48" y="227"/>
                    <a:pt x="6" y="223"/>
                    <a:pt x="2" y="252"/>
                  </a:cubicBezTo>
                  <a:moveTo>
                    <a:pt x="316" y="301"/>
                  </a:moveTo>
                  <a:cubicBezTo>
                    <a:pt x="316" y="301"/>
                    <a:pt x="316" y="301"/>
                    <a:pt x="316" y="301"/>
                  </a:cubicBezTo>
                  <a:cubicBezTo>
                    <a:pt x="330" y="278"/>
                    <a:pt x="330" y="278"/>
                    <a:pt x="330" y="278"/>
                  </a:cubicBezTo>
                  <a:cubicBezTo>
                    <a:pt x="330" y="278"/>
                    <a:pt x="330" y="278"/>
                    <a:pt x="330" y="19"/>
                  </a:cubicBezTo>
                  <a:cubicBezTo>
                    <a:pt x="330" y="19"/>
                    <a:pt x="329" y="0"/>
                    <a:pt x="316" y="0"/>
                  </a:cubicBezTo>
                  <a:cubicBezTo>
                    <a:pt x="303" y="0"/>
                    <a:pt x="302" y="19"/>
                    <a:pt x="302" y="19"/>
                  </a:cubicBezTo>
                  <a:cubicBezTo>
                    <a:pt x="302" y="19"/>
                    <a:pt x="302" y="19"/>
                    <a:pt x="302" y="278"/>
                  </a:cubicBezTo>
                  <a:cubicBezTo>
                    <a:pt x="302" y="278"/>
                    <a:pt x="302" y="278"/>
                    <a:pt x="316" y="301"/>
                  </a:cubicBezTo>
                  <a:close/>
                  <a:moveTo>
                    <a:pt x="330" y="41"/>
                  </a:moveTo>
                  <a:cubicBezTo>
                    <a:pt x="313" y="22"/>
                    <a:pt x="302" y="43"/>
                    <a:pt x="302" y="43"/>
                  </a:cubicBezTo>
                  <a:moveTo>
                    <a:pt x="330" y="265"/>
                  </a:moveTo>
                  <a:cubicBezTo>
                    <a:pt x="316" y="244"/>
                    <a:pt x="302" y="265"/>
                    <a:pt x="302" y="265"/>
                  </a:cubicBez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55" name="Straight Connector 54" descr="Line leading to bullet points">
            <a:extLst>
              <a:ext uri="{FF2B5EF4-FFF2-40B4-BE49-F238E27FC236}">
                <a16:creationId xmlns:a16="http://schemas.microsoft.com/office/drawing/2014/main" id="{4E1499E0-9571-0244-B352-22C11C8FE4E3}"/>
              </a:ext>
            </a:extLst>
          </p:cNvPr>
          <p:cNvCxnSpPr>
            <a:cxnSpLocks/>
          </p:cNvCxnSpPr>
          <p:nvPr/>
        </p:nvCxnSpPr>
        <p:spPr>
          <a:xfrm flipV="1">
            <a:off x="919681" y="2022053"/>
            <a:ext cx="0" cy="1548000"/>
          </a:xfrm>
          <a:prstGeom prst="line">
            <a:avLst/>
          </a:prstGeom>
          <a:ln w="127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6B09994-0C2A-164C-8452-1AF32118D08B}"/>
              </a:ext>
            </a:extLst>
          </p:cNvPr>
          <p:cNvSpPr txBox="1"/>
          <p:nvPr/>
        </p:nvSpPr>
        <p:spPr>
          <a:xfrm>
            <a:off x="760610" y="1773188"/>
            <a:ext cx="1595438" cy="1445077"/>
          </a:xfrm>
          <a:prstGeom prst="rect">
            <a:avLst/>
          </a:prstGeom>
          <a:noFill/>
        </p:spPr>
        <p:txBody>
          <a:bodyPr wrap="square" lIns="90000" tIns="46800" rIns="90000" bIns="46800" rtlCol="0" anchor="t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Goal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Outcome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Deliverable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Result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Review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AE3BAA-F88A-334B-96F4-E76FDFC07B97}"/>
              </a:ext>
            </a:extLst>
          </p:cNvPr>
          <p:cNvSpPr txBox="1"/>
          <p:nvPr/>
        </p:nvSpPr>
        <p:spPr>
          <a:xfrm>
            <a:off x="2470150" y="3285710"/>
            <a:ext cx="652462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+mj-lt"/>
              </a:rPr>
              <a:t>Label</a:t>
            </a:r>
          </a:p>
        </p:txBody>
      </p:sp>
      <p:grpSp>
        <p:nvGrpSpPr>
          <p:cNvPr id="6" name="Group 5" descr="Label 2 icon circle">
            <a:extLst>
              <a:ext uri="{FF2B5EF4-FFF2-40B4-BE49-F238E27FC236}">
                <a16:creationId xmlns:a16="http://schemas.microsoft.com/office/drawing/2014/main" id="{3F55F83A-213C-7F49-892D-54ADE8F34109}"/>
              </a:ext>
            </a:extLst>
          </p:cNvPr>
          <p:cNvGrpSpPr/>
          <p:nvPr/>
        </p:nvGrpSpPr>
        <p:grpSpPr>
          <a:xfrm>
            <a:off x="2470150" y="3560884"/>
            <a:ext cx="659875" cy="659875"/>
            <a:chOff x="2470150" y="3560884"/>
            <a:chExt cx="659875" cy="659875"/>
          </a:xfrm>
        </p:grpSpPr>
        <p:grpSp>
          <p:nvGrpSpPr>
            <p:cNvPr id="72" name="Group 71" descr="Icon location">
              <a:extLst>
                <a:ext uri="{FF2B5EF4-FFF2-40B4-BE49-F238E27FC236}">
                  <a16:creationId xmlns:a16="http://schemas.microsoft.com/office/drawing/2014/main" id="{99F4F3F8-4686-C94F-87F4-E7125F9E7F61}"/>
                </a:ext>
              </a:extLst>
            </p:cNvPr>
            <p:cNvGrpSpPr/>
            <p:nvPr/>
          </p:nvGrpSpPr>
          <p:grpSpPr>
            <a:xfrm>
              <a:off x="2470150" y="3560884"/>
              <a:ext cx="659875" cy="659875"/>
              <a:chOff x="584200" y="3560884"/>
              <a:chExt cx="659875" cy="659875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93848412-7179-634D-A502-D5DB36ED9F08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74" name="Oval 73" descr="Brain icon">
                <a:extLst>
                  <a:ext uri="{FF2B5EF4-FFF2-40B4-BE49-F238E27FC236}">
                    <a16:creationId xmlns:a16="http://schemas.microsoft.com/office/drawing/2014/main" id="{A24AE85C-BA63-124D-BDA3-E13CC4F8C40D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87" name="Brain_3" title="Icon of a brain">
              <a:extLst>
                <a:ext uri="{FF2B5EF4-FFF2-40B4-BE49-F238E27FC236}">
                  <a16:creationId xmlns:a16="http://schemas.microsoft.com/office/drawing/2014/main" id="{7AAAEA01-B2DB-BB4E-B620-23107747A79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627289" y="3701581"/>
              <a:ext cx="340157" cy="365760"/>
            </a:xfrm>
            <a:custGeom>
              <a:avLst/>
              <a:gdLst>
                <a:gd name="T0" fmla="*/ 68 w 315"/>
                <a:gd name="T1" fmla="*/ 292 h 338"/>
                <a:gd name="T2" fmla="*/ 24 w 315"/>
                <a:gd name="T3" fmla="*/ 231 h 338"/>
                <a:gd name="T4" fmla="*/ 28 w 315"/>
                <a:gd name="T5" fmla="*/ 126 h 338"/>
                <a:gd name="T6" fmla="*/ 68 w 315"/>
                <a:gd name="T7" fmla="*/ 46 h 338"/>
                <a:gd name="T8" fmla="*/ 113 w 315"/>
                <a:gd name="T9" fmla="*/ 0 h 338"/>
                <a:gd name="T10" fmla="*/ 158 w 315"/>
                <a:gd name="T11" fmla="*/ 293 h 338"/>
                <a:gd name="T12" fmla="*/ 248 w 315"/>
                <a:gd name="T13" fmla="*/ 292 h 338"/>
                <a:gd name="T14" fmla="*/ 292 w 315"/>
                <a:gd name="T15" fmla="*/ 231 h 338"/>
                <a:gd name="T16" fmla="*/ 287 w 315"/>
                <a:gd name="T17" fmla="*/ 126 h 338"/>
                <a:gd name="T18" fmla="*/ 248 w 315"/>
                <a:gd name="T19" fmla="*/ 46 h 338"/>
                <a:gd name="T20" fmla="*/ 203 w 315"/>
                <a:gd name="T21" fmla="*/ 0 h 338"/>
                <a:gd name="T22" fmla="*/ 158 w 315"/>
                <a:gd name="T23" fmla="*/ 293 h 338"/>
                <a:gd name="T24" fmla="*/ 90 w 315"/>
                <a:gd name="T25" fmla="*/ 293 h 338"/>
                <a:gd name="T26" fmla="*/ 248 w 315"/>
                <a:gd name="T27" fmla="*/ 293 h 338"/>
                <a:gd name="T28" fmla="*/ 68 w 315"/>
                <a:gd name="T29" fmla="*/ 180 h 338"/>
                <a:gd name="T30" fmla="*/ 90 w 315"/>
                <a:gd name="T31" fmla="*/ 203 h 338"/>
                <a:gd name="T32" fmla="*/ 158 w 315"/>
                <a:gd name="T33" fmla="*/ 225 h 338"/>
                <a:gd name="T34" fmla="*/ 225 w 315"/>
                <a:gd name="T35" fmla="*/ 203 h 338"/>
                <a:gd name="T36" fmla="*/ 248 w 315"/>
                <a:gd name="T37" fmla="*/ 180 h 338"/>
                <a:gd name="T38" fmla="*/ 79 w 315"/>
                <a:gd name="T39" fmla="*/ 90 h 338"/>
                <a:gd name="T40" fmla="*/ 113 w 315"/>
                <a:gd name="T41" fmla="*/ 113 h 338"/>
                <a:gd name="T42" fmla="*/ 135 w 315"/>
                <a:gd name="T43" fmla="*/ 135 h 338"/>
                <a:gd name="T44" fmla="*/ 203 w 315"/>
                <a:gd name="T45" fmla="*/ 113 h 338"/>
                <a:gd name="T46" fmla="*/ 225 w 315"/>
                <a:gd name="T47" fmla="*/ 90 h 338"/>
                <a:gd name="T48" fmla="*/ 24 w 315"/>
                <a:gd name="T49" fmla="*/ 231 h 338"/>
                <a:gd name="T50" fmla="*/ 248 w 315"/>
                <a:gd name="T51" fmla="*/ 248 h 338"/>
                <a:gd name="T52" fmla="*/ 28 w 315"/>
                <a:gd name="T53" fmla="*/ 126 h 338"/>
                <a:gd name="T54" fmla="*/ 243 w 315"/>
                <a:gd name="T55" fmla="*/ 126 h 338"/>
                <a:gd name="T56" fmla="*/ 68 w 315"/>
                <a:gd name="T57" fmla="*/ 45 h 338"/>
                <a:gd name="T58" fmla="*/ 248 w 315"/>
                <a:gd name="T59" fmla="*/ 45 h 338"/>
                <a:gd name="T60" fmla="*/ 135 w 315"/>
                <a:gd name="T61" fmla="*/ 293 h 338"/>
                <a:gd name="T62" fmla="*/ 68 w 315"/>
                <a:gd name="T63" fmla="*/ 293 h 338"/>
                <a:gd name="T64" fmla="*/ 101 w 315"/>
                <a:gd name="T65" fmla="*/ 338 h 338"/>
                <a:gd name="T66" fmla="*/ 158 w 315"/>
                <a:gd name="T67" fmla="*/ 315 h 338"/>
                <a:gd name="T68" fmla="*/ 158 w 315"/>
                <a:gd name="T69" fmla="*/ 293 h 338"/>
                <a:gd name="T70" fmla="*/ 180 w 315"/>
                <a:gd name="T71" fmla="*/ 338 h 338"/>
                <a:gd name="T72" fmla="*/ 248 w 315"/>
                <a:gd name="T7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5" h="338">
                  <a:moveTo>
                    <a:pt x="68" y="293"/>
                  </a:moveTo>
                  <a:cubicBezTo>
                    <a:pt x="68" y="293"/>
                    <a:pt x="68" y="292"/>
                    <a:pt x="68" y="292"/>
                  </a:cubicBezTo>
                  <a:cubicBezTo>
                    <a:pt x="42" y="289"/>
                    <a:pt x="23" y="268"/>
                    <a:pt x="23" y="242"/>
                  </a:cubicBezTo>
                  <a:cubicBezTo>
                    <a:pt x="23" y="238"/>
                    <a:pt x="23" y="235"/>
                    <a:pt x="24" y="231"/>
                  </a:cubicBezTo>
                  <a:cubicBezTo>
                    <a:pt x="10" y="219"/>
                    <a:pt x="0" y="201"/>
                    <a:pt x="0" y="180"/>
                  </a:cubicBezTo>
                  <a:cubicBezTo>
                    <a:pt x="0" y="158"/>
                    <a:pt x="11" y="138"/>
                    <a:pt x="28" y="126"/>
                  </a:cubicBezTo>
                  <a:cubicBezTo>
                    <a:pt x="25" y="118"/>
                    <a:pt x="23" y="110"/>
                    <a:pt x="23" y="102"/>
                  </a:cubicBezTo>
                  <a:cubicBezTo>
                    <a:pt x="23" y="74"/>
                    <a:pt x="42" y="52"/>
                    <a:pt x="68" y="46"/>
                  </a:cubicBezTo>
                  <a:cubicBezTo>
                    <a:pt x="68" y="46"/>
                    <a:pt x="68" y="46"/>
                    <a:pt x="68" y="45"/>
                  </a:cubicBezTo>
                  <a:cubicBezTo>
                    <a:pt x="68" y="20"/>
                    <a:pt x="88" y="0"/>
                    <a:pt x="113" y="0"/>
                  </a:cubicBezTo>
                  <a:cubicBezTo>
                    <a:pt x="138" y="0"/>
                    <a:pt x="158" y="20"/>
                    <a:pt x="158" y="45"/>
                  </a:cubicBezTo>
                  <a:cubicBezTo>
                    <a:pt x="158" y="293"/>
                    <a:pt x="158" y="293"/>
                    <a:pt x="158" y="293"/>
                  </a:cubicBezTo>
                  <a:moveTo>
                    <a:pt x="248" y="293"/>
                  </a:moveTo>
                  <a:cubicBezTo>
                    <a:pt x="248" y="293"/>
                    <a:pt x="248" y="292"/>
                    <a:pt x="248" y="292"/>
                  </a:cubicBezTo>
                  <a:cubicBezTo>
                    <a:pt x="273" y="289"/>
                    <a:pt x="293" y="268"/>
                    <a:pt x="293" y="242"/>
                  </a:cubicBezTo>
                  <a:cubicBezTo>
                    <a:pt x="293" y="238"/>
                    <a:pt x="292" y="235"/>
                    <a:pt x="292" y="231"/>
                  </a:cubicBezTo>
                  <a:cubicBezTo>
                    <a:pt x="306" y="219"/>
                    <a:pt x="315" y="201"/>
                    <a:pt x="315" y="180"/>
                  </a:cubicBezTo>
                  <a:cubicBezTo>
                    <a:pt x="315" y="158"/>
                    <a:pt x="304" y="138"/>
                    <a:pt x="287" y="126"/>
                  </a:cubicBezTo>
                  <a:cubicBezTo>
                    <a:pt x="291" y="118"/>
                    <a:pt x="293" y="110"/>
                    <a:pt x="293" y="102"/>
                  </a:cubicBezTo>
                  <a:cubicBezTo>
                    <a:pt x="293" y="74"/>
                    <a:pt x="273" y="52"/>
                    <a:pt x="248" y="46"/>
                  </a:cubicBezTo>
                  <a:cubicBezTo>
                    <a:pt x="248" y="46"/>
                    <a:pt x="248" y="46"/>
                    <a:pt x="248" y="45"/>
                  </a:cubicBezTo>
                  <a:cubicBezTo>
                    <a:pt x="248" y="20"/>
                    <a:pt x="228" y="0"/>
                    <a:pt x="203" y="0"/>
                  </a:cubicBezTo>
                  <a:cubicBezTo>
                    <a:pt x="178" y="0"/>
                    <a:pt x="158" y="20"/>
                    <a:pt x="158" y="45"/>
                  </a:cubicBezTo>
                  <a:cubicBezTo>
                    <a:pt x="158" y="293"/>
                    <a:pt x="158" y="293"/>
                    <a:pt x="158" y="293"/>
                  </a:cubicBezTo>
                  <a:moveTo>
                    <a:pt x="68" y="293"/>
                  </a:moveTo>
                  <a:cubicBezTo>
                    <a:pt x="90" y="293"/>
                    <a:pt x="90" y="293"/>
                    <a:pt x="90" y="293"/>
                  </a:cubicBezTo>
                  <a:moveTo>
                    <a:pt x="225" y="293"/>
                  </a:moveTo>
                  <a:cubicBezTo>
                    <a:pt x="248" y="293"/>
                    <a:pt x="248" y="293"/>
                    <a:pt x="248" y="293"/>
                  </a:cubicBezTo>
                  <a:moveTo>
                    <a:pt x="56" y="180"/>
                  </a:moveTo>
                  <a:cubicBezTo>
                    <a:pt x="68" y="180"/>
                    <a:pt x="68" y="180"/>
                    <a:pt x="68" y="180"/>
                  </a:cubicBezTo>
                  <a:cubicBezTo>
                    <a:pt x="80" y="180"/>
                    <a:pt x="90" y="190"/>
                    <a:pt x="90" y="203"/>
                  </a:cubicBezTo>
                  <a:cubicBezTo>
                    <a:pt x="90" y="203"/>
                    <a:pt x="90" y="203"/>
                    <a:pt x="90" y="203"/>
                  </a:cubicBezTo>
                  <a:cubicBezTo>
                    <a:pt x="90" y="215"/>
                    <a:pt x="100" y="225"/>
                    <a:pt x="113" y="225"/>
                  </a:cubicBezTo>
                  <a:cubicBezTo>
                    <a:pt x="158" y="225"/>
                    <a:pt x="158" y="225"/>
                    <a:pt x="158" y="225"/>
                  </a:cubicBezTo>
                  <a:cubicBezTo>
                    <a:pt x="203" y="225"/>
                    <a:pt x="203" y="225"/>
                    <a:pt x="203" y="225"/>
                  </a:cubicBezTo>
                  <a:cubicBezTo>
                    <a:pt x="215" y="225"/>
                    <a:pt x="225" y="215"/>
                    <a:pt x="225" y="203"/>
                  </a:cubicBezTo>
                  <a:cubicBezTo>
                    <a:pt x="225" y="203"/>
                    <a:pt x="225" y="203"/>
                    <a:pt x="225" y="203"/>
                  </a:cubicBezTo>
                  <a:cubicBezTo>
                    <a:pt x="225" y="190"/>
                    <a:pt x="235" y="180"/>
                    <a:pt x="248" y="180"/>
                  </a:cubicBezTo>
                  <a:cubicBezTo>
                    <a:pt x="259" y="180"/>
                    <a:pt x="259" y="180"/>
                    <a:pt x="259" y="180"/>
                  </a:cubicBezTo>
                  <a:moveTo>
                    <a:pt x="79" y="90"/>
                  </a:moveTo>
                  <a:cubicBezTo>
                    <a:pt x="90" y="90"/>
                    <a:pt x="90" y="90"/>
                    <a:pt x="90" y="90"/>
                  </a:cubicBezTo>
                  <a:cubicBezTo>
                    <a:pt x="103" y="90"/>
                    <a:pt x="113" y="100"/>
                    <a:pt x="113" y="113"/>
                  </a:cubicBezTo>
                  <a:cubicBezTo>
                    <a:pt x="113" y="113"/>
                    <a:pt x="113" y="113"/>
                    <a:pt x="113" y="113"/>
                  </a:cubicBezTo>
                  <a:cubicBezTo>
                    <a:pt x="113" y="125"/>
                    <a:pt x="123" y="135"/>
                    <a:pt x="135" y="135"/>
                  </a:cubicBezTo>
                  <a:cubicBezTo>
                    <a:pt x="180" y="135"/>
                    <a:pt x="180" y="135"/>
                    <a:pt x="180" y="135"/>
                  </a:cubicBezTo>
                  <a:cubicBezTo>
                    <a:pt x="193" y="135"/>
                    <a:pt x="203" y="125"/>
                    <a:pt x="203" y="113"/>
                  </a:cubicBezTo>
                  <a:cubicBezTo>
                    <a:pt x="203" y="113"/>
                    <a:pt x="203" y="113"/>
                    <a:pt x="203" y="113"/>
                  </a:cubicBezTo>
                  <a:cubicBezTo>
                    <a:pt x="203" y="100"/>
                    <a:pt x="213" y="90"/>
                    <a:pt x="225" y="90"/>
                  </a:cubicBezTo>
                  <a:cubicBezTo>
                    <a:pt x="236" y="90"/>
                    <a:pt x="236" y="90"/>
                    <a:pt x="236" y="90"/>
                  </a:cubicBezTo>
                  <a:moveTo>
                    <a:pt x="24" y="231"/>
                  </a:moveTo>
                  <a:cubicBezTo>
                    <a:pt x="36" y="242"/>
                    <a:pt x="51" y="248"/>
                    <a:pt x="68" y="248"/>
                  </a:cubicBezTo>
                  <a:moveTo>
                    <a:pt x="248" y="248"/>
                  </a:moveTo>
                  <a:cubicBezTo>
                    <a:pt x="265" y="248"/>
                    <a:pt x="280" y="242"/>
                    <a:pt x="292" y="231"/>
                  </a:cubicBezTo>
                  <a:moveTo>
                    <a:pt x="28" y="126"/>
                  </a:moveTo>
                  <a:cubicBezTo>
                    <a:pt x="73" y="126"/>
                    <a:pt x="73" y="126"/>
                    <a:pt x="73" y="126"/>
                  </a:cubicBezTo>
                  <a:moveTo>
                    <a:pt x="243" y="126"/>
                  </a:moveTo>
                  <a:cubicBezTo>
                    <a:pt x="288" y="126"/>
                    <a:pt x="288" y="126"/>
                    <a:pt x="288" y="126"/>
                  </a:cubicBezTo>
                  <a:moveTo>
                    <a:pt x="68" y="45"/>
                  </a:moveTo>
                  <a:cubicBezTo>
                    <a:pt x="101" y="45"/>
                    <a:pt x="101" y="45"/>
                    <a:pt x="101" y="45"/>
                  </a:cubicBezTo>
                  <a:moveTo>
                    <a:pt x="248" y="45"/>
                  </a:moveTo>
                  <a:cubicBezTo>
                    <a:pt x="214" y="45"/>
                    <a:pt x="214" y="45"/>
                    <a:pt x="214" y="45"/>
                  </a:cubicBezTo>
                  <a:moveTo>
                    <a:pt x="135" y="293"/>
                  </a:moveTo>
                  <a:cubicBezTo>
                    <a:pt x="180" y="293"/>
                    <a:pt x="180" y="293"/>
                    <a:pt x="180" y="293"/>
                  </a:cubicBezTo>
                  <a:moveTo>
                    <a:pt x="68" y="293"/>
                  </a:moveTo>
                  <a:cubicBezTo>
                    <a:pt x="68" y="304"/>
                    <a:pt x="68" y="304"/>
                    <a:pt x="68" y="304"/>
                  </a:cubicBezTo>
                  <a:cubicBezTo>
                    <a:pt x="68" y="323"/>
                    <a:pt x="83" y="338"/>
                    <a:pt x="101" y="338"/>
                  </a:cubicBezTo>
                  <a:cubicBezTo>
                    <a:pt x="135" y="338"/>
                    <a:pt x="135" y="338"/>
                    <a:pt x="135" y="338"/>
                  </a:cubicBezTo>
                  <a:cubicBezTo>
                    <a:pt x="148" y="338"/>
                    <a:pt x="158" y="328"/>
                    <a:pt x="158" y="315"/>
                  </a:cubicBezTo>
                  <a:cubicBezTo>
                    <a:pt x="158" y="293"/>
                    <a:pt x="158" y="293"/>
                    <a:pt x="158" y="293"/>
                  </a:cubicBezTo>
                  <a:moveTo>
                    <a:pt x="158" y="293"/>
                  </a:moveTo>
                  <a:cubicBezTo>
                    <a:pt x="158" y="315"/>
                    <a:pt x="158" y="315"/>
                    <a:pt x="158" y="315"/>
                  </a:cubicBezTo>
                  <a:cubicBezTo>
                    <a:pt x="158" y="328"/>
                    <a:pt x="168" y="338"/>
                    <a:pt x="180" y="338"/>
                  </a:cubicBezTo>
                  <a:cubicBezTo>
                    <a:pt x="214" y="338"/>
                    <a:pt x="214" y="338"/>
                    <a:pt x="214" y="338"/>
                  </a:cubicBezTo>
                  <a:cubicBezTo>
                    <a:pt x="233" y="338"/>
                    <a:pt x="248" y="323"/>
                    <a:pt x="248" y="304"/>
                  </a:cubicBezTo>
                  <a:cubicBezTo>
                    <a:pt x="248" y="293"/>
                    <a:pt x="248" y="293"/>
                    <a:pt x="248" y="293"/>
                  </a:cubicBez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56" name="Straight Connector 55" descr="Line leading to bullet points">
            <a:extLst>
              <a:ext uri="{FF2B5EF4-FFF2-40B4-BE49-F238E27FC236}">
                <a16:creationId xmlns:a16="http://schemas.microsoft.com/office/drawing/2014/main" id="{B6DC65BB-2B05-8A4F-B25C-51E4E6FC7060}"/>
              </a:ext>
            </a:extLst>
          </p:cNvPr>
          <p:cNvCxnSpPr>
            <a:cxnSpLocks/>
          </p:cNvCxnSpPr>
          <p:nvPr/>
        </p:nvCxnSpPr>
        <p:spPr>
          <a:xfrm flipV="1">
            <a:off x="2787948" y="4213655"/>
            <a:ext cx="0" cy="1548000"/>
          </a:xfrm>
          <a:prstGeom prst="line">
            <a:avLst/>
          </a:prstGeom>
          <a:ln w="127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4DC9D46-03F9-AE40-9FE0-2614278D54FA}"/>
              </a:ext>
            </a:extLst>
          </p:cNvPr>
          <p:cNvSpPr txBox="1"/>
          <p:nvPr/>
        </p:nvSpPr>
        <p:spPr>
          <a:xfrm>
            <a:off x="2628192" y="4523907"/>
            <a:ext cx="1595438" cy="1445077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Goal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Outcome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Deliverable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Result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Review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28A8EC-3B49-0249-86A1-B1D3E27528EB}"/>
              </a:ext>
            </a:extLst>
          </p:cNvPr>
          <p:cNvSpPr txBox="1"/>
          <p:nvPr/>
        </p:nvSpPr>
        <p:spPr>
          <a:xfrm>
            <a:off x="4367816" y="4302672"/>
            <a:ext cx="652462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+mj-lt"/>
              </a:rPr>
              <a:t>Label</a:t>
            </a:r>
          </a:p>
        </p:txBody>
      </p:sp>
      <p:grpSp>
        <p:nvGrpSpPr>
          <p:cNvPr id="7" name="Group 6" descr="Label 3 icon circle">
            <a:extLst>
              <a:ext uri="{FF2B5EF4-FFF2-40B4-BE49-F238E27FC236}">
                <a16:creationId xmlns:a16="http://schemas.microsoft.com/office/drawing/2014/main" id="{EF1F9207-849D-4349-A722-DDC7E000EE55}"/>
              </a:ext>
            </a:extLst>
          </p:cNvPr>
          <p:cNvGrpSpPr/>
          <p:nvPr/>
        </p:nvGrpSpPr>
        <p:grpSpPr>
          <a:xfrm>
            <a:off x="4358213" y="3560884"/>
            <a:ext cx="659875" cy="659875"/>
            <a:chOff x="4358213" y="3560884"/>
            <a:chExt cx="659875" cy="659875"/>
          </a:xfrm>
        </p:grpSpPr>
        <p:grpSp>
          <p:nvGrpSpPr>
            <p:cNvPr id="75" name="Group 74" descr="Icon location">
              <a:extLst>
                <a:ext uri="{FF2B5EF4-FFF2-40B4-BE49-F238E27FC236}">
                  <a16:creationId xmlns:a16="http://schemas.microsoft.com/office/drawing/2014/main" id="{AB5323ED-40BD-F245-B9AA-DF01716EACBF}"/>
                </a:ext>
              </a:extLst>
            </p:cNvPr>
            <p:cNvGrpSpPr/>
            <p:nvPr/>
          </p:nvGrpSpPr>
          <p:grpSpPr>
            <a:xfrm>
              <a:off x="4358213" y="3560884"/>
              <a:ext cx="659875" cy="659875"/>
              <a:chOff x="584200" y="3560884"/>
              <a:chExt cx="659875" cy="659875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645D0EDA-ECDB-8B41-8A69-E5E9F7738291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C087576B-44F7-0044-B4FD-C938E50671C3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88" name="Relationship_F003" title="Icon of three boxes connected by lines">
              <a:extLst>
                <a:ext uri="{FF2B5EF4-FFF2-40B4-BE49-F238E27FC236}">
                  <a16:creationId xmlns:a16="http://schemas.microsoft.com/office/drawing/2014/main" id="{D2F22867-4030-374E-AE8A-A0E70F9CD40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504544" y="3739157"/>
              <a:ext cx="321268" cy="300487"/>
            </a:xfrm>
            <a:custGeom>
              <a:avLst/>
              <a:gdLst>
                <a:gd name="T0" fmla="*/ 3230 w 4406"/>
                <a:gd name="T1" fmla="*/ 0 h 4121"/>
                <a:gd name="T2" fmla="*/ 4406 w 4406"/>
                <a:gd name="T3" fmla="*/ 0 h 4121"/>
                <a:gd name="T4" fmla="*/ 4406 w 4406"/>
                <a:gd name="T5" fmla="*/ 1176 h 4121"/>
                <a:gd name="T6" fmla="*/ 3230 w 4406"/>
                <a:gd name="T7" fmla="*/ 1176 h 4121"/>
                <a:gd name="T8" fmla="*/ 3230 w 4406"/>
                <a:gd name="T9" fmla="*/ 0 h 4121"/>
                <a:gd name="T10" fmla="*/ 3230 w 4406"/>
                <a:gd name="T11" fmla="*/ 4121 h 4121"/>
                <a:gd name="T12" fmla="*/ 4406 w 4406"/>
                <a:gd name="T13" fmla="*/ 4121 h 4121"/>
                <a:gd name="T14" fmla="*/ 4406 w 4406"/>
                <a:gd name="T15" fmla="*/ 2945 h 4121"/>
                <a:gd name="T16" fmla="*/ 3230 w 4406"/>
                <a:gd name="T17" fmla="*/ 2945 h 4121"/>
                <a:gd name="T18" fmla="*/ 3230 w 4406"/>
                <a:gd name="T19" fmla="*/ 4121 h 4121"/>
                <a:gd name="T20" fmla="*/ 0 w 4406"/>
                <a:gd name="T21" fmla="*/ 2653 h 4121"/>
                <a:gd name="T22" fmla="*/ 1175 w 4406"/>
                <a:gd name="T23" fmla="*/ 2653 h 4121"/>
                <a:gd name="T24" fmla="*/ 1175 w 4406"/>
                <a:gd name="T25" fmla="*/ 1477 h 4121"/>
                <a:gd name="T26" fmla="*/ 0 w 4406"/>
                <a:gd name="T27" fmla="*/ 1477 h 4121"/>
                <a:gd name="T28" fmla="*/ 0 w 4406"/>
                <a:gd name="T29" fmla="*/ 2653 h 4121"/>
                <a:gd name="T30" fmla="*/ 1176 w 4406"/>
                <a:gd name="T31" fmla="*/ 2062 h 4121"/>
                <a:gd name="T32" fmla="*/ 3230 w 4406"/>
                <a:gd name="T33" fmla="*/ 690 h 4121"/>
                <a:gd name="T34" fmla="*/ 3230 w 4406"/>
                <a:gd name="T35" fmla="*/ 3434 h 4121"/>
                <a:gd name="T36" fmla="*/ 1181 w 4406"/>
                <a:gd name="T37" fmla="*/ 2064 h 4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406" h="4121">
                  <a:moveTo>
                    <a:pt x="3230" y="0"/>
                  </a:moveTo>
                  <a:lnTo>
                    <a:pt x="4406" y="0"/>
                  </a:lnTo>
                  <a:lnTo>
                    <a:pt x="4406" y="1176"/>
                  </a:lnTo>
                  <a:lnTo>
                    <a:pt x="3230" y="1176"/>
                  </a:lnTo>
                  <a:lnTo>
                    <a:pt x="3230" y="0"/>
                  </a:lnTo>
                  <a:moveTo>
                    <a:pt x="3230" y="4121"/>
                  </a:moveTo>
                  <a:lnTo>
                    <a:pt x="4406" y="4121"/>
                  </a:lnTo>
                  <a:lnTo>
                    <a:pt x="4406" y="2945"/>
                  </a:lnTo>
                  <a:lnTo>
                    <a:pt x="3230" y="2945"/>
                  </a:lnTo>
                  <a:lnTo>
                    <a:pt x="3230" y="4121"/>
                  </a:lnTo>
                  <a:moveTo>
                    <a:pt x="0" y="2653"/>
                  </a:moveTo>
                  <a:lnTo>
                    <a:pt x="1175" y="2653"/>
                  </a:lnTo>
                  <a:lnTo>
                    <a:pt x="1175" y="1477"/>
                  </a:lnTo>
                  <a:lnTo>
                    <a:pt x="0" y="1477"/>
                  </a:lnTo>
                  <a:lnTo>
                    <a:pt x="0" y="2653"/>
                  </a:lnTo>
                  <a:moveTo>
                    <a:pt x="1176" y="2062"/>
                  </a:moveTo>
                  <a:lnTo>
                    <a:pt x="3230" y="690"/>
                  </a:lnTo>
                  <a:moveTo>
                    <a:pt x="3230" y="3434"/>
                  </a:moveTo>
                  <a:lnTo>
                    <a:pt x="1181" y="2064"/>
                  </a:lnTo>
                </a:path>
              </a:pathLst>
            </a:custGeom>
            <a:noFill/>
            <a:ln w="15875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1"/>
                </a:gradFill>
              </a:endParaRPr>
            </a:p>
          </p:txBody>
        </p:sp>
      </p:grpSp>
      <p:cxnSp>
        <p:nvCxnSpPr>
          <p:cNvPr id="57" name="Straight Connector 56" descr="Line leading to bullet points">
            <a:extLst>
              <a:ext uri="{FF2B5EF4-FFF2-40B4-BE49-F238E27FC236}">
                <a16:creationId xmlns:a16="http://schemas.microsoft.com/office/drawing/2014/main" id="{64FB91F1-A896-D249-AACC-FC3469972236}"/>
              </a:ext>
            </a:extLst>
          </p:cNvPr>
          <p:cNvCxnSpPr>
            <a:cxnSpLocks/>
          </p:cNvCxnSpPr>
          <p:nvPr/>
        </p:nvCxnSpPr>
        <p:spPr>
          <a:xfrm flipV="1">
            <a:off x="4702572" y="2014473"/>
            <a:ext cx="0" cy="1548000"/>
          </a:xfrm>
          <a:prstGeom prst="line">
            <a:avLst/>
          </a:prstGeom>
          <a:ln w="127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7DC4BA9-B149-4748-96D7-66A7D74AD0BC}"/>
              </a:ext>
            </a:extLst>
          </p:cNvPr>
          <p:cNvSpPr txBox="1"/>
          <p:nvPr/>
        </p:nvSpPr>
        <p:spPr>
          <a:xfrm>
            <a:off x="4542582" y="1773188"/>
            <a:ext cx="1595438" cy="1445077"/>
          </a:xfrm>
          <a:prstGeom prst="rect">
            <a:avLst/>
          </a:prstGeom>
          <a:noFill/>
        </p:spPr>
        <p:txBody>
          <a:bodyPr wrap="square" lIns="90000" tIns="46800" rIns="90000" bIns="46800" rtlCol="0" anchor="t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Goal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Outcome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Deliverable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Result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Review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721CFCF-629F-2F4D-BE71-7ABC899BC3E8}"/>
              </a:ext>
            </a:extLst>
          </p:cNvPr>
          <p:cNvSpPr txBox="1"/>
          <p:nvPr/>
        </p:nvSpPr>
        <p:spPr>
          <a:xfrm>
            <a:off x="6240464" y="3285710"/>
            <a:ext cx="652462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+mj-lt"/>
              </a:rPr>
              <a:t>Label</a:t>
            </a:r>
          </a:p>
        </p:txBody>
      </p:sp>
      <p:grpSp>
        <p:nvGrpSpPr>
          <p:cNvPr id="8" name="Group 7" descr="Label 4 icon circle">
            <a:extLst>
              <a:ext uri="{FF2B5EF4-FFF2-40B4-BE49-F238E27FC236}">
                <a16:creationId xmlns:a16="http://schemas.microsoft.com/office/drawing/2014/main" id="{48A81918-F3EE-1942-ACD3-6FE9D67C2388}"/>
              </a:ext>
            </a:extLst>
          </p:cNvPr>
          <p:cNvGrpSpPr/>
          <p:nvPr/>
        </p:nvGrpSpPr>
        <p:grpSpPr>
          <a:xfrm>
            <a:off x="6240463" y="3560884"/>
            <a:ext cx="659875" cy="659875"/>
            <a:chOff x="6240463" y="3560884"/>
            <a:chExt cx="659875" cy="659875"/>
          </a:xfrm>
        </p:grpSpPr>
        <p:grpSp>
          <p:nvGrpSpPr>
            <p:cNvPr id="78" name="Group 77" descr="Icon location">
              <a:extLst>
                <a:ext uri="{FF2B5EF4-FFF2-40B4-BE49-F238E27FC236}">
                  <a16:creationId xmlns:a16="http://schemas.microsoft.com/office/drawing/2014/main" id="{8F2DB461-D156-764E-969F-BB2E1DB17671}"/>
                </a:ext>
              </a:extLst>
            </p:cNvPr>
            <p:cNvGrpSpPr/>
            <p:nvPr/>
          </p:nvGrpSpPr>
          <p:grpSpPr>
            <a:xfrm>
              <a:off x="6240463" y="3560884"/>
              <a:ext cx="659875" cy="659875"/>
              <a:chOff x="584200" y="3560884"/>
              <a:chExt cx="659875" cy="659875"/>
            </a:xfrm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F3B74794-89C9-2140-98AF-CE02B69BF40F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FB4F0790-79AD-854D-9F9D-7D0F3691519B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91" name="Brush" title="Icon of a paintbrush">
              <a:extLst>
                <a:ext uri="{FF2B5EF4-FFF2-40B4-BE49-F238E27FC236}">
                  <a16:creationId xmlns:a16="http://schemas.microsoft.com/office/drawing/2014/main" id="{53361091-8B0C-564B-984F-7C75EB2C92A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359853" y="3732895"/>
              <a:ext cx="389618" cy="281697"/>
            </a:xfrm>
            <a:custGeom>
              <a:avLst/>
              <a:gdLst>
                <a:gd name="T0" fmla="*/ 873 w 3144"/>
                <a:gd name="T1" fmla="*/ 1898 h 2272"/>
                <a:gd name="T2" fmla="*/ 1247 w 3144"/>
                <a:gd name="T3" fmla="*/ 1523 h 2272"/>
                <a:gd name="T4" fmla="*/ 1621 w 3144"/>
                <a:gd name="T5" fmla="*/ 1898 h 2272"/>
                <a:gd name="T6" fmla="*/ 1247 w 3144"/>
                <a:gd name="T7" fmla="*/ 2272 h 2272"/>
                <a:gd name="T8" fmla="*/ 499 w 3144"/>
                <a:gd name="T9" fmla="*/ 2272 h 2272"/>
                <a:gd name="T10" fmla="*/ 873 w 3144"/>
                <a:gd name="T11" fmla="*/ 1898 h 2272"/>
                <a:gd name="T12" fmla="*/ 1621 w 3144"/>
                <a:gd name="T13" fmla="*/ 1898 h 2272"/>
                <a:gd name="T14" fmla="*/ 3041 w 3144"/>
                <a:gd name="T15" fmla="*/ 478 h 2272"/>
                <a:gd name="T16" fmla="*/ 3041 w 3144"/>
                <a:gd name="T17" fmla="*/ 104 h 2272"/>
                <a:gd name="T18" fmla="*/ 2667 w 3144"/>
                <a:gd name="T19" fmla="*/ 104 h 2272"/>
                <a:gd name="T20" fmla="*/ 1247 w 3144"/>
                <a:gd name="T21" fmla="*/ 1523 h 2272"/>
                <a:gd name="T22" fmla="*/ 2066 w 3144"/>
                <a:gd name="T23" fmla="*/ 1453 h 2272"/>
                <a:gd name="T24" fmla="*/ 1691 w 3144"/>
                <a:gd name="T25" fmla="*/ 1079 h 2272"/>
                <a:gd name="T26" fmla="*/ 0 w 3144"/>
                <a:gd name="T27" fmla="*/ 2272 h 2272"/>
                <a:gd name="T28" fmla="*/ 499 w 3144"/>
                <a:gd name="T29" fmla="*/ 2272 h 2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44" h="2272">
                  <a:moveTo>
                    <a:pt x="873" y="1898"/>
                  </a:moveTo>
                  <a:cubicBezTo>
                    <a:pt x="873" y="1691"/>
                    <a:pt x="1040" y="1523"/>
                    <a:pt x="1247" y="1523"/>
                  </a:cubicBezTo>
                  <a:cubicBezTo>
                    <a:pt x="1454" y="1523"/>
                    <a:pt x="1621" y="1691"/>
                    <a:pt x="1621" y="1898"/>
                  </a:cubicBezTo>
                  <a:cubicBezTo>
                    <a:pt x="1621" y="2104"/>
                    <a:pt x="1454" y="2272"/>
                    <a:pt x="1247" y="2272"/>
                  </a:cubicBezTo>
                  <a:cubicBezTo>
                    <a:pt x="499" y="2272"/>
                    <a:pt x="499" y="2272"/>
                    <a:pt x="499" y="2272"/>
                  </a:cubicBezTo>
                  <a:cubicBezTo>
                    <a:pt x="705" y="2272"/>
                    <a:pt x="873" y="2104"/>
                    <a:pt x="873" y="1898"/>
                  </a:cubicBezTo>
                  <a:moveTo>
                    <a:pt x="1621" y="1898"/>
                  </a:moveTo>
                  <a:cubicBezTo>
                    <a:pt x="3041" y="478"/>
                    <a:pt x="3041" y="478"/>
                    <a:pt x="3041" y="478"/>
                  </a:cubicBezTo>
                  <a:cubicBezTo>
                    <a:pt x="3144" y="375"/>
                    <a:pt x="3144" y="207"/>
                    <a:pt x="3041" y="104"/>
                  </a:cubicBezTo>
                  <a:cubicBezTo>
                    <a:pt x="2938" y="0"/>
                    <a:pt x="2770" y="0"/>
                    <a:pt x="2667" y="104"/>
                  </a:cubicBezTo>
                  <a:cubicBezTo>
                    <a:pt x="1247" y="1523"/>
                    <a:pt x="1247" y="1523"/>
                    <a:pt x="1247" y="1523"/>
                  </a:cubicBezTo>
                  <a:moveTo>
                    <a:pt x="2066" y="1453"/>
                  </a:moveTo>
                  <a:cubicBezTo>
                    <a:pt x="1979" y="1295"/>
                    <a:pt x="1850" y="1165"/>
                    <a:pt x="1691" y="1079"/>
                  </a:cubicBezTo>
                  <a:moveTo>
                    <a:pt x="0" y="2272"/>
                  </a:moveTo>
                  <a:cubicBezTo>
                    <a:pt x="499" y="2272"/>
                    <a:pt x="499" y="2272"/>
                    <a:pt x="499" y="2272"/>
                  </a:cubicBezTo>
                </a:path>
              </a:pathLst>
            </a:custGeom>
            <a:noFill/>
            <a:ln w="15875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58" name="Straight Connector 57" descr="Line leading to bullet points">
            <a:extLst>
              <a:ext uri="{FF2B5EF4-FFF2-40B4-BE49-F238E27FC236}">
                <a16:creationId xmlns:a16="http://schemas.microsoft.com/office/drawing/2014/main" id="{03163669-8352-1044-AE50-CC17EFD5D8FA}"/>
              </a:ext>
            </a:extLst>
          </p:cNvPr>
          <p:cNvCxnSpPr>
            <a:cxnSpLocks/>
          </p:cNvCxnSpPr>
          <p:nvPr/>
        </p:nvCxnSpPr>
        <p:spPr>
          <a:xfrm flipV="1">
            <a:off x="6568306" y="4215044"/>
            <a:ext cx="0" cy="1548000"/>
          </a:xfrm>
          <a:prstGeom prst="line">
            <a:avLst/>
          </a:prstGeom>
          <a:ln w="127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 descr="Line leading to bullet points">
            <a:extLst>
              <a:ext uri="{FF2B5EF4-FFF2-40B4-BE49-F238E27FC236}">
                <a16:creationId xmlns:a16="http://schemas.microsoft.com/office/drawing/2014/main" id="{4F44AD09-7A51-F04F-A524-86D9F470C474}"/>
              </a:ext>
            </a:extLst>
          </p:cNvPr>
          <p:cNvSpPr txBox="1"/>
          <p:nvPr/>
        </p:nvSpPr>
        <p:spPr>
          <a:xfrm>
            <a:off x="6409206" y="4523907"/>
            <a:ext cx="1595438" cy="1445077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Goal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Outcome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Deliverable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Result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Review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731284-4DC3-6746-9552-67D6042AE872}"/>
              </a:ext>
            </a:extLst>
          </p:cNvPr>
          <p:cNvSpPr txBox="1"/>
          <p:nvPr/>
        </p:nvSpPr>
        <p:spPr>
          <a:xfrm>
            <a:off x="8128000" y="4302672"/>
            <a:ext cx="649288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+mj-lt"/>
              </a:rPr>
              <a:t>Label</a:t>
            </a:r>
          </a:p>
        </p:txBody>
      </p:sp>
      <p:grpSp>
        <p:nvGrpSpPr>
          <p:cNvPr id="9" name="Group 8" descr="Label 5 icon circle">
            <a:extLst>
              <a:ext uri="{FF2B5EF4-FFF2-40B4-BE49-F238E27FC236}">
                <a16:creationId xmlns:a16="http://schemas.microsoft.com/office/drawing/2014/main" id="{64FFEDAA-A429-3744-92D7-197DAFF9E608}"/>
              </a:ext>
            </a:extLst>
          </p:cNvPr>
          <p:cNvGrpSpPr/>
          <p:nvPr/>
        </p:nvGrpSpPr>
        <p:grpSpPr>
          <a:xfrm>
            <a:off x="8128000" y="3560884"/>
            <a:ext cx="659875" cy="659875"/>
            <a:chOff x="8128000" y="3560884"/>
            <a:chExt cx="659875" cy="659875"/>
          </a:xfrm>
        </p:grpSpPr>
        <p:grpSp>
          <p:nvGrpSpPr>
            <p:cNvPr id="81" name="Group 80" descr="Icon location">
              <a:extLst>
                <a:ext uri="{FF2B5EF4-FFF2-40B4-BE49-F238E27FC236}">
                  <a16:creationId xmlns:a16="http://schemas.microsoft.com/office/drawing/2014/main" id="{8B951E11-EBE1-A348-AEDC-580D16CD463E}"/>
                </a:ext>
              </a:extLst>
            </p:cNvPr>
            <p:cNvGrpSpPr/>
            <p:nvPr/>
          </p:nvGrpSpPr>
          <p:grpSpPr>
            <a:xfrm>
              <a:off x="8128000" y="3560884"/>
              <a:ext cx="659875" cy="659875"/>
              <a:chOff x="584200" y="3560884"/>
              <a:chExt cx="659875" cy="659875"/>
            </a:xfrm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E4CFFCC2-672C-054C-ABF2-EBAD981254AE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83" name="Oval 82" descr="Computer chip icon">
                <a:extLst>
                  <a:ext uri="{FF2B5EF4-FFF2-40B4-BE49-F238E27FC236}">
                    <a16:creationId xmlns:a16="http://schemas.microsoft.com/office/drawing/2014/main" id="{180486FC-A1F9-1143-BDDD-ADA4CF12D54A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90" name="chip" title="Icon of a computer chip">
              <a:extLst>
                <a:ext uri="{FF2B5EF4-FFF2-40B4-BE49-F238E27FC236}">
                  <a16:creationId xmlns:a16="http://schemas.microsoft.com/office/drawing/2014/main" id="{B0821D5A-3C61-FA47-AEFC-F9CB60A5527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77448" y="3701581"/>
              <a:ext cx="358356" cy="365760"/>
            </a:xfrm>
            <a:custGeom>
              <a:avLst/>
              <a:gdLst>
                <a:gd name="T0" fmla="*/ 267 w 334"/>
                <a:gd name="T1" fmla="*/ 298 h 341"/>
                <a:gd name="T2" fmla="*/ 60 w 334"/>
                <a:gd name="T3" fmla="*/ 298 h 341"/>
                <a:gd name="T4" fmla="*/ 36 w 334"/>
                <a:gd name="T5" fmla="*/ 273 h 341"/>
                <a:gd name="T6" fmla="*/ 36 w 334"/>
                <a:gd name="T7" fmla="*/ 61 h 341"/>
                <a:gd name="T8" fmla="*/ 60 w 334"/>
                <a:gd name="T9" fmla="*/ 36 h 341"/>
                <a:gd name="T10" fmla="*/ 267 w 334"/>
                <a:gd name="T11" fmla="*/ 36 h 341"/>
                <a:gd name="T12" fmla="*/ 291 w 334"/>
                <a:gd name="T13" fmla="*/ 61 h 341"/>
                <a:gd name="T14" fmla="*/ 291 w 334"/>
                <a:gd name="T15" fmla="*/ 273 h 341"/>
                <a:gd name="T16" fmla="*/ 267 w 334"/>
                <a:gd name="T17" fmla="*/ 298 h 341"/>
                <a:gd name="T18" fmla="*/ 78 w 334"/>
                <a:gd name="T19" fmla="*/ 36 h 341"/>
                <a:gd name="T20" fmla="*/ 78 w 334"/>
                <a:gd name="T21" fmla="*/ 0 h 341"/>
                <a:gd name="T22" fmla="*/ 121 w 334"/>
                <a:gd name="T23" fmla="*/ 36 h 341"/>
                <a:gd name="T24" fmla="*/ 121 w 334"/>
                <a:gd name="T25" fmla="*/ 0 h 341"/>
                <a:gd name="T26" fmla="*/ 163 w 334"/>
                <a:gd name="T27" fmla="*/ 0 h 341"/>
                <a:gd name="T28" fmla="*/ 163 w 334"/>
                <a:gd name="T29" fmla="*/ 36 h 341"/>
                <a:gd name="T30" fmla="*/ 206 w 334"/>
                <a:gd name="T31" fmla="*/ 0 h 341"/>
                <a:gd name="T32" fmla="*/ 206 w 334"/>
                <a:gd name="T33" fmla="*/ 36 h 341"/>
                <a:gd name="T34" fmla="*/ 256 w 334"/>
                <a:gd name="T35" fmla="*/ 0 h 341"/>
                <a:gd name="T36" fmla="*/ 256 w 334"/>
                <a:gd name="T37" fmla="*/ 36 h 341"/>
                <a:gd name="T38" fmla="*/ 334 w 334"/>
                <a:gd name="T39" fmla="*/ 78 h 341"/>
                <a:gd name="T40" fmla="*/ 291 w 334"/>
                <a:gd name="T41" fmla="*/ 78 h 341"/>
                <a:gd name="T42" fmla="*/ 334 w 334"/>
                <a:gd name="T43" fmla="*/ 121 h 341"/>
                <a:gd name="T44" fmla="*/ 291 w 334"/>
                <a:gd name="T45" fmla="*/ 121 h 341"/>
                <a:gd name="T46" fmla="*/ 334 w 334"/>
                <a:gd name="T47" fmla="*/ 163 h 341"/>
                <a:gd name="T48" fmla="*/ 291 w 334"/>
                <a:gd name="T49" fmla="*/ 163 h 341"/>
                <a:gd name="T50" fmla="*/ 334 w 334"/>
                <a:gd name="T51" fmla="*/ 213 h 341"/>
                <a:gd name="T52" fmla="*/ 291 w 334"/>
                <a:gd name="T53" fmla="*/ 213 h 341"/>
                <a:gd name="T54" fmla="*/ 334 w 334"/>
                <a:gd name="T55" fmla="*/ 256 h 341"/>
                <a:gd name="T56" fmla="*/ 291 w 334"/>
                <a:gd name="T57" fmla="*/ 256 h 341"/>
                <a:gd name="T58" fmla="*/ 36 w 334"/>
                <a:gd name="T59" fmla="*/ 78 h 341"/>
                <a:gd name="T60" fmla="*/ 0 w 334"/>
                <a:gd name="T61" fmla="*/ 78 h 341"/>
                <a:gd name="T62" fmla="*/ 36 w 334"/>
                <a:gd name="T63" fmla="*/ 121 h 341"/>
                <a:gd name="T64" fmla="*/ 0 w 334"/>
                <a:gd name="T65" fmla="*/ 121 h 341"/>
                <a:gd name="T66" fmla="*/ 36 w 334"/>
                <a:gd name="T67" fmla="*/ 163 h 341"/>
                <a:gd name="T68" fmla="*/ 0 w 334"/>
                <a:gd name="T69" fmla="*/ 163 h 341"/>
                <a:gd name="T70" fmla="*/ 36 w 334"/>
                <a:gd name="T71" fmla="*/ 213 h 341"/>
                <a:gd name="T72" fmla="*/ 0 w 334"/>
                <a:gd name="T73" fmla="*/ 213 h 341"/>
                <a:gd name="T74" fmla="*/ 36 w 334"/>
                <a:gd name="T75" fmla="*/ 256 h 341"/>
                <a:gd name="T76" fmla="*/ 0 w 334"/>
                <a:gd name="T77" fmla="*/ 256 h 341"/>
                <a:gd name="T78" fmla="*/ 78 w 334"/>
                <a:gd name="T79" fmla="*/ 298 h 341"/>
                <a:gd name="T80" fmla="*/ 78 w 334"/>
                <a:gd name="T81" fmla="*/ 341 h 341"/>
                <a:gd name="T82" fmla="*/ 121 w 334"/>
                <a:gd name="T83" fmla="*/ 298 h 341"/>
                <a:gd name="T84" fmla="*/ 121 w 334"/>
                <a:gd name="T85" fmla="*/ 341 h 341"/>
                <a:gd name="T86" fmla="*/ 163 w 334"/>
                <a:gd name="T87" fmla="*/ 341 h 341"/>
                <a:gd name="T88" fmla="*/ 163 w 334"/>
                <a:gd name="T89" fmla="*/ 298 h 341"/>
                <a:gd name="T90" fmla="*/ 206 w 334"/>
                <a:gd name="T91" fmla="*/ 298 h 341"/>
                <a:gd name="T92" fmla="*/ 206 w 334"/>
                <a:gd name="T93" fmla="*/ 341 h 341"/>
                <a:gd name="T94" fmla="*/ 256 w 334"/>
                <a:gd name="T95" fmla="*/ 298 h 341"/>
                <a:gd name="T96" fmla="*/ 256 w 334"/>
                <a:gd name="T97" fmla="*/ 341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4" h="341">
                  <a:moveTo>
                    <a:pt x="267" y="298"/>
                  </a:moveTo>
                  <a:cubicBezTo>
                    <a:pt x="60" y="298"/>
                    <a:pt x="60" y="298"/>
                    <a:pt x="60" y="298"/>
                  </a:cubicBezTo>
                  <a:cubicBezTo>
                    <a:pt x="48" y="298"/>
                    <a:pt x="36" y="286"/>
                    <a:pt x="36" y="273"/>
                  </a:cubicBezTo>
                  <a:cubicBezTo>
                    <a:pt x="36" y="61"/>
                    <a:pt x="36" y="61"/>
                    <a:pt x="36" y="61"/>
                  </a:cubicBezTo>
                  <a:cubicBezTo>
                    <a:pt x="36" y="45"/>
                    <a:pt x="48" y="36"/>
                    <a:pt x="60" y="36"/>
                  </a:cubicBezTo>
                  <a:cubicBezTo>
                    <a:pt x="267" y="36"/>
                    <a:pt x="267" y="36"/>
                    <a:pt x="267" y="36"/>
                  </a:cubicBezTo>
                  <a:cubicBezTo>
                    <a:pt x="282" y="36"/>
                    <a:pt x="291" y="45"/>
                    <a:pt x="291" y="61"/>
                  </a:cubicBezTo>
                  <a:cubicBezTo>
                    <a:pt x="291" y="273"/>
                    <a:pt x="291" y="273"/>
                    <a:pt x="291" y="273"/>
                  </a:cubicBezTo>
                  <a:cubicBezTo>
                    <a:pt x="291" y="286"/>
                    <a:pt x="282" y="298"/>
                    <a:pt x="267" y="298"/>
                  </a:cubicBezTo>
                  <a:close/>
                  <a:moveTo>
                    <a:pt x="78" y="36"/>
                  </a:moveTo>
                  <a:cubicBezTo>
                    <a:pt x="78" y="0"/>
                    <a:pt x="78" y="0"/>
                    <a:pt x="78" y="0"/>
                  </a:cubicBezTo>
                  <a:moveTo>
                    <a:pt x="121" y="36"/>
                  </a:moveTo>
                  <a:cubicBezTo>
                    <a:pt x="121" y="0"/>
                    <a:pt x="121" y="0"/>
                    <a:pt x="121" y="0"/>
                  </a:cubicBezTo>
                  <a:moveTo>
                    <a:pt x="163" y="0"/>
                  </a:moveTo>
                  <a:cubicBezTo>
                    <a:pt x="163" y="36"/>
                    <a:pt x="163" y="36"/>
                    <a:pt x="163" y="36"/>
                  </a:cubicBezTo>
                  <a:moveTo>
                    <a:pt x="206" y="0"/>
                  </a:moveTo>
                  <a:cubicBezTo>
                    <a:pt x="206" y="36"/>
                    <a:pt x="206" y="36"/>
                    <a:pt x="206" y="36"/>
                  </a:cubicBezTo>
                  <a:moveTo>
                    <a:pt x="256" y="0"/>
                  </a:moveTo>
                  <a:cubicBezTo>
                    <a:pt x="256" y="36"/>
                    <a:pt x="256" y="36"/>
                    <a:pt x="256" y="36"/>
                  </a:cubicBezTo>
                  <a:moveTo>
                    <a:pt x="334" y="78"/>
                  </a:moveTo>
                  <a:cubicBezTo>
                    <a:pt x="291" y="78"/>
                    <a:pt x="291" y="78"/>
                    <a:pt x="291" y="78"/>
                  </a:cubicBezTo>
                  <a:moveTo>
                    <a:pt x="334" y="121"/>
                  </a:moveTo>
                  <a:cubicBezTo>
                    <a:pt x="291" y="121"/>
                    <a:pt x="291" y="121"/>
                    <a:pt x="291" y="121"/>
                  </a:cubicBezTo>
                  <a:moveTo>
                    <a:pt x="334" y="163"/>
                  </a:moveTo>
                  <a:cubicBezTo>
                    <a:pt x="291" y="163"/>
                    <a:pt x="291" y="163"/>
                    <a:pt x="291" y="163"/>
                  </a:cubicBezTo>
                  <a:moveTo>
                    <a:pt x="334" y="213"/>
                  </a:moveTo>
                  <a:cubicBezTo>
                    <a:pt x="291" y="213"/>
                    <a:pt x="291" y="213"/>
                    <a:pt x="291" y="213"/>
                  </a:cubicBezTo>
                  <a:moveTo>
                    <a:pt x="334" y="256"/>
                  </a:moveTo>
                  <a:cubicBezTo>
                    <a:pt x="291" y="256"/>
                    <a:pt x="291" y="256"/>
                    <a:pt x="291" y="256"/>
                  </a:cubicBezTo>
                  <a:moveTo>
                    <a:pt x="36" y="78"/>
                  </a:moveTo>
                  <a:cubicBezTo>
                    <a:pt x="0" y="78"/>
                    <a:pt x="0" y="78"/>
                    <a:pt x="0" y="78"/>
                  </a:cubicBezTo>
                  <a:moveTo>
                    <a:pt x="36" y="121"/>
                  </a:moveTo>
                  <a:cubicBezTo>
                    <a:pt x="0" y="121"/>
                    <a:pt x="0" y="121"/>
                    <a:pt x="0" y="121"/>
                  </a:cubicBezTo>
                  <a:moveTo>
                    <a:pt x="36" y="163"/>
                  </a:moveTo>
                  <a:cubicBezTo>
                    <a:pt x="0" y="163"/>
                    <a:pt x="0" y="163"/>
                    <a:pt x="0" y="163"/>
                  </a:cubicBezTo>
                  <a:moveTo>
                    <a:pt x="36" y="213"/>
                  </a:moveTo>
                  <a:cubicBezTo>
                    <a:pt x="0" y="213"/>
                    <a:pt x="0" y="213"/>
                    <a:pt x="0" y="213"/>
                  </a:cubicBezTo>
                  <a:moveTo>
                    <a:pt x="36" y="256"/>
                  </a:moveTo>
                  <a:cubicBezTo>
                    <a:pt x="0" y="256"/>
                    <a:pt x="0" y="256"/>
                    <a:pt x="0" y="256"/>
                  </a:cubicBezTo>
                  <a:moveTo>
                    <a:pt x="78" y="298"/>
                  </a:moveTo>
                  <a:cubicBezTo>
                    <a:pt x="78" y="341"/>
                    <a:pt x="78" y="341"/>
                    <a:pt x="78" y="341"/>
                  </a:cubicBezTo>
                  <a:moveTo>
                    <a:pt x="121" y="298"/>
                  </a:moveTo>
                  <a:cubicBezTo>
                    <a:pt x="121" y="341"/>
                    <a:pt x="121" y="341"/>
                    <a:pt x="121" y="341"/>
                  </a:cubicBezTo>
                  <a:moveTo>
                    <a:pt x="163" y="341"/>
                  </a:moveTo>
                  <a:cubicBezTo>
                    <a:pt x="163" y="298"/>
                    <a:pt x="163" y="298"/>
                    <a:pt x="163" y="298"/>
                  </a:cubicBezTo>
                  <a:moveTo>
                    <a:pt x="206" y="298"/>
                  </a:moveTo>
                  <a:cubicBezTo>
                    <a:pt x="206" y="341"/>
                    <a:pt x="206" y="341"/>
                    <a:pt x="206" y="341"/>
                  </a:cubicBezTo>
                  <a:moveTo>
                    <a:pt x="256" y="298"/>
                  </a:moveTo>
                  <a:cubicBezTo>
                    <a:pt x="256" y="341"/>
                    <a:pt x="256" y="341"/>
                    <a:pt x="256" y="341"/>
                  </a:cubicBezTo>
                </a:path>
              </a:pathLst>
            </a:custGeom>
            <a:noFill/>
            <a:ln w="15875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</a:endParaRPr>
            </a:p>
          </p:txBody>
        </p:sp>
      </p:grpSp>
      <p:cxnSp>
        <p:nvCxnSpPr>
          <p:cNvPr id="59" name="Straight Connector 58" descr="Line leading to bullet points">
            <a:extLst>
              <a:ext uri="{FF2B5EF4-FFF2-40B4-BE49-F238E27FC236}">
                <a16:creationId xmlns:a16="http://schemas.microsoft.com/office/drawing/2014/main" id="{DFFBC864-B237-F64C-8432-A209DA45BA12}"/>
              </a:ext>
            </a:extLst>
          </p:cNvPr>
          <p:cNvCxnSpPr>
            <a:cxnSpLocks/>
          </p:cNvCxnSpPr>
          <p:nvPr/>
        </p:nvCxnSpPr>
        <p:spPr>
          <a:xfrm flipV="1">
            <a:off x="8464525" y="2012472"/>
            <a:ext cx="0" cy="1548000"/>
          </a:xfrm>
          <a:prstGeom prst="line">
            <a:avLst/>
          </a:prstGeom>
          <a:ln w="127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B4D59C2-33C8-3E4E-B63D-DBF1F2471556}"/>
              </a:ext>
            </a:extLst>
          </p:cNvPr>
          <p:cNvSpPr txBox="1"/>
          <p:nvPr/>
        </p:nvSpPr>
        <p:spPr>
          <a:xfrm>
            <a:off x="8307623" y="1773188"/>
            <a:ext cx="1595438" cy="1445077"/>
          </a:xfrm>
          <a:prstGeom prst="rect">
            <a:avLst/>
          </a:prstGeom>
          <a:noFill/>
        </p:spPr>
        <p:txBody>
          <a:bodyPr wrap="square" lIns="90000" tIns="46800" rIns="90000" bIns="46800" rtlCol="0" anchor="t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Goal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Outcome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Deliverable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Result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Review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4B4648-69FD-F347-A9C6-6605A901EF96}"/>
              </a:ext>
            </a:extLst>
          </p:cNvPr>
          <p:cNvSpPr txBox="1"/>
          <p:nvPr/>
        </p:nvSpPr>
        <p:spPr>
          <a:xfrm>
            <a:off x="10013950" y="3285710"/>
            <a:ext cx="649288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+mj-lt"/>
              </a:rPr>
              <a:t>Label</a:t>
            </a:r>
          </a:p>
        </p:txBody>
      </p:sp>
      <p:grpSp>
        <p:nvGrpSpPr>
          <p:cNvPr id="10" name="Group 9" descr="Label 6 icon circle">
            <a:extLst>
              <a:ext uri="{FF2B5EF4-FFF2-40B4-BE49-F238E27FC236}">
                <a16:creationId xmlns:a16="http://schemas.microsoft.com/office/drawing/2014/main" id="{016FB370-6A59-DC47-B526-AFB7F208FAF7}"/>
              </a:ext>
            </a:extLst>
          </p:cNvPr>
          <p:cNvGrpSpPr/>
          <p:nvPr/>
        </p:nvGrpSpPr>
        <p:grpSpPr>
          <a:xfrm>
            <a:off x="10013950" y="3560884"/>
            <a:ext cx="659875" cy="659875"/>
            <a:chOff x="10013950" y="3560884"/>
            <a:chExt cx="659875" cy="659875"/>
          </a:xfrm>
        </p:grpSpPr>
        <p:grpSp>
          <p:nvGrpSpPr>
            <p:cNvPr id="84" name="Group 83" descr="Icon location">
              <a:extLst>
                <a:ext uri="{FF2B5EF4-FFF2-40B4-BE49-F238E27FC236}">
                  <a16:creationId xmlns:a16="http://schemas.microsoft.com/office/drawing/2014/main" id="{C66FDEC4-279D-E143-84C4-8051FCB7054D}"/>
                </a:ext>
              </a:extLst>
            </p:cNvPr>
            <p:cNvGrpSpPr/>
            <p:nvPr/>
          </p:nvGrpSpPr>
          <p:grpSpPr>
            <a:xfrm>
              <a:off x="10013950" y="3560884"/>
              <a:ext cx="659875" cy="659875"/>
              <a:chOff x="584200" y="3560884"/>
              <a:chExt cx="659875" cy="659875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D87EBE65-714D-CB41-B3AA-650D1F96532F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86" name="Oval 85" descr="globe icon">
                <a:extLst>
                  <a:ext uri="{FF2B5EF4-FFF2-40B4-BE49-F238E27FC236}">
                    <a16:creationId xmlns:a16="http://schemas.microsoft.com/office/drawing/2014/main" id="{84F49802-A7BB-D044-B858-97F8A95B9C27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92" name="globe_4" title="Icon of the earth">
              <a:extLst>
                <a:ext uri="{FF2B5EF4-FFF2-40B4-BE49-F238E27FC236}">
                  <a16:creationId xmlns:a16="http://schemas.microsoft.com/office/drawing/2014/main" id="{4564A74A-15CC-EF4E-B7B1-6B65D19223A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0159303" y="3701581"/>
              <a:ext cx="361225" cy="365760"/>
            </a:xfrm>
            <a:custGeom>
              <a:avLst/>
              <a:gdLst>
                <a:gd name="T0" fmla="*/ 0 w 332"/>
                <a:gd name="T1" fmla="*/ 167 h 333"/>
                <a:gd name="T2" fmla="*/ 36 w 332"/>
                <a:gd name="T3" fmla="*/ 63 h 333"/>
                <a:gd name="T4" fmla="*/ 166 w 332"/>
                <a:gd name="T5" fmla="*/ 0 h 333"/>
                <a:gd name="T6" fmla="*/ 332 w 332"/>
                <a:gd name="T7" fmla="*/ 167 h 333"/>
                <a:gd name="T8" fmla="*/ 166 w 332"/>
                <a:gd name="T9" fmla="*/ 333 h 333"/>
                <a:gd name="T10" fmla="*/ 0 w 332"/>
                <a:gd name="T11" fmla="*/ 167 h 333"/>
                <a:gd name="T12" fmla="*/ 89 w 332"/>
                <a:gd name="T13" fmla="*/ 314 h 333"/>
                <a:gd name="T14" fmla="*/ 102 w 332"/>
                <a:gd name="T15" fmla="*/ 299 h 333"/>
                <a:gd name="T16" fmla="*/ 98 w 332"/>
                <a:gd name="T17" fmla="*/ 272 h 333"/>
                <a:gd name="T18" fmla="*/ 72 w 332"/>
                <a:gd name="T19" fmla="*/ 255 h 333"/>
                <a:gd name="T20" fmla="*/ 38 w 332"/>
                <a:gd name="T21" fmla="*/ 255 h 333"/>
                <a:gd name="T22" fmla="*/ 21 w 332"/>
                <a:gd name="T23" fmla="*/ 217 h 333"/>
                <a:gd name="T24" fmla="*/ 38 w 332"/>
                <a:gd name="T25" fmla="*/ 168 h 333"/>
                <a:gd name="T26" fmla="*/ 58 w 332"/>
                <a:gd name="T27" fmla="*/ 167 h 333"/>
                <a:gd name="T28" fmla="*/ 80 w 332"/>
                <a:gd name="T29" fmla="*/ 193 h 333"/>
                <a:gd name="T30" fmla="*/ 102 w 332"/>
                <a:gd name="T31" fmla="*/ 182 h 333"/>
                <a:gd name="T32" fmla="*/ 93 w 332"/>
                <a:gd name="T33" fmla="*/ 156 h 333"/>
                <a:gd name="T34" fmla="*/ 101 w 332"/>
                <a:gd name="T35" fmla="*/ 124 h 333"/>
                <a:gd name="T36" fmla="*/ 145 w 332"/>
                <a:gd name="T37" fmla="*/ 80 h 333"/>
                <a:gd name="T38" fmla="*/ 119 w 332"/>
                <a:gd name="T39" fmla="*/ 47 h 333"/>
                <a:gd name="T40" fmla="*/ 101 w 332"/>
                <a:gd name="T41" fmla="*/ 68 h 333"/>
                <a:gd name="T42" fmla="*/ 32 w 332"/>
                <a:gd name="T43" fmla="*/ 68 h 333"/>
                <a:gd name="T44" fmla="*/ 251 w 332"/>
                <a:gd name="T45" fmla="*/ 24 h 333"/>
                <a:gd name="T46" fmla="*/ 187 w 332"/>
                <a:gd name="T47" fmla="*/ 56 h 333"/>
                <a:gd name="T48" fmla="*/ 201 w 332"/>
                <a:gd name="T49" fmla="*/ 92 h 333"/>
                <a:gd name="T50" fmla="*/ 235 w 332"/>
                <a:gd name="T51" fmla="*/ 92 h 333"/>
                <a:gd name="T52" fmla="*/ 219 w 332"/>
                <a:gd name="T53" fmla="*/ 115 h 333"/>
                <a:gd name="T54" fmla="*/ 187 w 332"/>
                <a:gd name="T55" fmla="*/ 130 h 333"/>
                <a:gd name="T56" fmla="*/ 161 w 332"/>
                <a:gd name="T57" fmla="*/ 168 h 333"/>
                <a:gd name="T58" fmla="*/ 169 w 332"/>
                <a:gd name="T59" fmla="*/ 204 h 333"/>
                <a:gd name="T60" fmla="*/ 206 w 332"/>
                <a:gd name="T61" fmla="*/ 225 h 333"/>
                <a:gd name="T62" fmla="*/ 218 w 332"/>
                <a:gd name="T63" fmla="*/ 212 h 333"/>
                <a:gd name="T64" fmla="*/ 229 w 332"/>
                <a:gd name="T65" fmla="*/ 244 h 333"/>
                <a:gd name="T66" fmla="*/ 217 w 332"/>
                <a:gd name="T67" fmla="*/ 289 h 333"/>
                <a:gd name="T68" fmla="*/ 245 w 332"/>
                <a:gd name="T69" fmla="*/ 276 h 333"/>
                <a:gd name="T70" fmla="*/ 259 w 332"/>
                <a:gd name="T71" fmla="*/ 256 h 333"/>
                <a:gd name="T72" fmla="*/ 259 w 332"/>
                <a:gd name="T73" fmla="*/ 168 h 333"/>
                <a:gd name="T74" fmla="*/ 239 w 332"/>
                <a:gd name="T75" fmla="*/ 137 h 333"/>
                <a:gd name="T76" fmla="*/ 259 w 332"/>
                <a:gd name="T77" fmla="*/ 124 h 333"/>
                <a:gd name="T78" fmla="*/ 284 w 332"/>
                <a:gd name="T79" fmla="*/ 137 h 333"/>
                <a:gd name="T80" fmla="*/ 306 w 332"/>
                <a:gd name="T81" fmla="*/ 170 h 333"/>
                <a:gd name="T82" fmla="*/ 306 w 332"/>
                <a:gd name="T83" fmla="*/ 186 h 333"/>
                <a:gd name="T84" fmla="*/ 332 w 332"/>
                <a:gd name="T85" fmla="*/ 181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2" h="333">
                  <a:moveTo>
                    <a:pt x="0" y="167"/>
                  </a:moveTo>
                  <a:cubicBezTo>
                    <a:pt x="0" y="128"/>
                    <a:pt x="13" y="92"/>
                    <a:pt x="36" y="63"/>
                  </a:cubicBezTo>
                  <a:cubicBezTo>
                    <a:pt x="66" y="25"/>
                    <a:pt x="113" y="0"/>
                    <a:pt x="166" y="0"/>
                  </a:cubicBezTo>
                  <a:cubicBezTo>
                    <a:pt x="258" y="0"/>
                    <a:pt x="332" y="75"/>
                    <a:pt x="332" y="167"/>
                  </a:cubicBezTo>
                  <a:cubicBezTo>
                    <a:pt x="332" y="258"/>
                    <a:pt x="258" y="333"/>
                    <a:pt x="166" y="333"/>
                  </a:cubicBezTo>
                  <a:cubicBezTo>
                    <a:pt x="74" y="333"/>
                    <a:pt x="0" y="258"/>
                    <a:pt x="0" y="167"/>
                  </a:cubicBezTo>
                  <a:close/>
                  <a:moveTo>
                    <a:pt x="89" y="314"/>
                  </a:moveTo>
                  <a:cubicBezTo>
                    <a:pt x="102" y="299"/>
                    <a:pt x="102" y="299"/>
                    <a:pt x="102" y="299"/>
                  </a:cubicBezTo>
                  <a:cubicBezTo>
                    <a:pt x="98" y="272"/>
                    <a:pt x="98" y="272"/>
                    <a:pt x="98" y="272"/>
                  </a:cubicBezTo>
                  <a:cubicBezTo>
                    <a:pt x="72" y="255"/>
                    <a:pt x="72" y="255"/>
                    <a:pt x="72" y="255"/>
                  </a:cubicBezTo>
                  <a:cubicBezTo>
                    <a:pt x="38" y="255"/>
                    <a:pt x="38" y="255"/>
                    <a:pt x="38" y="255"/>
                  </a:cubicBezTo>
                  <a:cubicBezTo>
                    <a:pt x="21" y="217"/>
                    <a:pt x="21" y="217"/>
                    <a:pt x="21" y="217"/>
                  </a:cubicBezTo>
                  <a:cubicBezTo>
                    <a:pt x="38" y="168"/>
                    <a:pt x="38" y="168"/>
                    <a:pt x="38" y="168"/>
                  </a:cubicBezTo>
                  <a:cubicBezTo>
                    <a:pt x="58" y="167"/>
                    <a:pt x="58" y="167"/>
                    <a:pt x="58" y="167"/>
                  </a:cubicBezTo>
                  <a:cubicBezTo>
                    <a:pt x="80" y="193"/>
                    <a:pt x="80" y="193"/>
                    <a:pt x="80" y="193"/>
                  </a:cubicBezTo>
                  <a:cubicBezTo>
                    <a:pt x="102" y="182"/>
                    <a:pt x="102" y="182"/>
                    <a:pt x="102" y="182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101" y="124"/>
                    <a:pt x="101" y="124"/>
                    <a:pt x="101" y="124"/>
                  </a:cubicBezTo>
                  <a:cubicBezTo>
                    <a:pt x="145" y="80"/>
                    <a:pt x="145" y="80"/>
                    <a:pt x="145" y="8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01" y="68"/>
                    <a:pt x="101" y="68"/>
                    <a:pt x="101" y="68"/>
                  </a:cubicBezTo>
                  <a:cubicBezTo>
                    <a:pt x="32" y="68"/>
                    <a:pt x="32" y="68"/>
                    <a:pt x="32" y="68"/>
                  </a:cubicBezTo>
                  <a:moveTo>
                    <a:pt x="251" y="24"/>
                  </a:moveTo>
                  <a:cubicBezTo>
                    <a:pt x="187" y="56"/>
                    <a:pt x="187" y="56"/>
                    <a:pt x="187" y="56"/>
                  </a:cubicBezTo>
                  <a:cubicBezTo>
                    <a:pt x="201" y="92"/>
                    <a:pt x="201" y="92"/>
                    <a:pt x="201" y="92"/>
                  </a:cubicBezTo>
                  <a:cubicBezTo>
                    <a:pt x="235" y="92"/>
                    <a:pt x="235" y="92"/>
                    <a:pt x="235" y="92"/>
                  </a:cubicBezTo>
                  <a:cubicBezTo>
                    <a:pt x="219" y="115"/>
                    <a:pt x="219" y="115"/>
                    <a:pt x="219" y="115"/>
                  </a:cubicBezTo>
                  <a:cubicBezTo>
                    <a:pt x="187" y="130"/>
                    <a:pt x="187" y="130"/>
                    <a:pt x="187" y="130"/>
                  </a:cubicBezTo>
                  <a:cubicBezTo>
                    <a:pt x="161" y="168"/>
                    <a:pt x="161" y="168"/>
                    <a:pt x="161" y="168"/>
                  </a:cubicBezTo>
                  <a:cubicBezTo>
                    <a:pt x="169" y="204"/>
                    <a:pt x="169" y="204"/>
                    <a:pt x="169" y="204"/>
                  </a:cubicBezTo>
                  <a:cubicBezTo>
                    <a:pt x="206" y="225"/>
                    <a:pt x="206" y="225"/>
                    <a:pt x="206" y="225"/>
                  </a:cubicBezTo>
                  <a:cubicBezTo>
                    <a:pt x="218" y="212"/>
                    <a:pt x="218" y="212"/>
                    <a:pt x="218" y="212"/>
                  </a:cubicBezTo>
                  <a:cubicBezTo>
                    <a:pt x="229" y="244"/>
                    <a:pt x="229" y="244"/>
                    <a:pt x="229" y="244"/>
                  </a:cubicBezTo>
                  <a:cubicBezTo>
                    <a:pt x="217" y="289"/>
                    <a:pt x="217" y="289"/>
                    <a:pt x="217" y="289"/>
                  </a:cubicBezTo>
                  <a:cubicBezTo>
                    <a:pt x="245" y="276"/>
                    <a:pt x="245" y="276"/>
                    <a:pt x="245" y="276"/>
                  </a:cubicBezTo>
                  <a:cubicBezTo>
                    <a:pt x="259" y="256"/>
                    <a:pt x="259" y="256"/>
                    <a:pt x="259" y="256"/>
                  </a:cubicBezTo>
                  <a:cubicBezTo>
                    <a:pt x="259" y="168"/>
                    <a:pt x="259" y="168"/>
                    <a:pt x="259" y="168"/>
                  </a:cubicBezTo>
                  <a:cubicBezTo>
                    <a:pt x="239" y="137"/>
                    <a:pt x="239" y="137"/>
                    <a:pt x="239" y="137"/>
                  </a:cubicBezTo>
                  <a:cubicBezTo>
                    <a:pt x="259" y="124"/>
                    <a:pt x="259" y="124"/>
                    <a:pt x="259" y="124"/>
                  </a:cubicBezTo>
                  <a:cubicBezTo>
                    <a:pt x="284" y="137"/>
                    <a:pt x="284" y="137"/>
                    <a:pt x="284" y="137"/>
                  </a:cubicBezTo>
                  <a:cubicBezTo>
                    <a:pt x="306" y="170"/>
                    <a:pt x="306" y="170"/>
                    <a:pt x="306" y="170"/>
                  </a:cubicBezTo>
                  <a:cubicBezTo>
                    <a:pt x="306" y="186"/>
                    <a:pt x="306" y="186"/>
                    <a:pt x="306" y="186"/>
                  </a:cubicBezTo>
                  <a:cubicBezTo>
                    <a:pt x="332" y="181"/>
                    <a:pt x="332" y="181"/>
                    <a:pt x="332" y="181"/>
                  </a:cubicBez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</a:endParaRPr>
            </a:p>
          </p:txBody>
        </p:sp>
      </p:grpSp>
      <p:cxnSp>
        <p:nvCxnSpPr>
          <p:cNvPr id="60" name="Straight Connector 59" descr="Line leading to bullet points">
            <a:extLst>
              <a:ext uri="{FF2B5EF4-FFF2-40B4-BE49-F238E27FC236}">
                <a16:creationId xmlns:a16="http://schemas.microsoft.com/office/drawing/2014/main" id="{9174BB57-2ECE-7A46-ACE8-D634B0095C12}"/>
              </a:ext>
            </a:extLst>
          </p:cNvPr>
          <p:cNvCxnSpPr>
            <a:cxnSpLocks/>
          </p:cNvCxnSpPr>
          <p:nvPr/>
        </p:nvCxnSpPr>
        <p:spPr>
          <a:xfrm flipV="1">
            <a:off x="10350822" y="4214029"/>
            <a:ext cx="0" cy="1548000"/>
          </a:xfrm>
          <a:prstGeom prst="line">
            <a:avLst/>
          </a:prstGeom>
          <a:ln w="127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295F72B-A84E-AC44-9F25-62E51B085081}"/>
              </a:ext>
            </a:extLst>
          </p:cNvPr>
          <p:cNvSpPr txBox="1"/>
          <p:nvPr/>
        </p:nvSpPr>
        <p:spPr>
          <a:xfrm>
            <a:off x="10186809" y="4523907"/>
            <a:ext cx="1595438" cy="1445077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Goal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Outcome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Deliverable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Result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SzPct val="110000"/>
              <a:buFont typeface=".Hiragino Kaku Gothic Interface W3"/>
              <a:buChar char="◉"/>
            </a:pPr>
            <a:r>
              <a:rPr lang="en-US" sz="1200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409705228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3A58-8F02-754C-AD45-813629569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timeline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5B203-2539-9645-B159-329345F67A01}"/>
              </a:ext>
            </a:extLst>
          </p:cNvPr>
          <p:cNvSpPr txBox="1"/>
          <p:nvPr/>
        </p:nvSpPr>
        <p:spPr>
          <a:xfrm>
            <a:off x="584200" y="1707755"/>
            <a:ext cx="1595437" cy="309958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tIns="46800" rIns="90000" bIns="46800" rtlCol="0" anchor="b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One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65F5B4-F20C-4841-8DBF-8F134BE149C0}"/>
              </a:ext>
            </a:extLst>
          </p:cNvPr>
          <p:cNvSpPr txBox="1"/>
          <p:nvPr/>
        </p:nvSpPr>
        <p:spPr>
          <a:xfrm>
            <a:off x="584200" y="2017714"/>
            <a:ext cx="1595438" cy="4251324"/>
          </a:xfrm>
          <a:prstGeom prst="rect">
            <a:avLst/>
          </a:prstGeom>
          <a:solidFill>
            <a:schemeClr val="bg2"/>
          </a:solidFill>
        </p:spPr>
        <p:txBody>
          <a:bodyPr wrap="square" lIns="90000" tIns="46800" rIns="90000" bIns="46800" rtlCol="0" anchor="t">
            <a:noAutofit/>
          </a:bodyPr>
          <a:lstStyle/>
          <a:p>
            <a:r>
              <a:rPr lang="en-US" sz="1200" b="1" dirty="0"/>
              <a:t>Title</a:t>
            </a:r>
          </a:p>
          <a:p>
            <a:r>
              <a:rPr lang="en-US" sz="1200" dirty="0"/>
              <a:t>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,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</a:t>
            </a:r>
            <a:r>
              <a:rPr lang="en-US" sz="1200" dirty="0" err="1"/>
              <a:t>labore</a:t>
            </a:r>
            <a:r>
              <a:rPr lang="en-US" sz="1200" dirty="0"/>
              <a:t> et dolore magna </a:t>
            </a:r>
            <a:r>
              <a:rPr lang="en-US" sz="1200" dirty="0" err="1"/>
              <a:t>aliqua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Goal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Outcome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Deliverable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Review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ED8875-1E15-9249-A974-DAAEF6C0E126}"/>
              </a:ext>
            </a:extLst>
          </p:cNvPr>
          <p:cNvSpPr txBox="1"/>
          <p:nvPr/>
        </p:nvSpPr>
        <p:spPr>
          <a:xfrm>
            <a:off x="2470151" y="1707755"/>
            <a:ext cx="1595437" cy="309958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tIns="46800" rIns="90000" bIns="46800" rtlCol="0" anchor="b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Two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9993B3-A3E7-2747-A435-387CD48F3366}"/>
              </a:ext>
            </a:extLst>
          </p:cNvPr>
          <p:cNvSpPr txBox="1"/>
          <p:nvPr/>
        </p:nvSpPr>
        <p:spPr>
          <a:xfrm>
            <a:off x="2470150" y="2017714"/>
            <a:ext cx="1595438" cy="4251324"/>
          </a:xfrm>
          <a:prstGeom prst="rect">
            <a:avLst/>
          </a:prstGeom>
          <a:solidFill>
            <a:schemeClr val="bg2"/>
          </a:solidFill>
        </p:spPr>
        <p:txBody>
          <a:bodyPr wrap="square" lIns="90000" tIns="46800" rIns="90000" bIns="46800" rtlCol="0" anchor="t">
            <a:noAutofit/>
          </a:bodyPr>
          <a:lstStyle/>
          <a:p>
            <a:r>
              <a:rPr lang="en-US" sz="1200" b="1" dirty="0"/>
              <a:t>Title </a:t>
            </a:r>
          </a:p>
          <a:p>
            <a:r>
              <a:rPr lang="en-US" sz="1200" dirty="0"/>
              <a:t>Ut </a:t>
            </a:r>
            <a:r>
              <a:rPr lang="en-US" sz="1200" dirty="0" err="1"/>
              <a:t>enim</a:t>
            </a:r>
            <a:r>
              <a:rPr lang="en-US" sz="1200" dirty="0"/>
              <a:t> ad minim </a:t>
            </a:r>
            <a:r>
              <a:rPr lang="en-US" sz="1200" dirty="0" err="1"/>
              <a:t>veniam</a:t>
            </a:r>
            <a:r>
              <a:rPr lang="en-US" sz="1200" dirty="0"/>
              <a:t>, </a:t>
            </a:r>
            <a:r>
              <a:rPr lang="en-US" sz="1200" dirty="0" err="1"/>
              <a:t>quis</a:t>
            </a:r>
            <a:r>
              <a:rPr lang="en-US" sz="1200" dirty="0"/>
              <a:t> </a:t>
            </a:r>
            <a:r>
              <a:rPr lang="en-US" sz="1200" dirty="0" err="1"/>
              <a:t>nostrud</a:t>
            </a:r>
            <a:r>
              <a:rPr lang="en-US" sz="1200" dirty="0"/>
              <a:t> exercitation </a:t>
            </a:r>
            <a:r>
              <a:rPr lang="en-US" sz="1200" dirty="0" err="1"/>
              <a:t>ullamco</a:t>
            </a:r>
            <a:r>
              <a:rPr lang="en-US" sz="1200" dirty="0"/>
              <a:t> </a:t>
            </a:r>
            <a:r>
              <a:rPr lang="en-US" sz="1200" dirty="0" err="1"/>
              <a:t>laboris</a:t>
            </a:r>
            <a:r>
              <a:rPr lang="en-US" sz="1200" dirty="0"/>
              <a:t> nisi </a:t>
            </a:r>
            <a:r>
              <a:rPr lang="en-US" sz="1200" dirty="0" err="1"/>
              <a:t>ut</a:t>
            </a:r>
            <a:r>
              <a:rPr lang="en-US" sz="1200" dirty="0"/>
              <a:t> </a:t>
            </a:r>
            <a:r>
              <a:rPr lang="en-US" sz="1200" dirty="0" err="1"/>
              <a:t>aliquip</a:t>
            </a:r>
            <a:r>
              <a:rPr lang="en-US" sz="1200" dirty="0"/>
              <a:t> ex </a:t>
            </a:r>
            <a:r>
              <a:rPr lang="en-US" sz="1200" dirty="0" err="1"/>
              <a:t>ea</a:t>
            </a:r>
            <a:r>
              <a:rPr lang="en-US" sz="1200" dirty="0"/>
              <a:t> </a:t>
            </a:r>
            <a:r>
              <a:rPr lang="en-US" sz="1200" dirty="0" err="1"/>
              <a:t>commodo</a:t>
            </a:r>
            <a:r>
              <a:rPr lang="en-US" sz="1200" dirty="0"/>
              <a:t> </a:t>
            </a:r>
            <a:r>
              <a:rPr lang="en-US" sz="1200" dirty="0" err="1"/>
              <a:t>consequat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Goal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Outcome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Deliverable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Review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806E68-33F4-F643-854C-6A1F6167703D}"/>
              </a:ext>
            </a:extLst>
          </p:cNvPr>
          <p:cNvSpPr txBox="1"/>
          <p:nvPr/>
        </p:nvSpPr>
        <p:spPr>
          <a:xfrm>
            <a:off x="4364038" y="1707755"/>
            <a:ext cx="1595437" cy="309958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tIns="46800" rIns="90000" bIns="46800" rtlCol="0" anchor="b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Three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0EB670-58F7-E648-BE3A-EB22B824217A}"/>
              </a:ext>
            </a:extLst>
          </p:cNvPr>
          <p:cNvSpPr txBox="1"/>
          <p:nvPr/>
        </p:nvSpPr>
        <p:spPr>
          <a:xfrm>
            <a:off x="4356100" y="2017713"/>
            <a:ext cx="1595438" cy="4251325"/>
          </a:xfrm>
          <a:prstGeom prst="rect">
            <a:avLst/>
          </a:prstGeom>
          <a:solidFill>
            <a:schemeClr val="bg2"/>
          </a:solidFill>
        </p:spPr>
        <p:txBody>
          <a:bodyPr wrap="square" lIns="90000" tIns="46800" rIns="90000" bIns="46800" rtlCol="0" anchor="t">
            <a:noAutofit/>
          </a:bodyPr>
          <a:lstStyle/>
          <a:p>
            <a:r>
              <a:rPr lang="en-US" sz="1200" b="1" dirty="0"/>
              <a:t>Title </a:t>
            </a:r>
          </a:p>
          <a:p>
            <a:r>
              <a:rPr lang="en-US" sz="1200" dirty="0"/>
              <a:t>Sed </a:t>
            </a:r>
            <a:r>
              <a:rPr lang="en-US" sz="1200" dirty="0" err="1"/>
              <a:t>ut</a:t>
            </a:r>
            <a:r>
              <a:rPr lang="en-US" sz="1200" dirty="0"/>
              <a:t> </a:t>
            </a:r>
            <a:r>
              <a:rPr lang="en-US" sz="1200" dirty="0" err="1"/>
              <a:t>perspiciatis</a:t>
            </a:r>
            <a:r>
              <a:rPr lang="en-US" sz="1200" dirty="0"/>
              <a:t> </a:t>
            </a:r>
            <a:r>
              <a:rPr lang="en-US" sz="1200" dirty="0" err="1"/>
              <a:t>unde</a:t>
            </a:r>
            <a:r>
              <a:rPr lang="en-US" sz="1200" dirty="0"/>
              <a:t> </a:t>
            </a:r>
            <a:r>
              <a:rPr lang="en-US" sz="1200" dirty="0" err="1"/>
              <a:t>omnis</a:t>
            </a:r>
            <a:r>
              <a:rPr lang="en-US" sz="1200" dirty="0"/>
              <a:t> </a:t>
            </a:r>
            <a:r>
              <a:rPr lang="en-US" sz="1200" dirty="0" err="1"/>
              <a:t>iste</a:t>
            </a:r>
            <a:r>
              <a:rPr lang="en-US" sz="1200" dirty="0"/>
              <a:t> </a:t>
            </a:r>
            <a:r>
              <a:rPr lang="en-US" sz="1200" dirty="0" err="1"/>
              <a:t>natus</a:t>
            </a:r>
            <a:r>
              <a:rPr lang="en-US" sz="1200" dirty="0"/>
              <a:t> error sit </a:t>
            </a:r>
            <a:r>
              <a:rPr lang="en-US" sz="1200" dirty="0" err="1"/>
              <a:t>voluptatem</a:t>
            </a:r>
            <a:r>
              <a:rPr lang="en-US" sz="1200" dirty="0"/>
              <a:t> </a:t>
            </a:r>
            <a:r>
              <a:rPr lang="en-US" sz="1200" dirty="0" err="1"/>
              <a:t>accusantium</a:t>
            </a:r>
            <a:r>
              <a:rPr lang="en-US" sz="1200" dirty="0"/>
              <a:t> </a:t>
            </a:r>
            <a:r>
              <a:rPr lang="en-US" sz="1200" dirty="0" err="1"/>
              <a:t>doloremque</a:t>
            </a:r>
            <a:r>
              <a:rPr lang="en-US" sz="1200" dirty="0"/>
              <a:t> </a:t>
            </a:r>
            <a:r>
              <a:rPr lang="en-US" sz="1200" dirty="0" err="1"/>
              <a:t>laudantium</a:t>
            </a:r>
            <a:r>
              <a:rPr lang="en-US" sz="1200" dirty="0"/>
              <a:t>, </a:t>
            </a:r>
            <a:r>
              <a:rPr lang="en-US" sz="1200" dirty="0" err="1"/>
              <a:t>totam</a:t>
            </a:r>
            <a:r>
              <a:rPr lang="en-US" sz="1200" dirty="0"/>
              <a:t> rem </a:t>
            </a:r>
            <a:r>
              <a:rPr lang="en-US" sz="1200" dirty="0" err="1"/>
              <a:t>aperiam</a:t>
            </a:r>
            <a:r>
              <a:rPr lang="en-US" sz="1200" dirty="0"/>
              <a:t>, </a:t>
            </a:r>
            <a:r>
              <a:rPr lang="en-US" sz="1200" dirty="0" err="1"/>
              <a:t>eaque</a:t>
            </a:r>
            <a:r>
              <a:rPr lang="en-US" sz="1200" dirty="0"/>
              <a:t> </a:t>
            </a:r>
            <a:r>
              <a:rPr lang="en-US" sz="1200" dirty="0" err="1"/>
              <a:t>ipsa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Goal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Outcome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Deliverable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Review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ECDB55-09FA-574A-A7EA-19327F856A11}"/>
              </a:ext>
            </a:extLst>
          </p:cNvPr>
          <p:cNvSpPr txBox="1"/>
          <p:nvPr/>
        </p:nvSpPr>
        <p:spPr>
          <a:xfrm>
            <a:off x="6242051" y="1707755"/>
            <a:ext cx="1595437" cy="309958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tIns="46800" rIns="90000" bIns="46800" rtlCol="0" anchor="b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Four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9DE629-D73D-B544-8F72-5C01D81B0383}"/>
              </a:ext>
            </a:extLst>
          </p:cNvPr>
          <p:cNvSpPr txBox="1"/>
          <p:nvPr/>
        </p:nvSpPr>
        <p:spPr>
          <a:xfrm>
            <a:off x="6240016" y="2017713"/>
            <a:ext cx="1595438" cy="4251325"/>
          </a:xfrm>
          <a:prstGeom prst="rect">
            <a:avLst/>
          </a:prstGeom>
          <a:solidFill>
            <a:schemeClr val="bg2"/>
          </a:solidFill>
        </p:spPr>
        <p:txBody>
          <a:bodyPr wrap="square" lIns="90000" tIns="46800" rIns="90000" bIns="46800" rtlCol="0" anchor="t">
            <a:noAutofit/>
          </a:bodyPr>
          <a:lstStyle/>
          <a:p>
            <a:r>
              <a:rPr lang="en-US" sz="1200" b="1" dirty="0"/>
              <a:t>Title </a:t>
            </a:r>
          </a:p>
          <a:p>
            <a:r>
              <a:rPr lang="en-US" sz="1200" dirty="0"/>
              <a:t>Nemo </a:t>
            </a:r>
            <a:r>
              <a:rPr lang="en-US" sz="1200" dirty="0" err="1"/>
              <a:t>enim</a:t>
            </a:r>
            <a:r>
              <a:rPr lang="en-US" sz="1200" dirty="0"/>
              <a:t> </a:t>
            </a:r>
            <a:r>
              <a:rPr lang="en-US" sz="1200" dirty="0" err="1"/>
              <a:t>ipsam</a:t>
            </a:r>
            <a:r>
              <a:rPr lang="en-US" sz="1200" dirty="0"/>
              <a:t> </a:t>
            </a:r>
            <a:r>
              <a:rPr lang="en-US" sz="1200" dirty="0" err="1"/>
              <a:t>voluptatem</a:t>
            </a:r>
            <a:r>
              <a:rPr lang="en-US" sz="1200" dirty="0"/>
              <a:t> </a:t>
            </a:r>
            <a:r>
              <a:rPr lang="en-US" sz="1200" dirty="0" err="1"/>
              <a:t>quia</a:t>
            </a:r>
            <a:r>
              <a:rPr lang="en-US" sz="1200" dirty="0"/>
              <a:t> </a:t>
            </a:r>
            <a:r>
              <a:rPr lang="en-US" sz="1200" dirty="0" err="1"/>
              <a:t>voluptas</a:t>
            </a:r>
            <a:r>
              <a:rPr lang="en-US" sz="1200" dirty="0"/>
              <a:t> sit </a:t>
            </a:r>
            <a:r>
              <a:rPr lang="en-US" sz="1200" dirty="0" err="1"/>
              <a:t>aspernatur</a:t>
            </a:r>
            <a:r>
              <a:rPr lang="en-US" sz="1200" dirty="0"/>
              <a:t> </a:t>
            </a:r>
            <a:r>
              <a:rPr lang="en-US" sz="1200" dirty="0" err="1"/>
              <a:t>aut</a:t>
            </a:r>
            <a:r>
              <a:rPr lang="en-US" sz="1200" dirty="0"/>
              <a:t> </a:t>
            </a:r>
            <a:r>
              <a:rPr lang="en-US" sz="1200" dirty="0" err="1"/>
              <a:t>odit</a:t>
            </a:r>
            <a:r>
              <a:rPr lang="en-US" sz="1200" dirty="0"/>
              <a:t> </a:t>
            </a:r>
            <a:r>
              <a:rPr lang="en-US" sz="1200" dirty="0" err="1"/>
              <a:t>aut</a:t>
            </a:r>
            <a:r>
              <a:rPr lang="en-US" sz="1200" dirty="0"/>
              <a:t> fugit, sed </a:t>
            </a:r>
            <a:r>
              <a:rPr lang="en-US" sz="1200" dirty="0" err="1"/>
              <a:t>quia</a:t>
            </a:r>
            <a:r>
              <a:rPr lang="en-US" sz="1200" dirty="0"/>
              <a:t> </a:t>
            </a:r>
            <a:r>
              <a:rPr lang="en-US" sz="1200" dirty="0" err="1"/>
              <a:t>consequuntur</a:t>
            </a:r>
            <a:r>
              <a:rPr lang="en-US" sz="1200" dirty="0"/>
              <a:t> </a:t>
            </a:r>
            <a:r>
              <a:rPr lang="en-US" sz="1200" dirty="0" err="1"/>
              <a:t>magni</a:t>
            </a:r>
            <a:r>
              <a:rPr lang="en-US" sz="1200" dirty="0"/>
              <a:t> </a:t>
            </a:r>
            <a:r>
              <a:rPr lang="en-US" sz="1200" dirty="0" err="1"/>
              <a:t>dolores</a:t>
            </a:r>
            <a:r>
              <a:rPr lang="en-US" sz="1200" dirty="0"/>
              <a:t> </a:t>
            </a:r>
            <a:r>
              <a:rPr lang="en-US" sz="1200" dirty="0" err="1"/>
              <a:t>eos</a:t>
            </a:r>
            <a:r>
              <a:rPr lang="en-US" sz="1200" dirty="0"/>
              <a:t> qui </a:t>
            </a:r>
            <a:r>
              <a:rPr lang="en-US" sz="1200" dirty="0" err="1"/>
              <a:t>ratione</a:t>
            </a:r>
            <a:r>
              <a:rPr lang="en-US" sz="1200" dirty="0"/>
              <a:t> </a:t>
            </a:r>
            <a:r>
              <a:rPr lang="en-US" sz="1200" dirty="0" err="1"/>
              <a:t>voluptatem</a:t>
            </a:r>
            <a:r>
              <a:rPr lang="en-US" sz="1200" dirty="0"/>
              <a:t> </a:t>
            </a:r>
            <a:r>
              <a:rPr lang="en-US" sz="1200" dirty="0" err="1"/>
              <a:t>sequi</a:t>
            </a:r>
            <a:r>
              <a:rPr lang="en-US" sz="1200" dirty="0"/>
              <a:t> </a:t>
            </a:r>
            <a:r>
              <a:rPr lang="en-US" sz="1200" dirty="0" err="1"/>
              <a:t>nesciunt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Goal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Outcome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Deliverable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Review</a:t>
            </a:r>
          </a:p>
          <a:p>
            <a:endParaRPr 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E68488-A299-5747-98D3-F83587A31E51}"/>
              </a:ext>
            </a:extLst>
          </p:cNvPr>
          <p:cNvSpPr txBox="1"/>
          <p:nvPr/>
        </p:nvSpPr>
        <p:spPr>
          <a:xfrm>
            <a:off x="8128000" y="1707755"/>
            <a:ext cx="1595437" cy="309958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tIns="46800" rIns="90000" bIns="46800" rtlCol="0" anchor="b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Five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064EAA-223F-7540-8C43-86099A823A94}"/>
              </a:ext>
            </a:extLst>
          </p:cNvPr>
          <p:cNvSpPr txBox="1"/>
          <p:nvPr/>
        </p:nvSpPr>
        <p:spPr>
          <a:xfrm>
            <a:off x="8129926" y="2017714"/>
            <a:ext cx="1595438" cy="4251324"/>
          </a:xfrm>
          <a:prstGeom prst="rect">
            <a:avLst/>
          </a:prstGeom>
          <a:solidFill>
            <a:schemeClr val="bg2"/>
          </a:solidFill>
        </p:spPr>
        <p:txBody>
          <a:bodyPr wrap="square" lIns="90000" tIns="46800" rIns="90000" bIns="46800" rtlCol="0" anchor="t">
            <a:noAutofit/>
          </a:bodyPr>
          <a:lstStyle/>
          <a:p>
            <a:r>
              <a:rPr lang="en-US" sz="1200" b="1" dirty="0"/>
              <a:t>Title </a:t>
            </a:r>
          </a:p>
          <a:p>
            <a:r>
              <a:rPr lang="en-US" sz="1200" dirty="0"/>
              <a:t>Duis </a:t>
            </a:r>
            <a:r>
              <a:rPr lang="en-US" sz="1200" dirty="0" err="1"/>
              <a:t>aute</a:t>
            </a:r>
            <a:r>
              <a:rPr lang="en-US" sz="1200" dirty="0"/>
              <a:t> </a:t>
            </a:r>
            <a:r>
              <a:rPr lang="en-US" sz="1200" dirty="0" err="1"/>
              <a:t>irure</a:t>
            </a:r>
            <a:r>
              <a:rPr lang="en-US" sz="1200" dirty="0"/>
              <a:t> dolor in </a:t>
            </a:r>
            <a:r>
              <a:rPr lang="en-US" sz="1200" dirty="0" err="1"/>
              <a:t>reprehenderit</a:t>
            </a:r>
            <a:r>
              <a:rPr lang="en-US" sz="1200" dirty="0"/>
              <a:t> in </a:t>
            </a:r>
            <a:r>
              <a:rPr lang="en-US" sz="1200" dirty="0" err="1"/>
              <a:t>voluptate</a:t>
            </a:r>
            <a:r>
              <a:rPr lang="en-US" sz="1200" dirty="0"/>
              <a:t> </a:t>
            </a:r>
            <a:r>
              <a:rPr lang="en-US" sz="1200" dirty="0" err="1"/>
              <a:t>velit</a:t>
            </a:r>
            <a:r>
              <a:rPr lang="en-US" sz="1200" dirty="0"/>
              <a:t> </a:t>
            </a:r>
            <a:r>
              <a:rPr lang="en-US" sz="1200" dirty="0" err="1"/>
              <a:t>esse</a:t>
            </a:r>
            <a:r>
              <a:rPr lang="en-US" sz="1200" dirty="0"/>
              <a:t> </a:t>
            </a:r>
            <a:r>
              <a:rPr lang="en-US" sz="1200" dirty="0" err="1"/>
              <a:t>cillum</a:t>
            </a:r>
            <a:r>
              <a:rPr lang="en-US" sz="1200" dirty="0"/>
              <a:t> dolore </a:t>
            </a:r>
            <a:r>
              <a:rPr lang="en-US" sz="1200" dirty="0" err="1"/>
              <a:t>eu</a:t>
            </a:r>
            <a:r>
              <a:rPr lang="en-US" sz="1200" dirty="0"/>
              <a:t> </a:t>
            </a:r>
            <a:r>
              <a:rPr lang="en-US" sz="1200" dirty="0" err="1"/>
              <a:t>fugiat</a:t>
            </a:r>
            <a:r>
              <a:rPr lang="en-US" sz="1200" dirty="0"/>
              <a:t> </a:t>
            </a:r>
            <a:r>
              <a:rPr lang="en-US" sz="1200" dirty="0" err="1"/>
              <a:t>nulla</a:t>
            </a:r>
            <a:r>
              <a:rPr lang="en-US" sz="1200" dirty="0"/>
              <a:t> </a:t>
            </a:r>
            <a:r>
              <a:rPr lang="en-US" sz="1200" dirty="0" err="1"/>
              <a:t>pariatur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Goal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Outcome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Deliverable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Review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14C81F-C598-1649-A475-0F4B15041A4F}"/>
              </a:ext>
            </a:extLst>
          </p:cNvPr>
          <p:cNvSpPr txBox="1"/>
          <p:nvPr/>
        </p:nvSpPr>
        <p:spPr>
          <a:xfrm>
            <a:off x="10013950" y="1707755"/>
            <a:ext cx="1595437" cy="309958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tIns="46800" rIns="90000" bIns="46800" rtlCol="0" anchor="b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Six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208227-2109-C148-828F-47D3B6AC9785}"/>
              </a:ext>
            </a:extLst>
          </p:cNvPr>
          <p:cNvSpPr txBox="1"/>
          <p:nvPr/>
        </p:nvSpPr>
        <p:spPr>
          <a:xfrm>
            <a:off x="10013950" y="2017714"/>
            <a:ext cx="1595438" cy="4251324"/>
          </a:xfrm>
          <a:prstGeom prst="rect">
            <a:avLst/>
          </a:prstGeom>
          <a:solidFill>
            <a:schemeClr val="bg2"/>
          </a:solidFill>
        </p:spPr>
        <p:txBody>
          <a:bodyPr wrap="square" lIns="90000" tIns="46800" rIns="90000" bIns="46800" rtlCol="0" anchor="t">
            <a:noAutofit/>
          </a:bodyPr>
          <a:lstStyle/>
          <a:p>
            <a:r>
              <a:rPr lang="en-US" sz="1200" b="1" dirty="0"/>
              <a:t>Title </a:t>
            </a:r>
          </a:p>
          <a:p>
            <a:r>
              <a:rPr lang="en-US" sz="1200" dirty="0" err="1"/>
              <a:t>Excepteur</a:t>
            </a:r>
            <a:r>
              <a:rPr lang="en-US" sz="1200" dirty="0"/>
              <a:t> </a:t>
            </a:r>
            <a:r>
              <a:rPr lang="en-US" sz="1200" dirty="0" err="1"/>
              <a:t>sint</a:t>
            </a:r>
            <a:r>
              <a:rPr lang="en-US" sz="1200" dirty="0"/>
              <a:t> </a:t>
            </a:r>
            <a:r>
              <a:rPr lang="en-US" sz="1200" dirty="0" err="1"/>
              <a:t>occaecat</a:t>
            </a:r>
            <a:r>
              <a:rPr lang="en-US" sz="1200" dirty="0"/>
              <a:t> </a:t>
            </a:r>
            <a:r>
              <a:rPr lang="en-US" sz="1200" dirty="0" err="1"/>
              <a:t>cupidatat</a:t>
            </a:r>
            <a:r>
              <a:rPr lang="en-US" sz="1200" dirty="0"/>
              <a:t> non </a:t>
            </a:r>
            <a:r>
              <a:rPr lang="en-US" sz="1200" dirty="0" err="1"/>
              <a:t>proident</a:t>
            </a:r>
            <a:r>
              <a:rPr lang="en-US" sz="1200" dirty="0"/>
              <a:t>, sunt in culpa qui </a:t>
            </a:r>
            <a:r>
              <a:rPr lang="en-US" sz="1200" dirty="0" err="1"/>
              <a:t>officia</a:t>
            </a:r>
            <a:r>
              <a:rPr lang="en-US" sz="1200" dirty="0"/>
              <a:t> </a:t>
            </a:r>
            <a:r>
              <a:rPr lang="en-US" sz="1200" dirty="0" err="1"/>
              <a:t>deserunt</a:t>
            </a:r>
            <a:r>
              <a:rPr lang="en-US" sz="1200" dirty="0"/>
              <a:t> </a:t>
            </a:r>
            <a:r>
              <a:rPr lang="en-US" sz="1200" dirty="0" err="1"/>
              <a:t>mollit</a:t>
            </a:r>
            <a:r>
              <a:rPr lang="en-US" sz="1200" dirty="0"/>
              <a:t> </a:t>
            </a:r>
            <a:r>
              <a:rPr lang="en-US" sz="1200" dirty="0" err="1"/>
              <a:t>anim</a:t>
            </a:r>
            <a:r>
              <a:rPr lang="en-US" sz="1200" dirty="0"/>
              <a:t> id </a:t>
            </a:r>
            <a:r>
              <a:rPr lang="en-US" sz="1200" dirty="0" err="1"/>
              <a:t>est</a:t>
            </a:r>
            <a:r>
              <a:rPr lang="en-US" sz="1200" dirty="0"/>
              <a:t> </a:t>
            </a:r>
            <a:r>
              <a:rPr lang="en-US" sz="1200" dirty="0" err="1"/>
              <a:t>laborum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Goal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Outcome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Deliverable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99134749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3A58-8F02-754C-AD45-813629569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timeline</a:t>
            </a:r>
          </a:p>
        </p:txBody>
      </p:sp>
      <p:sp>
        <p:nvSpPr>
          <p:cNvPr id="15" name="TextBox 14" descr="Timeline arrow">
            <a:extLst>
              <a:ext uri="{FF2B5EF4-FFF2-40B4-BE49-F238E27FC236}">
                <a16:creationId xmlns:a16="http://schemas.microsoft.com/office/drawing/2014/main" id="{9139176F-3D10-D545-9310-E0E7AA19D7E2}"/>
              </a:ext>
            </a:extLst>
          </p:cNvPr>
          <p:cNvSpPr txBox="1"/>
          <p:nvPr/>
        </p:nvSpPr>
        <p:spPr>
          <a:xfrm>
            <a:off x="584201" y="3732000"/>
            <a:ext cx="11025188" cy="309958"/>
          </a:xfrm>
          <a:custGeom>
            <a:avLst/>
            <a:gdLst>
              <a:gd name="connsiteX0" fmla="*/ 0 w 11025188"/>
              <a:gd name="connsiteY0" fmla="*/ 0 h 309958"/>
              <a:gd name="connsiteX1" fmla="*/ 11025188 w 11025188"/>
              <a:gd name="connsiteY1" fmla="*/ 0 h 309958"/>
              <a:gd name="connsiteX2" fmla="*/ 11025188 w 11025188"/>
              <a:gd name="connsiteY2" fmla="*/ 309958 h 309958"/>
              <a:gd name="connsiteX3" fmla="*/ 0 w 11025188"/>
              <a:gd name="connsiteY3" fmla="*/ 309958 h 309958"/>
              <a:gd name="connsiteX4" fmla="*/ 0 w 11025188"/>
              <a:gd name="connsiteY4" fmla="*/ 0 h 309958"/>
              <a:gd name="connsiteX0" fmla="*/ 0 w 11025188"/>
              <a:gd name="connsiteY0" fmla="*/ 0 h 309958"/>
              <a:gd name="connsiteX1" fmla="*/ 11025188 w 11025188"/>
              <a:gd name="connsiteY1" fmla="*/ 0 h 309958"/>
              <a:gd name="connsiteX2" fmla="*/ 11018187 w 11025188"/>
              <a:gd name="connsiteY2" fmla="*/ 165443 h 309958"/>
              <a:gd name="connsiteX3" fmla="*/ 11025188 w 11025188"/>
              <a:gd name="connsiteY3" fmla="*/ 309958 h 309958"/>
              <a:gd name="connsiteX4" fmla="*/ 0 w 11025188"/>
              <a:gd name="connsiteY4" fmla="*/ 309958 h 309958"/>
              <a:gd name="connsiteX5" fmla="*/ 0 w 11025188"/>
              <a:gd name="connsiteY5" fmla="*/ 0 h 309958"/>
              <a:gd name="connsiteX0" fmla="*/ 14574 w 11039762"/>
              <a:gd name="connsiteY0" fmla="*/ 0 h 309958"/>
              <a:gd name="connsiteX1" fmla="*/ 11039762 w 11039762"/>
              <a:gd name="connsiteY1" fmla="*/ 0 h 309958"/>
              <a:gd name="connsiteX2" fmla="*/ 11032761 w 11039762"/>
              <a:gd name="connsiteY2" fmla="*/ 165443 h 309958"/>
              <a:gd name="connsiteX3" fmla="*/ 11039762 w 11039762"/>
              <a:gd name="connsiteY3" fmla="*/ 309958 h 309958"/>
              <a:gd name="connsiteX4" fmla="*/ 14574 w 11039762"/>
              <a:gd name="connsiteY4" fmla="*/ 309958 h 309958"/>
              <a:gd name="connsiteX5" fmla="*/ 0 w 11039762"/>
              <a:gd name="connsiteY5" fmla="*/ 165443 h 309958"/>
              <a:gd name="connsiteX6" fmla="*/ 14574 w 11039762"/>
              <a:gd name="connsiteY6" fmla="*/ 0 h 309958"/>
              <a:gd name="connsiteX0" fmla="*/ 14574 w 11142827"/>
              <a:gd name="connsiteY0" fmla="*/ 0 h 309958"/>
              <a:gd name="connsiteX1" fmla="*/ 11039762 w 11142827"/>
              <a:gd name="connsiteY1" fmla="*/ 0 h 309958"/>
              <a:gd name="connsiteX2" fmla="*/ 11142827 w 11142827"/>
              <a:gd name="connsiteY2" fmla="*/ 169677 h 309958"/>
              <a:gd name="connsiteX3" fmla="*/ 11039762 w 11142827"/>
              <a:gd name="connsiteY3" fmla="*/ 309958 h 309958"/>
              <a:gd name="connsiteX4" fmla="*/ 14574 w 11142827"/>
              <a:gd name="connsiteY4" fmla="*/ 309958 h 309958"/>
              <a:gd name="connsiteX5" fmla="*/ 0 w 11142827"/>
              <a:gd name="connsiteY5" fmla="*/ 165443 h 309958"/>
              <a:gd name="connsiteX6" fmla="*/ 14574 w 11142827"/>
              <a:gd name="connsiteY6" fmla="*/ 0 h 309958"/>
              <a:gd name="connsiteX0" fmla="*/ 14574 w 11142827"/>
              <a:gd name="connsiteY0" fmla="*/ 0 h 309958"/>
              <a:gd name="connsiteX1" fmla="*/ 11039762 w 11142827"/>
              <a:gd name="connsiteY1" fmla="*/ 0 h 309958"/>
              <a:gd name="connsiteX2" fmla="*/ 11142827 w 11142827"/>
              <a:gd name="connsiteY2" fmla="*/ 150627 h 309958"/>
              <a:gd name="connsiteX3" fmla="*/ 11039762 w 11142827"/>
              <a:gd name="connsiteY3" fmla="*/ 309958 h 309958"/>
              <a:gd name="connsiteX4" fmla="*/ 14574 w 11142827"/>
              <a:gd name="connsiteY4" fmla="*/ 309958 h 309958"/>
              <a:gd name="connsiteX5" fmla="*/ 0 w 11142827"/>
              <a:gd name="connsiteY5" fmla="*/ 165443 h 309958"/>
              <a:gd name="connsiteX6" fmla="*/ 14574 w 11142827"/>
              <a:gd name="connsiteY6" fmla="*/ 0 h 309958"/>
              <a:gd name="connsiteX0" fmla="*/ 0 w 11128253"/>
              <a:gd name="connsiteY0" fmla="*/ 0 h 309958"/>
              <a:gd name="connsiteX1" fmla="*/ 11025188 w 11128253"/>
              <a:gd name="connsiteY1" fmla="*/ 0 h 309958"/>
              <a:gd name="connsiteX2" fmla="*/ 11128253 w 11128253"/>
              <a:gd name="connsiteY2" fmla="*/ 150627 h 309958"/>
              <a:gd name="connsiteX3" fmla="*/ 11025188 w 11128253"/>
              <a:gd name="connsiteY3" fmla="*/ 309958 h 309958"/>
              <a:gd name="connsiteX4" fmla="*/ 0 w 11128253"/>
              <a:gd name="connsiteY4" fmla="*/ 309958 h 309958"/>
              <a:gd name="connsiteX5" fmla="*/ 29876 w 11128253"/>
              <a:gd name="connsiteY5" fmla="*/ 155918 h 309958"/>
              <a:gd name="connsiteX6" fmla="*/ 0 w 11128253"/>
              <a:gd name="connsiteY6" fmla="*/ 0 h 309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128253" h="309958">
                <a:moveTo>
                  <a:pt x="0" y="0"/>
                </a:moveTo>
                <a:lnTo>
                  <a:pt x="11025188" y="0"/>
                </a:lnTo>
                <a:lnTo>
                  <a:pt x="11128253" y="150627"/>
                </a:lnTo>
                <a:lnTo>
                  <a:pt x="11025188" y="309958"/>
                </a:lnTo>
                <a:lnTo>
                  <a:pt x="0" y="309958"/>
                </a:lnTo>
                <a:lnTo>
                  <a:pt x="29876" y="1559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90000" tIns="46800" rIns="90000" bIns="46800" rtlCol="0">
            <a:spAutoFit/>
          </a:bodyPr>
          <a:lstStyle/>
          <a:p>
            <a:endParaRPr 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5B203-2539-9645-B159-329345F67A01}"/>
              </a:ext>
            </a:extLst>
          </p:cNvPr>
          <p:cNvSpPr txBox="1"/>
          <p:nvPr/>
        </p:nvSpPr>
        <p:spPr>
          <a:xfrm>
            <a:off x="632517" y="3732000"/>
            <a:ext cx="1547120" cy="3099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Date</a:t>
            </a:r>
          </a:p>
        </p:txBody>
      </p:sp>
      <p:cxnSp>
        <p:nvCxnSpPr>
          <p:cNvPr id="30" name="Straight Connector 29" descr="Line leading to bullet points">
            <a:extLst>
              <a:ext uri="{FF2B5EF4-FFF2-40B4-BE49-F238E27FC236}">
                <a16:creationId xmlns:a16="http://schemas.microsoft.com/office/drawing/2014/main" id="{CFA365ED-E1BD-9241-8E47-5D84F230A1A0}"/>
              </a:ext>
            </a:extLst>
          </p:cNvPr>
          <p:cNvCxnSpPr>
            <a:cxnSpLocks/>
          </p:cNvCxnSpPr>
          <p:nvPr/>
        </p:nvCxnSpPr>
        <p:spPr>
          <a:xfrm flipV="1">
            <a:off x="629904" y="1826615"/>
            <a:ext cx="0" cy="1961511"/>
          </a:xfrm>
          <a:prstGeom prst="line">
            <a:avLst/>
          </a:prstGeom>
          <a:ln w="127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B685339-6DF8-5B46-9767-3FAEE8F2B7A0}"/>
              </a:ext>
            </a:extLst>
          </p:cNvPr>
          <p:cNvSpPr txBox="1"/>
          <p:nvPr/>
        </p:nvSpPr>
        <p:spPr>
          <a:xfrm>
            <a:off x="629904" y="1826615"/>
            <a:ext cx="1655999" cy="257201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noAutofit/>
          </a:bodyPr>
          <a:lstStyle/>
          <a:p>
            <a:r>
              <a:rPr lang="en-US" sz="1200" b="1" dirty="0"/>
              <a:t>Title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DF94E4-D348-CA48-BB00-9CFF776FCA63}"/>
              </a:ext>
            </a:extLst>
          </p:cNvPr>
          <p:cNvSpPr txBox="1"/>
          <p:nvPr/>
        </p:nvSpPr>
        <p:spPr>
          <a:xfrm>
            <a:off x="629930" y="2083816"/>
            <a:ext cx="1655999" cy="1124262"/>
          </a:xfrm>
          <a:prstGeom prst="rect">
            <a:avLst/>
          </a:prstGeom>
          <a:noFill/>
        </p:spPr>
        <p:txBody>
          <a:bodyPr wrap="square" lIns="90000" tIns="46800" rIns="90000" bIns="46800" rtlCol="0" anchor="t">
            <a:noAutofit/>
          </a:bodyPr>
          <a:lstStyle/>
          <a:p>
            <a:r>
              <a:rPr lang="en-US" sz="1000" dirty="0"/>
              <a:t>Lorem ipsum dolor sit </a:t>
            </a:r>
            <a:r>
              <a:rPr lang="en-US" sz="1000" dirty="0" err="1"/>
              <a:t>amet</a:t>
            </a:r>
            <a:r>
              <a:rPr lang="en-US" sz="1000" dirty="0"/>
              <a:t>, </a:t>
            </a:r>
            <a:r>
              <a:rPr lang="en-US" sz="1000" dirty="0" err="1"/>
              <a:t>consectetur</a:t>
            </a:r>
            <a:r>
              <a:rPr lang="en-US" sz="1000" dirty="0"/>
              <a:t> </a:t>
            </a:r>
            <a:r>
              <a:rPr lang="en-US" sz="1000" dirty="0" err="1"/>
              <a:t>adipiscing</a:t>
            </a:r>
            <a:r>
              <a:rPr lang="en-US" sz="1000" dirty="0"/>
              <a:t> </a:t>
            </a:r>
            <a:r>
              <a:rPr lang="en-US" sz="1000" dirty="0" err="1"/>
              <a:t>elit</a:t>
            </a:r>
            <a:r>
              <a:rPr lang="en-US" sz="1000" dirty="0"/>
              <a:t>, sed do </a:t>
            </a:r>
            <a:r>
              <a:rPr lang="en-US" sz="1000" dirty="0" err="1"/>
              <a:t>eiusmod</a:t>
            </a:r>
            <a:r>
              <a:rPr lang="en-US" sz="1000" dirty="0"/>
              <a:t> </a:t>
            </a:r>
            <a:r>
              <a:rPr lang="en-US" sz="1000" dirty="0" err="1"/>
              <a:t>tempor</a:t>
            </a:r>
            <a:r>
              <a:rPr lang="en-US" sz="1000" dirty="0"/>
              <a:t> </a:t>
            </a:r>
            <a:r>
              <a:rPr lang="en-US" sz="1000" dirty="0" err="1"/>
              <a:t>incididunt</a:t>
            </a:r>
            <a:r>
              <a:rPr lang="en-US" sz="1000" dirty="0"/>
              <a:t> </a:t>
            </a:r>
            <a:r>
              <a:rPr lang="en-US" sz="1000" dirty="0" err="1"/>
              <a:t>ut</a:t>
            </a:r>
            <a:r>
              <a:rPr lang="en-US" sz="1000" dirty="0"/>
              <a:t> </a:t>
            </a:r>
            <a:r>
              <a:rPr lang="en-US" sz="1000" dirty="0" err="1"/>
              <a:t>labore</a:t>
            </a:r>
            <a:r>
              <a:rPr lang="en-US" sz="1000" dirty="0"/>
              <a:t> et dolore magna </a:t>
            </a:r>
            <a:r>
              <a:rPr lang="en-US" sz="1000" dirty="0" err="1"/>
              <a:t>aliqua</a:t>
            </a:r>
            <a:r>
              <a:rPr lang="en-US" sz="1000" dirty="0"/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ED8875-1E15-9249-A974-DAAEF6C0E126}"/>
              </a:ext>
            </a:extLst>
          </p:cNvPr>
          <p:cNvSpPr txBox="1"/>
          <p:nvPr/>
        </p:nvSpPr>
        <p:spPr>
          <a:xfrm>
            <a:off x="2470151" y="3732000"/>
            <a:ext cx="1595437" cy="3099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Date</a:t>
            </a:r>
          </a:p>
        </p:txBody>
      </p:sp>
      <p:cxnSp>
        <p:nvCxnSpPr>
          <p:cNvPr id="4" name="Straight Connector 3" descr="Line leading to bullet points">
            <a:extLst>
              <a:ext uri="{FF2B5EF4-FFF2-40B4-BE49-F238E27FC236}">
                <a16:creationId xmlns:a16="http://schemas.microsoft.com/office/drawing/2014/main" id="{23D33763-0966-644C-A86C-553E359383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 flipV="1">
            <a:off x="2470150" y="4012070"/>
            <a:ext cx="0" cy="1961511"/>
          </a:xfrm>
          <a:prstGeom prst="line">
            <a:avLst/>
          </a:prstGeom>
          <a:ln w="127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EEC801D-1B41-DD41-87B8-17D10ECFB878}"/>
              </a:ext>
            </a:extLst>
          </p:cNvPr>
          <p:cNvSpPr txBox="1"/>
          <p:nvPr/>
        </p:nvSpPr>
        <p:spPr>
          <a:xfrm>
            <a:off x="2485162" y="4769838"/>
            <a:ext cx="1655999" cy="257201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noAutofit/>
          </a:bodyPr>
          <a:lstStyle/>
          <a:p>
            <a:r>
              <a:rPr lang="en-US" sz="1200" b="1" dirty="0"/>
              <a:t>Title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97FC67-2634-8841-8853-CA17A1AB93FF}"/>
              </a:ext>
            </a:extLst>
          </p:cNvPr>
          <p:cNvSpPr txBox="1"/>
          <p:nvPr/>
        </p:nvSpPr>
        <p:spPr>
          <a:xfrm>
            <a:off x="2485188" y="5027039"/>
            <a:ext cx="1655999" cy="1124262"/>
          </a:xfrm>
          <a:prstGeom prst="rect">
            <a:avLst/>
          </a:prstGeom>
          <a:noFill/>
        </p:spPr>
        <p:txBody>
          <a:bodyPr wrap="square" lIns="90000" tIns="46800" rIns="90000" bIns="46800" rtlCol="0" anchor="t">
            <a:noAutofit/>
          </a:bodyPr>
          <a:lstStyle/>
          <a:p>
            <a:r>
              <a:rPr lang="en-US" sz="1000" dirty="0"/>
              <a:t>Lorem ipsum dolor sit </a:t>
            </a:r>
            <a:r>
              <a:rPr lang="en-US" sz="1000" dirty="0" err="1"/>
              <a:t>amet</a:t>
            </a:r>
            <a:r>
              <a:rPr lang="en-US" sz="1000" dirty="0"/>
              <a:t>, </a:t>
            </a:r>
            <a:r>
              <a:rPr lang="en-US" sz="1000" dirty="0" err="1"/>
              <a:t>consectetur</a:t>
            </a:r>
            <a:r>
              <a:rPr lang="en-US" sz="1000" dirty="0"/>
              <a:t> </a:t>
            </a:r>
            <a:r>
              <a:rPr lang="en-US" sz="1000" dirty="0" err="1"/>
              <a:t>adipiscing</a:t>
            </a:r>
            <a:r>
              <a:rPr lang="en-US" sz="1000" dirty="0"/>
              <a:t> </a:t>
            </a:r>
            <a:r>
              <a:rPr lang="en-US" sz="1000" dirty="0" err="1"/>
              <a:t>elit</a:t>
            </a:r>
            <a:r>
              <a:rPr lang="en-US" sz="1000" dirty="0"/>
              <a:t>, sed do </a:t>
            </a:r>
            <a:r>
              <a:rPr lang="en-US" sz="1000" dirty="0" err="1"/>
              <a:t>eiusmod</a:t>
            </a:r>
            <a:r>
              <a:rPr lang="en-US" sz="1000" dirty="0"/>
              <a:t> </a:t>
            </a:r>
            <a:r>
              <a:rPr lang="en-US" sz="1000" dirty="0" err="1"/>
              <a:t>tempor</a:t>
            </a:r>
            <a:r>
              <a:rPr lang="en-US" sz="1000" dirty="0"/>
              <a:t> </a:t>
            </a:r>
            <a:r>
              <a:rPr lang="en-US" sz="1000" dirty="0" err="1"/>
              <a:t>incididunt</a:t>
            </a:r>
            <a:r>
              <a:rPr lang="en-US" sz="1000" dirty="0"/>
              <a:t> </a:t>
            </a:r>
            <a:r>
              <a:rPr lang="en-US" sz="1000" dirty="0" err="1"/>
              <a:t>ut</a:t>
            </a:r>
            <a:r>
              <a:rPr lang="en-US" sz="1000" dirty="0"/>
              <a:t> </a:t>
            </a:r>
            <a:r>
              <a:rPr lang="en-US" sz="1000" dirty="0" err="1"/>
              <a:t>labore</a:t>
            </a:r>
            <a:r>
              <a:rPr lang="en-US" sz="1000" dirty="0"/>
              <a:t> et dolore magna </a:t>
            </a:r>
            <a:r>
              <a:rPr lang="en-US" sz="1000" dirty="0" err="1"/>
              <a:t>aliqua</a:t>
            </a:r>
            <a:r>
              <a:rPr lang="en-US" sz="1000" dirty="0"/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806E68-33F4-F643-854C-6A1F6167703D}"/>
              </a:ext>
            </a:extLst>
          </p:cNvPr>
          <p:cNvSpPr txBox="1"/>
          <p:nvPr/>
        </p:nvSpPr>
        <p:spPr>
          <a:xfrm>
            <a:off x="4364038" y="3732000"/>
            <a:ext cx="1595437" cy="3099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Date</a:t>
            </a:r>
          </a:p>
        </p:txBody>
      </p:sp>
      <p:cxnSp>
        <p:nvCxnSpPr>
          <p:cNvPr id="20" name="Straight Connector 19" descr="Line leading to bullet points">
            <a:extLst>
              <a:ext uri="{FF2B5EF4-FFF2-40B4-BE49-F238E27FC236}">
                <a16:creationId xmlns:a16="http://schemas.microsoft.com/office/drawing/2014/main" id="{A5AB9144-9A32-704B-AE89-D766BC71725D}"/>
              </a:ext>
            </a:extLst>
          </p:cNvPr>
          <p:cNvCxnSpPr>
            <a:cxnSpLocks/>
          </p:cNvCxnSpPr>
          <p:nvPr/>
        </p:nvCxnSpPr>
        <p:spPr>
          <a:xfrm flipV="1">
            <a:off x="4356100" y="1826615"/>
            <a:ext cx="0" cy="1961511"/>
          </a:xfrm>
          <a:prstGeom prst="line">
            <a:avLst/>
          </a:prstGeom>
          <a:ln w="127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AAB5BAD-9FC4-974A-8591-715042F8CBF3}"/>
              </a:ext>
            </a:extLst>
          </p:cNvPr>
          <p:cNvSpPr txBox="1"/>
          <p:nvPr/>
        </p:nvSpPr>
        <p:spPr>
          <a:xfrm>
            <a:off x="4367808" y="1826615"/>
            <a:ext cx="1655999" cy="257201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noAutofit/>
          </a:bodyPr>
          <a:lstStyle/>
          <a:p>
            <a:r>
              <a:rPr lang="en-US" sz="1200" b="1" dirty="0"/>
              <a:t>Title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8D55DC-0439-3241-9FB4-137DB891A2A0}"/>
              </a:ext>
            </a:extLst>
          </p:cNvPr>
          <p:cNvSpPr txBox="1"/>
          <p:nvPr/>
        </p:nvSpPr>
        <p:spPr>
          <a:xfrm>
            <a:off x="4367834" y="2083816"/>
            <a:ext cx="1655999" cy="1124262"/>
          </a:xfrm>
          <a:prstGeom prst="rect">
            <a:avLst/>
          </a:prstGeom>
          <a:noFill/>
        </p:spPr>
        <p:txBody>
          <a:bodyPr wrap="square" lIns="90000" tIns="46800" rIns="90000" bIns="46800" rtlCol="0" anchor="t">
            <a:noAutofit/>
          </a:bodyPr>
          <a:lstStyle/>
          <a:p>
            <a:r>
              <a:rPr lang="en-US" sz="1000" dirty="0"/>
              <a:t>Lorem ipsum dolor sit </a:t>
            </a:r>
            <a:r>
              <a:rPr lang="en-US" sz="1000" dirty="0" err="1"/>
              <a:t>amet</a:t>
            </a:r>
            <a:r>
              <a:rPr lang="en-US" sz="1000" dirty="0"/>
              <a:t>, </a:t>
            </a:r>
            <a:r>
              <a:rPr lang="en-US" sz="1000" dirty="0" err="1"/>
              <a:t>consectetur</a:t>
            </a:r>
            <a:r>
              <a:rPr lang="en-US" sz="1000" dirty="0"/>
              <a:t> </a:t>
            </a:r>
            <a:r>
              <a:rPr lang="en-US" sz="1000" dirty="0" err="1"/>
              <a:t>adipiscing</a:t>
            </a:r>
            <a:r>
              <a:rPr lang="en-US" sz="1000" dirty="0"/>
              <a:t> </a:t>
            </a:r>
            <a:r>
              <a:rPr lang="en-US" sz="1000" dirty="0" err="1"/>
              <a:t>elit</a:t>
            </a:r>
            <a:r>
              <a:rPr lang="en-US" sz="1000" dirty="0"/>
              <a:t>, sed do </a:t>
            </a:r>
            <a:r>
              <a:rPr lang="en-US" sz="1000" dirty="0" err="1"/>
              <a:t>eiusmod</a:t>
            </a:r>
            <a:r>
              <a:rPr lang="en-US" sz="1000" dirty="0"/>
              <a:t> </a:t>
            </a:r>
            <a:r>
              <a:rPr lang="en-US" sz="1000" dirty="0" err="1"/>
              <a:t>tempor</a:t>
            </a:r>
            <a:r>
              <a:rPr lang="en-US" sz="1000" dirty="0"/>
              <a:t> </a:t>
            </a:r>
            <a:r>
              <a:rPr lang="en-US" sz="1000" dirty="0" err="1"/>
              <a:t>incididunt</a:t>
            </a:r>
            <a:r>
              <a:rPr lang="en-US" sz="1000" dirty="0"/>
              <a:t> </a:t>
            </a:r>
            <a:r>
              <a:rPr lang="en-US" sz="1000" dirty="0" err="1"/>
              <a:t>ut</a:t>
            </a:r>
            <a:r>
              <a:rPr lang="en-US" sz="1000" dirty="0"/>
              <a:t> </a:t>
            </a:r>
            <a:r>
              <a:rPr lang="en-US" sz="1000" dirty="0" err="1"/>
              <a:t>labore</a:t>
            </a:r>
            <a:r>
              <a:rPr lang="en-US" sz="1000" dirty="0"/>
              <a:t> et dolore magna </a:t>
            </a:r>
            <a:r>
              <a:rPr lang="en-US" sz="1000" dirty="0" err="1"/>
              <a:t>aliqua</a:t>
            </a:r>
            <a:r>
              <a:rPr lang="en-US" sz="1000" dirty="0"/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ECDB55-09FA-574A-A7EA-19327F856A11}"/>
              </a:ext>
            </a:extLst>
          </p:cNvPr>
          <p:cNvSpPr txBox="1"/>
          <p:nvPr/>
        </p:nvSpPr>
        <p:spPr>
          <a:xfrm>
            <a:off x="6242051" y="3732000"/>
            <a:ext cx="1595437" cy="3099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Date</a:t>
            </a:r>
          </a:p>
        </p:txBody>
      </p:sp>
      <p:cxnSp>
        <p:nvCxnSpPr>
          <p:cNvPr id="22" name="Straight Connector 21" descr="Line leading to bullet points">
            <a:extLst>
              <a:ext uri="{FF2B5EF4-FFF2-40B4-BE49-F238E27FC236}">
                <a16:creationId xmlns:a16="http://schemas.microsoft.com/office/drawing/2014/main" id="{37469604-63E1-F44B-8C5D-0B9ED49B3B27}"/>
              </a:ext>
            </a:extLst>
          </p:cNvPr>
          <p:cNvCxnSpPr>
            <a:cxnSpLocks/>
          </p:cNvCxnSpPr>
          <p:nvPr/>
        </p:nvCxnSpPr>
        <p:spPr>
          <a:xfrm flipV="1">
            <a:off x="6240016" y="4012070"/>
            <a:ext cx="0" cy="1961511"/>
          </a:xfrm>
          <a:prstGeom prst="line">
            <a:avLst/>
          </a:prstGeom>
          <a:ln w="127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BFEF205-5371-7046-A532-16F191F1601E}"/>
              </a:ext>
            </a:extLst>
          </p:cNvPr>
          <p:cNvSpPr txBox="1"/>
          <p:nvPr/>
        </p:nvSpPr>
        <p:spPr>
          <a:xfrm>
            <a:off x="6240016" y="4634927"/>
            <a:ext cx="1655999" cy="257201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noAutofit/>
          </a:bodyPr>
          <a:lstStyle/>
          <a:p>
            <a:r>
              <a:rPr lang="en-US" sz="1200" b="1" dirty="0"/>
              <a:t>Title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EE72D6-6117-B941-A09A-03168CC6F86D}"/>
              </a:ext>
            </a:extLst>
          </p:cNvPr>
          <p:cNvSpPr txBox="1"/>
          <p:nvPr/>
        </p:nvSpPr>
        <p:spPr>
          <a:xfrm>
            <a:off x="6240042" y="4892128"/>
            <a:ext cx="1655999" cy="1124262"/>
          </a:xfrm>
          <a:prstGeom prst="rect">
            <a:avLst/>
          </a:prstGeom>
          <a:noFill/>
        </p:spPr>
        <p:txBody>
          <a:bodyPr wrap="square" lIns="90000" tIns="46800" rIns="90000" bIns="46800" rtlCol="0" anchor="t">
            <a:noAutofit/>
          </a:bodyPr>
          <a:lstStyle/>
          <a:p>
            <a:r>
              <a:rPr lang="en-US" sz="1000" dirty="0"/>
              <a:t>Lorem ipsum dolor sit </a:t>
            </a:r>
            <a:r>
              <a:rPr lang="en-US" sz="1000" dirty="0" err="1"/>
              <a:t>amet</a:t>
            </a:r>
            <a:r>
              <a:rPr lang="en-US" sz="1000" dirty="0"/>
              <a:t>, </a:t>
            </a:r>
            <a:r>
              <a:rPr lang="en-US" sz="1000" dirty="0" err="1"/>
              <a:t>consectetur</a:t>
            </a:r>
            <a:r>
              <a:rPr lang="en-US" sz="1000" dirty="0"/>
              <a:t> </a:t>
            </a:r>
            <a:r>
              <a:rPr lang="en-US" sz="1000" dirty="0" err="1"/>
              <a:t>adipiscing</a:t>
            </a:r>
            <a:r>
              <a:rPr lang="en-US" sz="1000" dirty="0"/>
              <a:t> </a:t>
            </a:r>
            <a:r>
              <a:rPr lang="en-US" sz="1000" dirty="0" err="1"/>
              <a:t>elit</a:t>
            </a:r>
            <a:r>
              <a:rPr lang="en-US" sz="1000" dirty="0"/>
              <a:t>, sed do </a:t>
            </a:r>
            <a:r>
              <a:rPr lang="en-US" sz="1000" dirty="0" err="1"/>
              <a:t>eiusmod</a:t>
            </a:r>
            <a:r>
              <a:rPr lang="en-US" sz="1000" dirty="0"/>
              <a:t> </a:t>
            </a:r>
            <a:r>
              <a:rPr lang="en-US" sz="1000" dirty="0" err="1"/>
              <a:t>tempor</a:t>
            </a:r>
            <a:r>
              <a:rPr lang="en-US" sz="1000" dirty="0"/>
              <a:t> </a:t>
            </a:r>
            <a:r>
              <a:rPr lang="en-US" sz="1000" dirty="0" err="1"/>
              <a:t>incididunt</a:t>
            </a:r>
            <a:r>
              <a:rPr lang="en-US" sz="1000" dirty="0"/>
              <a:t> </a:t>
            </a:r>
            <a:r>
              <a:rPr lang="en-US" sz="1000" dirty="0" err="1"/>
              <a:t>ut</a:t>
            </a:r>
            <a:r>
              <a:rPr lang="en-US" sz="1000" dirty="0"/>
              <a:t> </a:t>
            </a:r>
            <a:r>
              <a:rPr lang="en-US" sz="1000" dirty="0" err="1"/>
              <a:t>labore</a:t>
            </a:r>
            <a:r>
              <a:rPr lang="en-US" sz="1000" dirty="0"/>
              <a:t> et dolore magna </a:t>
            </a:r>
            <a:r>
              <a:rPr lang="en-US" sz="1000" dirty="0" err="1"/>
              <a:t>aliqua</a:t>
            </a:r>
            <a:r>
              <a:rPr lang="en-US" sz="1000" dirty="0"/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E68488-A299-5747-98D3-F83587A31E51}"/>
              </a:ext>
            </a:extLst>
          </p:cNvPr>
          <p:cNvSpPr txBox="1"/>
          <p:nvPr/>
        </p:nvSpPr>
        <p:spPr>
          <a:xfrm>
            <a:off x="8128000" y="3732000"/>
            <a:ext cx="1595437" cy="3099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Date</a:t>
            </a:r>
          </a:p>
        </p:txBody>
      </p:sp>
      <p:cxnSp>
        <p:nvCxnSpPr>
          <p:cNvPr id="28" name="Straight Connector 27" descr="Line leading to bullet points">
            <a:extLst>
              <a:ext uri="{FF2B5EF4-FFF2-40B4-BE49-F238E27FC236}">
                <a16:creationId xmlns:a16="http://schemas.microsoft.com/office/drawing/2014/main" id="{2DCF4C2D-C457-9044-9D0D-CCBE5A525F36}"/>
              </a:ext>
            </a:extLst>
          </p:cNvPr>
          <p:cNvCxnSpPr>
            <a:cxnSpLocks/>
          </p:cNvCxnSpPr>
          <p:nvPr/>
        </p:nvCxnSpPr>
        <p:spPr>
          <a:xfrm flipV="1">
            <a:off x="8128000" y="1826615"/>
            <a:ext cx="0" cy="1961511"/>
          </a:xfrm>
          <a:prstGeom prst="line">
            <a:avLst/>
          </a:prstGeom>
          <a:ln w="127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9149196-C975-D74A-A5CA-74EDF6E76E21}"/>
              </a:ext>
            </a:extLst>
          </p:cNvPr>
          <p:cNvSpPr txBox="1"/>
          <p:nvPr/>
        </p:nvSpPr>
        <p:spPr>
          <a:xfrm>
            <a:off x="8112224" y="1826615"/>
            <a:ext cx="1655999" cy="257201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noAutofit/>
          </a:bodyPr>
          <a:lstStyle/>
          <a:p>
            <a:r>
              <a:rPr lang="en-US" sz="1200" b="1" dirty="0"/>
              <a:t>Title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0D12D9-1638-C248-84A1-BFFA7C32850F}"/>
              </a:ext>
            </a:extLst>
          </p:cNvPr>
          <p:cNvSpPr txBox="1"/>
          <p:nvPr/>
        </p:nvSpPr>
        <p:spPr>
          <a:xfrm>
            <a:off x="8112250" y="2083816"/>
            <a:ext cx="1655999" cy="1124262"/>
          </a:xfrm>
          <a:prstGeom prst="rect">
            <a:avLst/>
          </a:prstGeom>
          <a:noFill/>
        </p:spPr>
        <p:txBody>
          <a:bodyPr wrap="square" lIns="90000" tIns="46800" rIns="90000" bIns="46800" rtlCol="0" anchor="t">
            <a:noAutofit/>
          </a:bodyPr>
          <a:lstStyle/>
          <a:p>
            <a:r>
              <a:rPr lang="en-US" sz="1000" dirty="0"/>
              <a:t>Lorem ipsum dolor sit </a:t>
            </a:r>
            <a:r>
              <a:rPr lang="en-US" sz="1000" dirty="0" err="1"/>
              <a:t>amet</a:t>
            </a:r>
            <a:r>
              <a:rPr lang="en-US" sz="1000" dirty="0"/>
              <a:t>, </a:t>
            </a:r>
            <a:r>
              <a:rPr lang="en-US" sz="1000" dirty="0" err="1"/>
              <a:t>consectetur</a:t>
            </a:r>
            <a:r>
              <a:rPr lang="en-US" sz="1000" dirty="0"/>
              <a:t> </a:t>
            </a:r>
            <a:r>
              <a:rPr lang="en-US" sz="1000" dirty="0" err="1"/>
              <a:t>adipiscing</a:t>
            </a:r>
            <a:r>
              <a:rPr lang="en-US" sz="1000" dirty="0"/>
              <a:t> </a:t>
            </a:r>
            <a:r>
              <a:rPr lang="en-US" sz="1000" dirty="0" err="1"/>
              <a:t>elit</a:t>
            </a:r>
            <a:r>
              <a:rPr lang="en-US" sz="1000" dirty="0"/>
              <a:t>, sed do </a:t>
            </a:r>
            <a:r>
              <a:rPr lang="en-US" sz="1000" dirty="0" err="1"/>
              <a:t>eiusmod</a:t>
            </a:r>
            <a:r>
              <a:rPr lang="en-US" sz="1000" dirty="0"/>
              <a:t> </a:t>
            </a:r>
            <a:r>
              <a:rPr lang="en-US" sz="1000" dirty="0" err="1"/>
              <a:t>tempor</a:t>
            </a:r>
            <a:r>
              <a:rPr lang="en-US" sz="1000" dirty="0"/>
              <a:t> </a:t>
            </a:r>
            <a:r>
              <a:rPr lang="en-US" sz="1000" dirty="0" err="1"/>
              <a:t>incididunt</a:t>
            </a:r>
            <a:r>
              <a:rPr lang="en-US" sz="1000" dirty="0"/>
              <a:t> </a:t>
            </a:r>
            <a:r>
              <a:rPr lang="en-US" sz="1000" dirty="0" err="1"/>
              <a:t>ut</a:t>
            </a:r>
            <a:r>
              <a:rPr lang="en-US" sz="1000" dirty="0"/>
              <a:t> </a:t>
            </a:r>
            <a:r>
              <a:rPr lang="en-US" sz="1000" dirty="0" err="1"/>
              <a:t>labore</a:t>
            </a:r>
            <a:r>
              <a:rPr lang="en-US" sz="1000" dirty="0"/>
              <a:t> et dolore magna </a:t>
            </a:r>
            <a:r>
              <a:rPr lang="en-US" sz="1000" dirty="0" err="1"/>
              <a:t>aliqua</a:t>
            </a:r>
            <a:r>
              <a:rPr lang="en-US" sz="1000" dirty="0"/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14C81F-C598-1649-A475-0F4B15041A4F}"/>
              </a:ext>
            </a:extLst>
          </p:cNvPr>
          <p:cNvSpPr txBox="1"/>
          <p:nvPr/>
        </p:nvSpPr>
        <p:spPr>
          <a:xfrm>
            <a:off x="10013951" y="3732000"/>
            <a:ext cx="1482724" cy="3099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Date</a:t>
            </a:r>
          </a:p>
        </p:txBody>
      </p:sp>
      <p:cxnSp>
        <p:nvCxnSpPr>
          <p:cNvPr id="29" name="Straight Connector 28" descr="Line leading to bullet points">
            <a:extLst>
              <a:ext uri="{FF2B5EF4-FFF2-40B4-BE49-F238E27FC236}">
                <a16:creationId xmlns:a16="http://schemas.microsoft.com/office/drawing/2014/main" id="{8F3DAF15-D6AD-DD4F-8190-FD0783AFCE48}"/>
              </a:ext>
            </a:extLst>
          </p:cNvPr>
          <p:cNvCxnSpPr>
            <a:cxnSpLocks/>
          </p:cNvCxnSpPr>
          <p:nvPr/>
        </p:nvCxnSpPr>
        <p:spPr>
          <a:xfrm flipV="1">
            <a:off x="10013950" y="4012070"/>
            <a:ext cx="0" cy="1961511"/>
          </a:xfrm>
          <a:prstGeom prst="line">
            <a:avLst/>
          </a:prstGeom>
          <a:ln w="127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D994897-E652-EF4D-BC92-23963DB2C046}"/>
              </a:ext>
            </a:extLst>
          </p:cNvPr>
          <p:cNvSpPr txBox="1"/>
          <p:nvPr/>
        </p:nvSpPr>
        <p:spPr>
          <a:xfrm>
            <a:off x="10011470" y="4585404"/>
            <a:ext cx="1655999" cy="257201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noAutofit/>
          </a:bodyPr>
          <a:lstStyle/>
          <a:p>
            <a:r>
              <a:rPr lang="en-US" sz="1200" b="1" dirty="0"/>
              <a:t>Title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68B1F7-C333-FE47-A779-3AE1AA7666D6}"/>
              </a:ext>
            </a:extLst>
          </p:cNvPr>
          <p:cNvSpPr txBox="1"/>
          <p:nvPr/>
        </p:nvSpPr>
        <p:spPr>
          <a:xfrm>
            <a:off x="10011496" y="4842605"/>
            <a:ext cx="1655999" cy="1124262"/>
          </a:xfrm>
          <a:prstGeom prst="rect">
            <a:avLst/>
          </a:prstGeom>
          <a:noFill/>
        </p:spPr>
        <p:txBody>
          <a:bodyPr wrap="square" lIns="90000" tIns="46800" rIns="90000" bIns="46800" rtlCol="0" anchor="t">
            <a:noAutofit/>
          </a:bodyPr>
          <a:lstStyle/>
          <a:p>
            <a:r>
              <a:rPr lang="en-US" sz="1000" dirty="0"/>
              <a:t>Lorem ipsum dolor sit </a:t>
            </a:r>
            <a:r>
              <a:rPr lang="en-US" sz="1000" dirty="0" err="1"/>
              <a:t>amet</a:t>
            </a:r>
            <a:r>
              <a:rPr lang="en-US" sz="1000" dirty="0"/>
              <a:t>, </a:t>
            </a:r>
            <a:r>
              <a:rPr lang="en-US" sz="1000" dirty="0" err="1"/>
              <a:t>consectetur</a:t>
            </a:r>
            <a:r>
              <a:rPr lang="en-US" sz="1000" dirty="0"/>
              <a:t> </a:t>
            </a:r>
            <a:r>
              <a:rPr lang="en-US" sz="1000" dirty="0" err="1"/>
              <a:t>adipiscing</a:t>
            </a:r>
            <a:r>
              <a:rPr lang="en-US" sz="1000" dirty="0"/>
              <a:t> </a:t>
            </a:r>
            <a:r>
              <a:rPr lang="en-US" sz="1000" dirty="0" err="1"/>
              <a:t>elit</a:t>
            </a:r>
            <a:r>
              <a:rPr lang="en-US" sz="1000" dirty="0"/>
              <a:t>, sed do </a:t>
            </a:r>
            <a:r>
              <a:rPr lang="en-US" sz="1000" dirty="0" err="1"/>
              <a:t>eiusmod</a:t>
            </a:r>
            <a:r>
              <a:rPr lang="en-US" sz="1000" dirty="0"/>
              <a:t> </a:t>
            </a:r>
            <a:r>
              <a:rPr lang="en-US" sz="1000" dirty="0" err="1"/>
              <a:t>tempor</a:t>
            </a:r>
            <a:r>
              <a:rPr lang="en-US" sz="1000" dirty="0"/>
              <a:t> </a:t>
            </a:r>
            <a:r>
              <a:rPr lang="en-US" sz="1000" dirty="0" err="1"/>
              <a:t>incididunt</a:t>
            </a:r>
            <a:r>
              <a:rPr lang="en-US" sz="1000" dirty="0"/>
              <a:t> </a:t>
            </a:r>
            <a:r>
              <a:rPr lang="en-US" sz="1000" dirty="0" err="1"/>
              <a:t>ut</a:t>
            </a:r>
            <a:r>
              <a:rPr lang="en-US" sz="1000" dirty="0"/>
              <a:t> </a:t>
            </a:r>
            <a:r>
              <a:rPr lang="en-US" sz="1000" dirty="0" err="1"/>
              <a:t>labore</a:t>
            </a:r>
            <a:r>
              <a:rPr lang="en-US" sz="1000" dirty="0"/>
              <a:t> et dolore magna </a:t>
            </a:r>
            <a:r>
              <a:rPr lang="en-US" sz="1000" dirty="0" err="1"/>
              <a:t>aliqua</a:t>
            </a:r>
            <a:r>
              <a:rPr lang="en-US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405549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3A58-8F02-754C-AD45-813629569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 step process slide</a:t>
            </a:r>
          </a:p>
        </p:txBody>
      </p:sp>
      <p:cxnSp>
        <p:nvCxnSpPr>
          <p:cNvPr id="35" name="Straight Connector 34" descr="Timeline arrow">
            <a:extLst>
              <a:ext uri="{FF2B5EF4-FFF2-40B4-BE49-F238E27FC236}">
                <a16:creationId xmlns:a16="http://schemas.microsoft.com/office/drawing/2014/main" id="{D94583B4-A2BD-7A47-85B6-FAB73C357384}"/>
              </a:ext>
            </a:extLst>
          </p:cNvPr>
          <p:cNvCxnSpPr>
            <a:cxnSpLocks/>
          </p:cNvCxnSpPr>
          <p:nvPr/>
        </p:nvCxnSpPr>
        <p:spPr>
          <a:xfrm>
            <a:off x="584200" y="3579181"/>
            <a:ext cx="11025188" cy="0"/>
          </a:xfrm>
          <a:prstGeom prst="line">
            <a:avLst/>
          </a:prstGeom>
          <a:ln w="25400" cap="rnd">
            <a:solidFill>
              <a:schemeClr val="tx2"/>
            </a:solidFill>
            <a:prstDash val="sysDot"/>
            <a:headEnd type="none" w="med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9814648-3E02-844F-AD45-4B3A4F8A65AF}"/>
              </a:ext>
            </a:extLst>
          </p:cNvPr>
          <p:cNvSpPr txBox="1"/>
          <p:nvPr/>
        </p:nvSpPr>
        <p:spPr>
          <a:xfrm>
            <a:off x="584201" y="2557577"/>
            <a:ext cx="1595438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en-US" sz="1800" dirty="0">
                <a:solidFill>
                  <a:schemeClr val="accent1"/>
                </a:solidFill>
                <a:latin typeface="+mj-lt"/>
              </a:rPr>
              <a:t>Label</a:t>
            </a:r>
          </a:p>
        </p:txBody>
      </p:sp>
      <p:grpSp>
        <p:nvGrpSpPr>
          <p:cNvPr id="3" name="Group 2" descr="Icon location">
            <a:extLst>
              <a:ext uri="{FF2B5EF4-FFF2-40B4-BE49-F238E27FC236}">
                <a16:creationId xmlns:a16="http://schemas.microsoft.com/office/drawing/2014/main" id="{F2D18BC0-BB5A-AE4F-89A4-6D4020FD1C02}"/>
              </a:ext>
            </a:extLst>
          </p:cNvPr>
          <p:cNvGrpSpPr/>
          <p:nvPr/>
        </p:nvGrpSpPr>
        <p:grpSpPr>
          <a:xfrm>
            <a:off x="754063" y="2986645"/>
            <a:ext cx="1243486" cy="1243486"/>
            <a:chOff x="584200" y="3560884"/>
            <a:chExt cx="659875" cy="65987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E0693D1-59F4-7049-849C-8AC8D86B9D2E}"/>
                </a:ext>
              </a:extLst>
            </p:cNvPr>
            <p:cNvGrpSpPr/>
            <p:nvPr/>
          </p:nvGrpSpPr>
          <p:grpSpPr>
            <a:xfrm>
              <a:off x="584200" y="3560884"/>
              <a:ext cx="659875" cy="659875"/>
              <a:chOff x="584200" y="3560884"/>
              <a:chExt cx="659875" cy="659875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EF6AFD1-553D-9945-9F10-ECD973A9FC6D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82C8F8B-C93B-9F4B-8B15-617A09E1D55E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59" name="Book_2" title="Icon of a book and a pencil">
              <a:extLst>
                <a:ext uri="{FF2B5EF4-FFF2-40B4-BE49-F238E27FC236}">
                  <a16:creationId xmlns:a16="http://schemas.microsoft.com/office/drawing/2014/main" id="{519E78DE-5DF6-F341-87A2-E9B7B7044C9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50685" y="3739157"/>
              <a:ext cx="329185" cy="300487"/>
            </a:xfrm>
            <a:custGeom>
              <a:avLst/>
              <a:gdLst>
                <a:gd name="T0" fmla="*/ 223 w 330"/>
                <a:gd name="T1" fmla="*/ 0 h 301"/>
                <a:gd name="T2" fmla="*/ 223 w 330"/>
                <a:gd name="T3" fmla="*/ 284 h 301"/>
                <a:gd name="T4" fmla="*/ 31 w 330"/>
                <a:gd name="T5" fmla="*/ 284 h 301"/>
                <a:gd name="T6" fmla="*/ 0 w 330"/>
                <a:gd name="T7" fmla="*/ 233 h 301"/>
                <a:gd name="T8" fmla="*/ 0 w 330"/>
                <a:gd name="T9" fmla="*/ 31 h 301"/>
                <a:gd name="T10" fmla="*/ 43 w 330"/>
                <a:gd name="T11" fmla="*/ 0 h 301"/>
                <a:gd name="T12" fmla="*/ 223 w 330"/>
                <a:gd name="T13" fmla="*/ 0 h 301"/>
                <a:gd name="T14" fmla="*/ 223 w 330"/>
                <a:gd name="T15" fmla="*/ 228 h 301"/>
                <a:gd name="T16" fmla="*/ 48 w 330"/>
                <a:gd name="T17" fmla="*/ 227 h 301"/>
                <a:gd name="T18" fmla="*/ 2 w 330"/>
                <a:gd name="T19" fmla="*/ 252 h 301"/>
                <a:gd name="T20" fmla="*/ 316 w 330"/>
                <a:gd name="T21" fmla="*/ 301 h 301"/>
                <a:gd name="T22" fmla="*/ 316 w 330"/>
                <a:gd name="T23" fmla="*/ 301 h 301"/>
                <a:gd name="T24" fmla="*/ 330 w 330"/>
                <a:gd name="T25" fmla="*/ 278 h 301"/>
                <a:gd name="T26" fmla="*/ 330 w 330"/>
                <a:gd name="T27" fmla="*/ 19 h 301"/>
                <a:gd name="T28" fmla="*/ 316 w 330"/>
                <a:gd name="T29" fmla="*/ 0 h 301"/>
                <a:gd name="T30" fmla="*/ 302 w 330"/>
                <a:gd name="T31" fmla="*/ 19 h 301"/>
                <a:gd name="T32" fmla="*/ 302 w 330"/>
                <a:gd name="T33" fmla="*/ 278 h 301"/>
                <a:gd name="T34" fmla="*/ 316 w 330"/>
                <a:gd name="T35" fmla="*/ 301 h 301"/>
                <a:gd name="T36" fmla="*/ 330 w 330"/>
                <a:gd name="T37" fmla="*/ 41 h 301"/>
                <a:gd name="T38" fmla="*/ 302 w 330"/>
                <a:gd name="T39" fmla="*/ 43 h 301"/>
                <a:gd name="T40" fmla="*/ 330 w 330"/>
                <a:gd name="T41" fmla="*/ 265 h 301"/>
                <a:gd name="T42" fmla="*/ 302 w 330"/>
                <a:gd name="T43" fmla="*/ 2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30" h="301">
                  <a:moveTo>
                    <a:pt x="223" y="0"/>
                  </a:moveTo>
                  <a:cubicBezTo>
                    <a:pt x="223" y="284"/>
                    <a:pt x="223" y="284"/>
                    <a:pt x="223" y="284"/>
                  </a:cubicBezTo>
                  <a:cubicBezTo>
                    <a:pt x="31" y="284"/>
                    <a:pt x="31" y="284"/>
                    <a:pt x="31" y="284"/>
                  </a:cubicBezTo>
                  <a:cubicBezTo>
                    <a:pt x="31" y="284"/>
                    <a:pt x="0" y="287"/>
                    <a:pt x="0" y="233"/>
                  </a:cubicBezTo>
                  <a:cubicBezTo>
                    <a:pt x="0" y="193"/>
                    <a:pt x="0" y="31"/>
                    <a:pt x="0" y="31"/>
                  </a:cubicBezTo>
                  <a:cubicBezTo>
                    <a:pt x="0" y="31"/>
                    <a:pt x="2" y="0"/>
                    <a:pt x="43" y="0"/>
                  </a:cubicBezTo>
                  <a:cubicBezTo>
                    <a:pt x="80" y="0"/>
                    <a:pt x="223" y="0"/>
                    <a:pt x="223" y="0"/>
                  </a:cubicBezTo>
                  <a:close/>
                  <a:moveTo>
                    <a:pt x="223" y="228"/>
                  </a:moveTo>
                  <a:cubicBezTo>
                    <a:pt x="41" y="228"/>
                    <a:pt x="48" y="227"/>
                    <a:pt x="48" y="227"/>
                  </a:cubicBezTo>
                  <a:cubicBezTo>
                    <a:pt x="48" y="227"/>
                    <a:pt x="6" y="223"/>
                    <a:pt x="2" y="252"/>
                  </a:cubicBezTo>
                  <a:moveTo>
                    <a:pt x="316" y="301"/>
                  </a:moveTo>
                  <a:cubicBezTo>
                    <a:pt x="316" y="301"/>
                    <a:pt x="316" y="301"/>
                    <a:pt x="316" y="301"/>
                  </a:cubicBezTo>
                  <a:cubicBezTo>
                    <a:pt x="330" y="278"/>
                    <a:pt x="330" y="278"/>
                    <a:pt x="330" y="278"/>
                  </a:cubicBezTo>
                  <a:cubicBezTo>
                    <a:pt x="330" y="278"/>
                    <a:pt x="330" y="278"/>
                    <a:pt x="330" y="19"/>
                  </a:cubicBezTo>
                  <a:cubicBezTo>
                    <a:pt x="330" y="19"/>
                    <a:pt x="329" y="0"/>
                    <a:pt x="316" y="0"/>
                  </a:cubicBezTo>
                  <a:cubicBezTo>
                    <a:pt x="303" y="0"/>
                    <a:pt x="302" y="19"/>
                    <a:pt x="302" y="19"/>
                  </a:cubicBezTo>
                  <a:cubicBezTo>
                    <a:pt x="302" y="19"/>
                    <a:pt x="302" y="19"/>
                    <a:pt x="302" y="278"/>
                  </a:cubicBezTo>
                  <a:cubicBezTo>
                    <a:pt x="302" y="278"/>
                    <a:pt x="302" y="278"/>
                    <a:pt x="316" y="301"/>
                  </a:cubicBezTo>
                  <a:close/>
                  <a:moveTo>
                    <a:pt x="330" y="41"/>
                  </a:moveTo>
                  <a:cubicBezTo>
                    <a:pt x="313" y="22"/>
                    <a:pt x="302" y="43"/>
                    <a:pt x="302" y="43"/>
                  </a:cubicBezTo>
                  <a:moveTo>
                    <a:pt x="330" y="265"/>
                  </a:moveTo>
                  <a:cubicBezTo>
                    <a:pt x="316" y="244"/>
                    <a:pt x="302" y="265"/>
                    <a:pt x="302" y="265"/>
                  </a:cubicBez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E7B703F-6E4B-D049-9076-3A3FAF4BA062}"/>
              </a:ext>
            </a:extLst>
          </p:cNvPr>
          <p:cNvSpPr txBox="1"/>
          <p:nvPr/>
        </p:nvSpPr>
        <p:spPr>
          <a:xfrm>
            <a:off x="584201" y="4462594"/>
            <a:ext cx="159543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+mj-lt"/>
              </a:rPr>
              <a:t>Additional descriptive text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9391D6-7A49-C24A-845C-BD6753E67D60}"/>
              </a:ext>
            </a:extLst>
          </p:cNvPr>
          <p:cNvSpPr txBox="1"/>
          <p:nvPr/>
        </p:nvSpPr>
        <p:spPr>
          <a:xfrm>
            <a:off x="2470151" y="2557577"/>
            <a:ext cx="1595438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en-US" sz="1800" dirty="0">
                <a:solidFill>
                  <a:schemeClr val="accent1"/>
                </a:solidFill>
                <a:latin typeface="+mj-lt"/>
              </a:rPr>
              <a:t>Label</a:t>
            </a:r>
          </a:p>
        </p:txBody>
      </p:sp>
      <p:grpSp>
        <p:nvGrpSpPr>
          <p:cNvPr id="4" name="Group 3" descr="Icon location">
            <a:extLst>
              <a:ext uri="{FF2B5EF4-FFF2-40B4-BE49-F238E27FC236}">
                <a16:creationId xmlns:a16="http://schemas.microsoft.com/office/drawing/2014/main" id="{2C53A3EA-A276-6844-9283-8794FB408AE0}"/>
              </a:ext>
            </a:extLst>
          </p:cNvPr>
          <p:cNvGrpSpPr/>
          <p:nvPr/>
        </p:nvGrpSpPr>
        <p:grpSpPr>
          <a:xfrm>
            <a:off x="2640013" y="2987388"/>
            <a:ext cx="1242000" cy="1242000"/>
            <a:chOff x="2470150" y="3560884"/>
            <a:chExt cx="659875" cy="65987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CE3D5B7-DDDA-0645-B453-19118EC75F4F}"/>
                </a:ext>
              </a:extLst>
            </p:cNvPr>
            <p:cNvGrpSpPr/>
            <p:nvPr/>
          </p:nvGrpSpPr>
          <p:grpSpPr>
            <a:xfrm>
              <a:off x="2470150" y="3560884"/>
              <a:ext cx="659875" cy="659875"/>
              <a:chOff x="584200" y="3560884"/>
              <a:chExt cx="659875" cy="659875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4DAF055E-ED1E-C341-9322-1D0D1FAAB9A9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E5F196D-214C-164E-8A44-B9B89EAC5501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57" name="Brain_3" title="Icon of a brain">
              <a:extLst>
                <a:ext uri="{FF2B5EF4-FFF2-40B4-BE49-F238E27FC236}">
                  <a16:creationId xmlns:a16="http://schemas.microsoft.com/office/drawing/2014/main" id="{803117F3-C0F5-DB49-80FA-B7C141768BB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627289" y="3701581"/>
              <a:ext cx="340157" cy="365760"/>
            </a:xfrm>
            <a:custGeom>
              <a:avLst/>
              <a:gdLst>
                <a:gd name="T0" fmla="*/ 68 w 315"/>
                <a:gd name="T1" fmla="*/ 292 h 338"/>
                <a:gd name="T2" fmla="*/ 24 w 315"/>
                <a:gd name="T3" fmla="*/ 231 h 338"/>
                <a:gd name="T4" fmla="*/ 28 w 315"/>
                <a:gd name="T5" fmla="*/ 126 h 338"/>
                <a:gd name="T6" fmla="*/ 68 w 315"/>
                <a:gd name="T7" fmla="*/ 46 h 338"/>
                <a:gd name="T8" fmla="*/ 113 w 315"/>
                <a:gd name="T9" fmla="*/ 0 h 338"/>
                <a:gd name="T10" fmla="*/ 158 w 315"/>
                <a:gd name="T11" fmla="*/ 293 h 338"/>
                <a:gd name="T12" fmla="*/ 248 w 315"/>
                <a:gd name="T13" fmla="*/ 292 h 338"/>
                <a:gd name="T14" fmla="*/ 292 w 315"/>
                <a:gd name="T15" fmla="*/ 231 h 338"/>
                <a:gd name="T16" fmla="*/ 287 w 315"/>
                <a:gd name="T17" fmla="*/ 126 h 338"/>
                <a:gd name="T18" fmla="*/ 248 w 315"/>
                <a:gd name="T19" fmla="*/ 46 h 338"/>
                <a:gd name="T20" fmla="*/ 203 w 315"/>
                <a:gd name="T21" fmla="*/ 0 h 338"/>
                <a:gd name="T22" fmla="*/ 158 w 315"/>
                <a:gd name="T23" fmla="*/ 293 h 338"/>
                <a:gd name="T24" fmla="*/ 90 w 315"/>
                <a:gd name="T25" fmla="*/ 293 h 338"/>
                <a:gd name="T26" fmla="*/ 248 w 315"/>
                <a:gd name="T27" fmla="*/ 293 h 338"/>
                <a:gd name="T28" fmla="*/ 68 w 315"/>
                <a:gd name="T29" fmla="*/ 180 h 338"/>
                <a:gd name="T30" fmla="*/ 90 w 315"/>
                <a:gd name="T31" fmla="*/ 203 h 338"/>
                <a:gd name="T32" fmla="*/ 158 w 315"/>
                <a:gd name="T33" fmla="*/ 225 h 338"/>
                <a:gd name="T34" fmla="*/ 225 w 315"/>
                <a:gd name="T35" fmla="*/ 203 h 338"/>
                <a:gd name="T36" fmla="*/ 248 w 315"/>
                <a:gd name="T37" fmla="*/ 180 h 338"/>
                <a:gd name="T38" fmla="*/ 79 w 315"/>
                <a:gd name="T39" fmla="*/ 90 h 338"/>
                <a:gd name="T40" fmla="*/ 113 w 315"/>
                <a:gd name="T41" fmla="*/ 113 h 338"/>
                <a:gd name="T42" fmla="*/ 135 w 315"/>
                <a:gd name="T43" fmla="*/ 135 h 338"/>
                <a:gd name="T44" fmla="*/ 203 w 315"/>
                <a:gd name="T45" fmla="*/ 113 h 338"/>
                <a:gd name="T46" fmla="*/ 225 w 315"/>
                <a:gd name="T47" fmla="*/ 90 h 338"/>
                <a:gd name="T48" fmla="*/ 24 w 315"/>
                <a:gd name="T49" fmla="*/ 231 h 338"/>
                <a:gd name="T50" fmla="*/ 248 w 315"/>
                <a:gd name="T51" fmla="*/ 248 h 338"/>
                <a:gd name="T52" fmla="*/ 28 w 315"/>
                <a:gd name="T53" fmla="*/ 126 h 338"/>
                <a:gd name="T54" fmla="*/ 243 w 315"/>
                <a:gd name="T55" fmla="*/ 126 h 338"/>
                <a:gd name="T56" fmla="*/ 68 w 315"/>
                <a:gd name="T57" fmla="*/ 45 h 338"/>
                <a:gd name="T58" fmla="*/ 248 w 315"/>
                <a:gd name="T59" fmla="*/ 45 h 338"/>
                <a:gd name="T60" fmla="*/ 135 w 315"/>
                <a:gd name="T61" fmla="*/ 293 h 338"/>
                <a:gd name="T62" fmla="*/ 68 w 315"/>
                <a:gd name="T63" fmla="*/ 293 h 338"/>
                <a:gd name="T64" fmla="*/ 101 w 315"/>
                <a:gd name="T65" fmla="*/ 338 h 338"/>
                <a:gd name="T66" fmla="*/ 158 w 315"/>
                <a:gd name="T67" fmla="*/ 315 h 338"/>
                <a:gd name="T68" fmla="*/ 158 w 315"/>
                <a:gd name="T69" fmla="*/ 293 h 338"/>
                <a:gd name="T70" fmla="*/ 180 w 315"/>
                <a:gd name="T71" fmla="*/ 338 h 338"/>
                <a:gd name="T72" fmla="*/ 248 w 315"/>
                <a:gd name="T7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5" h="338">
                  <a:moveTo>
                    <a:pt x="68" y="293"/>
                  </a:moveTo>
                  <a:cubicBezTo>
                    <a:pt x="68" y="293"/>
                    <a:pt x="68" y="292"/>
                    <a:pt x="68" y="292"/>
                  </a:cubicBezTo>
                  <a:cubicBezTo>
                    <a:pt x="42" y="289"/>
                    <a:pt x="23" y="268"/>
                    <a:pt x="23" y="242"/>
                  </a:cubicBezTo>
                  <a:cubicBezTo>
                    <a:pt x="23" y="238"/>
                    <a:pt x="23" y="235"/>
                    <a:pt x="24" y="231"/>
                  </a:cubicBezTo>
                  <a:cubicBezTo>
                    <a:pt x="10" y="219"/>
                    <a:pt x="0" y="201"/>
                    <a:pt x="0" y="180"/>
                  </a:cubicBezTo>
                  <a:cubicBezTo>
                    <a:pt x="0" y="158"/>
                    <a:pt x="11" y="138"/>
                    <a:pt x="28" y="126"/>
                  </a:cubicBezTo>
                  <a:cubicBezTo>
                    <a:pt x="25" y="118"/>
                    <a:pt x="23" y="110"/>
                    <a:pt x="23" y="102"/>
                  </a:cubicBezTo>
                  <a:cubicBezTo>
                    <a:pt x="23" y="74"/>
                    <a:pt x="42" y="52"/>
                    <a:pt x="68" y="46"/>
                  </a:cubicBezTo>
                  <a:cubicBezTo>
                    <a:pt x="68" y="46"/>
                    <a:pt x="68" y="46"/>
                    <a:pt x="68" y="45"/>
                  </a:cubicBezTo>
                  <a:cubicBezTo>
                    <a:pt x="68" y="20"/>
                    <a:pt x="88" y="0"/>
                    <a:pt x="113" y="0"/>
                  </a:cubicBezTo>
                  <a:cubicBezTo>
                    <a:pt x="138" y="0"/>
                    <a:pt x="158" y="20"/>
                    <a:pt x="158" y="45"/>
                  </a:cubicBezTo>
                  <a:cubicBezTo>
                    <a:pt x="158" y="293"/>
                    <a:pt x="158" y="293"/>
                    <a:pt x="158" y="293"/>
                  </a:cubicBezTo>
                  <a:moveTo>
                    <a:pt x="248" y="293"/>
                  </a:moveTo>
                  <a:cubicBezTo>
                    <a:pt x="248" y="293"/>
                    <a:pt x="248" y="292"/>
                    <a:pt x="248" y="292"/>
                  </a:cubicBezTo>
                  <a:cubicBezTo>
                    <a:pt x="273" y="289"/>
                    <a:pt x="293" y="268"/>
                    <a:pt x="293" y="242"/>
                  </a:cubicBezTo>
                  <a:cubicBezTo>
                    <a:pt x="293" y="238"/>
                    <a:pt x="292" y="235"/>
                    <a:pt x="292" y="231"/>
                  </a:cubicBezTo>
                  <a:cubicBezTo>
                    <a:pt x="306" y="219"/>
                    <a:pt x="315" y="201"/>
                    <a:pt x="315" y="180"/>
                  </a:cubicBezTo>
                  <a:cubicBezTo>
                    <a:pt x="315" y="158"/>
                    <a:pt x="304" y="138"/>
                    <a:pt x="287" y="126"/>
                  </a:cubicBezTo>
                  <a:cubicBezTo>
                    <a:pt x="291" y="118"/>
                    <a:pt x="293" y="110"/>
                    <a:pt x="293" y="102"/>
                  </a:cubicBezTo>
                  <a:cubicBezTo>
                    <a:pt x="293" y="74"/>
                    <a:pt x="273" y="52"/>
                    <a:pt x="248" y="46"/>
                  </a:cubicBezTo>
                  <a:cubicBezTo>
                    <a:pt x="248" y="46"/>
                    <a:pt x="248" y="46"/>
                    <a:pt x="248" y="45"/>
                  </a:cubicBezTo>
                  <a:cubicBezTo>
                    <a:pt x="248" y="20"/>
                    <a:pt x="228" y="0"/>
                    <a:pt x="203" y="0"/>
                  </a:cubicBezTo>
                  <a:cubicBezTo>
                    <a:pt x="178" y="0"/>
                    <a:pt x="158" y="20"/>
                    <a:pt x="158" y="45"/>
                  </a:cubicBezTo>
                  <a:cubicBezTo>
                    <a:pt x="158" y="293"/>
                    <a:pt x="158" y="293"/>
                    <a:pt x="158" y="293"/>
                  </a:cubicBezTo>
                  <a:moveTo>
                    <a:pt x="68" y="293"/>
                  </a:moveTo>
                  <a:cubicBezTo>
                    <a:pt x="90" y="293"/>
                    <a:pt x="90" y="293"/>
                    <a:pt x="90" y="293"/>
                  </a:cubicBezTo>
                  <a:moveTo>
                    <a:pt x="225" y="293"/>
                  </a:moveTo>
                  <a:cubicBezTo>
                    <a:pt x="248" y="293"/>
                    <a:pt x="248" y="293"/>
                    <a:pt x="248" y="293"/>
                  </a:cubicBezTo>
                  <a:moveTo>
                    <a:pt x="56" y="180"/>
                  </a:moveTo>
                  <a:cubicBezTo>
                    <a:pt x="68" y="180"/>
                    <a:pt x="68" y="180"/>
                    <a:pt x="68" y="180"/>
                  </a:cubicBezTo>
                  <a:cubicBezTo>
                    <a:pt x="80" y="180"/>
                    <a:pt x="90" y="190"/>
                    <a:pt x="90" y="203"/>
                  </a:cubicBezTo>
                  <a:cubicBezTo>
                    <a:pt x="90" y="203"/>
                    <a:pt x="90" y="203"/>
                    <a:pt x="90" y="203"/>
                  </a:cubicBezTo>
                  <a:cubicBezTo>
                    <a:pt x="90" y="215"/>
                    <a:pt x="100" y="225"/>
                    <a:pt x="113" y="225"/>
                  </a:cubicBezTo>
                  <a:cubicBezTo>
                    <a:pt x="158" y="225"/>
                    <a:pt x="158" y="225"/>
                    <a:pt x="158" y="225"/>
                  </a:cubicBezTo>
                  <a:cubicBezTo>
                    <a:pt x="203" y="225"/>
                    <a:pt x="203" y="225"/>
                    <a:pt x="203" y="225"/>
                  </a:cubicBezTo>
                  <a:cubicBezTo>
                    <a:pt x="215" y="225"/>
                    <a:pt x="225" y="215"/>
                    <a:pt x="225" y="203"/>
                  </a:cubicBezTo>
                  <a:cubicBezTo>
                    <a:pt x="225" y="203"/>
                    <a:pt x="225" y="203"/>
                    <a:pt x="225" y="203"/>
                  </a:cubicBezTo>
                  <a:cubicBezTo>
                    <a:pt x="225" y="190"/>
                    <a:pt x="235" y="180"/>
                    <a:pt x="248" y="180"/>
                  </a:cubicBezTo>
                  <a:cubicBezTo>
                    <a:pt x="259" y="180"/>
                    <a:pt x="259" y="180"/>
                    <a:pt x="259" y="180"/>
                  </a:cubicBezTo>
                  <a:moveTo>
                    <a:pt x="79" y="90"/>
                  </a:moveTo>
                  <a:cubicBezTo>
                    <a:pt x="90" y="90"/>
                    <a:pt x="90" y="90"/>
                    <a:pt x="90" y="90"/>
                  </a:cubicBezTo>
                  <a:cubicBezTo>
                    <a:pt x="103" y="90"/>
                    <a:pt x="113" y="100"/>
                    <a:pt x="113" y="113"/>
                  </a:cubicBezTo>
                  <a:cubicBezTo>
                    <a:pt x="113" y="113"/>
                    <a:pt x="113" y="113"/>
                    <a:pt x="113" y="113"/>
                  </a:cubicBezTo>
                  <a:cubicBezTo>
                    <a:pt x="113" y="125"/>
                    <a:pt x="123" y="135"/>
                    <a:pt x="135" y="135"/>
                  </a:cubicBezTo>
                  <a:cubicBezTo>
                    <a:pt x="180" y="135"/>
                    <a:pt x="180" y="135"/>
                    <a:pt x="180" y="135"/>
                  </a:cubicBezTo>
                  <a:cubicBezTo>
                    <a:pt x="193" y="135"/>
                    <a:pt x="203" y="125"/>
                    <a:pt x="203" y="113"/>
                  </a:cubicBezTo>
                  <a:cubicBezTo>
                    <a:pt x="203" y="113"/>
                    <a:pt x="203" y="113"/>
                    <a:pt x="203" y="113"/>
                  </a:cubicBezTo>
                  <a:cubicBezTo>
                    <a:pt x="203" y="100"/>
                    <a:pt x="213" y="90"/>
                    <a:pt x="225" y="90"/>
                  </a:cubicBezTo>
                  <a:cubicBezTo>
                    <a:pt x="236" y="90"/>
                    <a:pt x="236" y="90"/>
                    <a:pt x="236" y="90"/>
                  </a:cubicBezTo>
                  <a:moveTo>
                    <a:pt x="24" y="231"/>
                  </a:moveTo>
                  <a:cubicBezTo>
                    <a:pt x="36" y="242"/>
                    <a:pt x="51" y="248"/>
                    <a:pt x="68" y="248"/>
                  </a:cubicBezTo>
                  <a:moveTo>
                    <a:pt x="248" y="248"/>
                  </a:moveTo>
                  <a:cubicBezTo>
                    <a:pt x="265" y="248"/>
                    <a:pt x="280" y="242"/>
                    <a:pt x="292" y="231"/>
                  </a:cubicBezTo>
                  <a:moveTo>
                    <a:pt x="28" y="126"/>
                  </a:moveTo>
                  <a:cubicBezTo>
                    <a:pt x="73" y="126"/>
                    <a:pt x="73" y="126"/>
                    <a:pt x="73" y="126"/>
                  </a:cubicBezTo>
                  <a:moveTo>
                    <a:pt x="243" y="126"/>
                  </a:moveTo>
                  <a:cubicBezTo>
                    <a:pt x="288" y="126"/>
                    <a:pt x="288" y="126"/>
                    <a:pt x="288" y="126"/>
                  </a:cubicBezTo>
                  <a:moveTo>
                    <a:pt x="68" y="45"/>
                  </a:moveTo>
                  <a:cubicBezTo>
                    <a:pt x="101" y="45"/>
                    <a:pt x="101" y="45"/>
                    <a:pt x="101" y="45"/>
                  </a:cubicBezTo>
                  <a:moveTo>
                    <a:pt x="248" y="45"/>
                  </a:moveTo>
                  <a:cubicBezTo>
                    <a:pt x="214" y="45"/>
                    <a:pt x="214" y="45"/>
                    <a:pt x="214" y="45"/>
                  </a:cubicBezTo>
                  <a:moveTo>
                    <a:pt x="135" y="293"/>
                  </a:moveTo>
                  <a:cubicBezTo>
                    <a:pt x="180" y="293"/>
                    <a:pt x="180" y="293"/>
                    <a:pt x="180" y="293"/>
                  </a:cubicBezTo>
                  <a:moveTo>
                    <a:pt x="68" y="293"/>
                  </a:moveTo>
                  <a:cubicBezTo>
                    <a:pt x="68" y="304"/>
                    <a:pt x="68" y="304"/>
                    <a:pt x="68" y="304"/>
                  </a:cubicBezTo>
                  <a:cubicBezTo>
                    <a:pt x="68" y="323"/>
                    <a:pt x="83" y="338"/>
                    <a:pt x="101" y="338"/>
                  </a:cubicBezTo>
                  <a:cubicBezTo>
                    <a:pt x="135" y="338"/>
                    <a:pt x="135" y="338"/>
                    <a:pt x="135" y="338"/>
                  </a:cubicBezTo>
                  <a:cubicBezTo>
                    <a:pt x="148" y="338"/>
                    <a:pt x="158" y="328"/>
                    <a:pt x="158" y="315"/>
                  </a:cubicBezTo>
                  <a:cubicBezTo>
                    <a:pt x="158" y="293"/>
                    <a:pt x="158" y="293"/>
                    <a:pt x="158" y="293"/>
                  </a:cubicBezTo>
                  <a:moveTo>
                    <a:pt x="158" y="293"/>
                  </a:moveTo>
                  <a:cubicBezTo>
                    <a:pt x="158" y="315"/>
                    <a:pt x="158" y="315"/>
                    <a:pt x="158" y="315"/>
                  </a:cubicBezTo>
                  <a:cubicBezTo>
                    <a:pt x="158" y="328"/>
                    <a:pt x="168" y="338"/>
                    <a:pt x="180" y="338"/>
                  </a:cubicBezTo>
                  <a:cubicBezTo>
                    <a:pt x="214" y="338"/>
                    <a:pt x="214" y="338"/>
                    <a:pt x="214" y="338"/>
                  </a:cubicBezTo>
                  <a:cubicBezTo>
                    <a:pt x="233" y="338"/>
                    <a:pt x="248" y="323"/>
                    <a:pt x="248" y="304"/>
                  </a:cubicBezTo>
                  <a:cubicBezTo>
                    <a:pt x="248" y="293"/>
                    <a:pt x="248" y="293"/>
                    <a:pt x="248" y="293"/>
                  </a:cubicBez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E7469F56-A16C-0E43-9078-8468470E9877}"/>
              </a:ext>
            </a:extLst>
          </p:cNvPr>
          <p:cNvSpPr txBox="1"/>
          <p:nvPr/>
        </p:nvSpPr>
        <p:spPr>
          <a:xfrm>
            <a:off x="2470150" y="4462594"/>
            <a:ext cx="159543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+mj-lt"/>
              </a:rPr>
              <a:t>Additional descriptive text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C8BEEA-C4E6-8043-B127-B5CE82A50F62}"/>
              </a:ext>
            </a:extLst>
          </p:cNvPr>
          <p:cNvSpPr txBox="1"/>
          <p:nvPr/>
        </p:nvSpPr>
        <p:spPr>
          <a:xfrm>
            <a:off x="4367808" y="2557577"/>
            <a:ext cx="1595438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en-US" sz="1800" dirty="0">
                <a:solidFill>
                  <a:schemeClr val="accent1"/>
                </a:solidFill>
                <a:latin typeface="+mj-lt"/>
              </a:rPr>
              <a:t>Label</a:t>
            </a:r>
          </a:p>
        </p:txBody>
      </p:sp>
      <p:grpSp>
        <p:nvGrpSpPr>
          <p:cNvPr id="27" name="Group 26" descr="Icon location">
            <a:extLst>
              <a:ext uri="{FF2B5EF4-FFF2-40B4-BE49-F238E27FC236}">
                <a16:creationId xmlns:a16="http://schemas.microsoft.com/office/drawing/2014/main" id="{E17DCCD5-C199-8C4D-BE52-2C2D7796F00C}"/>
              </a:ext>
            </a:extLst>
          </p:cNvPr>
          <p:cNvGrpSpPr/>
          <p:nvPr/>
        </p:nvGrpSpPr>
        <p:grpSpPr>
          <a:xfrm>
            <a:off x="4535488" y="2987388"/>
            <a:ext cx="1242000" cy="1242000"/>
            <a:chOff x="4358213" y="3560884"/>
            <a:chExt cx="659875" cy="65987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CA978A2-2B76-C449-AB4C-3C90CF0365AB}"/>
                </a:ext>
              </a:extLst>
            </p:cNvPr>
            <p:cNvGrpSpPr/>
            <p:nvPr/>
          </p:nvGrpSpPr>
          <p:grpSpPr>
            <a:xfrm>
              <a:off x="4358213" y="3560884"/>
              <a:ext cx="659875" cy="659875"/>
              <a:chOff x="584200" y="3560884"/>
              <a:chExt cx="659875" cy="659875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0F40B89-2B72-6D4C-91F9-912C1DDEF885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2EDDDB7-A71C-1342-AFCC-3CC3DBE94652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9" name="Relationship_F003" title="Icon of three boxes connected by lines">
              <a:extLst>
                <a:ext uri="{FF2B5EF4-FFF2-40B4-BE49-F238E27FC236}">
                  <a16:creationId xmlns:a16="http://schemas.microsoft.com/office/drawing/2014/main" id="{E0282A45-FF6C-2540-AC40-9DA2F005804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504544" y="3739157"/>
              <a:ext cx="321268" cy="300487"/>
            </a:xfrm>
            <a:custGeom>
              <a:avLst/>
              <a:gdLst>
                <a:gd name="T0" fmla="*/ 3230 w 4406"/>
                <a:gd name="T1" fmla="*/ 0 h 4121"/>
                <a:gd name="T2" fmla="*/ 4406 w 4406"/>
                <a:gd name="T3" fmla="*/ 0 h 4121"/>
                <a:gd name="T4" fmla="*/ 4406 w 4406"/>
                <a:gd name="T5" fmla="*/ 1176 h 4121"/>
                <a:gd name="T6" fmla="*/ 3230 w 4406"/>
                <a:gd name="T7" fmla="*/ 1176 h 4121"/>
                <a:gd name="T8" fmla="*/ 3230 w 4406"/>
                <a:gd name="T9" fmla="*/ 0 h 4121"/>
                <a:gd name="T10" fmla="*/ 3230 w 4406"/>
                <a:gd name="T11" fmla="*/ 4121 h 4121"/>
                <a:gd name="T12" fmla="*/ 4406 w 4406"/>
                <a:gd name="T13" fmla="*/ 4121 h 4121"/>
                <a:gd name="T14" fmla="*/ 4406 w 4406"/>
                <a:gd name="T15" fmla="*/ 2945 h 4121"/>
                <a:gd name="T16" fmla="*/ 3230 w 4406"/>
                <a:gd name="T17" fmla="*/ 2945 h 4121"/>
                <a:gd name="T18" fmla="*/ 3230 w 4406"/>
                <a:gd name="T19" fmla="*/ 4121 h 4121"/>
                <a:gd name="T20" fmla="*/ 0 w 4406"/>
                <a:gd name="T21" fmla="*/ 2653 h 4121"/>
                <a:gd name="T22" fmla="*/ 1175 w 4406"/>
                <a:gd name="T23" fmla="*/ 2653 h 4121"/>
                <a:gd name="T24" fmla="*/ 1175 w 4406"/>
                <a:gd name="T25" fmla="*/ 1477 h 4121"/>
                <a:gd name="T26" fmla="*/ 0 w 4406"/>
                <a:gd name="T27" fmla="*/ 1477 h 4121"/>
                <a:gd name="T28" fmla="*/ 0 w 4406"/>
                <a:gd name="T29" fmla="*/ 2653 h 4121"/>
                <a:gd name="T30" fmla="*/ 1176 w 4406"/>
                <a:gd name="T31" fmla="*/ 2062 h 4121"/>
                <a:gd name="T32" fmla="*/ 3230 w 4406"/>
                <a:gd name="T33" fmla="*/ 690 h 4121"/>
                <a:gd name="T34" fmla="*/ 3230 w 4406"/>
                <a:gd name="T35" fmla="*/ 3434 h 4121"/>
                <a:gd name="T36" fmla="*/ 1181 w 4406"/>
                <a:gd name="T37" fmla="*/ 2064 h 4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406" h="4121">
                  <a:moveTo>
                    <a:pt x="3230" y="0"/>
                  </a:moveTo>
                  <a:lnTo>
                    <a:pt x="4406" y="0"/>
                  </a:lnTo>
                  <a:lnTo>
                    <a:pt x="4406" y="1176"/>
                  </a:lnTo>
                  <a:lnTo>
                    <a:pt x="3230" y="1176"/>
                  </a:lnTo>
                  <a:lnTo>
                    <a:pt x="3230" y="0"/>
                  </a:lnTo>
                  <a:moveTo>
                    <a:pt x="3230" y="4121"/>
                  </a:moveTo>
                  <a:lnTo>
                    <a:pt x="4406" y="4121"/>
                  </a:lnTo>
                  <a:lnTo>
                    <a:pt x="4406" y="2945"/>
                  </a:lnTo>
                  <a:lnTo>
                    <a:pt x="3230" y="2945"/>
                  </a:lnTo>
                  <a:lnTo>
                    <a:pt x="3230" y="4121"/>
                  </a:lnTo>
                  <a:moveTo>
                    <a:pt x="0" y="2653"/>
                  </a:moveTo>
                  <a:lnTo>
                    <a:pt x="1175" y="2653"/>
                  </a:lnTo>
                  <a:lnTo>
                    <a:pt x="1175" y="1477"/>
                  </a:lnTo>
                  <a:lnTo>
                    <a:pt x="0" y="1477"/>
                  </a:lnTo>
                  <a:lnTo>
                    <a:pt x="0" y="2653"/>
                  </a:lnTo>
                  <a:moveTo>
                    <a:pt x="1176" y="2062"/>
                  </a:moveTo>
                  <a:lnTo>
                    <a:pt x="3230" y="690"/>
                  </a:lnTo>
                  <a:moveTo>
                    <a:pt x="3230" y="3434"/>
                  </a:moveTo>
                  <a:lnTo>
                    <a:pt x="1181" y="2064"/>
                  </a:lnTo>
                </a:path>
              </a:pathLst>
            </a:custGeom>
            <a:noFill/>
            <a:ln w="15875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1"/>
                </a:gradFill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98020A0-3DB3-8644-8257-E1132A5382A7}"/>
              </a:ext>
            </a:extLst>
          </p:cNvPr>
          <p:cNvSpPr txBox="1"/>
          <p:nvPr/>
        </p:nvSpPr>
        <p:spPr>
          <a:xfrm>
            <a:off x="4356100" y="4462594"/>
            <a:ext cx="160337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+mj-lt"/>
              </a:rPr>
              <a:t>Additional descriptive text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34464B-44C3-704A-BCF1-E4DC9A04A529}"/>
              </a:ext>
            </a:extLst>
          </p:cNvPr>
          <p:cNvSpPr txBox="1"/>
          <p:nvPr/>
        </p:nvSpPr>
        <p:spPr>
          <a:xfrm>
            <a:off x="6240016" y="2557577"/>
            <a:ext cx="1595438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en-US" sz="1800" dirty="0">
                <a:solidFill>
                  <a:schemeClr val="accent1"/>
                </a:solidFill>
                <a:latin typeface="+mj-lt"/>
              </a:rPr>
              <a:t>Label</a:t>
            </a:r>
          </a:p>
        </p:txBody>
      </p:sp>
      <p:grpSp>
        <p:nvGrpSpPr>
          <p:cNvPr id="32" name="Group 31" descr="Icon location">
            <a:extLst>
              <a:ext uri="{FF2B5EF4-FFF2-40B4-BE49-F238E27FC236}">
                <a16:creationId xmlns:a16="http://schemas.microsoft.com/office/drawing/2014/main" id="{2374EA26-B59A-714B-A4A6-07C47FCC9FF4}"/>
              </a:ext>
            </a:extLst>
          </p:cNvPr>
          <p:cNvGrpSpPr/>
          <p:nvPr/>
        </p:nvGrpSpPr>
        <p:grpSpPr>
          <a:xfrm>
            <a:off x="6410325" y="2987388"/>
            <a:ext cx="1242000" cy="1242000"/>
            <a:chOff x="6240463" y="3560884"/>
            <a:chExt cx="659875" cy="65987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9DAE554-FC9B-DD46-BDD3-7E784EEE9893}"/>
                </a:ext>
              </a:extLst>
            </p:cNvPr>
            <p:cNvGrpSpPr/>
            <p:nvPr/>
          </p:nvGrpSpPr>
          <p:grpSpPr>
            <a:xfrm>
              <a:off x="6240463" y="3560884"/>
              <a:ext cx="659875" cy="659875"/>
              <a:chOff x="584200" y="3560884"/>
              <a:chExt cx="659875" cy="65987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3C2634A-D9BF-0A47-A71E-70C7E50F4363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7305330F-09A8-D943-8116-93BEDB84EA11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42" name="Brush" title="Icon of a paintbrush">
              <a:extLst>
                <a:ext uri="{FF2B5EF4-FFF2-40B4-BE49-F238E27FC236}">
                  <a16:creationId xmlns:a16="http://schemas.microsoft.com/office/drawing/2014/main" id="{5E0399FA-83AA-284E-8765-07897101432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359853" y="3732895"/>
              <a:ext cx="389618" cy="281697"/>
            </a:xfrm>
            <a:custGeom>
              <a:avLst/>
              <a:gdLst>
                <a:gd name="T0" fmla="*/ 873 w 3144"/>
                <a:gd name="T1" fmla="*/ 1898 h 2272"/>
                <a:gd name="T2" fmla="*/ 1247 w 3144"/>
                <a:gd name="T3" fmla="*/ 1523 h 2272"/>
                <a:gd name="T4" fmla="*/ 1621 w 3144"/>
                <a:gd name="T5" fmla="*/ 1898 h 2272"/>
                <a:gd name="T6" fmla="*/ 1247 w 3144"/>
                <a:gd name="T7" fmla="*/ 2272 h 2272"/>
                <a:gd name="T8" fmla="*/ 499 w 3144"/>
                <a:gd name="T9" fmla="*/ 2272 h 2272"/>
                <a:gd name="T10" fmla="*/ 873 w 3144"/>
                <a:gd name="T11" fmla="*/ 1898 h 2272"/>
                <a:gd name="T12" fmla="*/ 1621 w 3144"/>
                <a:gd name="T13" fmla="*/ 1898 h 2272"/>
                <a:gd name="T14" fmla="*/ 3041 w 3144"/>
                <a:gd name="T15" fmla="*/ 478 h 2272"/>
                <a:gd name="T16" fmla="*/ 3041 w 3144"/>
                <a:gd name="T17" fmla="*/ 104 h 2272"/>
                <a:gd name="T18" fmla="*/ 2667 w 3144"/>
                <a:gd name="T19" fmla="*/ 104 h 2272"/>
                <a:gd name="T20" fmla="*/ 1247 w 3144"/>
                <a:gd name="T21" fmla="*/ 1523 h 2272"/>
                <a:gd name="T22" fmla="*/ 2066 w 3144"/>
                <a:gd name="T23" fmla="*/ 1453 h 2272"/>
                <a:gd name="T24" fmla="*/ 1691 w 3144"/>
                <a:gd name="T25" fmla="*/ 1079 h 2272"/>
                <a:gd name="T26" fmla="*/ 0 w 3144"/>
                <a:gd name="T27" fmla="*/ 2272 h 2272"/>
                <a:gd name="T28" fmla="*/ 499 w 3144"/>
                <a:gd name="T29" fmla="*/ 2272 h 2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44" h="2272">
                  <a:moveTo>
                    <a:pt x="873" y="1898"/>
                  </a:moveTo>
                  <a:cubicBezTo>
                    <a:pt x="873" y="1691"/>
                    <a:pt x="1040" y="1523"/>
                    <a:pt x="1247" y="1523"/>
                  </a:cubicBezTo>
                  <a:cubicBezTo>
                    <a:pt x="1454" y="1523"/>
                    <a:pt x="1621" y="1691"/>
                    <a:pt x="1621" y="1898"/>
                  </a:cubicBezTo>
                  <a:cubicBezTo>
                    <a:pt x="1621" y="2104"/>
                    <a:pt x="1454" y="2272"/>
                    <a:pt x="1247" y="2272"/>
                  </a:cubicBezTo>
                  <a:cubicBezTo>
                    <a:pt x="499" y="2272"/>
                    <a:pt x="499" y="2272"/>
                    <a:pt x="499" y="2272"/>
                  </a:cubicBezTo>
                  <a:cubicBezTo>
                    <a:pt x="705" y="2272"/>
                    <a:pt x="873" y="2104"/>
                    <a:pt x="873" y="1898"/>
                  </a:cubicBezTo>
                  <a:moveTo>
                    <a:pt x="1621" y="1898"/>
                  </a:moveTo>
                  <a:cubicBezTo>
                    <a:pt x="3041" y="478"/>
                    <a:pt x="3041" y="478"/>
                    <a:pt x="3041" y="478"/>
                  </a:cubicBezTo>
                  <a:cubicBezTo>
                    <a:pt x="3144" y="375"/>
                    <a:pt x="3144" y="207"/>
                    <a:pt x="3041" y="104"/>
                  </a:cubicBezTo>
                  <a:cubicBezTo>
                    <a:pt x="2938" y="0"/>
                    <a:pt x="2770" y="0"/>
                    <a:pt x="2667" y="104"/>
                  </a:cubicBezTo>
                  <a:cubicBezTo>
                    <a:pt x="1247" y="1523"/>
                    <a:pt x="1247" y="1523"/>
                    <a:pt x="1247" y="1523"/>
                  </a:cubicBezTo>
                  <a:moveTo>
                    <a:pt x="2066" y="1453"/>
                  </a:moveTo>
                  <a:cubicBezTo>
                    <a:pt x="1979" y="1295"/>
                    <a:pt x="1850" y="1165"/>
                    <a:pt x="1691" y="1079"/>
                  </a:cubicBezTo>
                  <a:moveTo>
                    <a:pt x="0" y="2272"/>
                  </a:moveTo>
                  <a:cubicBezTo>
                    <a:pt x="499" y="2272"/>
                    <a:pt x="499" y="2272"/>
                    <a:pt x="499" y="2272"/>
                  </a:cubicBezTo>
                </a:path>
              </a:pathLst>
            </a:custGeom>
            <a:noFill/>
            <a:ln w="15875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F3A3C887-766E-7947-9BF9-DDF8B4261A65}"/>
              </a:ext>
            </a:extLst>
          </p:cNvPr>
          <p:cNvSpPr txBox="1"/>
          <p:nvPr/>
        </p:nvSpPr>
        <p:spPr>
          <a:xfrm>
            <a:off x="6240462" y="4462594"/>
            <a:ext cx="159702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+mj-lt"/>
              </a:rPr>
              <a:t>Additional descriptive text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C15CBD-B64A-9140-BFE2-E0014BAB24B6}"/>
              </a:ext>
            </a:extLst>
          </p:cNvPr>
          <p:cNvSpPr txBox="1"/>
          <p:nvPr/>
        </p:nvSpPr>
        <p:spPr>
          <a:xfrm>
            <a:off x="8127999" y="2557577"/>
            <a:ext cx="1592263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en-US" sz="1800" dirty="0">
                <a:solidFill>
                  <a:schemeClr val="accent1"/>
                </a:solidFill>
                <a:latin typeface="+mj-lt"/>
              </a:rPr>
              <a:t>Label</a:t>
            </a:r>
          </a:p>
        </p:txBody>
      </p:sp>
      <p:grpSp>
        <p:nvGrpSpPr>
          <p:cNvPr id="7" name="Group 6" descr="Icon location">
            <a:extLst>
              <a:ext uri="{FF2B5EF4-FFF2-40B4-BE49-F238E27FC236}">
                <a16:creationId xmlns:a16="http://schemas.microsoft.com/office/drawing/2014/main" id="{8431D06C-5C2A-3846-BE06-B971E7DD2A2C}"/>
              </a:ext>
            </a:extLst>
          </p:cNvPr>
          <p:cNvGrpSpPr/>
          <p:nvPr/>
        </p:nvGrpSpPr>
        <p:grpSpPr>
          <a:xfrm>
            <a:off x="8294688" y="2987388"/>
            <a:ext cx="1242000" cy="1242000"/>
            <a:chOff x="8128000" y="3560884"/>
            <a:chExt cx="659875" cy="65987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1D066E-3765-B24B-B620-7FDEC96721AA}"/>
                </a:ext>
              </a:extLst>
            </p:cNvPr>
            <p:cNvGrpSpPr/>
            <p:nvPr/>
          </p:nvGrpSpPr>
          <p:grpSpPr>
            <a:xfrm>
              <a:off x="8128000" y="3560884"/>
              <a:ext cx="659875" cy="659875"/>
              <a:chOff x="584200" y="3560884"/>
              <a:chExt cx="659875" cy="659875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F4C32D5F-D317-2A41-9B20-D5E7D1B73B84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533D2B4-4E69-1348-9200-50861655EFEF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60" name="chip" title="Icon of a computer chip">
              <a:extLst>
                <a:ext uri="{FF2B5EF4-FFF2-40B4-BE49-F238E27FC236}">
                  <a16:creationId xmlns:a16="http://schemas.microsoft.com/office/drawing/2014/main" id="{C02FDB71-802B-0640-B0B9-F23B84CE5FC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77448" y="3710048"/>
              <a:ext cx="358356" cy="365760"/>
            </a:xfrm>
            <a:custGeom>
              <a:avLst/>
              <a:gdLst>
                <a:gd name="T0" fmla="*/ 267 w 334"/>
                <a:gd name="T1" fmla="*/ 298 h 341"/>
                <a:gd name="T2" fmla="*/ 60 w 334"/>
                <a:gd name="T3" fmla="*/ 298 h 341"/>
                <a:gd name="T4" fmla="*/ 36 w 334"/>
                <a:gd name="T5" fmla="*/ 273 h 341"/>
                <a:gd name="T6" fmla="*/ 36 w 334"/>
                <a:gd name="T7" fmla="*/ 61 h 341"/>
                <a:gd name="T8" fmla="*/ 60 w 334"/>
                <a:gd name="T9" fmla="*/ 36 h 341"/>
                <a:gd name="T10" fmla="*/ 267 w 334"/>
                <a:gd name="T11" fmla="*/ 36 h 341"/>
                <a:gd name="T12" fmla="*/ 291 w 334"/>
                <a:gd name="T13" fmla="*/ 61 h 341"/>
                <a:gd name="T14" fmla="*/ 291 w 334"/>
                <a:gd name="T15" fmla="*/ 273 h 341"/>
                <a:gd name="T16" fmla="*/ 267 w 334"/>
                <a:gd name="T17" fmla="*/ 298 h 341"/>
                <a:gd name="T18" fmla="*/ 78 w 334"/>
                <a:gd name="T19" fmla="*/ 36 h 341"/>
                <a:gd name="T20" fmla="*/ 78 w 334"/>
                <a:gd name="T21" fmla="*/ 0 h 341"/>
                <a:gd name="T22" fmla="*/ 121 w 334"/>
                <a:gd name="T23" fmla="*/ 36 h 341"/>
                <a:gd name="T24" fmla="*/ 121 w 334"/>
                <a:gd name="T25" fmla="*/ 0 h 341"/>
                <a:gd name="T26" fmla="*/ 163 w 334"/>
                <a:gd name="T27" fmla="*/ 0 h 341"/>
                <a:gd name="T28" fmla="*/ 163 w 334"/>
                <a:gd name="T29" fmla="*/ 36 h 341"/>
                <a:gd name="T30" fmla="*/ 206 w 334"/>
                <a:gd name="T31" fmla="*/ 0 h 341"/>
                <a:gd name="T32" fmla="*/ 206 w 334"/>
                <a:gd name="T33" fmla="*/ 36 h 341"/>
                <a:gd name="T34" fmla="*/ 256 w 334"/>
                <a:gd name="T35" fmla="*/ 0 h 341"/>
                <a:gd name="T36" fmla="*/ 256 w 334"/>
                <a:gd name="T37" fmla="*/ 36 h 341"/>
                <a:gd name="T38" fmla="*/ 334 w 334"/>
                <a:gd name="T39" fmla="*/ 78 h 341"/>
                <a:gd name="T40" fmla="*/ 291 w 334"/>
                <a:gd name="T41" fmla="*/ 78 h 341"/>
                <a:gd name="T42" fmla="*/ 334 w 334"/>
                <a:gd name="T43" fmla="*/ 121 h 341"/>
                <a:gd name="T44" fmla="*/ 291 w 334"/>
                <a:gd name="T45" fmla="*/ 121 h 341"/>
                <a:gd name="T46" fmla="*/ 334 w 334"/>
                <a:gd name="T47" fmla="*/ 163 h 341"/>
                <a:gd name="T48" fmla="*/ 291 w 334"/>
                <a:gd name="T49" fmla="*/ 163 h 341"/>
                <a:gd name="T50" fmla="*/ 334 w 334"/>
                <a:gd name="T51" fmla="*/ 213 h 341"/>
                <a:gd name="T52" fmla="*/ 291 w 334"/>
                <a:gd name="T53" fmla="*/ 213 h 341"/>
                <a:gd name="T54" fmla="*/ 334 w 334"/>
                <a:gd name="T55" fmla="*/ 256 h 341"/>
                <a:gd name="T56" fmla="*/ 291 w 334"/>
                <a:gd name="T57" fmla="*/ 256 h 341"/>
                <a:gd name="T58" fmla="*/ 36 w 334"/>
                <a:gd name="T59" fmla="*/ 78 h 341"/>
                <a:gd name="T60" fmla="*/ 0 w 334"/>
                <a:gd name="T61" fmla="*/ 78 h 341"/>
                <a:gd name="T62" fmla="*/ 36 w 334"/>
                <a:gd name="T63" fmla="*/ 121 h 341"/>
                <a:gd name="T64" fmla="*/ 0 w 334"/>
                <a:gd name="T65" fmla="*/ 121 h 341"/>
                <a:gd name="T66" fmla="*/ 36 w 334"/>
                <a:gd name="T67" fmla="*/ 163 h 341"/>
                <a:gd name="T68" fmla="*/ 0 w 334"/>
                <a:gd name="T69" fmla="*/ 163 h 341"/>
                <a:gd name="T70" fmla="*/ 36 w 334"/>
                <a:gd name="T71" fmla="*/ 213 h 341"/>
                <a:gd name="T72" fmla="*/ 0 w 334"/>
                <a:gd name="T73" fmla="*/ 213 h 341"/>
                <a:gd name="T74" fmla="*/ 36 w 334"/>
                <a:gd name="T75" fmla="*/ 256 h 341"/>
                <a:gd name="T76" fmla="*/ 0 w 334"/>
                <a:gd name="T77" fmla="*/ 256 h 341"/>
                <a:gd name="T78" fmla="*/ 78 w 334"/>
                <a:gd name="T79" fmla="*/ 298 h 341"/>
                <a:gd name="T80" fmla="*/ 78 w 334"/>
                <a:gd name="T81" fmla="*/ 341 h 341"/>
                <a:gd name="T82" fmla="*/ 121 w 334"/>
                <a:gd name="T83" fmla="*/ 298 h 341"/>
                <a:gd name="T84" fmla="*/ 121 w 334"/>
                <a:gd name="T85" fmla="*/ 341 h 341"/>
                <a:gd name="T86" fmla="*/ 163 w 334"/>
                <a:gd name="T87" fmla="*/ 341 h 341"/>
                <a:gd name="T88" fmla="*/ 163 w 334"/>
                <a:gd name="T89" fmla="*/ 298 h 341"/>
                <a:gd name="T90" fmla="*/ 206 w 334"/>
                <a:gd name="T91" fmla="*/ 298 h 341"/>
                <a:gd name="T92" fmla="*/ 206 w 334"/>
                <a:gd name="T93" fmla="*/ 341 h 341"/>
                <a:gd name="T94" fmla="*/ 256 w 334"/>
                <a:gd name="T95" fmla="*/ 298 h 341"/>
                <a:gd name="T96" fmla="*/ 256 w 334"/>
                <a:gd name="T97" fmla="*/ 341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4" h="341">
                  <a:moveTo>
                    <a:pt x="267" y="298"/>
                  </a:moveTo>
                  <a:cubicBezTo>
                    <a:pt x="60" y="298"/>
                    <a:pt x="60" y="298"/>
                    <a:pt x="60" y="298"/>
                  </a:cubicBezTo>
                  <a:cubicBezTo>
                    <a:pt x="48" y="298"/>
                    <a:pt x="36" y="286"/>
                    <a:pt x="36" y="273"/>
                  </a:cubicBezTo>
                  <a:cubicBezTo>
                    <a:pt x="36" y="61"/>
                    <a:pt x="36" y="61"/>
                    <a:pt x="36" y="61"/>
                  </a:cubicBezTo>
                  <a:cubicBezTo>
                    <a:pt x="36" y="45"/>
                    <a:pt x="48" y="36"/>
                    <a:pt x="60" y="36"/>
                  </a:cubicBezTo>
                  <a:cubicBezTo>
                    <a:pt x="267" y="36"/>
                    <a:pt x="267" y="36"/>
                    <a:pt x="267" y="36"/>
                  </a:cubicBezTo>
                  <a:cubicBezTo>
                    <a:pt x="282" y="36"/>
                    <a:pt x="291" y="45"/>
                    <a:pt x="291" y="61"/>
                  </a:cubicBezTo>
                  <a:cubicBezTo>
                    <a:pt x="291" y="273"/>
                    <a:pt x="291" y="273"/>
                    <a:pt x="291" y="273"/>
                  </a:cubicBezTo>
                  <a:cubicBezTo>
                    <a:pt x="291" y="286"/>
                    <a:pt x="282" y="298"/>
                    <a:pt x="267" y="298"/>
                  </a:cubicBezTo>
                  <a:close/>
                  <a:moveTo>
                    <a:pt x="78" y="36"/>
                  </a:moveTo>
                  <a:cubicBezTo>
                    <a:pt x="78" y="0"/>
                    <a:pt x="78" y="0"/>
                    <a:pt x="78" y="0"/>
                  </a:cubicBezTo>
                  <a:moveTo>
                    <a:pt x="121" y="36"/>
                  </a:moveTo>
                  <a:cubicBezTo>
                    <a:pt x="121" y="0"/>
                    <a:pt x="121" y="0"/>
                    <a:pt x="121" y="0"/>
                  </a:cubicBezTo>
                  <a:moveTo>
                    <a:pt x="163" y="0"/>
                  </a:moveTo>
                  <a:cubicBezTo>
                    <a:pt x="163" y="36"/>
                    <a:pt x="163" y="36"/>
                    <a:pt x="163" y="36"/>
                  </a:cubicBezTo>
                  <a:moveTo>
                    <a:pt x="206" y="0"/>
                  </a:moveTo>
                  <a:cubicBezTo>
                    <a:pt x="206" y="36"/>
                    <a:pt x="206" y="36"/>
                    <a:pt x="206" y="36"/>
                  </a:cubicBezTo>
                  <a:moveTo>
                    <a:pt x="256" y="0"/>
                  </a:moveTo>
                  <a:cubicBezTo>
                    <a:pt x="256" y="36"/>
                    <a:pt x="256" y="36"/>
                    <a:pt x="256" y="36"/>
                  </a:cubicBezTo>
                  <a:moveTo>
                    <a:pt x="334" y="78"/>
                  </a:moveTo>
                  <a:cubicBezTo>
                    <a:pt x="291" y="78"/>
                    <a:pt x="291" y="78"/>
                    <a:pt x="291" y="78"/>
                  </a:cubicBezTo>
                  <a:moveTo>
                    <a:pt x="334" y="121"/>
                  </a:moveTo>
                  <a:cubicBezTo>
                    <a:pt x="291" y="121"/>
                    <a:pt x="291" y="121"/>
                    <a:pt x="291" y="121"/>
                  </a:cubicBezTo>
                  <a:moveTo>
                    <a:pt x="334" y="163"/>
                  </a:moveTo>
                  <a:cubicBezTo>
                    <a:pt x="291" y="163"/>
                    <a:pt x="291" y="163"/>
                    <a:pt x="291" y="163"/>
                  </a:cubicBezTo>
                  <a:moveTo>
                    <a:pt x="334" y="213"/>
                  </a:moveTo>
                  <a:cubicBezTo>
                    <a:pt x="291" y="213"/>
                    <a:pt x="291" y="213"/>
                    <a:pt x="291" y="213"/>
                  </a:cubicBezTo>
                  <a:moveTo>
                    <a:pt x="334" y="256"/>
                  </a:moveTo>
                  <a:cubicBezTo>
                    <a:pt x="291" y="256"/>
                    <a:pt x="291" y="256"/>
                    <a:pt x="291" y="256"/>
                  </a:cubicBezTo>
                  <a:moveTo>
                    <a:pt x="36" y="78"/>
                  </a:moveTo>
                  <a:cubicBezTo>
                    <a:pt x="0" y="78"/>
                    <a:pt x="0" y="78"/>
                    <a:pt x="0" y="78"/>
                  </a:cubicBezTo>
                  <a:moveTo>
                    <a:pt x="36" y="121"/>
                  </a:moveTo>
                  <a:cubicBezTo>
                    <a:pt x="0" y="121"/>
                    <a:pt x="0" y="121"/>
                    <a:pt x="0" y="121"/>
                  </a:cubicBezTo>
                  <a:moveTo>
                    <a:pt x="36" y="163"/>
                  </a:moveTo>
                  <a:cubicBezTo>
                    <a:pt x="0" y="163"/>
                    <a:pt x="0" y="163"/>
                    <a:pt x="0" y="163"/>
                  </a:cubicBezTo>
                  <a:moveTo>
                    <a:pt x="36" y="213"/>
                  </a:moveTo>
                  <a:cubicBezTo>
                    <a:pt x="0" y="213"/>
                    <a:pt x="0" y="213"/>
                    <a:pt x="0" y="213"/>
                  </a:cubicBezTo>
                  <a:moveTo>
                    <a:pt x="36" y="256"/>
                  </a:moveTo>
                  <a:cubicBezTo>
                    <a:pt x="0" y="256"/>
                    <a:pt x="0" y="256"/>
                    <a:pt x="0" y="256"/>
                  </a:cubicBezTo>
                  <a:moveTo>
                    <a:pt x="78" y="298"/>
                  </a:moveTo>
                  <a:cubicBezTo>
                    <a:pt x="78" y="341"/>
                    <a:pt x="78" y="341"/>
                    <a:pt x="78" y="341"/>
                  </a:cubicBezTo>
                  <a:moveTo>
                    <a:pt x="121" y="298"/>
                  </a:moveTo>
                  <a:cubicBezTo>
                    <a:pt x="121" y="341"/>
                    <a:pt x="121" y="341"/>
                    <a:pt x="121" y="341"/>
                  </a:cubicBezTo>
                  <a:moveTo>
                    <a:pt x="163" y="341"/>
                  </a:moveTo>
                  <a:cubicBezTo>
                    <a:pt x="163" y="298"/>
                    <a:pt x="163" y="298"/>
                    <a:pt x="163" y="298"/>
                  </a:cubicBezTo>
                  <a:moveTo>
                    <a:pt x="206" y="298"/>
                  </a:moveTo>
                  <a:cubicBezTo>
                    <a:pt x="206" y="341"/>
                    <a:pt x="206" y="341"/>
                    <a:pt x="206" y="341"/>
                  </a:cubicBezTo>
                  <a:moveTo>
                    <a:pt x="256" y="298"/>
                  </a:moveTo>
                  <a:cubicBezTo>
                    <a:pt x="256" y="341"/>
                    <a:pt x="256" y="341"/>
                    <a:pt x="256" y="341"/>
                  </a:cubicBezTo>
                </a:path>
              </a:pathLst>
            </a:custGeom>
            <a:noFill/>
            <a:ln w="15875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CCB8095-F49F-864D-A29F-FD58A14533BB}"/>
              </a:ext>
            </a:extLst>
          </p:cNvPr>
          <p:cNvSpPr txBox="1"/>
          <p:nvPr/>
        </p:nvSpPr>
        <p:spPr>
          <a:xfrm>
            <a:off x="8128000" y="4462594"/>
            <a:ext cx="159226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+mj-lt"/>
              </a:rPr>
              <a:t>Additional descriptive text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878ECC-D588-BD44-8BAC-7E365CB314C5}"/>
              </a:ext>
            </a:extLst>
          </p:cNvPr>
          <p:cNvSpPr txBox="1"/>
          <p:nvPr/>
        </p:nvSpPr>
        <p:spPr>
          <a:xfrm>
            <a:off x="10013950" y="2557577"/>
            <a:ext cx="1595438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en-US" sz="1800" dirty="0">
                <a:solidFill>
                  <a:schemeClr val="accent1"/>
                </a:solidFill>
                <a:latin typeface="+mj-lt"/>
              </a:rPr>
              <a:t>Label</a:t>
            </a:r>
          </a:p>
        </p:txBody>
      </p:sp>
      <p:grpSp>
        <p:nvGrpSpPr>
          <p:cNvPr id="45" name="Group 44" descr="Icon location">
            <a:extLst>
              <a:ext uri="{FF2B5EF4-FFF2-40B4-BE49-F238E27FC236}">
                <a16:creationId xmlns:a16="http://schemas.microsoft.com/office/drawing/2014/main" id="{C3B79A88-5EFC-8D44-BFF2-B8975143B27C}"/>
              </a:ext>
            </a:extLst>
          </p:cNvPr>
          <p:cNvGrpSpPr/>
          <p:nvPr/>
        </p:nvGrpSpPr>
        <p:grpSpPr>
          <a:xfrm>
            <a:off x="10173713" y="2987388"/>
            <a:ext cx="1242000" cy="1242000"/>
            <a:chOff x="10013950" y="3560884"/>
            <a:chExt cx="659875" cy="659875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03E3B28-5D0A-0E46-8C57-D0638D030BC9}"/>
                </a:ext>
              </a:extLst>
            </p:cNvPr>
            <p:cNvGrpSpPr/>
            <p:nvPr/>
          </p:nvGrpSpPr>
          <p:grpSpPr>
            <a:xfrm>
              <a:off x="10013950" y="3560884"/>
              <a:ext cx="659875" cy="659875"/>
              <a:chOff x="584200" y="3560884"/>
              <a:chExt cx="659875" cy="659875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695E4E3-D1DF-F241-B704-EDB3EBB23053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D076C33-22C2-A749-8329-AA829213EB3C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47" name="globe_4" title="Icon of the earth">
              <a:extLst>
                <a:ext uri="{FF2B5EF4-FFF2-40B4-BE49-F238E27FC236}">
                  <a16:creationId xmlns:a16="http://schemas.microsoft.com/office/drawing/2014/main" id="{FA7E2955-9453-9345-929E-41467A6C01D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0159303" y="3710048"/>
              <a:ext cx="361225" cy="365760"/>
            </a:xfrm>
            <a:custGeom>
              <a:avLst/>
              <a:gdLst>
                <a:gd name="T0" fmla="*/ 0 w 332"/>
                <a:gd name="T1" fmla="*/ 167 h 333"/>
                <a:gd name="T2" fmla="*/ 36 w 332"/>
                <a:gd name="T3" fmla="*/ 63 h 333"/>
                <a:gd name="T4" fmla="*/ 166 w 332"/>
                <a:gd name="T5" fmla="*/ 0 h 333"/>
                <a:gd name="T6" fmla="*/ 332 w 332"/>
                <a:gd name="T7" fmla="*/ 167 h 333"/>
                <a:gd name="T8" fmla="*/ 166 w 332"/>
                <a:gd name="T9" fmla="*/ 333 h 333"/>
                <a:gd name="T10" fmla="*/ 0 w 332"/>
                <a:gd name="T11" fmla="*/ 167 h 333"/>
                <a:gd name="T12" fmla="*/ 89 w 332"/>
                <a:gd name="T13" fmla="*/ 314 h 333"/>
                <a:gd name="T14" fmla="*/ 102 w 332"/>
                <a:gd name="T15" fmla="*/ 299 h 333"/>
                <a:gd name="T16" fmla="*/ 98 w 332"/>
                <a:gd name="T17" fmla="*/ 272 h 333"/>
                <a:gd name="T18" fmla="*/ 72 w 332"/>
                <a:gd name="T19" fmla="*/ 255 h 333"/>
                <a:gd name="T20" fmla="*/ 38 w 332"/>
                <a:gd name="T21" fmla="*/ 255 h 333"/>
                <a:gd name="T22" fmla="*/ 21 w 332"/>
                <a:gd name="T23" fmla="*/ 217 h 333"/>
                <a:gd name="T24" fmla="*/ 38 w 332"/>
                <a:gd name="T25" fmla="*/ 168 h 333"/>
                <a:gd name="T26" fmla="*/ 58 w 332"/>
                <a:gd name="T27" fmla="*/ 167 h 333"/>
                <a:gd name="T28" fmla="*/ 80 w 332"/>
                <a:gd name="T29" fmla="*/ 193 h 333"/>
                <a:gd name="T30" fmla="*/ 102 w 332"/>
                <a:gd name="T31" fmla="*/ 182 h 333"/>
                <a:gd name="T32" fmla="*/ 93 w 332"/>
                <a:gd name="T33" fmla="*/ 156 h 333"/>
                <a:gd name="T34" fmla="*/ 101 w 332"/>
                <a:gd name="T35" fmla="*/ 124 h 333"/>
                <a:gd name="T36" fmla="*/ 145 w 332"/>
                <a:gd name="T37" fmla="*/ 80 h 333"/>
                <a:gd name="T38" fmla="*/ 119 w 332"/>
                <a:gd name="T39" fmla="*/ 47 h 333"/>
                <a:gd name="T40" fmla="*/ 101 w 332"/>
                <a:gd name="T41" fmla="*/ 68 h 333"/>
                <a:gd name="T42" fmla="*/ 32 w 332"/>
                <a:gd name="T43" fmla="*/ 68 h 333"/>
                <a:gd name="T44" fmla="*/ 251 w 332"/>
                <a:gd name="T45" fmla="*/ 24 h 333"/>
                <a:gd name="T46" fmla="*/ 187 w 332"/>
                <a:gd name="T47" fmla="*/ 56 h 333"/>
                <a:gd name="T48" fmla="*/ 201 w 332"/>
                <a:gd name="T49" fmla="*/ 92 h 333"/>
                <a:gd name="T50" fmla="*/ 235 w 332"/>
                <a:gd name="T51" fmla="*/ 92 h 333"/>
                <a:gd name="T52" fmla="*/ 219 w 332"/>
                <a:gd name="T53" fmla="*/ 115 h 333"/>
                <a:gd name="T54" fmla="*/ 187 w 332"/>
                <a:gd name="T55" fmla="*/ 130 h 333"/>
                <a:gd name="T56" fmla="*/ 161 w 332"/>
                <a:gd name="T57" fmla="*/ 168 h 333"/>
                <a:gd name="T58" fmla="*/ 169 w 332"/>
                <a:gd name="T59" fmla="*/ 204 h 333"/>
                <a:gd name="T60" fmla="*/ 206 w 332"/>
                <a:gd name="T61" fmla="*/ 225 h 333"/>
                <a:gd name="T62" fmla="*/ 218 w 332"/>
                <a:gd name="T63" fmla="*/ 212 h 333"/>
                <a:gd name="T64" fmla="*/ 229 w 332"/>
                <a:gd name="T65" fmla="*/ 244 h 333"/>
                <a:gd name="T66" fmla="*/ 217 w 332"/>
                <a:gd name="T67" fmla="*/ 289 h 333"/>
                <a:gd name="T68" fmla="*/ 245 w 332"/>
                <a:gd name="T69" fmla="*/ 276 h 333"/>
                <a:gd name="T70" fmla="*/ 259 w 332"/>
                <a:gd name="T71" fmla="*/ 256 h 333"/>
                <a:gd name="T72" fmla="*/ 259 w 332"/>
                <a:gd name="T73" fmla="*/ 168 h 333"/>
                <a:gd name="T74" fmla="*/ 239 w 332"/>
                <a:gd name="T75" fmla="*/ 137 h 333"/>
                <a:gd name="T76" fmla="*/ 259 w 332"/>
                <a:gd name="T77" fmla="*/ 124 h 333"/>
                <a:gd name="T78" fmla="*/ 284 w 332"/>
                <a:gd name="T79" fmla="*/ 137 h 333"/>
                <a:gd name="T80" fmla="*/ 306 w 332"/>
                <a:gd name="T81" fmla="*/ 170 h 333"/>
                <a:gd name="T82" fmla="*/ 306 w 332"/>
                <a:gd name="T83" fmla="*/ 186 h 333"/>
                <a:gd name="T84" fmla="*/ 332 w 332"/>
                <a:gd name="T85" fmla="*/ 181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2" h="333">
                  <a:moveTo>
                    <a:pt x="0" y="167"/>
                  </a:moveTo>
                  <a:cubicBezTo>
                    <a:pt x="0" y="128"/>
                    <a:pt x="13" y="92"/>
                    <a:pt x="36" y="63"/>
                  </a:cubicBezTo>
                  <a:cubicBezTo>
                    <a:pt x="66" y="25"/>
                    <a:pt x="113" y="0"/>
                    <a:pt x="166" y="0"/>
                  </a:cubicBezTo>
                  <a:cubicBezTo>
                    <a:pt x="258" y="0"/>
                    <a:pt x="332" y="75"/>
                    <a:pt x="332" y="167"/>
                  </a:cubicBezTo>
                  <a:cubicBezTo>
                    <a:pt x="332" y="258"/>
                    <a:pt x="258" y="333"/>
                    <a:pt x="166" y="333"/>
                  </a:cubicBezTo>
                  <a:cubicBezTo>
                    <a:pt x="74" y="333"/>
                    <a:pt x="0" y="258"/>
                    <a:pt x="0" y="167"/>
                  </a:cubicBezTo>
                  <a:close/>
                  <a:moveTo>
                    <a:pt x="89" y="314"/>
                  </a:moveTo>
                  <a:cubicBezTo>
                    <a:pt x="102" y="299"/>
                    <a:pt x="102" y="299"/>
                    <a:pt x="102" y="299"/>
                  </a:cubicBezTo>
                  <a:cubicBezTo>
                    <a:pt x="98" y="272"/>
                    <a:pt x="98" y="272"/>
                    <a:pt x="98" y="272"/>
                  </a:cubicBezTo>
                  <a:cubicBezTo>
                    <a:pt x="72" y="255"/>
                    <a:pt x="72" y="255"/>
                    <a:pt x="72" y="255"/>
                  </a:cubicBezTo>
                  <a:cubicBezTo>
                    <a:pt x="38" y="255"/>
                    <a:pt x="38" y="255"/>
                    <a:pt x="38" y="255"/>
                  </a:cubicBezTo>
                  <a:cubicBezTo>
                    <a:pt x="21" y="217"/>
                    <a:pt x="21" y="217"/>
                    <a:pt x="21" y="217"/>
                  </a:cubicBezTo>
                  <a:cubicBezTo>
                    <a:pt x="38" y="168"/>
                    <a:pt x="38" y="168"/>
                    <a:pt x="38" y="168"/>
                  </a:cubicBezTo>
                  <a:cubicBezTo>
                    <a:pt x="58" y="167"/>
                    <a:pt x="58" y="167"/>
                    <a:pt x="58" y="167"/>
                  </a:cubicBezTo>
                  <a:cubicBezTo>
                    <a:pt x="80" y="193"/>
                    <a:pt x="80" y="193"/>
                    <a:pt x="80" y="193"/>
                  </a:cubicBezTo>
                  <a:cubicBezTo>
                    <a:pt x="102" y="182"/>
                    <a:pt x="102" y="182"/>
                    <a:pt x="102" y="182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101" y="124"/>
                    <a:pt x="101" y="124"/>
                    <a:pt x="101" y="124"/>
                  </a:cubicBezTo>
                  <a:cubicBezTo>
                    <a:pt x="145" y="80"/>
                    <a:pt x="145" y="80"/>
                    <a:pt x="145" y="8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01" y="68"/>
                    <a:pt x="101" y="68"/>
                    <a:pt x="101" y="68"/>
                  </a:cubicBezTo>
                  <a:cubicBezTo>
                    <a:pt x="32" y="68"/>
                    <a:pt x="32" y="68"/>
                    <a:pt x="32" y="68"/>
                  </a:cubicBezTo>
                  <a:moveTo>
                    <a:pt x="251" y="24"/>
                  </a:moveTo>
                  <a:cubicBezTo>
                    <a:pt x="187" y="56"/>
                    <a:pt x="187" y="56"/>
                    <a:pt x="187" y="56"/>
                  </a:cubicBezTo>
                  <a:cubicBezTo>
                    <a:pt x="201" y="92"/>
                    <a:pt x="201" y="92"/>
                    <a:pt x="201" y="92"/>
                  </a:cubicBezTo>
                  <a:cubicBezTo>
                    <a:pt x="235" y="92"/>
                    <a:pt x="235" y="92"/>
                    <a:pt x="235" y="92"/>
                  </a:cubicBezTo>
                  <a:cubicBezTo>
                    <a:pt x="219" y="115"/>
                    <a:pt x="219" y="115"/>
                    <a:pt x="219" y="115"/>
                  </a:cubicBezTo>
                  <a:cubicBezTo>
                    <a:pt x="187" y="130"/>
                    <a:pt x="187" y="130"/>
                    <a:pt x="187" y="130"/>
                  </a:cubicBezTo>
                  <a:cubicBezTo>
                    <a:pt x="161" y="168"/>
                    <a:pt x="161" y="168"/>
                    <a:pt x="161" y="168"/>
                  </a:cubicBezTo>
                  <a:cubicBezTo>
                    <a:pt x="169" y="204"/>
                    <a:pt x="169" y="204"/>
                    <a:pt x="169" y="204"/>
                  </a:cubicBezTo>
                  <a:cubicBezTo>
                    <a:pt x="206" y="225"/>
                    <a:pt x="206" y="225"/>
                    <a:pt x="206" y="225"/>
                  </a:cubicBezTo>
                  <a:cubicBezTo>
                    <a:pt x="218" y="212"/>
                    <a:pt x="218" y="212"/>
                    <a:pt x="218" y="212"/>
                  </a:cubicBezTo>
                  <a:cubicBezTo>
                    <a:pt x="229" y="244"/>
                    <a:pt x="229" y="244"/>
                    <a:pt x="229" y="244"/>
                  </a:cubicBezTo>
                  <a:cubicBezTo>
                    <a:pt x="217" y="289"/>
                    <a:pt x="217" y="289"/>
                    <a:pt x="217" y="289"/>
                  </a:cubicBezTo>
                  <a:cubicBezTo>
                    <a:pt x="245" y="276"/>
                    <a:pt x="245" y="276"/>
                    <a:pt x="245" y="276"/>
                  </a:cubicBezTo>
                  <a:cubicBezTo>
                    <a:pt x="259" y="256"/>
                    <a:pt x="259" y="256"/>
                    <a:pt x="259" y="256"/>
                  </a:cubicBezTo>
                  <a:cubicBezTo>
                    <a:pt x="259" y="168"/>
                    <a:pt x="259" y="168"/>
                    <a:pt x="259" y="168"/>
                  </a:cubicBezTo>
                  <a:cubicBezTo>
                    <a:pt x="239" y="137"/>
                    <a:pt x="239" y="137"/>
                    <a:pt x="239" y="137"/>
                  </a:cubicBezTo>
                  <a:cubicBezTo>
                    <a:pt x="259" y="124"/>
                    <a:pt x="259" y="124"/>
                    <a:pt x="259" y="124"/>
                  </a:cubicBezTo>
                  <a:cubicBezTo>
                    <a:pt x="284" y="137"/>
                    <a:pt x="284" y="137"/>
                    <a:pt x="284" y="137"/>
                  </a:cubicBezTo>
                  <a:cubicBezTo>
                    <a:pt x="306" y="170"/>
                    <a:pt x="306" y="170"/>
                    <a:pt x="306" y="170"/>
                  </a:cubicBezTo>
                  <a:cubicBezTo>
                    <a:pt x="306" y="186"/>
                    <a:pt x="306" y="186"/>
                    <a:pt x="306" y="186"/>
                  </a:cubicBezTo>
                  <a:cubicBezTo>
                    <a:pt x="332" y="181"/>
                    <a:pt x="332" y="181"/>
                    <a:pt x="332" y="181"/>
                  </a:cubicBez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30174B2-1C13-B445-9280-1EF52A83F5B3}"/>
              </a:ext>
            </a:extLst>
          </p:cNvPr>
          <p:cNvSpPr txBox="1"/>
          <p:nvPr/>
        </p:nvSpPr>
        <p:spPr>
          <a:xfrm>
            <a:off x="10013950" y="4462594"/>
            <a:ext cx="159543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+mj-lt"/>
              </a:rPr>
              <a:t>Additional descriptive text</a:t>
            </a:r>
          </a:p>
        </p:txBody>
      </p:sp>
    </p:spTree>
    <p:extLst>
      <p:ext uri="{BB962C8B-B14F-4D97-AF65-F5344CB8AC3E}">
        <p14:creationId xmlns:p14="http://schemas.microsoft.com/office/powerpoint/2010/main" val="367873966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3A58-8F02-754C-AD45-813629569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</a:t>
            </a:r>
          </a:p>
        </p:txBody>
      </p:sp>
      <p:graphicFrame>
        <p:nvGraphicFramePr>
          <p:cNvPr id="21" name="Chart 20" descr="Bar chart">
            <a:extLst>
              <a:ext uri="{FF2B5EF4-FFF2-40B4-BE49-F238E27FC236}">
                <a16:creationId xmlns:a16="http://schemas.microsoft.com/office/drawing/2014/main" id="{3800A87F-95CF-1141-8710-71755D3D45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9129049"/>
              </p:ext>
            </p:extLst>
          </p:nvPr>
        </p:nvGraphicFramePr>
        <p:xfrm>
          <a:off x="1343025" y="1704290"/>
          <a:ext cx="9505950" cy="4805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8113370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4002-7A4A-5745-9489-1A4AF3073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with call out details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B2D86-C39C-E646-B353-11312F3BB0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0" y="1196753"/>
            <a:ext cx="6088063" cy="403448"/>
          </a:xfrm>
        </p:spPr>
        <p:txBody>
          <a:bodyPr/>
          <a:lstStyle/>
          <a:p>
            <a:r>
              <a:rPr lang="en-US" dirty="0"/>
              <a:t>Subtitle</a:t>
            </a:r>
          </a:p>
        </p:txBody>
      </p:sp>
      <p:graphicFrame>
        <p:nvGraphicFramePr>
          <p:cNvPr id="5" name="Chart 4" descr="Line chart">
            <a:extLst>
              <a:ext uri="{FF2B5EF4-FFF2-40B4-BE49-F238E27FC236}">
                <a16:creationId xmlns:a16="http://schemas.microsoft.com/office/drawing/2014/main" id="{FB80BF21-FAEC-954B-8CB1-ACD6F204A7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7047069"/>
              </p:ext>
            </p:extLst>
          </p:nvPr>
        </p:nvGraphicFramePr>
        <p:xfrm>
          <a:off x="584200" y="2170853"/>
          <a:ext cx="6664325" cy="4136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523D0-7F28-3241-A3ED-A5CD5DA1C3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400" dirty="0"/>
              <a:t>Date</a:t>
            </a:r>
            <a:br>
              <a:rPr lang="en-US" dirty="0"/>
            </a:br>
            <a:r>
              <a:rPr lang="en-US" sz="1800" dirty="0">
                <a:latin typeface="Segoe UI" panose="020B0502040204020203" pitchFamily="34" charset="0"/>
              </a:rPr>
              <a:t>Call out text</a:t>
            </a:r>
            <a:br>
              <a:rPr lang="en-US" sz="1800" dirty="0">
                <a:latin typeface="Segoe UI" panose="020B0502040204020203" pitchFamily="34" charset="0"/>
              </a:rPr>
            </a:b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Lorem ipsum dolor sit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amet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,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adipiscing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elit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, sed do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eiusmod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tempor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incididunt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ut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labore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et dolore magna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aliqua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. </a:t>
            </a:r>
          </a:p>
          <a:p>
            <a:endParaRPr lang="en-US" sz="1400" dirty="0">
              <a:solidFill>
                <a:srgbClr val="E6E6E6"/>
              </a:solidFill>
              <a:latin typeface="Segoe UI" panose="020B0502040204020203" pitchFamily="34" charset="0"/>
            </a:endParaRPr>
          </a:p>
          <a:p>
            <a:r>
              <a:rPr lang="en-US" sz="1400" dirty="0"/>
              <a:t>Date</a:t>
            </a:r>
            <a:br>
              <a:rPr lang="en-US" sz="1400" dirty="0"/>
            </a:br>
            <a:r>
              <a:rPr lang="en-US" sz="1800" dirty="0">
                <a:latin typeface="Segoe UI" panose="020B0502040204020203" pitchFamily="34" charset="0"/>
              </a:rPr>
              <a:t>Call out text</a:t>
            </a:r>
            <a:br>
              <a:rPr lang="en-US" sz="1800" dirty="0">
                <a:latin typeface="Segoe UI" panose="020B0502040204020203" pitchFamily="34" charset="0"/>
              </a:rPr>
            </a:b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Lorem ipsum dolor sit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amet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,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adipiscing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elit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, sed do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eiusmod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tempor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incididunt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ut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labore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et dolore magna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aliqua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. </a:t>
            </a:r>
          </a:p>
          <a:p>
            <a:endParaRPr lang="en-US" sz="1400" dirty="0">
              <a:solidFill>
                <a:srgbClr val="E6E6E6"/>
              </a:solidFill>
              <a:latin typeface="Segoe UI" panose="020B0502040204020203" pitchFamily="34" charset="0"/>
            </a:endParaRPr>
          </a:p>
          <a:p>
            <a:r>
              <a:rPr lang="en-US" sz="1400" dirty="0"/>
              <a:t>Date</a:t>
            </a:r>
            <a:br>
              <a:rPr lang="en-US" sz="1400" dirty="0"/>
            </a:br>
            <a:r>
              <a:rPr lang="en-US" sz="1800" dirty="0">
                <a:latin typeface="Segoe UI" panose="020B0502040204020203" pitchFamily="34" charset="0"/>
              </a:rPr>
              <a:t>Call out text</a:t>
            </a:r>
            <a:br>
              <a:rPr lang="en-US" sz="1800" dirty="0">
                <a:latin typeface="Segoe UI" panose="020B0502040204020203" pitchFamily="34" charset="0"/>
              </a:rPr>
            </a:b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Lorem ipsum dolor sit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amet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,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adipiscing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elit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, sed do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eiusmod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tempor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incididunt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ut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labore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 et dolore magna </a:t>
            </a:r>
            <a:r>
              <a:rPr lang="en-US" sz="1400" dirty="0" err="1">
                <a:solidFill>
                  <a:srgbClr val="E6E6E6"/>
                </a:solidFill>
                <a:latin typeface="Segoe UI" panose="020B0502040204020203" pitchFamily="34" charset="0"/>
              </a:rPr>
              <a:t>aliqua</a:t>
            </a:r>
            <a:r>
              <a:rPr lang="en-US" sz="1400" dirty="0">
                <a:solidFill>
                  <a:srgbClr val="E6E6E6"/>
                </a:solidFill>
                <a:latin typeface="Segoe UI" panose="020B0502040204020203" pitchFamily="34" charset="0"/>
              </a:rPr>
              <a:t>. </a:t>
            </a:r>
          </a:p>
          <a:p>
            <a:endParaRPr lang="en-US" sz="1400" dirty="0">
              <a:solidFill>
                <a:srgbClr val="E6E6E6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44862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3228B0-32D6-854E-B7F9-B0D8293C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F1ACC-0F6F-E14B-95A7-474C2E641E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Lorem ipsum</a:t>
            </a:r>
          </a:p>
        </p:txBody>
      </p:sp>
      <p:graphicFrame>
        <p:nvGraphicFramePr>
          <p:cNvPr id="2" name="Chart 1" descr="Pie chart">
            <a:extLst>
              <a:ext uri="{FF2B5EF4-FFF2-40B4-BE49-F238E27FC236}">
                <a16:creationId xmlns:a16="http://schemas.microsoft.com/office/drawing/2014/main" id="{C9CC40C1-F265-F744-A1C7-1A9A411A2A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0657980"/>
              </p:ext>
            </p:extLst>
          </p:nvPr>
        </p:nvGraphicFramePr>
        <p:xfrm>
          <a:off x="4941888" y="585788"/>
          <a:ext cx="6667500" cy="568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CDE9FAD-24DB-1E4E-9EAF-BD1794402DE5}"/>
              </a:ext>
            </a:extLst>
          </p:cNvPr>
          <p:cNvSpPr txBox="1"/>
          <p:nvPr/>
        </p:nvSpPr>
        <p:spPr>
          <a:xfrm flipH="1">
            <a:off x="7128932" y="3152001"/>
            <a:ext cx="230293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67%</a:t>
            </a:r>
          </a:p>
        </p:txBody>
      </p:sp>
    </p:spTree>
    <p:extLst>
      <p:ext uri="{BB962C8B-B14F-4D97-AF65-F5344CB8AC3E}">
        <p14:creationId xmlns:p14="http://schemas.microsoft.com/office/powerpoint/2010/main" val="115337706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4137-ED43-1F4B-A8A8-FBBDF2B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graphicFrame>
        <p:nvGraphicFramePr>
          <p:cNvPr id="3" name="Chart 2" descr="Chart">
            <a:extLst>
              <a:ext uri="{FF2B5EF4-FFF2-40B4-BE49-F238E27FC236}">
                <a16:creationId xmlns:a16="http://schemas.microsoft.com/office/drawing/2014/main" id="{5104BC59-19A6-8442-8CA4-F43FE9D44E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4070592"/>
              </p:ext>
            </p:extLst>
          </p:nvPr>
        </p:nvGraphicFramePr>
        <p:xfrm>
          <a:off x="584200" y="1651000"/>
          <a:ext cx="5375275" cy="40643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 descr="Chart">
            <a:extLst>
              <a:ext uri="{FF2B5EF4-FFF2-40B4-BE49-F238E27FC236}">
                <a16:creationId xmlns:a16="http://schemas.microsoft.com/office/drawing/2014/main" id="{11F3ACB9-E203-0442-8B0E-E2A2E2AD90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6325160"/>
              </p:ext>
            </p:extLst>
          </p:nvPr>
        </p:nvGraphicFramePr>
        <p:xfrm>
          <a:off x="6240463" y="1651000"/>
          <a:ext cx="5368925" cy="40643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7883689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4137-ED43-1F4B-A8A8-FBBDF2B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graphicFrame>
        <p:nvGraphicFramePr>
          <p:cNvPr id="3" name="Chart 2" descr="Chart">
            <a:extLst>
              <a:ext uri="{FF2B5EF4-FFF2-40B4-BE49-F238E27FC236}">
                <a16:creationId xmlns:a16="http://schemas.microsoft.com/office/drawing/2014/main" id="{5104BC59-19A6-8442-8CA4-F43FE9D44E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3691384"/>
              </p:ext>
            </p:extLst>
          </p:nvPr>
        </p:nvGraphicFramePr>
        <p:xfrm>
          <a:off x="584200" y="1651000"/>
          <a:ext cx="2538413" cy="40643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9C86B69-ED0B-464B-8164-16A8628047BE}"/>
              </a:ext>
            </a:extLst>
          </p:cNvPr>
          <p:cNvSpPr txBox="1"/>
          <p:nvPr/>
        </p:nvSpPr>
        <p:spPr>
          <a:xfrm>
            <a:off x="1286933" y="3708400"/>
            <a:ext cx="11430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87%</a:t>
            </a:r>
          </a:p>
        </p:txBody>
      </p:sp>
      <p:graphicFrame>
        <p:nvGraphicFramePr>
          <p:cNvPr id="11" name="Chart 10" descr="Chart">
            <a:extLst>
              <a:ext uri="{FF2B5EF4-FFF2-40B4-BE49-F238E27FC236}">
                <a16:creationId xmlns:a16="http://schemas.microsoft.com/office/drawing/2014/main" id="{AC2449E2-7503-BF41-A834-9B9CADA2AE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5296936"/>
              </p:ext>
            </p:extLst>
          </p:nvPr>
        </p:nvGraphicFramePr>
        <p:xfrm>
          <a:off x="3413125" y="1651000"/>
          <a:ext cx="2538413" cy="40643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622E2E3-F339-4847-9737-78246AF3D1EF}"/>
              </a:ext>
            </a:extLst>
          </p:cNvPr>
          <p:cNvSpPr txBox="1"/>
          <p:nvPr/>
        </p:nvSpPr>
        <p:spPr>
          <a:xfrm>
            <a:off x="4115858" y="3708400"/>
            <a:ext cx="11430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87%</a:t>
            </a:r>
          </a:p>
        </p:txBody>
      </p:sp>
      <p:graphicFrame>
        <p:nvGraphicFramePr>
          <p:cNvPr id="13" name="Chart 12" descr="Chart">
            <a:extLst>
              <a:ext uri="{FF2B5EF4-FFF2-40B4-BE49-F238E27FC236}">
                <a16:creationId xmlns:a16="http://schemas.microsoft.com/office/drawing/2014/main" id="{305F15A9-27B3-B84B-8DBA-C6F65FDEC8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2984551"/>
              </p:ext>
            </p:extLst>
          </p:nvPr>
        </p:nvGraphicFramePr>
        <p:xfrm>
          <a:off x="6240016" y="1651000"/>
          <a:ext cx="2538413" cy="40643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3AD46EC-C9F0-4E4C-865D-494A1FD78510}"/>
              </a:ext>
            </a:extLst>
          </p:cNvPr>
          <p:cNvSpPr txBox="1"/>
          <p:nvPr/>
        </p:nvSpPr>
        <p:spPr>
          <a:xfrm>
            <a:off x="6942749" y="3708400"/>
            <a:ext cx="11430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87%</a:t>
            </a:r>
          </a:p>
        </p:txBody>
      </p:sp>
      <p:graphicFrame>
        <p:nvGraphicFramePr>
          <p:cNvPr id="15" name="Chart 14" descr="Chart">
            <a:extLst>
              <a:ext uri="{FF2B5EF4-FFF2-40B4-BE49-F238E27FC236}">
                <a16:creationId xmlns:a16="http://schemas.microsoft.com/office/drawing/2014/main" id="{5D0142DD-7068-F84C-9492-1903384438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9042463"/>
              </p:ext>
            </p:extLst>
          </p:nvPr>
        </p:nvGraphicFramePr>
        <p:xfrm>
          <a:off x="9048328" y="1651000"/>
          <a:ext cx="2538413" cy="40643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D9DBF9C-6CA1-5140-9CF3-936CDB8A4C92}"/>
              </a:ext>
            </a:extLst>
          </p:cNvPr>
          <p:cNvSpPr txBox="1"/>
          <p:nvPr/>
        </p:nvSpPr>
        <p:spPr>
          <a:xfrm>
            <a:off x="9751061" y="3708400"/>
            <a:ext cx="11430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87%</a:t>
            </a:r>
          </a:p>
        </p:txBody>
      </p:sp>
    </p:spTree>
    <p:extLst>
      <p:ext uri="{BB962C8B-B14F-4D97-AF65-F5344CB8AC3E}">
        <p14:creationId xmlns:p14="http://schemas.microsoft.com/office/powerpoint/2010/main" val="159193725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4137-ED43-1F4B-A8A8-FBBDF2B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title</a:t>
            </a:r>
          </a:p>
        </p:txBody>
      </p:sp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387CFDF3-5130-EC44-BCA1-47381F34A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067882"/>
              </p:ext>
            </p:extLst>
          </p:nvPr>
        </p:nvGraphicFramePr>
        <p:xfrm>
          <a:off x="586740" y="2164080"/>
          <a:ext cx="11018521" cy="39624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087005">
                  <a:extLst>
                    <a:ext uri="{9D8B030D-6E8A-4147-A177-3AD203B41FA5}">
                      <a16:colId xmlns:a16="http://schemas.microsoft.com/office/drawing/2014/main" val="475770266"/>
                    </a:ext>
                  </a:extLst>
                </a:gridCol>
                <a:gridCol w="1625455">
                  <a:extLst>
                    <a:ext uri="{9D8B030D-6E8A-4147-A177-3AD203B41FA5}">
                      <a16:colId xmlns:a16="http://schemas.microsoft.com/office/drawing/2014/main" val="2582994158"/>
                    </a:ext>
                  </a:extLst>
                </a:gridCol>
                <a:gridCol w="2461551">
                  <a:extLst>
                    <a:ext uri="{9D8B030D-6E8A-4147-A177-3AD203B41FA5}">
                      <a16:colId xmlns:a16="http://schemas.microsoft.com/office/drawing/2014/main" val="3090625460"/>
                    </a:ext>
                  </a:extLst>
                </a:gridCol>
                <a:gridCol w="2844510">
                  <a:extLst>
                    <a:ext uri="{9D8B030D-6E8A-4147-A177-3AD203B41FA5}">
                      <a16:colId xmlns:a16="http://schemas.microsoft.com/office/drawing/2014/main" val="739880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FF"/>
                          </a:solidFill>
                          <a:latin typeface="+mj-lt"/>
                        </a:rPr>
                        <a:t>Column one</a:t>
                      </a:r>
                    </a:p>
                  </a:txBody>
                  <a:tcPr marL="182880" marR="182880" marT="137160" marB="13716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FF"/>
                          </a:solidFill>
                          <a:latin typeface="+mj-lt"/>
                        </a:rPr>
                        <a:t>Column two</a:t>
                      </a:r>
                    </a:p>
                  </a:txBody>
                  <a:tcPr marL="182880" marR="18288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FF"/>
                          </a:solidFill>
                          <a:latin typeface="+mj-lt"/>
                        </a:rPr>
                        <a:t>Column three</a:t>
                      </a:r>
                    </a:p>
                  </a:txBody>
                  <a:tcPr marL="182880" marR="18288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marL="182880" marR="18288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73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386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60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327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46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79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505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82880" marR="182880" marT="137160" marB="13716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007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415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51426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4137-ED43-1F4B-A8A8-FBBDF2B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title</a:t>
            </a:r>
          </a:p>
        </p:txBody>
      </p:sp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387CFDF3-5130-EC44-BCA1-47381F34A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182054"/>
              </p:ext>
            </p:extLst>
          </p:nvPr>
        </p:nvGraphicFramePr>
        <p:xfrm>
          <a:off x="586740" y="1751568"/>
          <a:ext cx="11018521" cy="460248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99260">
                  <a:extLst>
                    <a:ext uri="{9D8B030D-6E8A-4147-A177-3AD203B41FA5}">
                      <a16:colId xmlns:a16="http://schemas.microsoft.com/office/drawing/2014/main" val="475770266"/>
                    </a:ext>
                  </a:extLst>
                </a:gridCol>
                <a:gridCol w="4365321">
                  <a:extLst>
                    <a:ext uri="{9D8B030D-6E8A-4147-A177-3AD203B41FA5}">
                      <a16:colId xmlns:a16="http://schemas.microsoft.com/office/drawing/2014/main" val="2582994158"/>
                    </a:ext>
                  </a:extLst>
                </a:gridCol>
                <a:gridCol w="1697276">
                  <a:extLst>
                    <a:ext uri="{9D8B030D-6E8A-4147-A177-3AD203B41FA5}">
                      <a16:colId xmlns:a16="http://schemas.microsoft.com/office/drawing/2014/main" val="3090625460"/>
                    </a:ext>
                  </a:extLst>
                </a:gridCol>
                <a:gridCol w="1509387">
                  <a:extLst>
                    <a:ext uri="{9D8B030D-6E8A-4147-A177-3AD203B41FA5}">
                      <a16:colId xmlns:a16="http://schemas.microsoft.com/office/drawing/2014/main" val="3223665982"/>
                    </a:ext>
                  </a:extLst>
                </a:gridCol>
                <a:gridCol w="1747277">
                  <a:extLst>
                    <a:ext uri="{9D8B030D-6E8A-4147-A177-3AD203B41FA5}">
                      <a16:colId xmlns:a16="http://schemas.microsoft.com/office/drawing/2014/main" val="739880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marL="182880" marR="182880" marT="137160" marB="13716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marL="182880" marR="18288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Comparison 1</a:t>
                      </a:r>
                    </a:p>
                  </a:txBody>
                  <a:tcPr marL="182880" marR="18288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Comparison 2</a:t>
                      </a:r>
                    </a:p>
                  </a:txBody>
                  <a:tcPr marL="182880" marR="182880" marT="137160" marB="1371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Comparison 3</a:t>
                      </a:r>
                    </a:p>
                  </a:txBody>
                  <a:tcPr marL="182880" marR="182880" marT="137160" marB="1371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7378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3869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6019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32732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46254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79462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50508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4155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2880" marR="182880" marT="137160" marB="13716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5793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2880" marR="182880" marT="137160" marB="13716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Content</a:t>
                      </a:r>
                    </a:p>
                  </a:txBody>
                  <a:tcPr marL="182880" marR="18288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606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639816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4137-ED43-1F4B-A8A8-FBBDF2B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 slide</a:t>
            </a:r>
          </a:p>
        </p:txBody>
      </p:sp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387CFDF3-5130-EC44-BCA1-47381F34A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004223"/>
              </p:ext>
            </p:extLst>
          </p:nvPr>
        </p:nvGraphicFramePr>
        <p:xfrm>
          <a:off x="586741" y="2320732"/>
          <a:ext cx="10367010" cy="3816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883667">
                  <a:extLst>
                    <a:ext uri="{9D8B030D-6E8A-4147-A177-3AD203B41FA5}">
                      <a16:colId xmlns:a16="http://schemas.microsoft.com/office/drawing/2014/main" val="475770266"/>
                    </a:ext>
                  </a:extLst>
                </a:gridCol>
                <a:gridCol w="9483343">
                  <a:extLst>
                    <a:ext uri="{9D8B030D-6E8A-4147-A177-3AD203B41FA5}">
                      <a16:colId xmlns:a16="http://schemas.microsoft.com/office/drawing/2014/main" val="2582994158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Date:</a:t>
                      </a:r>
                    </a:p>
                  </a:txBody>
                  <a:tcPr marL="90000" marR="90000" marT="90000" marB="9000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Lorem ipsum dolor sit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amet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,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consectetur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adipiscing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elit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, sed do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eiusmod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tempor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incididunt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ut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labore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et dolore magna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aliqua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. Ut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enim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ad minim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veniam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,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quis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nostrud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exercitation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ullamco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laboris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nisi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ut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aliquip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ex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ea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commodo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consequat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90000" marR="90000" marT="90000" marB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73788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Date:</a:t>
                      </a:r>
                    </a:p>
                  </a:txBody>
                  <a:tcPr marL="90000" marR="90000" marT="90000" marB="9000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Duis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aute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irure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dolor in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reprehenderit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in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voluptate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velit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esse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cillum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dolore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eu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fugiat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nulla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pariatur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90000" marR="90000" marT="90000" marB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386946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 marL="0" marR="0" lvl="0" indent="0" algn="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Date:</a:t>
                      </a:r>
                    </a:p>
                  </a:txBody>
                  <a:tcPr marL="90000" marR="90000" marT="90000" marB="9000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Sed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ut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perspiciatis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unde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omnis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iste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natus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error sit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voluptatem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accusantium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doloremque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laudantium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totam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rem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aperiam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eaque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ipsa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quae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ab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illo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inventore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veritatis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et quasi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architecto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beatae vitae dicta sunt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explicabo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. Nemo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enim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ipsam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voluptatem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quia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voluptas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sit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aspernatur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aut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odit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aut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fugit, sed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quia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consequuntur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magni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dolores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eos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qui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ratione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voluptatem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sequi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nesciunt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90000" marR="90000" marT="90000" marB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601922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 marL="0" marR="0" lvl="0" indent="0" algn="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Date:</a:t>
                      </a:r>
                    </a:p>
                  </a:txBody>
                  <a:tcPr marL="90000" marR="90000" marT="90000" marB="9000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Neque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porro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quisquam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est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, qui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dolorem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ipsum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quia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dolor sit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amet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consectetur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adipisci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velit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, sed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quia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non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numquam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eius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modi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tempora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incidunt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ut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labore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et dolore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magnam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aliquam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quaerat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voluptatem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90000" marR="90000" marT="90000" marB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327320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 marL="0" marR="0" lvl="0" indent="0" algn="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Date:</a:t>
                      </a:r>
                    </a:p>
                  </a:txBody>
                  <a:tcPr marL="90000" marR="90000" marT="90000" marB="9000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Ut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enim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ad minima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veniam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quis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nostrum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exercitationem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ullam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corporis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suscipit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laboriosam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90000" marR="90000" marT="90000" marB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462541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 marL="0" marR="0" lvl="0" indent="0" algn="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Date:</a:t>
                      </a:r>
                    </a:p>
                  </a:txBody>
                  <a:tcPr marL="90000" marR="90000" marT="90000" marB="9000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Quis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autem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vel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eum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iure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reprehenderit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qui in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ea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voluptate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velit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esse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quam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nihil.</a:t>
                      </a:r>
                    </a:p>
                  </a:txBody>
                  <a:tcPr marL="90000" marR="90000" marT="90000" marB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79462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68B45B4-DC09-0A48-9F89-97F8FB70C14E}"/>
              </a:ext>
            </a:extLst>
          </p:cNvPr>
          <p:cNvSpPr txBox="1"/>
          <p:nvPr/>
        </p:nvSpPr>
        <p:spPr>
          <a:xfrm flipH="1">
            <a:off x="583406" y="1436688"/>
            <a:ext cx="11025188" cy="581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7090010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1F4DB-6118-514D-8E81-217F4B15E2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8263" y="-624177"/>
            <a:ext cx="3477325" cy="553998"/>
          </a:xfrm>
        </p:spPr>
        <p:txBody>
          <a:bodyPr/>
          <a:lstStyle/>
          <a:p>
            <a:r>
              <a:rPr lang="en-US" dirty="0"/>
              <a:t>Profile Slide</a:t>
            </a:r>
          </a:p>
        </p:txBody>
      </p:sp>
      <p:pic>
        <p:nvPicPr>
          <p:cNvPr id="12" name="Picture Placeholder 11" descr="Employee portrait">
            <a:extLst>
              <a:ext uri="{FF2B5EF4-FFF2-40B4-BE49-F238E27FC236}">
                <a16:creationId xmlns:a16="http://schemas.microsoft.com/office/drawing/2014/main" id="{E77B57F0-3659-4145-AE7A-4F7F2ED76A4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-1" r="11082"/>
          <a:stretch/>
        </p:blipFill>
        <p:spPr>
          <a:xfrm>
            <a:off x="-1" y="-4553"/>
            <a:ext cx="4068000" cy="6862553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C18FC-643A-C743-9AF0-F98F309DF0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52FFF-B431-E840-93FD-FEA67F5E1C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BE031-F55F-B640-9685-EE64F8AA36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Experience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038EF0-5DC8-6C4C-811C-CCFB1D73F9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EC1D4B-C17C-4545-BA62-E12A959C60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Expertise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E2C885-A1FD-674D-BA5A-DD4ECF9A56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16500" y="4864164"/>
            <a:ext cx="1649476" cy="827022"/>
          </a:xfrm>
        </p:spPr>
        <p:txBody>
          <a:bodyPr/>
          <a:lstStyle/>
          <a:p>
            <a:r>
              <a:rPr lang="en-US" dirty="0"/>
              <a:t>One</a:t>
            </a:r>
          </a:p>
          <a:p>
            <a:r>
              <a:rPr lang="en-US" dirty="0"/>
              <a:t>Two</a:t>
            </a:r>
          </a:p>
          <a:p>
            <a:r>
              <a:rPr lang="en-US" dirty="0"/>
              <a:t>Three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9494D9B-3184-BC42-B8AA-F17ABA2072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04994" y="4864164"/>
            <a:ext cx="1649476" cy="827022"/>
          </a:xfrm>
        </p:spPr>
        <p:txBody>
          <a:bodyPr/>
          <a:lstStyle/>
          <a:p>
            <a:r>
              <a:rPr lang="en-US" dirty="0"/>
              <a:t>Four</a:t>
            </a:r>
          </a:p>
          <a:p>
            <a:r>
              <a:rPr lang="en-US" dirty="0"/>
              <a:t>Five</a:t>
            </a:r>
          </a:p>
          <a:p>
            <a:r>
              <a:rPr lang="en-US" dirty="0" err="1"/>
              <a:t>Sixe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AEFAF5-2DD3-BC4E-995E-DA09B904B60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3488" y="4864164"/>
            <a:ext cx="1649476" cy="827022"/>
          </a:xfrm>
        </p:spPr>
        <p:txBody>
          <a:bodyPr/>
          <a:lstStyle/>
          <a:p>
            <a:r>
              <a:rPr lang="en-US" dirty="0"/>
              <a:t>Seven</a:t>
            </a:r>
          </a:p>
          <a:p>
            <a:r>
              <a:rPr lang="en-US" dirty="0"/>
              <a:t>Eight</a:t>
            </a:r>
          </a:p>
          <a:p>
            <a:r>
              <a:rPr lang="en-US" dirty="0"/>
              <a:t>Nine</a:t>
            </a:r>
          </a:p>
        </p:txBody>
      </p:sp>
    </p:spTree>
    <p:extLst>
      <p:ext uri="{BB962C8B-B14F-4D97-AF65-F5344CB8AC3E}">
        <p14:creationId xmlns:p14="http://schemas.microsoft.com/office/powerpoint/2010/main" val="103907288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4592-9010-5A49-8D74-6CD9D1081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in touch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061FB-6FC5-9B4E-B0C8-0D98A72C0D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41888" y="1258018"/>
            <a:ext cx="2605087" cy="1323439"/>
          </a:xfrm>
        </p:spPr>
        <p:txBody>
          <a:bodyPr/>
          <a:lstStyle/>
          <a:p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</a:t>
            </a:r>
          </a:p>
          <a:p>
            <a:pPr lvl="1"/>
            <a:endParaRPr lang="en-US" dirty="0"/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m: xxx-xxx-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endParaRPr lang="en-US" sz="1200" dirty="0">
              <a:solidFill>
                <a:srgbClr val="737373"/>
              </a:solidFill>
              <a:latin typeface="Segoe UI" panose="020B0502040204020203" pitchFamily="34" charset="0"/>
            </a:endParaRPr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t: xxx-xxx-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 (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ext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)</a:t>
            </a:r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e: 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xxxxxxxxxxxxxxxx@microsoft.com</a:t>
            </a:r>
            <a:endParaRPr lang="en-US" sz="1200" dirty="0">
              <a:solidFill>
                <a:srgbClr val="737373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D818C-04B5-B84D-B54E-C01256F2EA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88288" y="1258018"/>
            <a:ext cx="2605087" cy="1323439"/>
          </a:xfrm>
        </p:spPr>
        <p:txBody>
          <a:bodyPr/>
          <a:lstStyle/>
          <a:p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</a:t>
            </a:r>
          </a:p>
          <a:p>
            <a:pPr lvl="1"/>
            <a:endParaRPr lang="en-US" dirty="0"/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m: xxx-xxx-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endParaRPr lang="en-US" sz="1200" dirty="0">
              <a:solidFill>
                <a:srgbClr val="737373"/>
              </a:solidFill>
              <a:latin typeface="Segoe UI" panose="020B0502040204020203" pitchFamily="34" charset="0"/>
            </a:endParaRPr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t: xxx-xxx-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 (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ext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)</a:t>
            </a:r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e: 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xxxxxxxxxxxxxxxx@microsoft.com</a:t>
            </a:r>
            <a:endParaRPr lang="en-US" sz="1200" dirty="0">
              <a:solidFill>
                <a:srgbClr val="73737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9834348-16D1-2C4C-9C3C-2E9CCFB927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41988" y="2960688"/>
            <a:ext cx="2605087" cy="1323439"/>
          </a:xfrm>
        </p:spPr>
        <p:txBody>
          <a:bodyPr/>
          <a:lstStyle/>
          <a:p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</a:t>
            </a:r>
          </a:p>
          <a:p>
            <a:pPr lvl="1"/>
            <a:endParaRPr lang="en-US" dirty="0"/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m: xxx-xxx-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endParaRPr lang="en-US" sz="1200" dirty="0">
              <a:solidFill>
                <a:srgbClr val="737373"/>
              </a:solidFill>
              <a:latin typeface="Segoe UI" panose="020B0502040204020203" pitchFamily="34" charset="0"/>
            </a:endParaRPr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t: xxx-xxx-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 (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ext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)</a:t>
            </a:r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e: 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xxxxxxxxxxxxxxxx@microsoft.com</a:t>
            </a:r>
            <a:endParaRPr lang="en-US" sz="1200" dirty="0">
              <a:solidFill>
                <a:srgbClr val="737373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6C0C4D-94C7-A44C-A4C2-11C6755027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88388" y="2960688"/>
            <a:ext cx="2605087" cy="1323439"/>
          </a:xfrm>
        </p:spPr>
        <p:txBody>
          <a:bodyPr/>
          <a:lstStyle/>
          <a:p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</a:t>
            </a:r>
          </a:p>
          <a:p>
            <a:pPr lvl="1"/>
            <a:endParaRPr lang="en-US" dirty="0"/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m: xxx-xxx-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endParaRPr lang="en-US" sz="1200" dirty="0">
              <a:solidFill>
                <a:srgbClr val="737373"/>
              </a:solidFill>
              <a:latin typeface="Segoe UI" panose="020B0502040204020203" pitchFamily="34" charset="0"/>
            </a:endParaRPr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t: xxx-xxx-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 (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ext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)</a:t>
            </a:r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e: 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xxxxxxxxxxxxxxxx@microsoft.com</a:t>
            </a:r>
            <a:endParaRPr lang="en-US" sz="1200" dirty="0">
              <a:solidFill>
                <a:srgbClr val="737373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749CE7A-67C2-1D4E-8183-EB46BD546D2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41988" y="4545013"/>
            <a:ext cx="2605087" cy="1323439"/>
          </a:xfrm>
        </p:spPr>
        <p:txBody>
          <a:bodyPr/>
          <a:lstStyle/>
          <a:p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</a:t>
            </a:r>
          </a:p>
          <a:p>
            <a:pPr lvl="1"/>
            <a:endParaRPr lang="en-US" dirty="0"/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m: xxx-xxx-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endParaRPr lang="en-US" sz="1200" dirty="0">
              <a:solidFill>
                <a:srgbClr val="737373"/>
              </a:solidFill>
              <a:latin typeface="Segoe UI" panose="020B0502040204020203" pitchFamily="34" charset="0"/>
            </a:endParaRPr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t: xxx-xxx-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 (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ext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)</a:t>
            </a:r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e: 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xxxxxxxxxxxxxxxx@microsoft.com</a:t>
            </a:r>
            <a:endParaRPr lang="en-US" sz="1200" dirty="0">
              <a:solidFill>
                <a:srgbClr val="737373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C5AD581-DB64-554B-B4A2-71624B891F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688388" y="4545013"/>
            <a:ext cx="2605087" cy="1323439"/>
          </a:xfrm>
        </p:spPr>
        <p:txBody>
          <a:bodyPr/>
          <a:lstStyle/>
          <a:p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</a:t>
            </a:r>
          </a:p>
          <a:p>
            <a:pPr lvl="1"/>
            <a:endParaRPr lang="en-US" dirty="0"/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m: xxx-xxx-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endParaRPr lang="en-US" sz="1200" dirty="0">
              <a:solidFill>
                <a:srgbClr val="737373"/>
              </a:solidFill>
              <a:latin typeface="Segoe UI" panose="020B0502040204020203" pitchFamily="34" charset="0"/>
            </a:endParaRPr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t: xxx-xxx-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 (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ext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</a:t>
            </a:r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)</a:t>
            </a:r>
          </a:p>
          <a:p>
            <a:r>
              <a:rPr lang="en-US" sz="1200" dirty="0">
                <a:solidFill>
                  <a:srgbClr val="737373"/>
                </a:solidFill>
                <a:latin typeface="Segoe UI" panose="020B0502040204020203" pitchFamily="34" charset="0"/>
              </a:rPr>
              <a:t>e: </a:t>
            </a:r>
            <a:r>
              <a:rPr lang="en-US" sz="1200" dirty="0" err="1">
                <a:solidFill>
                  <a:srgbClr val="737373"/>
                </a:solidFill>
                <a:latin typeface="Segoe UI" panose="020B0502040204020203" pitchFamily="34" charset="0"/>
              </a:rPr>
              <a:t>xxxxxxxxxxxxxxxx@microsoft.com</a:t>
            </a:r>
            <a:endParaRPr lang="en-US" sz="1200" dirty="0">
              <a:solidFill>
                <a:srgbClr val="737373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126459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6114-7639-2C47-9E26-94C45434F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B4EF1-9981-6F4A-877C-86F22F4F1B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43872" y="718472"/>
            <a:ext cx="2921100" cy="369332"/>
          </a:xfrm>
        </p:spPr>
        <p:txBody>
          <a:bodyPr/>
          <a:lstStyle/>
          <a:p>
            <a:r>
              <a:rPr lang="en-US" dirty="0"/>
              <a:t>Resource type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9246AE-BB69-494B-8D36-723CE87F35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43871" y="1346405"/>
            <a:ext cx="2921101" cy="732508"/>
          </a:xfrm>
        </p:spPr>
        <p:txBody>
          <a:bodyPr/>
          <a:lstStyle/>
          <a:p>
            <a:r>
              <a:rPr lang="en-US" dirty="0"/>
              <a:t>Resource name</a:t>
            </a:r>
          </a:p>
          <a:p>
            <a:r>
              <a:rPr lang="en-US" dirty="0"/>
              <a:t>Resource name</a:t>
            </a:r>
          </a:p>
          <a:p>
            <a:r>
              <a:rPr lang="en-US" dirty="0"/>
              <a:t>Resource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0C6322-A026-4148-B717-B2AA58A901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43971" y="2528888"/>
            <a:ext cx="2921100" cy="369332"/>
          </a:xfrm>
        </p:spPr>
        <p:txBody>
          <a:bodyPr/>
          <a:lstStyle/>
          <a:p>
            <a:r>
              <a:rPr lang="en-US" dirty="0"/>
              <a:t>Resource type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3E0D82D-791D-9248-B0EB-28A8A348D84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43970" y="3156821"/>
            <a:ext cx="2921101" cy="732508"/>
          </a:xfrm>
        </p:spPr>
        <p:txBody>
          <a:bodyPr/>
          <a:lstStyle/>
          <a:p>
            <a:r>
              <a:rPr lang="en-US" dirty="0"/>
              <a:t>Resource name</a:t>
            </a:r>
          </a:p>
          <a:p>
            <a:r>
              <a:rPr lang="en-US" dirty="0"/>
              <a:t>Resource name</a:t>
            </a:r>
          </a:p>
          <a:p>
            <a:r>
              <a:rPr lang="en-US" dirty="0"/>
              <a:t>Resource name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50DF6A7-ECBB-5444-8EBE-7C12D8746CE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43971" y="4508500"/>
            <a:ext cx="2921100" cy="369332"/>
          </a:xfrm>
        </p:spPr>
        <p:txBody>
          <a:bodyPr/>
          <a:lstStyle/>
          <a:p>
            <a:r>
              <a:rPr lang="en-US" dirty="0"/>
              <a:t>Resource type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892CA4C-30DB-C541-AEC1-DD5E00A7185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943970" y="5136433"/>
            <a:ext cx="2921101" cy="732508"/>
          </a:xfrm>
        </p:spPr>
        <p:txBody>
          <a:bodyPr/>
          <a:lstStyle/>
          <a:p>
            <a:r>
              <a:rPr lang="en-US" dirty="0"/>
              <a:t>Resource name</a:t>
            </a:r>
          </a:p>
          <a:p>
            <a:r>
              <a:rPr lang="en-US" dirty="0"/>
              <a:t>Resource name</a:t>
            </a:r>
          </a:p>
          <a:p>
            <a:r>
              <a:rPr lang="en-US" dirty="0"/>
              <a:t>Resource 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699CA-6E43-8C47-BB3B-CC3DCD976B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88289" y="718472"/>
            <a:ext cx="2921100" cy="369332"/>
          </a:xfrm>
        </p:spPr>
        <p:txBody>
          <a:bodyPr/>
          <a:lstStyle/>
          <a:p>
            <a:r>
              <a:rPr lang="en-US" dirty="0"/>
              <a:t>Resource type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99A0D-77CA-744D-93D7-F76F58CD6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88288" y="1346405"/>
            <a:ext cx="2921101" cy="991041"/>
          </a:xfrm>
        </p:spPr>
        <p:txBody>
          <a:bodyPr/>
          <a:lstStyle/>
          <a:p>
            <a:r>
              <a:rPr lang="en-US" dirty="0"/>
              <a:t>Resource name</a:t>
            </a:r>
          </a:p>
          <a:p>
            <a:r>
              <a:rPr lang="en-US" dirty="0"/>
              <a:t>Resource name</a:t>
            </a:r>
          </a:p>
          <a:p>
            <a:r>
              <a:rPr lang="en-US" dirty="0"/>
              <a:t>Resource name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798626-3F16-DF42-80C0-F36C1DA510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88388" y="2528888"/>
            <a:ext cx="2921100" cy="369332"/>
          </a:xfrm>
        </p:spPr>
        <p:txBody>
          <a:bodyPr/>
          <a:lstStyle/>
          <a:p>
            <a:r>
              <a:rPr lang="en-US" dirty="0"/>
              <a:t>Resource type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258151-C825-554A-A95A-5C9A11D3D9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688387" y="3156821"/>
            <a:ext cx="2921101" cy="732508"/>
          </a:xfrm>
        </p:spPr>
        <p:txBody>
          <a:bodyPr/>
          <a:lstStyle/>
          <a:p>
            <a:r>
              <a:rPr lang="en-US" dirty="0"/>
              <a:t>Resource name</a:t>
            </a:r>
          </a:p>
          <a:p>
            <a:r>
              <a:rPr lang="en-US" dirty="0"/>
              <a:t>Resource name</a:t>
            </a:r>
          </a:p>
          <a:p>
            <a:r>
              <a:rPr lang="en-US" dirty="0"/>
              <a:t>Resource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FA107AF-D602-F148-A279-A576DF3534C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688388" y="4508500"/>
            <a:ext cx="2921100" cy="369332"/>
          </a:xfrm>
        </p:spPr>
        <p:txBody>
          <a:bodyPr/>
          <a:lstStyle/>
          <a:p>
            <a:r>
              <a:rPr lang="en-US" dirty="0"/>
              <a:t>Resource type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8219E39-4D8F-B041-B4CC-8818FEBF445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88387" y="5136433"/>
            <a:ext cx="2921101" cy="732508"/>
          </a:xfrm>
        </p:spPr>
        <p:txBody>
          <a:bodyPr/>
          <a:lstStyle/>
          <a:p>
            <a:r>
              <a:rPr lang="en-US" dirty="0"/>
              <a:t>Resource name</a:t>
            </a:r>
          </a:p>
          <a:p>
            <a:r>
              <a:rPr lang="en-US" dirty="0"/>
              <a:t>Resource name</a:t>
            </a:r>
          </a:p>
          <a:p>
            <a:r>
              <a:rPr lang="en-US" dirty="0"/>
              <a:t>Resource name</a:t>
            </a:r>
          </a:p>
        </p:txBody>
      </p:sp>
    </p:spTree>
    <p:extLst>
      <p:ext uri="{BB962C8B-B14F-4D97-AF65-F5344CB8AC3E}">
        <p14:creationId xmlns:p14="http://schemas.microsoft.com/office/powerpoint/2010/main" val="3375359074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56">
            <a:extLst>
              <a:ext uri="{FF2B5EF4-FFF2-40B4-BE49-F238E27FC236}">
                <a16:creationId xmlns:a16="http://schemas.microsoft.com/office/drawing/2014/main" id="{7B0F7F1F-5D9A-834C-80D7-114CA420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85788"/>
            <a:ext cx="2534350" cy="54874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4623874-7CA3-2043-A5D7-07E2B3A9699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4200" y="1436688"/>
            <a:ext cx="2538413" cy="1249573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FDA7C01E-9170-D04B-83B6-EA066DDEE9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70387" y="585789"/>
            <a:ext cx="1587600" cy="360000"/>
          </a:xfrm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F00471F-DAB5-9046-9A88-9C8B9F5F4C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70387" y="961465"/>
            <a:ext cx="1589088" cy="2413747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DBEC34FE-5FB8-784F-BFBF-A06EC16841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2962" y="585789"/>
            <a:ext cx="1584326" cy="360000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376C21F6-F80E-524A-A796-779B17BC67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92963" y="961465"/>
            <a:ext cx="1584325" cy="2413747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9A8850A9-9161-1849-A3CB-0D3475FA14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013950" y="585789"/>
            <a:ext cx="1595438" cy="360000"/>
          </a:xfr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4371222A-3561-D546-A504-05202D28AD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13950" y="968188"/>
            <a:ext cx="1595438" cy="2413747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9283ADC3-0DEF-404D-B84A-2FD79E8402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71875" y="3442448"/>
            <a:ext cx="1587600" cy="360000"/>
          </a:xfrm>
        </p:spPr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D09FDCE-6D39-2A49-BC8F-6282BD2A3F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70387" y="3818966"/>
            <a:ext cx="1589088" cy="2453246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AF15CF4E-C147-B147-96F5-253CC5DD9D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8939" y="3442447"/>
            <a:ext cx="1584326" cy="360000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695F13FE-F7D3-5C49-BD93-B31C8838AE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92963" y="3818965"/>
            <a:ext cx="1584325" cy="2453247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E1E9ADB1-52AD-1647-83FC-D39F04F49C0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13950" y="3453944"/>
            <a:ext cx="1595438" cy="360000"/>
          </a:xfrm>
        </p:spPr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7B42A80C-D194-944E-A3AD-4B6C4D8B60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13950" y="3832412"/>
            <a:ext cx="1595438" cy="2439800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98307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1C5BF-2587-AA43-8D00-4B95D90A1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D18C1-892E-774C-A583-DD3BE9301A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Bullet points, text, or other content</a:t>
            </a:r>
          </a:p>
        </p:txBody>
      </p:sp>
    </p:spTree>
    <p:extLst>
      <p:ext uri="{BB962C8B-B14F-4D97-AF65-F5344CB8AC3E}">
        <p14:creationId xmlns:p14="http://schemas.microsoft.com/office/powerpoint/2010/main" val="3651112807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FC18-B471-2244-A0BD-3D0FF2D4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B8844-79D1-DB45-8BA1-17D5E24DE4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308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Subtitle or descriptive text</a:t>
            </a:r>
          </a:p>
        </p:txBody>
      </p:sp>
    </p:spTree>
    <p:extLst>
      <p:ext uri="{BB962C8B-B14F-4D97-AF65-F5344CB8AC3E}">
        <p14:creationId xmlns:p14="http://schemas.microsoft.com/office/powerpoint/2010/main" val="134138402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7E3B6-BA8E-904C-B81D-E05A70A49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13618-6E1E-DE4F-ADC6-56000AAE29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Column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96F5D-908F-7A46-A738-C69C9465632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Bullet points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8C1FE7-CCD3-8B4D-ABFC-89DC08A105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Column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A1DF5-16D1-ED48-8E43-963DE03C06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3"/>
            <a:ext cx="5214937" cy="369332"/>
          </a:xfrm>
        </p:spPr>
        <p:txBody>
          <a:bodyPr/>
          <a:lstStyle/>
          <a:p>
            <a:r>
              <a:rPr lang="en-US" dirty="0"/>
              <a:t>Bullet points</a:t>
            </a:r>
          </a:p>
        </p:txBody>
      </p:sp>
    </p:spTree>
    <p:extLst>
      <p:ext uri="{BB962C8B-B14F-4D97-AF65-F5344CB8AC3E}">
        <p14:creationId xmlns:p14="http://schemas.microsoft.com/office/powerpoint/2010/main" val="32200711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2F90B-C85B-BB4C-AFA1-2BAE8CA1F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96056-EBEA-694E-9069-387687873D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Column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945EB-BE39-754B-80AA-9A95303354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Bullet points or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1E14F-B5AC-2D4A-A7D5-86C125E1FB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Column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43638F-3D7A-D64D-B6B2-7F17F76A7F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Bullet points or text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0BBD8D-683B-A443-BD72-297CD48A06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Column header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A60893-1679-6642-9B41-B961560FCB1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Bullet points or text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4CE26EA-A115-E94F-ABF3-621599B5BB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Column header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8783926-B4A5-9042-A429-23A443A4763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Bullet points or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360341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2F90B-C85B-BB4C-AFA1-2BAE8CA1F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header</a:t>
            </a:r>
          </a:p>
        </p:txBody>
      </p:sp>
      <p:grpSp>
        <p:nvGrpSpPr>
          <p:cNvPr id="32" name="Group 31" descr="Icon location">
            <a:extLst>
              <a:ext uri="{FF2B5EF4-FFF2-40B4-BE49-F238E27FC236}">
                <a16:creationId xmlns:a16="http://schemas.microsoft.com/office/drawing/2014/main" id="{2BFC89BE-9262-EB4A-9802-78857E15CE6A}"/>
              </a:ext>
            </a:extLst>
          </p:cNvPr>
          <p:cNvGrpSpPr/>
          <p:nvPr/>
        </p:nvGrpSpPr>
        <p:grpSpPr>
          <a:xfrm>
            <a:off x="584200" y="2765950"/>
            <a:ext cx="658800" cy="658800"/>
            <a:chOff x="584200" y="3560884"/>
            <a:chExt cx="659875" cy="65987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F9646CC-DCF3-3A43-A3F5-7E005E9D7469}"/>
                </a:ext>
              </a:extLst>
            </p:cNvPr>
            <p:cNvGrpSpPr/>
            <p:nvPr/>
          </p:nvGrpSpPr>
          <p:grpSpPr>
            <a:xfrm>
              <a:off x="584200" y="3560884"/>
              <a:ext cx="659875" cy="659875"/>
              <a:chOff x="584200" y="3560884"/>
              <a:chExt cx="659875" cy="659875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397FD9D-6D80-954C-BC1A-458DE07B2FCA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95D061AB-DAE2-E842-92B6-7272403AD442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34" name="Book_2" title="Icon of a book and a pencil">
              <a:extLst>
                <a:ext uri="{FF2B5EF4-FFF2-40B4-BE49-F238E27FC236}">
                  <a16:creationId xmlns:a16="http://schemas.microsoft.com/office/drawing/2014/main" id="{FD64F7C8-C26F-F549-883F-D0B55FEBCE6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50685" y="3739157"/>
              <a:ext cx="329185" cy="300487"/>
            </a:xfrm>
            <a:custGeom>
              <a:avLst/>
              <a:gdLst>
                <a:gd name="T0" fmla="*/ 223 w 330"/>
                <a:gd name="T1" fmla="*/ 0 h 301"/>
                <a:gd name="T2" fmla="*/ 223 w 330"/>
                <a:gd name="T3" fmla="*/ 284 h 301"/>
                <a:gd name="T4" fmla="*/ 31 w 330"/>
                <a:gd name="T5" fmla="*/ 284 h 301"/>
                <a:gd name="T6" fmla="*/ 0 w 330"/>
                <a:gd name="T7" fmla="*/ 233 h 301"/>
                <a:gd name="T8" fmla="*/ 0 w 330"/>
                <a:gd name="T9" fmla="*/ 31 h 301"/>
                <a:gd name="T10" fmla="*/ 43 w 330"/>
                <a:gd name="T11" fmla="*/ 0 h 301"/>
                <a:gd name="T12" fmla="*/ 223 w 330"/>
                <a:gd name="T13" fmla="*/ 0 h 301"/>
                <a:gd name="T14" fmla="*/ 223 w 330"/>
                <a:gd name="T15" fmla="*/ 228 h 301"/>
                <a:gd name="T16" fmla="*/ 48 w 330"/>
                <a:gd name="T17" fmla="*/ 227 h 301"/>
                <a:gd name="T18" fmla="*/ 2 w 330"/>
                <a:gd name="T19" fmla="*/ 252 h 301"/>
                <a:gd name="T20" fmla="*/ 316 w 330"/>
                <a:gd name="T21" fmla="*/ 301 h 301"/>
                <a:gd name="T22" fmla="*/ 316 w 330"/>
                <a:gd name="T23" fmla="*/ 301 h 301"/>
                <a:gd name="T24" fmla="*/ 330 w 330"/>
                <a:gd name="T25" fmla="*/ 278 h 301"/>
                <a:gd name="T26" fmla="*/ 330 w 330"/>
                <a:gd name="T27" fmla="*/ 19 h 301"/>
                <a:gd name="T28" fmla="*/ 316 w 330"/>
                <a:gd name="T29" fmla="*/ 0 h 301"/>
                <a:gd name="T30" fmla="*/ 302 w 330"/>
                <a:gd name="T31" fmla="*/ 19 h 301"/>
                <a:gd name="T32" fmla="*/ 302 w 330"/>
                <a:gd name="T33" fmla="*/ 278 h 301"/>
                <a:gd name="T34" fmla="*/ 316 w 330"/>
                <a:gd name="T35" fmla="*/ 301 h 301"/>
                <a:gd name="T36" fmla="*/ 330 w 330"/>
                <a:gd name="T37" fmla="*/ 41 h 301"/>
                <a:gd name="T38" fmla="*/ 302 w 330"/>
                <a:gd name="T39" fmla="*/ 43 h 301"/>
                <a:gd name="T40" fmla="*/ 330 w 330"/>
                <a:gd name="T41" fmla="*/ 265 h 301"/>
                <a:gd name="T42" fmla="*/ 302 w 330"/>
                <a:gd name="T43" fmla="*/ 2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30" h="301">
                  <a:moveTo>
                    <a:pt x="223" y="0"/>
                  </a:moveTo>
                  <a:cubicBezTo>
                    <a:pt x="223" y="284"/>
                    <a:pt x="223" y="284"/>
                    <a:pt x="223" y="284"/>
                  </a:cubicBezTo>
                  <a:cubicBezTo>
                    <a:pt x="31" y="284"/>
                    <a:pt x="31" y="284"/>
                    <a:pt x="31" y="284"/>
                  </a:cubicBezTo>
                  <a:cubicBezTo>
                    <a:pt x="31" y="284"/>
                    <a:pt x="0" y="287"/>
                    <a:pt x="0" y="233"/>
                  </a:cubicBezTo>
                  <a:cubicBezTo>
                    <a:pt x="0" y="193"/>
                    <a:pt x="0" y="31"/>
                    <a:pt x="0" y="31"/>
                  </a:cubicBezTo>
                  <a:cubicBezTo>
                    <a:pt x="0" y="31"/>
                    <a:pt x="2" y="0"/>
                    <a:pt x="43" y="0"/>
                  </a:cubicBezTo>
                  <a:cubicBezTo>
                    <a:pt x="80" y="0"/>
                    <a:pt x="223" y="0"/>
                    <a:pt x="223" y="0"/>
                  </a:cubicBezTo>
                  <a:close/>
                  <a:moveTo>
                    <a:pt x="223" y="228"/>
                  </a:moveTo>
                  <a:cubicBezTo>
                    <a:pt x="41" y="228"/>
                    <a:pt x="48" y="227"/>
                    <a:pt x="48" y="227"/>
                  </a:cubicBezTo>
                  <a:cubicBezTo>
                    <a:pt x="48" y="227"/>
                    <a:pt x="6" y="223"/>
                    <a:pt x="2" y="252"/>
                  </a:cubicBezTo>
                  <a:moveTo>
                    <a:pt x="316" y="301"/>
                  </a:moveTo>
                  <a:cubicBezTo>
                    <a:pt x="316" y="301"/>
                    <a:pt x="316" y="301"/>
                    <a:pt x="316" y="301"/>
                  </a:cubicBezTo>
                  <a:cubicBezTo>
                    <a:pt x="330" y="278"/>
                    <a:pt x="330" y="278"/>
                    <a:pt x="330" y="278"/>
                  </a:cubicBezTo>
                  <a:cubicBezTo>
                    <a:pt x="330" y="278"/>
                    <a:pt x="330" y="278"/>
                    <a:pt x="330" y="19"/>
                  </a:cubicBezTo>
                  <a:cubicBezTo>
                    <a:pt x="330" y="19"/>
                    <a:pt x="329" y="0"/>
                    <a:pt x="316" y="0"/>
                  </a:cubicBezTo>
                  <a:cubicBezTo>
                    <a:pt x="303" y="0"/>
                    <a:pt x="302" y="19"/>
                    <a:pt x="302" y="19"/>
                  </a:cubicBezTo>
                  <a:cubicBezTo>
                    <a:pt x="302" y="19"/>
                    <a:pt x="302" y="19"/>
                    <a:pt x="302" y="278"/>
                  </a:cubicBezTo>
                  <a:cubicBezTo>
                    <a:pt x="302" y="278"/>
                    <a:pt x="302" y="278"/>
                    <a:pt x="316" y="301"/>
                  </a:cubicBezTo>
                  <a:close/>
                  <a:moveTo>
                    <a:pt x="330" y="41"/>
                  </a:moveTo>
                  <a:cubicBezTo>
                    <a:pt x="313" y="22"/>
                    <a:pt x="302" y="43"/>
                    <a:pt x="302" y="43"/>
                  </a:cubicBezTo>
                  <a:moveTo>
                    <a:pt x="330" y="265"/>
                  </a:moveTo>
                  <a:cubicBezTo>
                    <a:pt x="316" y="244"/>
                    <a:pt x="302" y="265"/>
                    <a:pt x="302" y="265"/>
                  </a:cubicBez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433F8392-5480-FF42-9547-66A97587E76C}"/>
              </a:ext>
            </a:extLst>
          </p:cNvPr>
          <p:cNvSpPr txBox="1">
            <a:spLocks/>
          </p:cNvSpPr>
          <p:nvPr/>
        </p:nvSpPr>
        <p:spPr>
          <a:xfrm>
            <a:off x="1354412" y="2654711"/>
            <a:ext cx="1761851" cy="87507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231775" marR="0" indent="-2317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Descriptive text in sentence form with some details, </a:t>
            </a:r>
            <a:r>
              <a:rPr lang="en-US" sz="1000" b="1" dirty="0">
                <a:solidFill>
                  <a:schemeClr val="accent1"/>
                </a:solidFill>
              </a:rPr>
              <a:t>highlighted text </a:t>
            </a:r>
            <a:r>
              <a:rPr lang="en-US" sz="1000" dirty="0"/>
              <a:t>or callouts.</a:t>
            </a:r>
          </a:p>
        </p:txBody>
      </p:sp>
      <p:grpSp>
        <p:nvGrpSpPr>
          <p:cNvPr id="27" name="Group 26" descr="Icon location">
            <a:extLst>
              <a:ext uri="{FF2B5EF4-FFF2-40B4-BE49-F238E27FC236}">
                <a16:creationId xmlns:a16="http://schemas.microsoft.com/office/drawing/2014/main" id="{BC6737E9-9D06-4544-A63F-14A8B7C4D4CE}"/>
              </a:ext>
            </a:extLst>
          </p:cNvPr>
          <p:cNvGrpSpPr/>
          <p:nvPr/>
        </p:nvGrpSpPr>
        <p:grpSpPr>
          <a:xfrm>
            <a:off x="3413125" y="2765950"/>
            <a:ext cx="658800" cy="658800"/>
            <a:chOff x="2470150" y="3560884"/>
            <a:chExt cx="659875" cy="65987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2893A94-A1FF-AC40-B4A1-AB66B17961FA}"/>
                </a:ext>
              </a:extLst>
            </p:cNvPr>
            <p:cNvGrpSpPr/>
            <p:nvPr/>
          </p:nvGrpSpPr>
          <p:grpSpPr>
            <a:xfrm>
              <a:off x="2470150" y="3560884"/>
              <a:ext cx="659875" cy="659875"/>
              <a:chOff x="584200" y="3560884"/>
              <a:chExt cx="659875" cy="659875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B9328C02-EF7B-274A-AF5E-739BD904F880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3E72D67-ACD3-374B-8B49-2167B0289F6D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9" name="Brain_3" title="Icon of a brain">
              <a:extLst>
                <a:ext uri="{FF2B5EF4-FFF2-40B4-BE49-F238E27FC236}">
                  <a16:creationId xmlns:a16="http://schemas.microsoft.com/office/drawing/2014/main" id="{E63FD142-D2EF-4348-8A85-7187EEE3ED7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627289" y="3701581"/>
              <a:ext cx="340157" cy="365760"/>
            </a:xfrm>
            <a:custGeom>
              <a:avLst/>
              <a:gdLst>
                <a:gd name="T0" fmla="*/ 68 w 315"/>
                <a:gd name="T1" fmla="*/ 292 h 338"/>
                <a:gd name="T2" fmla="*/ 24 w 315"/>
                <a:gd name="T3" fmla="*/ 231 h 338"/>
                <a:gd name="T4" fmla="*/ 28 w 315"/>
                <a:gd name="T5" fmla="*/ 126 h 338"/>
                <a:gd name="T6" fmla="*/ 68 w 315"/>
                <a:gd name="T7" fmla="*/ 46 h 338"/>
                <a:gd name="T8" fmla="*/ 113 w 315"/>
                <a:gd name="T9" fmla="*/ 0 h 338"/>
                <a:gd name="T10" fmla="*/ 158 w 315"/>
                <a:gd name="T11" fmla="*/ 293 h 338"/>
                <a:gd name="T12" fmla="*/ 248 w 315"/>
                <a:gd name="T13" fmla="*/ 292 h 338"/>
                <a:gd name="T14" fmla="*/ 292 w 315"/>
                <a:gd name="T15" fmla="*/ 231 h 338"/>
                <a:gd name="T16" fmla="*/ 287 w 315"/>
                <a:gd name="T17" fmla="*/ 126 h 338"/>
                <a:gd name="T18" fmla="*/ 248 w 315"/>
                <a:gd name="T19" fmla="*/ 46 h 338"/>
                <a:gd name="T20" fmla="*/ 203 w 315"/>
                <a:gd name="T21" fmla="*/ 0 h 338"/>
                <a:gd name="T22" fmla="*/ 158 w 315"/>
                <a:gd name="T23" fmla="*/ 293 h 338"/>
                <a:gd name="T24" fmla="*/ 90 w 315"/>
                <a:gd name="T25" fmla="*/ 293 h 338"/>
                <a:gd name="T26" fmla="*/ 248 w 315"/>
                <a:gd name="T27" fmla="*/ 293 h 338"/>
                <a:gd name="T28" fmla="*/ 68 w 315"/>
                <a:gd name="T29" fmla="*/ 180 h 338"/>
                <a:gd name="T30" fmla="*/ 90 w 315"/>
                <a:gd name="T31" fmla="*/ 203 h 338"/>
                <a:gd name="T32" fmla="*/ 158 w 315"/>
                <a:gd name="T33" fmla="*/ 225 h 338"/>
                <a:gd name="T34" fmla="*/ 225 w 315"/>
                <a:gd name="T35" fmla="*/ 203 h 338"/>
                <a:gd name="T36" fmla="*/ 248 w 315"/>
                <a:gd name="T37" fmla="*/ 180 h 338"/>
                <a:gd name="T38" fmla="*/ 79 w 315"/>
                <a:gd name="T39" fmla="*/ 90 h 338"/>
                <a:gd name="T40" fmla="*/ 113 w 315"/>
                <a:gd name="T41" fmla="*/ 113 h 338"/>
                <a:gd name="T42" fmla="*/ 135 w 315"/>
                <a:gd name="T43" fmla="*/ 135 h 338"/>
                <a:gd name="T44" fmla="*/ 203 w 315"/>
                <a:gd name="T45" fmla="*/ 113 h 338"/>
                <a:gd name="T46" fmla="*/ 225 w 315"/>
                <a:gd name="T47" fmla="*/ 90 h 338"/>
                <a:gd name="T48" fmla="*/ 24 w 315"/>
                <a:gd name="T49" fmla="*/ 231 h 338"/>
                <a:gd name="T50" fmla="*/ 248 w 315"/>
                <a:gd name="T51" fmla="*/ 248 h 338"/>
                <a:gd name="T52" fmla="*/ 28 w 315"/>
                <a:gd name="T53" fmla="*/ 126 h 338"/>
                <a:gd name="T54" fmla="*/ 243 w 315"/>
                <a:gd name="T55" fmla="*/ 126 h 338"/>
                <a:gd name="T56" fmla="*/ 68 w 315"/>
                <a:gd name="T57" fmla="*/ 45 h 338"/>
                <a:gd name="T58" fmla="*/ 248 w 315"/>
                <a:gd name="T59" fmla="*/ 45 h 338"/>
                <a:gd name="T60" fmla="*/ 135 w 315"/>
                <a:gd name="T61" fmla="*/ 293 h 338"/>
                <a:gd name="T62" fmla="*/ 68 w 315"/>
                <a:gd name="T63" fmla="*/ 293 h 338"/>
                <a:gd name="T64" fmla="*/ 101 w 315"/>
                <a:gd name="T65" fmla="*/ 338 h 338"/>
                <a:gd name="T66" fmla="*/ 158 w 315"/>
                <a:gd name="T67" fmla="*/ 315 h 338"/>
                <a:gd name="T68" fmla="*/ 158 w 315"/>
                <a:gd name="T69" fmla="*/ 293 h 338"/>
                <a:gd name="T70" fmla="*/ 180 w 315"/>
                <a:gd name="T71" fmla="*/ 338 h 338"/>
                <a:gd name="T72" fmla="*/ 248 w 315"/>
                <a:gd name="T7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5" h="338">
                  <a:moveTo>
                    <a:pt x="68" y="293"/>
                  </a:moveTo>
                  <a:cubicBezTo>
                    <a:pt x="68" y="293"/>
                    <a:pt x="68" y="292"/>
                    <a:pt x="68" y="292"/>
                  </a:cubicBezTo>
                  <a:cubicBezTo>
                    <a:pt x="42" y="289"/>
                    <a:pt x="23" y="268"/>
                    <a:pt x="23" y="242"/>
                  </a:cubicBezTo>
                  <a:cubicBezTo>
                    <a:pt x="23" y="238"/>
                    <a:pt x="23" y="235"/>
                    <a:pt x="24" y="231"/>
                  </a:cubicBezTo>
                  <a:cubicBezTo>
                    <a:pt x="10" y="219"/>
                    <a:pt x="0" y="201"/>
                    <a:pt x="0" y="180"/>
                  </a:cubicBezTo>
                  <a:cubicBezTo>
                    <a:pt x="0" y="158"/>
                    <a:pt x="11" y="138"/>
                    <a:pt x="28" y="126"/>
                  </a:cubicBezTo>
                  <a:cubicBezTo>
                    <a:pt x="25" y="118"/>
                    <a:pt x="23" y="110"/>
                    <a:pt x="23" y="102"/>
                  </a:cubicBezTo>
                  <a:cubicBezTo>
                    <a:pt x="23" y="74"/>
                    <a:pt x="42" y="52"/>
                    <a:pt x="68" y="46"/>
                  </a:cubicBezTo>
                  <a:cubicBezTo>
                    <a:pt x="68" y="46"/>
                    <a:pt x="68" y="46"/>
                    <a:pt x="68" y="45"/>
                  </a:cubicBezTo>
                  <a:cubicBezTo>
                    <a:pt x="68" y="20"/>
                    <a:pt x="88" y="0"/>
                    <a:pt x="113" y="0"/>
                  </a:cubicBezTo>
                  <a:cubicBezTo>
                    <a:pt x="138" y="0"/>
                    <a:pt x="158" y="20"/>
                    <a:pt x="158" y="45"/>
                  </a:cubicBezTo>
                  <a:cubicBezTo>
                    <a:pt x="158" y="293"/>
                    <a:pt x="158" y="293"/>
                    <a:pt x="158" y="293"/>
                  </a:cubicBezTo>
                  <a:moveTo>
                    <a:pt x="248" y="293"/>
                  </a:moveTo>
                  <a:cubicBezTo>
                    <a:pt x="248" y="293"/>
                    <a:pt x="248" y="292"/>
                    <a:pt x="248" y="292"/>
                  </a:cubicBezTo>
                  <a:cubicBezTo>
                    <a:pt x="273" y="289"/>
                    <a:pt x="293" y="268"/>
                    <a:pt x="293" y="242"/>
                  </a:cubicBezTo>
                  <a:cubicBezTo>
                    <a:pt x="293" y="238"/>
                    <a:pt x="292" y="235"/>
                    <a:pt x="292" y="231"/>
                  </a:cubicBezTo>
                  <a:cubicBezTo>
                    <a:pt x="306" y="219"/>
                    <a:pt x="315" y="201"/>
                    <a:pt x="315" y="180"/>
                  </a:cubicBezTo>
                  <a:cubicBezTo>
                    <a:pt x="315" y="158"/>
                    <a:pt x="304" y="138"/>
                    <a:pt x="287" y="126"/>
                  </a:cubicBezTo>
                  <a:cubicBezTo>
                    <a:pt x="291" y="118"/>
                    <a:pt x="293" y="110"/>
                    <a:pt x="293" y="102"/>
                  </a:cubicBezTo>
                  <a:cubicBezTo>
                    <a:pt x="293" y="74"/>
                    <a:pt x="273" y="52"/>
                    <a:pt x="248" y="46"/>
                  </a:cubicBezTo>
                  <a:cubicBezTo>
                    <a:pt x="248" y="46"/>
                    <a:pt x="248" y="46"/>
                    <a:pt x="248" y="45"/>
                  </a:cubicBezTo>
                  <a:cubicBezTo>
                    <a:pt x="248" y="20"/>
                    <a:pt x="228" y="0"/>
                    <a:pt x="203" y="0"/>
                  </a:cubicBezTo>
                  <a:cubicBezTo>
                    <a:pt x="178" y="0"/>
                    <a:pt x="158" y="20"/>
                    <a:pt x="158" y="45"/>
                  </a:cubicBezTo>
                  <a:cubicBezTo>
                    <a:pt x="158" y="293"/>
                    <a:pt x="158" y="293"/>
                    <a:pt x="158" y="293"/>
                  </a:cubicBezTo>
                  <a:moveTo>
                    <a:pt x="68" y="293"/>
                  </a:moveTo>
                  <a:cubicBezTo>
                    <a:pt x="90" y="293"/>
                    <a:pt x="90" y="293"/>
                    <a:pt x="90" y="293"/>
                  </a:cubicBezTo>
                  <a:moveTo>
                    <a:pt x="225" y="293"/>
                  </a:moveTo>
                  <a:cubicBezTo>
                    <a:pt x="248" y="293"/>
                    <a:pt x="248" y="293"/>
                    <a:pt x="248" y="293"/>
                  </a:cubicBezTo>
                  <a:moveTo>
                    <a:pt x="56" y="180"/>
                  </a:moveTo>
                  <a:cubicBezTo>
                    <a:pt x="68" y="180"/>
                    <a:pt x="68" y="180"/>
                    <a:pt x="68" y="180"/>
                  </a:cubicBezTo>
                  <a:cubicBezTo>
                    <a:pt x="80" y="180"/>
                    <a:pt x="90" y="190"/>
                    <a:pt x="90" y="203"/>
                  </a:cubicBezTo>
                  <a:cubicBezTo>
                    <a:pt x="90" y="203"/>
                    <a:pt x="90" y="203"/>
                    <a:pt x="90" y="203"/>
                  </a:cubicBezTo>
                  <a:cubicBezTo>
                    <a:pt x="90" y="215"/>
                    <a:pt x="100" y="225"/>
                    <a:pt x="113" y="225"/>
                  </a:cubicBezTo>
                  <a:cubicBezTo>
                    <a:pt x="158" y="225"/>
                    <a:pt x="158" y="225"/>
                    <a:pt x="158" y="225"/>
                  </a:cubicBezTo>
                  <a:cubicBezTo>
                    <a:pt x="203" y="225"/>
                    <a:pt x="203" y="225"/>
                    <a:pt x="203" y="225"/>
                  </a:cubicBezTo>
                  <a:cubicBezTo>
                    <a:pt x="215" y="225"/>
                    <a:pt x="225" y="215"/>
                    <a:pt x="225" y="203"/>
                  </a:cubicBezTo>
                  <a:cubicBezTo>
                    <a:pt x="225" y="203"/>
                    <a:pt x="225" y="203"/>
                    <a:pt x="225" y="203"/>
                  </a:cubicBezTo>
                  <a:cubicBezTo>
                    <a:pt x="225" y="190"/>
                    <a:pt x="235" y="180"/>
                    <a:pt x="248" y="180"/>
                  </a:cubicBezTo>
                  <a:cubicBezTo>
                    <a:pt x="259" y="180"/>
                    <a:pt x="259" y="180"/>
                    <a:pt x="259" y="180"/>
                  </a:cubicBezTo>
                  <a:moveTo>
                    <a:pt x="79" y="90"/>
                  </a:moveTo>
                  <a:cubicBezTo>
                    <a:pt x="90" y="90"/>
                    <a:pt x="90" y="90"/>
                    <a:pt x="90" y="90"/>
                  </a:cubicBezTo>
                  <a:cubicBezTo>
                    <a:pt x="103" y="90"/>
                    <a:pt x="113" y="100"/>
                    <a:pt x="113" y="113"/>
                  </a:cubicBezTo>
                  <a:cubicBezTo>
                    <a:pt x="113" y="113"/>
                    <a:pt x="113" y="113"/>
                    <a:pt x="113" y="113"/>
                  </a:cubicBezTo>
                  <a:cubicBezTo>
                    <a:pt x="113" y="125"/>
                    <a:pt x="123" y="135"/>
                    <a:pt x="135" y="135"/>
                  </a:cubicBezTo>
                  <a:cubicBezTo>
                    <a:pt x="180" y="135"/>
                    <a:pt x="180" y="135"/>
                    <a:pt x="180" y="135"/>
                  </a:cubicBezTo>
                  <a:cubicBezTo>
                    <a:pt x="193" y="135"/>
                    <a:pt x="203" y="125"/>
                    <a:pt x="203" y="113"/>
                  </a:cubicBezTo>
                  <a:cubicBezTo>
                    <a:pt x="203" y="113"/>
                    <a:pt x="203" y="113"/>
                    <a:pt x="203" y="113"/>
                  </a:cubicBezTo>
                  <a:cubicBezTo>
                    <a:pt x="203" y="100"/>
                    <a:pt x="213" y="90"/>
                    <a:pt x="225" y="90"/>
                  </a:cubicBezTo>
                  <a:cubicBezTo>
                    <a:pt x="236" y="90"/>
                    <a:pt x="236" y="90"/>
                    <a:pt x="236" y="90"/>
                  </a:cubicBezTo>
                  <a:moveTo>
                    <a:pt x="24" y="231"/>
                  </a:moveTo>
                  <a:cubicBezTo>
                    <a:pt x="36" y="242"/>
                    <a:pt x="51" y="248"/>
                    <a:pt x="68" y="248"/>
                  </a:cubicBezTo>
                  <a:moveTo>
                    <a:pt x="248" y="248"/>
                  </a:moveTo>
                  <a:cubicBezTo>
                    <a:pt x="265" y="248"/>
                    <a:pt x="280" y="242"/>
                    <a:pt x="292" y="231"/>
                  </a:cubicBezTo>
                  <a:moveTo>
                    <a:pt x="28" y="126"/>
                  </a:moveTo>
                  <a:cubicBezTo>
                    <a:pt x="73" y="126"/>
                    <a:pt x="73" y="126"/>
                    <a:pt x="73" y="126"/>
                  </a:cubicBezTo>
                  <a:moveTo>
                    <a:pt x="243" y="126"/>
                  </a:moveTo>
                  <a:cubicBezTo>
                    <a:pt x="288" y="126"/>
                    <a:pt x="288" y="126"/>
                    <a:pt x="288" y="126"/>
                  </a:cubicBezTo>
                  <a:moveTo>
                    <a:pt x="68" y="45"/>
                  </a:moveTo>
                  <a:cubicBezTo>
                    <a:pt x="101" y="45"/>
                    <a:pt x="101" y="45"/>
                    <a:pt x="101" y="45"/>
                  </a:cubicBezTo>
                  <a:moveTo>
                    <a:pt x="248" y="45"/>
                  </a:moveTo>
                  <a:cubicBezTo>
                    <a:pt x="214" y="45"/>
                    <a:pt x="214" y="45"/>
                    <a:pt x="214" y="45"/>
                  </a:cubicBezTo>
                  <a:moveTo>
                    <a:pt x="135" y="293"/>
                  </a:moveTo>
                  <a:cubicBezTo>
                    <a:pt x="180" y="293"/>
                    <a:pt x="180" y="293"/>
                    <a:pt x="180" y="293"/>
                  </a:cubicBezTo>
                  <a:moveTo>
                    <a:pt x="68" y="293"/>
                  </a:moveTo>
                  <a:cubicBezTo>
                    <a:pt x="68" y="304"/>
                    <a:pt x="68" y="304"/>
                    <a:pt x="68" y="304"/>
                  </a:cubicBezTo>
                  <a:cubicBezTo>
                    <a:pt x="68" y="323"/>
                    <a:pt x="83" y="338"/>
                    <a:pt x="101" y="338"/>
                  </a:cubicBezTo>
                  <a:cubicBezTo>
                    <a:pt x="135" y="338"/>
                    <a:pt x="135" y="338"/>
                    <a:pt x="135" y="338"/>
                  </a:cubicBezTo>
                  <a:cubicBezTo>
                    <a:pt x="148" y="338"/>
                    <a:pt x="158" y="328"/>
                    <a:pt x="158" y="315"/>
                  </a:cubicBezTo>
                  <a:cubicBezTo>
                    <a:pt x="158" y="293"/>
                    <a:pt x="158" y="293"/>
                    <a:pt x="158" y="293"/>
                  </a:cubicBezTo>
                  <a:moveTo>
                    <a:pt x="158" y="293"/>
                  </a:moveTo>
                  <a:cubicBezTo>
                    <a:pt x="158" y="315"/>
                    <a:pt x="158" y="315"/>
                    <a:pt x="158" y="315"/>
                  </a:cubicBezTo>
                  <a:cubicBezTo>
                    <a:pt x="158" y="328"/>
                    <a:pt x="168" y="338"/>
                    <a:pt x="180" y="338"/>
                  </a:cubicBezTo>
                  <a:cubicBezTo>
                    <a:pt x="214" y="338"/>
                    <a:pt x="214" y="338"/>
                    <a:pt x="214" y="338"/>
                  </a:cubicBezTo>
                  <a:cubicBezTo>
                    <a:pt x="233" y="338"/>
                    <a:pt x="248" y="323"/>
                    <a:pt x="248" y="304"/>
                  </a:cubicBezTo>
                  <a:cubicBezTo>
                    <a:pt x="248" y="293"/>
                    <a:pt x="248" y="293"/>
                    <a:pt x="248" y="293"/>
                  </a:cubicBez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8" name="Text Placeholder 3">
            <a:extLst>
              <a:ext uri="{FF2B5EF4-FFF2-40B4-BE49-F238E27FC236}">
                <a16:creationId xmlns:a16="http://schemas.microsoft.com/office/drawing/2014/main" id="{3B1CC68B-A0FF-534E-B6A1-BEDE6C13C3FF}"/>
              </a:ext>
            </a:extLst>
          </p:cNvPr>
          <p:cNvSpPr txBox="1">
            <a:spLocks/>
          </p:cNvSpPr>
          <p:nvPr/>
        </p:nvSpPr>
        <p:spPr>
          <a:xfrm>
            <a:off x="4184924" y="2636838"/>
            <a:ext cx="1761851" cy="900112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231775" marR="0" indent="-2317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Descriptive text in sentence form with some details, </a:t>
            </a:r>
            <a:r>
              <a:rPr lang="en-US" sz="1000" b="1" dirty="0">
                <a:solidFill>
                  <a:schemeClr val="accent1"/>
                </a:solidFill>
              </a:rPr>
              <a:t>highlighted text </a:t>
            </a:r>
            <a:r>
              <a:rPr lang="en-US" sz="1000" dirty="0"/>
              <a:t>or callouts.</a:t>
            </a:r>
          </a:p>
        </p:txBody>
      </p:sp>
      <p:grpSp>
        <p:nvGrpSpPr>
          <p:cNvPr id="42" name="Group 41" descr="Icon location">
            <a:extLst>
              <a:ext uri="{FF2B5EF4-FFF2-40B4-BE49-F238E27FC236}">
                <a16:creationId xmlns:a16="http://schemas.microsoft.com/office/drawing/2014/main" id="{B6FA8D1D-90C7-D04A-99AE-97AEF97B27D2}"/>
              </a:ext>
            </a:extLst>
          </p:cNvPr>
          <p:cNvGrpSpPr/>
          <p:nvPr/>
        </p:nvGrpSpPr>
        <p:grpSpPr>
          <a:xfrm>
            <a:off x="6245225" y="2765950"/>
            <a:ext cx="658800" cy="658800"/>
            <a:chOff x="4358213" y="3560884"/>
            <a:chExt cx="659875" cy="659875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AD15DBE-00D3-5B47-BA43-3A2F873E0273}"/>
                </a:ext>
              </a:extLst>
            </p:cNvPr>
            <p:cNvGrpSpPr/>
            <p:nvPr/>
          </p:nvGrpSpPr>
          <p:grpSpPr>
            <a:xfrm>
              <a:off x="4358213" y="3560884"/>
              <a:ext cx="659875" cy="659875"/>
              <a:chOff x="584200" y="3560884"/>
              <a:chExt cx="659875" cy="659875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1541B86-E7B5-3F44-BB27-D08D3D1BD9B8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F27331DF-C664-5440-823F-C8D9CD58F013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44" name="Relationship_F003" title="Icon of three boxes connected by lines">
              <a:extLst>
                <a:ext uri="{FF2B5EF4-FFF2-40B4-BE49-F238E27FC236}">
                  <a16:creationId xmlns:a16="http://schemas.microsoft.com/office/drawing/2014/main" id="{6CF6F985-7586-154D-A91F-8953FF86E25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504544" y="3739157"/>
              <a:ext cx="321268" cy="300487"/>
            </a:xfrm>
            <a:custGeom>
              <a:avLst/>
              <a:gdLst>
                <a:gd name="T0" fmla="*/ 3230 w 4406"/>
                <a:gd name="T1" fmla="*/ 0 h 4121"/>
                <a:gd name="T2" fmla="*/ 4406 w 4406"/>
                <a:gd name="T3" fmla="*/ 0 h 4121"/>
                <a:gd name="T4" fmla="*/ 4406 w 4406"/>
                <a:gd name="T5" fmla="*/ 1176 h 4121"/>
                <a:gd name="T6" fmla="*/ 3230 w 4406"/>
                <a:gd name="T7" fmla="*/ 1176 h 4121"/>
                <a:gd name="T8" fmla="*/ 3230 w 4406"/>
                <a:gd name="T9" fmla="*/ 0 h 4121"/>
                <a:gd name="T10" fmla="*/ 3230 w 4406"/>
                <a:gd name="T11" fmla="*/ 4121 h 4121"/>
                <a:gd name="T12" fmla="*/ 4406 w 4406"/>
                <a:gd name="T13" fmla="*/ 4121 h 4121"/>
                <a:gd name="T14" fmla="*/ 4406 w 4406"/>
                <a:gd name="T15" fmla="*/ 2945 h 4121"/>
                <a:gd name="T16" fmla="*/ 3230 w 4406"/>
                <a:gd name="T17" fmla="*/ 2945 h 4121"/>
                <a:gd name="T18" fmla="*/ 3230 w 4406"/>
                <a:gd name="T19" fmla="*/ 4121 h 4121"/>
                <a:gd name="T20" fmla="*/ 0 w 4406"/>
                <a:gd name="T21" fmla="*/ 2653 h 4121"/>
                <a:gd name="T22" fmla="*/ 1175 w 4406"/>
                <a:gd name="T23" fmla="*/ 2653 h 4121"/>
                <a:gd name="T24" fmla="*/ 1175 w 4406"/>
                <a:gd name="T25" fmla="*/ 1477 h 4121"/>
                <a:gd name="T26" fmla="*/ 0 w 4406"/>
                <a:gd name="T27" fmla="*/ 1477 h 4121"/>
                <a:gd name="T28" fmla="*/ 0 w 4406"/>
                <a:gd name="T29" fmla="*/ 2653 h 4121"/>
                <a:gd name="T30" fmla="*/ 1176 w 4406"/>
                <a:gd name="T31" fmla="*/ 2062 h 4121"/>
                <a:gd name="T32" fmla="*/ 3230 w 4406"/>
                <a:gd name="T33" fmla="*/ 690 h 4121"/>
                <a:gd name="T34" fmla="*/ 3230 w 4406"/>
                <a:gd name="T35" fmla="*/ 3434 h 4121"/>
                <a:gd name="T36" fmla="*/ 1181 w 4406"/>
                <a:gd name="T37" fmla="*/ 2064 h 4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406" h="4121">
                  <a:moveTo>
                    <a:pt x="3230" y="0"/>
                  </a:moveTo>
                  <a:lnTo>
                    <a:pt x="4406" y="0"/>
                  </a:lnTo>
                  <a:lnTo>
                    <a:pt x="4406" y="1176"/>
                  </a:lnTo>
                  <a:lnTo>
                    <a:pt x="3230" y="1176"/>
                  </a:lnTo>
                  <a:lnTo>
                    <a:pt x="3230" y="0"/>
                  </a:lnTo>
                  <a:moveTo>
                    <a:pt x="3230" y="4121"/>
                  </a:moveTo>
                  <a:lnTo>
                    <a:pt x="4406" y="4121"/>
                  </a:lnTo>
                  <a:lnTo>
                    <a:pt x="4406" y="2945"/>
                  </a:lnTo>
                  <a:lnTo>
                    <a:pt x="3230" y="2945"/>
                  </a:lnTo>
                  <a:lnTo>
                    <a:pt x="3230" y="4121"/>
                  </a:lnTo>
                  <a:moveTo>
                    <a:pt x="0" y="2653"/>
                  </a:moveTo>
                  <a:lnTo>
                    <a:pt x="1175" y="2653"/>
                  </a:lnTo>
                  <a:lnTo>
                    <a:pt x="1175" y="1477"/>
                  </a:lnTo>
                  <a:lnTo>
                    <a:pt x="0" y="1477"/>
                  </a:lnTo>
                  <a:lnTo>
                    <a:pt x="0" y="2653"/>
                  </a:lnTo>
                  <a:moveTo>
                    <a:pt x="1176" y="2062"/>
                  </a:moveTo>
                  <a:lnTo>
                    <a:pt x="3230" y="690"/>
                  </a:lnTo>
                  <a:moveTo>
                    <a:pt x="3230" y="3434"/>
                  </a:moveTo>
                  <a:lnTo>
                    <a:pt x="1181" y="2064"/>
                  </a:lnTo>
                </a:path>
              </a:pathLst>
            </a:custGeom>
            <a:noFill/>
            <a:ln w="15875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1"/>
                </a:gradFill>
              </a:endParaRPr>
            </a:p>
          </p:txBody>
        </p:sp>
      </p:grp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30E5EC23-00C2-9D4F-AB4C-4775A48FB8C1}"/>
              </a:ext>
            </a:extLst>
          </p:cNvPr>
          <p:cNvSpPr txBox="1">
            <a:spLocks/>
          </p:cNvSpPr>
          <p:nvPr/>
        </p:nvSpPr>
        <p:spPr>
          <a:xfrm>
            <a:off x="7017024" y="2636838"/>
            <a:ext cx="1761851" cy="900112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231775" marR="0" indent="-2317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Descriptive text in sentence form with some details, </a:t>
            </a:r>
            <a:r>
              <a:rPr lang="en-US" sz="1000" b="1" dirty="0">
                <a:solidFill>
                  <a:schemeClr val="accent1"/>
                </a:solidFill>
              </a:rPr>
              <a:t>highlighted text </a:t>
            </a:r>
            <a:r>
              <a:rPr lang="en-US" sz="1000" dirty="0"/>
              <a:t>or callouts.</a:t>
            </a:r>
          </a:p>
        </p:txBody>
      </p:sp>
      <p:grpSp>
        <p:nvGrpSpPr>
          <p:cNvPr id="47" name="Group 46" descr="Icon location">
            <a:extLst>
              <a:ext uri="{FF2B5EF4-FFF2-40B4-BE49-F238E27FC236}">
                <a16:creationId xmlns:a16="http://schemas.microsoft.com/office/drawing/2014/main" id="{91CCFC87-B16B-E349-92A7-5AFA4318EE14}"/>
              </a:ext>
            </a:extLst>
          </p:cNvPr>
          <p:cNvGrpSpPr/>
          <p:nvPr/>
        </p:nvGrpSpPr>
        <p:grpSpPr>
          <a:xfrm>
            <a:off x="9074150" y="2765950"/>
            <a:ext cx="658800" cy="658800"/>
            <a:chOff x="6240463" y="3560884"/>
            <a:chExt cx="659875" cy="659875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0D59015-1A07-2644-8804-226C8225BC26}"/>
                </a:ext>
              </a:extLst>
            </p:cNvPr>
            <p:cNvGrpSpPr/>
            <p:nvPr/>
          </p:nvGrpSpPr>
          <p:grpSpPr>
            <a:xfrm>
              <a:off x="6240463" y="3560884"/>
              <a:ext cx="659875" cy="659875"/>
              <a:chOff x="584200" y="3560884"/>
              <a:chExt cx="659875" cy="65987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76BBFD0-78FD-1948-B185-7A1649E6DC22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FD7BC45-52E9-E84E-B007-DE81962B92EF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49" name="Brush" title="Icon of a paintbrush">
              <a:extLst>
                <a:ext uri="{FF2B5EF4-FFF2-40B4-BE49-F238E27FC236}">
                  <a16:creationId xmlns:a16="http://schemas.microsoft.com/office/drawing/2014/main" id="{95975F96-51CA-C540-A5B1-6D67FD2F264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359853" y="3732895"/>
              <a:ext cx="389618" cy="281697"/>
            </a:xfrm>
            <a:custGeom>
              <a:avLst/>
              <a:gdLst>
                <a:gd name="T0" fmla="*/ 873 w 3144"/>
                <a:gd name="T1" fmla="*/ 1898 h 2272"/>
                <a:gd name="T2" fmla="*/ 1247 w 3144"/>
                <a:gd name="T3" fmla="*/ 1523 h 2272"/>
                <a:gd name="T4" fmla="*/ 1621 w 3144"/>
                <a:gd name="T5" fmla="*/ 1898 h 2272"/>
                <a:gd name="T6" fmla="*/ 1247 w 3144"/>
                <a:gd name="T7" fmla="*/ 2272 h 2272"/>
                <a:gd name="T8" fmla="*/ 499 w 3144"/>
                <a:gd name="T9" fmla="*/ 2272 h 2272"/>
                <a:gd name="T10" fmla="*/ 873 w 3144"/>
                <a:gd name="T11" fmla="*/ 1898 h 2272"/>
                <a:gd name="T12" fmla="*/ 1621 w 3144"/>
                <a:gd name="T13" fmla="*/ 1898 h 2272"/>
                <a:gd name="T14" fmla="*/ 3041 w 3144"/>
                <a:gd name="T15" fmla="*/ 478 h 2272"/>
                <a:gd name="T16" fmla="*/ 3041 w 3144"/>
                <a:gd name="T17" fmla="*/ 104 h 2272"/>
                <a:gd name="T18" fmla="*/ 2667 w 3144"/>
                <a:gd name="T19" fmla="*/ 104 h 2272"/>
                <a:gd name="T20" fmla="*/ 1247 w 3144"/>
                <a:gd name="T21" fmla="*/ 1523 h 2272"/>
                <a:gd name="T22" fmla="*/ 2066 w 3144"/>
                <a:gd name="T23" fmla="*/ 1453 h 2272"/>
                <a:gd name="T24" fmla="*/ 1691 w 3144"/>
                <a:gd name="T25" fmla="*/ 1079 h 2272"/>
                <a:gd name="T26" fmla="*/ 0 w 3144"/>
                <a:gd name="T27" fmla="*/ 2272 h 2272"/>
                <a:gd name="T28" fmla="*/ 499 w 3144"/>
                <a:gd name="T29" fmla="*/ 2272 h 2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44" h="2272">
                  <a:moveTo>
                    <a:pt x="873" y="1898"/>
                  </a:moveTo>
                  <a:cubicBezTo>
                    <a:pt x="873" y="1691"/>
                    <a:pt x="1040" y="1523"/>
                    <a:pt x="1247" y="1523"/>
                  </a:cubicBezTo>
                  <a:cubicBezTo>
                    <a:pt x="1454" y="1523"/>
                    <a:pt x="1621" y="1691"/>
                    <a:pt x="1621" y="1898"/>
                  </a:cubicBezTo>
                  <a:cubicBezTo>
                    <a:pt x="1621" y="2104"/>
                    <a:pt x="1454" y="2272"/>
                    <a:pt x="1247" y="2272"/>
                  </a:cubicBezTo>
                  <a:cubicBezTo>
                    <a:pt x="499" y="2272"/>
                    <a:pt x="499" y="2272"/>
                    <a:pt x="499" y="2272"/>
                  </a:cubicBezTo>
                  <a:cubicBezTo>
                    <a:pt x="705" y="2272"/>
                    <a:pt x="873" y="2104"/>
                    <a:pt x="873" y="1898"/>
                  </a:cubicBezTo>
                  <a:moveTo>
                    <a:pt x="1621" y="1898"/>
                  </a:moveTo>
                  <a:cubicBezTo>
                    <a:pt x="3041" y="478"/>
                    <a:pt x="3041" y="478"/>
                    <a:pt x="3041" y="478"/>
                  </a:cubicBezTo>
                  <a:cubicBezTo>
                    <a:pt x="3144" y="375"/>
                    <a:pt x="3144" y="207"/>
                    <a:pt x="3041" y="104"/>
                  </a:cubicBezTo>
                  <a:cubicBezTo>
                    <a:pt x="2938" y="0"/>
                    <a:pt x="2770" y="0"/>
                    <a:pt x="2667" y="104"/>
                  </a:cubicBezTo>
                  <a:cubicBezTo>
                    <a:pt x="1247" y="1523"/>
                    <a:pt x="1247" y="1523"/>
                    <a:pt x="1247" y="1523"/>
                  </a:cubicBezTo>
                  <a:moveTo>
                    <a:pt x="2066" y="1453"/>
                  </a:moveTo>
                  <a:cubicBezTo>
                    <a:pt x="1979" y="1295"/>
                    <a:pt x="1850" y="1165"/>
                    <a:pt x="1691" y="1079"/>
                  </a:cubicBezTo>
                  <a:moveTo>
                    <a:pt x="0" y="2272"/>
                  </a:moveTo>
                  <a:cubicBezTo>
                    <a:pt x="499" y="2272"/>
                    <a:pt x="499" y="2272"/>
                    <a:pt x="499" y="2272"/>
                  </a:cubicBezTo>
                </a:path>
              </a:pathLst>
            </a:custGeom>
            <a:noFill/>
            <a:ln w="15875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0" name="Text Placeholder 3">
            <a:extLst>
              <a:ext uri="{FF2B5EF4-FFF2-40B4-BE49-F238E27FC236}">
                <a16:creationId xmlns:a16="http://schemas.microsoft.com/office/drawing/2014/main" id="{2C526941-9B42-6242-AC83-2447FBFDA4F4}"/>
              </a:ext>
            </a:extLst>
          </p:cNvPr>
          <p:cNvSpPr txBox="1">
            <a:spLocks/>
          </p:cNvSpPr>
          <p:nvPr/>
        </p:nvSpPr>
        <p:spPr>
          <a:xfrm>
            <a:off x="9840416" y="2636838"/>
            <a:ext cx="1761851" cy="900112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231775" marR="0" indent="-2317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Descriptive text in sentence form with some details, </a:t>
            </a:r>
            <a:r>
              <a:rPr lang="en-US" sz="1000" b="1" dirty="0">
                <a:solidFill>
                  <a:schemeClr val="accent1"/>
                </a:solidFill>
              </a:rPr>
              <a:t>highlighted text </a:t>
            </a:r>
            <a:r>
              <a:rPr lang="en-US" sz="1000" dirty="0"/>
              <a:t>or callouts.</a:t>
            </a:r>
          </a:p>
        </p:txBody>
      </p:sp>
      <p:grpSp>
        <p:nvGrpSpPr>
          <p:cNvPr id="37" name="Group 36" descr="Icon location">
            <a:extLst>
              <a:ext uri="{FF2B5EF4-FFF2-40B4-BE49-F238E27FC236}">
                <a16:creationId xmlns:a16="http://schemas.microsoft.com/office/drawing/2014/main" id="{B5B53A7F-9FEA-CD4C-B253-38FB1C372D2D}"/>
              </a:ext>
            </a:extLst>
          </p:cNvPr>
          <p:cNvGrpSpPr/>
          <p:nvPr/>
        </p:nvGrpSpPr>
        <p:grpSpPr>
          <a:xfrm>
            <a:off x="584200" y="4529663"/>
            <a:ext cx="658800" cy="658800"/>
            <a:chOff x="8128000" y="3560884"/>
            <a:chExt cx="659875" cy="659875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D9AAD17-1F1C-7547-99C1-43B3B21F5B36}"/>
                </a:ext>
              </a:extLst>
            </p:cNvPr>
            <p:cNvGrpSpPr/>
            <p:nvPr/>
          </p:nvGrpSpPr>
          <p:grpSpPr>
            <a:xfrm>
              <a:off x="8128000" y="3560884"/>
              <a:ext cx="659875" cy="659875"/>
              <a:chOff x="584200" y="3560884"/>
              <a:chExt cx="659875" cy="659875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A4BC42F-7CC8-F04C-A0A3-31ECFF2217E9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9F74016-CE2C-664F-86AF-F4071FCF510E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39" name="chip" title="Icon of a computer chip">
              <a:extLst>
                <a:ext uri="{FF2B5EF4-FFF2-40B4-BE49-F238E27FC236}">
                  <a16:creationId xmlns:a16="http://schemas.microsoft.com/office/drawing/2014/main" id="{992A9720-D8DB-4D44-90A6-C4D7E8D8C5E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77448" y="3710048"/>
              <a:ext cx="358356" cy="365760"/>
            </a:xfrm>
            <a:custGeom>
              <a:avLst/>
              <a:gdLst>
                <a:gd name="T0" fmla="*/ 267 w 334"/>
                <a:gd name="T1" fmla="*/ 298 h 341"/>
                <a:gd name="T2" fmla="*/ 60 w 334"/>
                <a:gd name="T3" fmla="*/ 298 h 341"/>
                <a:gd name="T4" fmla="*/ 36 w 334"/>
                <a:gd name="T5" fmla="*/ 273 h 341"/>
                <a:gd name="T6" fmla="*/ 36 w 334"/>
                <a:gd name="T7" fmla="*/ 61 h 341"/>
                <a:gd name="T8" fmla="*/ 60 w 334"/>
                <a:gd name="T9" fmla="*/ 36 h 341"/>
                <a:gd name="T10" fmla="*/ 267 w 334"/>
                <a:gd name="T11" fmla="*/ 36 h 341"/>
                <a:gd name="T12" fmla="*/ 291 w 334"/>
                <a:gd name="T13" fmla="*/ 61 h 341"/>
                <a:gd name="T14" fmla="*/ 291 w 334"/>
                <a:gd name="T15" fmla="*/ 273 h 341"/>
                <a:gd name="T16" fmla="*/ 267 w 334"/>
                <a:gd name="T17" fmla="*/ 298 h 341"/>
                <a:gd name="T18" fmla="*/ 78 w 334"/>
                <a:gd name="T19" fmla="*/ 36 h 341"/>
                <a:gd name="T20" fmla="*/ 78 w 334"/>
                <a:gd name="T21" fmla="*/ 0 h 341"/>
                <a:gd name="T22" fmla="*/ 121 w 334"/>
                <a:gd name="T23" fmla="*/ 36 h 341"/>
                <a:gd name="T24" fmla="*/ 121 w 334"/>
                <a:gd name="T25" fmla="*/ 0 h 341"/>
                <a:gd name="T26" fmla="*/ 163 w 334"/>
                <a:gd name="T27" fmla="*/ 0 h 341"/>
                <a:gd name="T28" fmla="*/ 163 w 334"/>
                <a:gd name="T29" fmla="*/ 36 h 341"/>
                <a:gd name="T30" fmla="*/ 206 w 334"/>
                <a:gd name="T31" fmla="*/ 0 h 341"/>
                <a:gd name="T32" fmla="*/ 206 w 334"/>
                <a:gd name="T33" fmla="*/ 36 h 341"/>
                <a:gd name="T34" fmla="*/ 256 w 334"/>
                <a:gd name="T35" fmla="*/ 0 h 341"/>
                <a:gd name="T36" fmla="*/ 256 w 334"/>
                <a:gd name="T37" fmla="*/ 36 h 341"/>
                <a:gd name="T38" fmla="*/ 334 w 334"/>
                <a:gd name="T39" fmla="*/ 78 h 341"/>
                <a:gd name="T40" fmla="*/ 291 w 334"/>
                <a:gd name="T41" fmla="*/ 78 h 341"/>
                <a:gd name="T42" fmla="*/ 334 w 334"/>
                <a:gd name="T43" fmla="*/ 121 h 341"/>
                <a:gd name="T44" fmla="*/ 291 w 334"/>
                <a:gd name="T45" fmla="*/ 121 h 341"/>
                <a:gd name="T46" fmla="*/ 334 w 334"/>
                <a:gd name="T47" fmla="*/ 163 h 341"/>
                <a:gd name="T48" fmla="*/ 291 w 334"/>
                <a:gd name="T49" fmla="*/ 163 h 341"/>
                <a:gd name="T50" fmla="*/ 334 w 334"/>
                <a:gd name="T51" fmla="*/ 213 h 341"/>
                <a:gd name="T52" fmla="*/ 291 w 334"/>
                <a:gd name="T53" fmla="*/ 213 h 341"/>
                <a:gd name="T54" fmla="*/ 334 w 334"/>
                <a:gd name="T55" fmla="*/ 256 h 341"/>
                <a:gd name="T56" fmla="*/ 291 w 334"/>
                <a:gd name="T57" fmla="*/ 256 h 341"/>
                <a:gd name="T58" fmla="*/ 36 w 334"/>
                <a:gd name="T59" fmla="*/ 78 h 341"/>
                <a:gd name="T60" fmla="*/ 0 w 334"/>
                <a:gd name="T61" fmla="*/ 78 h 341"/>
                <a:gd name="T62" fmla="*/ 36 w 334"/>
                <a:gd name="T63" fmla="*/ 121 h 341"/>
                <a:gd name="T64" fmla="*/ 0 w 334"/>
                <a:gd name="T65" fmla="*/ 121 h 341"/>
                <a:gd name="T66" fmla="*/ 36 w 334"/>
                <a:gd name="T67" fmla="*/ 163 h 341"/>
                <a:gd name="T68" fmla="*/ 0 w 334"/>
                <a:gd name="T69" fmla="*/ 163 h 341"/>
                <a:gd name="T70" fmla="*/ 36 w 334"/>
                <a:gd name="T71" fmla="*/ 213 h 341"/>
                <a:gd name="T72" fmla="*/ 0 w 334"/>
                <a:gd name="T73" fmla="*/ 213 h 341"/>
                <a:gd name="T74" fmla="*/ 36 w 334"/>
                <a:gd name="T75" fmla="*/ 256 h 341"/>
                <a:gd name="T76" fmla="*/ 0 w 334"/>
                <a:gd name="T77" fmla="*/ 256 h 341"/>
                <a:gd name="T78" fmla="*/ 78 w 334"/>
                <a:gd name="T79" fmla="*/ 298 h 341"/>
                <a:gd name="T80" fmla="*/ 78 w 334"/>
                <a:gd name="T81" fmla="*/ 341 h 341"/>
                <a:gd name="T82" fmla="*/ 121 w 334"/>
                <a:gd name="T83" fmla="*/ 298 h 341"/>
                <a:gd name="T84" fmla="*/ 121 w 334"/>
                <a:gd name="T85" fmla="*/ 341 h 341"/>
                <a:gd name="T86" fmla="*/ 163 w 334"/>
                <a:gd name="T87" fmla="*/ 341 h 341"/>
                <a:gd name="T88" fmla="*/ 163 w 334"/>
                <a:gd name="T89" fmla="*/ 298 h 341"/>
                <a:gd name="T90" fmla="*/ 206 w 334"/>
                <a:gd name="T91" fmla="*/ 298 h 341"/>
                <a:gd name="T92" fmla="*/ 206 w 334"/>
                <a:gd name="T93" fmla="*/ 341 h 341"/>
                <a:gd name="T94" fmla="*/ 256 w 334"/>
                <a:gd name="T95" fmla="*/ 298 h 341"/>
                <a:gd name="T96" fmla="*/ 256 w 334"/>
                <a:gd name="T97" fmla="*/ 341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4" h="341">
                  <a:moveTo>
                    <a:pt x="267" y="298"/>
                  </a:moveTo>
                  <a:cubicBezTo>
                    <a:pt x="60" y="298"/>
                    <a:pt x="60" y="298"/>
                    <a:pt x="60" y="298"/>
                  </a:cubicBezTo>
                  <a:cubicBezTo>
                    <a:pt x="48" y="298"/>
                    <a:pt x="36" y="286"/>
                    <a:pt x="36" y="273"/>
                  </a:cubicBezTo>
                  <a:cubicBezTo>
                    <a:pt x="36" y="61"/>
                    <a:pt x="36" y="61"/>
                    <a:pt x="36" y="61"/>
                  </a:cubicBezTo>
                  <a:cubicBezTo>
                    <a:pt x="36" y="45"/>
                    <a:pt x="48" y="36"/>
                    <a:pt x="60" y="36"/>
                  </a:cubicBezTo>
                  <a:cubicBezTo>
                    <a:pt x="267" y="36"/>
                    <a:pt x="267" y="36"/>
                    <a:pt x="267" y="36"/>
                  </a:cubicBezTo>
                  <a:cubicBezTo>
                    <a:pt x="282" y="36"/>
                    <a:pt x="291" y="45"/>
                    <a:pt x="291" y="61"/>
                  </a:cubicBezTo>
                  <a:cubicBezTo>
                    <a:pt x="291" y="273"/>
                    <a:pt x="291" y="273"/>
                    <a:pt x="291" y="273"/>
                  </a:cubicBezTo>
                  <a:cubicBezTo>
                    <a:pt x="291" y="286"/>
                    <a:pt x="282" y="298"/>
                    <a:pt x="267" y="298"/>
                  </a:cubicBezTo>
                  <a:close/>
                  <a:moveTo>
                    <a:pt x="78" y="36"/>
                  </a:moveTo>
                  <a:cubicBezTo>
                    <a:pt x="78" y="0"/>
                    <a:pt x="78" y="0"/>
                    <a:pt x="78" y="0"/>
                  </a:cubicBezTo>
                  <a:moveTo>
                    <a:pt x="121" y="36"/>
                  </a:moveTo>
                  <a:cubicBezTo>
                    <a:pt x="121" y="0"/>
                    <a:pt x="121" y="0"/>
                    <a:pt x="121" y="0"/>
                  </a:cubicBezTo>
                  <a:moveTo>
                    <a:pt x="163" y="0"/>
                  </a:moveTo>
                  <a:cubicBezTo>
                    <a:pt x="163" y="36"/>
                    <a:pt x="163" y="36"/>
                    <a:pt x="163" y="36"/>
                  </a:cubicBezTo>
                  <a:moveTo>
                    <a:pt x="206" y="0"/>
                  </a:moveTo>
                  <a:cubicBezTo>
                    <a:pt x="206" y="36"/>
                    <a:pt x="206" y="36"/>
                    <a:pt x="206" y="36"/>
                  </a:cubicBezTo>
                  <a:moveTo>
                    <a:pt x="256" y="0"/>
                  </a:moveTo>
                  <a:cubicBezTo>
                    <a:pt x="256" y="36"/>
                    <a:pt x="256" y="36"/>
                    <a:pt x="256" y="36"/>
                  </a:cubicBezTo>
                  <a:moveTo>
                    <a:pt x="334" y="78"/>
                  </a:moveTo>
                  <a:cubicBezTo>
                    <a:pt x="291" y="78"/>
                    <a:pt x="291" y="78"/>
                    <a:pt x="291" y="78"/>
                  </a:cubicBezTo>
                  <a:moveTo>
                    <a:pt x="334" y="121"/>
                  </a:moveTo>
                  <a:cubicBezTo>
                    <a:pt x="291" y="121"/>
                    <a:pt x="291" y="121"/>
                    <a:pt x="291" y="121"/>
                  </a:cubicBezTo>
                  <a:moveTo>
                    <a:pt x="334" y="163"/>
                  </a:moveTo>
                  <a:cubicBezTo>
                    <a:pt x="291" y="163"/>
                    <a:pt x="291" y="163"/>
                    <a:pt x="291" y="163"/>
                  </a:cubicBezTo>
                  <a:moveTo>
                    <a:pt x="334" y="213"/>
                  </a:moveTo>
                  <a:cubicBezTo>
                    <a:pt x="291" y="213"/>
                    <a:pt x="291" y="213"/>
                    <a:pt x="291" y="213"/>
                  </a:cubicBezTo>
                  <a:moveTo>
                    <a:pt x="334" y="256"/>
                  </a:moveTo>
                  <a:cubicBezTo>
                    <a:pt x="291" y="256"/>
                    <a:pt x="291" y="256"/>
                    <a:pt x="291" y="256"/>
                  </a:cubicBezTo>
                  <a:moveTo>
                    <a:pt x="36" y="78"/>
                  </a:moveTo>
                  <a:cubicBezTo>
                    <a:pt x="0" y="78"/>
                    <a:pt x="0" y="78"/>
                    <a:pt x="0" y="78"/>
                  </a:cubicBezTo>
                  <a:moveTo>
                    <a:pt x="36" y="121"/>
                  </a:moveTo>
                  <a:cubicBezTo>
                    <a:pt x="0" y="121"/>
                    <a:pt x="0" y="121"/>
                    <a:pt x="0" y="121"/>
                  </a:cubicBezTo>
                  <a:moveTo>
                    <a:pt x="36" y="163"/>
                  </a:moveTo>
                  <a:cubicBezTo>
                    <a:pt x="0" y="163"/>
                    <a:pt x="0" y="163"/>
                    <a:pt x="0" y="163"/>
                  </a:cubicBezTo>
                  <a:moveTo>
                    <a:pt x="36" y="213"/>
                  </a:moveTo>
                  <a:cubicBezTo>
                    <a:pt x="0" y="213"/>
                    <a:pt x="0" y="213"/>
                    <a:pt x="0" y="213"/>
                  </a:cubicBezTo>
                  <a:moveTo>
                    <a:pt x="36" y="256"/>
                  </a:moveTo>
                  <a:cubicBezTo>
                    <a:pt x="0" y="256"/>
                    <a:pt x="0" y="256"/>
                    <a:pt x="0" y="256"/>
                  </a:cubicBezTo>
                  <a:moveTo>
                    <a:pt x="78" y="298"/>
                  </a:moveTo>
                  <a:cubicBezTo>
                    <a:pt x="78" y="341"/>
                    <a:pt x="78" y="341"/>
                    <a:pt x="78" y="341"/>
                  </a:cubicBezTo>
                  <a:moveTo>
                    <a:pt x="121" y="298"/>
                  </a:moveTo>
                  <a:cubicBezTo>
                    <a:pt x="121" y="341"/>
                    <a:pt x="121" y="341"/>
                    <a:pt x="121" y="341"/>
                  </a:cubicBezTo>
                  <a:moveTo>
                    <a:pt x="163" y="341"/>
                  </a:moveTo>
                  <a:cubicBezTo>
                    <a:pt x="163" y="298"/>
                    <a:pt x="163" y="298"/>
                    <a:pt x="163" y="298"/>
                  </a:cubicBezTo>
                  <a:moveTo>
                    <a:pt x="206" y="298"/>
                  </a:moveTo>
                  <a:cubicBezTo>
                    <a:pt x="206" y="341"/>
                    <a:pt x="206" y="341"/>
                    <a:pt x="206" y="341"/>
                  </a:cubicBezTo>
                  <a:moveTo>
                    <a:pt x="256" y="298"/>
                  </a:moveTo>
                  <a:cubicBezTo>
                    <a:pt x="256" y="341"/>
                    <a:pt x="256" y="341"/>
                    <a:pt x="256" y="341"/>
                  </a:cubicBezTo>
                </a:path>
              </a:pathLst>
            </a:custGeom>
            <a:noFill/>
            <a:ln w="15875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</a:endParaRPr>
            </a:p>
          </p:txBody>
        </p:sp>
      </p:grpSp>
      <p:sp>
        <p:nvSpPr>
          <p:cNvPr id="71" name="Text Placeholder 3">
            <a:extLst>
              <a:ext uri="{FF2B5EF4-FFF2-40B4-BE49-F238E27FC236}">
                <a16:creationId xmlns:a16="http://schemas.microsoft.com/office/drawing/2014/main" id="{05458EEC-9B2E-444A-BC7C-2A5FC829635A}"/>
              </a:ext>
            </a:extLst>
          </p:cNvPr>
          <p:cNvSpPr txBox="1">
            <a:spLocks/>
          </p:cNvSpPr>
          <p:nvPr/>
        </p:nvSpPr>
        <p:spPr>
          <a:xfrm>
            <a:off x="1354412" y="4437063"/>
            <a:ext cx="1761851" cy="900112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231775" marR="0" indent="-2317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Descriptive text in sentence form with some details, </a:t>
            </a:r>
            <a:r>
              <a:rPr lang="en-US" sz="1000" b="1" dirty="0">
                <a:solidFill>
                  <a:schemeClr val="accent1"/>
                </a:solidFill>
              </a:rPr>
              <a:t>highlighted text </a:t>
            </a:r>
            <a:r>
              <a:rPr lang="en-US" sz="1000" dirty="0"/>
              <a:t>or callouts.</a:t>
            </a:r>
          </a:p>
        </p:txBody>
      </p:sp>
      <p:grpSp>
        <p:nvGrpSpPr>
          <p:cNvPr id="4" name="Group 3" descr="Icon location">
            <a:extLst>
              <a:ext uri="{FF2B5EF4-FFF2-40B4-BE49-F238E27FC236}">
                <a16:creationId xmlns:a16="http://schemas.microsoft.com/office/drawing/2014/main" id="{4248EDD4-3878-4E41-AE41-C9369457A7BA}"/>
              </a:ext>
            </a:extLst>
          </p:cNvPr>
          <p:cNvGrpSpPr/>
          <p:nvPr/>
        </p:nvGrpSpPr>
        <p:grpSpPr>
          <a:xfrm>
            <a:off x="3413125" y="4529663"/>
            <a:ext cx="658800" cy="658800"/>
            <a:chOff x="3413125" y="4529663"/>
            <a:chExt cx="658800" cy="658800"/>
          </a:xfrm>
        </p:grpSpPr>
        <p:grpSp>
          <p:nvGrpSpPr>
            <p:cNvPr id="53" name="Group 52" descr="Icon location">
              <a:extLst>
                <a:ext uri="{FF2B5EF4-FFF2-40B4-BE49-F238E27FC236}">
                  <a16:creationId xmlns:a16="http://schemas.microsoft.com/office/drawing/2014/main" id="{29BB2362-9A12-0743-A54C-FC4AD30BED6E}"/>
                </a:ext>
              </a:extLst>
            </p:cNvPr>
            <p:cNvGrpSpPr/>
            <p:nvPr/>
          </p:nvGrpSpPr>
          <p:grpSpPr>
            <a:xfrm>
              <a:off x="3413125" y="4529663"/>
              <a:ext cx="658800" cy="658800"/>
              <a:chOff x="584200" y="3560884"/>
              <a:chExt cx="659875" cy="659875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6B16101-1D7E-994C-A9F6-C2C442DFFD44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110477E6-1C98-B54B-9E30-DC4EEC5E2C78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75" name="people_11" title="Icon of two people with a chat bubble">
              <a:extLst>
                <a:ext uri="{FF2B5EF4-FFF2-40B4-BE49-F238E27FC236}">
                  <a16:creationId xmlns:a16="http://schemas.microsoft.com/office/drawing/2014/main" id="{2A98C731-3017-2A4E-A88A-BFB1A3DB81E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576489" y="4695049"/>
              <a:ext cx="347959" cy="334151"/>
            </a:xfrm>
            <a:custGeom>
              <a:avLst/>
              <a:gdLst>
                <a:gd name="T0" fmla="*/ 72 w 348"/>
                <a:gd name="T1" fmla="*/ 196 h 334"/>
                <a:gd name="T2" fmla="*/ 128 w 348"/>
                <a:gd name="T3" fmla="*/ 140 h 334"/>
                <a:gd name="T4" fmla="*/ 184 w 348"/>
                <a:gd name="T5" fmla="*/ 196 h 334"/>
                <a:gd name="T6" fmla="*/ 128 w 348"/>
                <a:gd name="T7" fmla="*/ 252 h 334"/>
                <a:gd name="T8" fmla="*/ 72 w 348"/>
                <a:gd name="T9" fmla="*/ 196 h 334"/>
                <a:gd name="T10" fmla="*/ 210 w 348"/>
                <a:gd name="T11" fmla="*/ 334 h 334"/>
                <a:gd name="T12" fmla="*/ 128 w 348"/>
                <a:gd name="T13" fmla="*/ 252 h 334"/>
                <a:gd name="T14" fmla="*/ 47 w 348"/>
                <a:gd name="T15" fmla="*/ 334 h 334"/>
                <a:gd name="T16" fmla="*/ 265 w 348"/>
                <a:gd name="T17" fmla="*/ 118 h 334"/>
                <a:gd name="T18" fmla="*/ 321 w 348"/>
                <a:gd name="T19" fmla="*/ 62 h 334"/>
                <a:gd name="T20" fmla="*/ 265 w 348"/>
                <a:gd name="T21" fmla="*/ 6 h 334"/>
                <a:gd name="T22" fmla="*/ 209 w 348"/>
                <a:gd name="T23" fmla="*/ 62 h 334"/>
                <a:gd name="T24" fmla="*/ 265 w 348"/>
                <a:gd name="T25" fmla="*/ 118 h 334"/>
                <a:gd name="T26" fmla="*/ 348 w 348"/>
                <a:gd name="T27" fmla="*/ 200 h 334"/>
                <a:gd name="T28" fmla="*/ 266 w 348"/>
                <a:gd name="T29" fmla="*/ 118 h 334"/>
                <a:gd name="T30" fmla="*/ 184 w 348"/>
                <a:gd name="T31" fmla="*/ 200 h 334"/>
                <a:gd name="T32" fmla="*/ 141 w 348"/>
                <a:gd name="T33" fmla="*/ 71 h 334"/>
                <a:gd name="T34" fmla="*/ 141 w 348"/>
                <a:gd name="T35" fmla="*/ 31 h 334"/>
                <a:gd name="T36" fmla="*/ 110 w 348"/>
                <a:gd name="T37" fmla="*/ 0 h 334"/>
                <a:gd name="T38" fmla="*/ 29 w 348"/>
                <a:gd name="T39" fmla="*/ 0 h 334"/>
                <a:gd name="T40" fmla="*/ 29 w 348"/>
                <a:gd name="T41" fmla="*/ 0 h 334"/>
                <a:gd name="T42" fmla="*/ 0 w 348"/>
                <a:gd name="T43" fmla="*/ 31 h 334"/>
                <a:gd name="T44" fmla="*/ 0 w 348"/>
                <a:gd name="T45" fmla="*/ 71 h 334"/>
                <a:gd name="T46" fmla="*/ 0 w 348"/>
                <a:gd name="T47" fmla="*/ 71 h 334"/>
                <a:gd name="T48" fmla="*/ 29 w 348"/>
                <a:gd name="T49" fmla="*/ 102 h 334"/>
                <a:gd name="T50" fmla="*/ 29 w 348"/>
                <a:gd name="T51" fmla="*/ 102 h 334"/>
                <a:gd name="T52" fmla="*/ 110 w 348"/>
                <a:gd name="T53" fmla="*/ 102 h 334"/>
                <a:gd name="T54" fmla="*/ 179 w 348"/>
                <a:gd name="T55" fmla="*/ 102 h 334"/>
                <a:gd name="T56" fmla="*/ 141 w 348"/>
                <a:gd name="T57" fmla="*/ 71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8" h="334">
                  <a:moveTo>
                    <a:pt x="72" y="196"/>
                  </a:moveTo>
                  <a:cubicBezTo>
                    <a:pt x="72" y="165"/>
                    <a:pt x="97" y="140"/>
                    <a:pt x="128" y="140"/>
                  </a:cubicBezTo>
                  <a:cubicBezTo>
                    <a:pt x="159" y="140"/>
                    <a:pt x="184" y="165"/>
                    <a:pt x="184" y="196"/>
                  </a:cubicBezTo>
                  <a:cubicBezTo>
                    <a:pt x="184" y="227"/>
                    <a:pt x="159" y="252"/>
                    <a:pt x="128" y="252"/>
                  </a:cubicBezTo>
                  <a:cubicBezTo>
                    <a:pt x="97" y="252"/>
                    <a:pt x="72" y="227"/>
                    <a:pt x="72" y="196"/>
                  </a:cubicBezTo>
                  <a:close/>
                  <a:moveTo>
                    <a:pt x="210" y="334"/>
                  </a:moveTo>
                  <a:cubicBezTo>
                    <a:pt x="210" y="289"/>
                    <a:pt x="173" y="252"/>
                    <a:pt x="128" y="252"/>
                  </a:cubicBezTo>
                  <a:cubicBezTo>
                    <a:pt x="83" y="252"/>
                    <a:pt x="47" y="289"/>
                    <a:pt x="47" y="334"/>
                  </a:cubicBezTo>
                  <a:moveTo>
                    <a:pt x="265" y="118"/>
                  </a:moveTo>
                  <a:cubicBezTo>
                    <a:pt x="296" y="118"/>
                    <a:pt x="321" y="93"/>
                    <a:pt x="321" y="62"/>
                  </a:cubicBezTo>
                  <a:cubicBezTo>
                    <a:pt x="321" y="31"/>
                    <a:pt x="296" y="6"/>
                    <a:pt x="265" y="6"/>
                  </a:cubicBezTo>
                  <a:cubicBezTo>
                    <a:pt x="234" y="6"/>
                    <a:pt x="209" y="31"/>
                    <a:pt x="209" y="62"/>
                  </a:cubicBezTo>
                  <a:cubicBezTo>
                    <a:pt x="209" y="93"/>
                    <a:pt x="234" y="118"/>
                    <a:pt x="265" y="118"/>
                  </a:cubicBezTo>
                  <a:close/>
                  <a:moveTo>
                    <a:pt x="348" y="200"/>
                  </a:moveTo>
                  <a:cubicBezTo>
                    <a:pt x="348" y="155"/>
                    <a:pt x="311" y="118"/>
                    <a:pt x="266" y="118"/>
                  </a:cubicBezTo>
                  <a:cubicBezTo>
                    <a:pt x="221" y="118"/>
                    <a:pt x="184" y="155"/>
                    <a:pt x="184" y="200"/>
                  </a:cubicBezTo>
                  <a:moveTo>
                    <a:pt x="141" y="71"/>
                  </a:moveTo>
                  <a:cubicBezTo>
                    <a:pt x="141" y="31"/>
                    <a:pt x="141" y="31"/>
                    <a:pt x="141" y="31"/>
                  </a:cubicBezTo>
                  <a:cubicBezTo>
                    <a:pt x="141" y="14"/>
                    <a:pt x="127" y="0"/>
                    <a:pt x="11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1"/>
                    <a:pt x="0" y="15"/>
                    <a:pt x="0" y="3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88"/>
                    <a:pt x="13" y="101"/>
                    <a:pt x="29" y="102"/>
                  </a:cubicBezTo>
                  <a:cubicBezTo>
                    <a:pt x="29" y="102"/>
                    <a:pt x="29" y="102"/>
                    <a:pt x="29" y="102"/>
                  </a:cubicBezTo>
                  <a:cubicBezTo>
                    <a:pt x="110" y="102"/>
                    <a:pt x="110" y="102"/>
                    <a:pt x="110" y="102"/>
                  </a:cubicBezTo>
                  <a:cubicBezTo>
                    <a:pt x="179" y="102"/>
                    <a:pt x="179" y="102"/>
                    <a:pt x="179" y="102"/>
                  </a:cubicBezTo>
                  <a:lnTo>
                    <a:pt x="141" y="71"/>
                  </a:lnTo>
                  <a:close/>
                </a:path>
              </a:pathLst>
            </a:custGeom>
            <a:noFill/>
            <a:ln w="15875" cap="sq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</a:endParaRPr>
            </a:p>
          </p:txBody>
        </p:sp>
      </p:grpSp>
      <p:sp>
        <p:nvSpPr>
          <p:cNvPr id="72" name="Text Placeholder 3">
            <a:extLst>
              <a:ext uri="{FF2B5EF4-FFF2-40B4-BE49-F238E27FC236}">
                <a16:creationId xmlns:a16="http://schemas.microsoft.com/office/drawing/2014/main" id="{8C160022-0B91-074F-AF40-22C833A1714D}"/>
              </a:ext>
            </a:extLst>
          </p:cNvPr>
          <p:cNvSpPr txBox="1">
            <a:spLocks/>
          </p:cNvSpPr>
          <p:nvPr/>
        </p:nvSpPr>
        <p:spPr>
          <a:xfrm>
            <a:off x="4184924" y="4437063"/>
            <a:ext cx="1761851" cy="900112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231775" marR="0" indent="-2317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Descriptive text in sentence form with some details, </a:t>
            </a:r>
            <a:r>
              <a:rPr lang="en-US" sz="1000" b="1" dirty="0">
                <a:solidFill>
                  <a:schemeClr val="accent1"/>
                </a:solidFill>
              </a:rPr>
              <a:t>highlighted text </a:t>
            </a:r>
            <a:r>
              <a:rPr lang="en-US" sz="1000" dirty="0"/>
              <a:t>or callouts.</a:t>
            </a:r>
          </a:p>
        </p:txBody>
      </p:sp>
      <p:grpSp>
        <p:nvGrpSpPr>
          <p:cNvPr id="3" name="Group 2" descr="Icon location">
            <a:extLst>
              <a:ext uri="{FF2B5EF4-FFF2-40B4-BE49-F238E27FC236}">
                <a16:creationId xmlns:a16="http://schemas.microsoft.com/office/drawing/2014/main" id="{4D5FE7A1-CD08-1348-94B6-62E656D9A6CB}"/>
              </a:ext>
            </a:extLst>
          </p:cNvPr>
          <p:cNvGrpSpPr/>
          <p:nvPr/>
        </p:nvGrpSpPr>
        <p:grpSpPr>
          <a:xfrm>
            <a:off x="6240016" y="4529663"/>
            <a:ext cx="658800" cy="658800"/>
            <a:chOff x="6240016" y="4529663"/>
            <a:chExt cx="658800" cy="658800"/>
          </a:xfrm>
        </p:grpSpPr>
        <p:grpSp>
          <p:nvGrpSpPr>
            <p:cNvPr id="59" name="Group 58" descr="Icon location">
              <a:extLst>
                <a:ext uri="{FF2B5EF4-FFF2-40B4-BE49-F238E27FC236}">
                  <a16:creationId xmlns:a16="http://schemas.microsoft.com/office/drawing/2014/main" id="{80E0C68D-C8C0-4640-A581-FF69BA50F10C}"/>
                </a:ext>
              </a:extLst>
            </p:cNvPr>
            <p:cNvGrpSpPr/>
            <p:nvPr/>
          </p:nvGrpSpPr>
          <p:grpSpPr>
            <a:xfrm>
              <a:off x="6240016" y="4529663"/>
              <a:ext cx="658800" cy="658800"/>
              <a:chOff x="584200" y="3560884"/>
              <a:chExt cx="659875" cy="659875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28E9E733-FCFE-D941-9900-36680F66CF91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D28E4E3D-49C8-9F45-8B25-ECED2E4C175B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76" name="Processing_E9F5" title="Icon of two interlocked gears">
              <a:extLst>
                <a:ext uri="{FF2B5EF4-FFF2-40B4-BE49-F238E27FC236}">
                  <a16:creationId xmlns:a16="http://schemas.microsoft.com/office/drawing/2014/main" id="{20C83552-131D-4C40-8064-4BEE4F153EB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386073" y="4695051"/>
              <a:ext cx="376376" cy="327799"/>
            </a:xfrm>
            <a:custGeom>
              <a:avLst/>
              <a:gdLst>
                <a:gd name="T0" fmla="*/ 924 w 3867"/>
                <a:gd name="T1" fmla="*/ 299 h 3367"/>
                <a:gd name="T2" fmla="*/ 1549 w 3867"/>
                <a:gd name="T3" fmla="*/ 924 h 3367"/>
                <a:gd name="T4" fmla="*/ 924 w 3867"/>
                <a:gd name="T5" fmla="*/ 1549 h 3367"/>
                <a:gd name="T6" fmla="*/ 299 w 3867"/>
                <a:gd name="T7" fmla="*/ 924 h 3367"/>
                <a:gd name="T8" fmla="*/ 924 w 3867"/>
                <a:gd name="T9" fmla="*/ 299 h 3367"/>
                <a:gd name="T10" fmla="*/ 1163 w 3867"/>
                <a:gd name="T11" fmla="*/ 347 h 3367"/>
                <a:gd name="T12" fmla="*/ 1307 w 3867"/>
                <a:gd name="T13" fmla="*/ 0 h 3367"/>
                <a:gd name="T14" fmla="*/ 1501 w 3867"/>
                <a:gd name="T15" fmla="*/ 685 h 3367"/>
                <a:gd name="T16" fmla="*/ 1848 w 3867"/>
                <a:gd name="T17" fmla="*/ 541 h 3367"/>
                <a:gd name="T18" fmla="*/ 1501 w 3867"/>
                <a:gd name="T19" fmla="*/ 1163 h 3367"/>
                <a:gd name="T20" fmla="*/ 1848 w 3867"/>
                <a:gd name="T21" fmla="*/ 1307 h 3367"/>
                <a:gd name="T22" fmla="*/ 1163 w 3867"/>
                <a:gd name="T23" fmla="*/ 1501 h 3367"/>
                <a:gd name="T24" fmla="*/ 1307 w 3867"/>
                <a:gd name="T25" fmla="*/ 1848 h 3367"/>
                <a:gd name="T26" fmla="*/ 685 w 3867"/>
                <a:gd name="T27" fmla="*/ 1501 h 3367"/>
                <a:gd name="T28" fmla="*/ 541 w 3867"/>
                <a:gd name="T29" fmla="*/ 1848 h 3367"/>
                <a:gd name="T30" fmla="*/ 347 w 3867"/>
                <a:gd name="T31" fmla="*/ 1163 h 3367"/>
                <a:gd name="T32" fmla="*/ 0 w 3867"/>
                <a:gd name="T33" fmla="*/ 1307 h 3367"/>
                <a:gd name="T34" fmla="*/ 0 w 3867"/>
                <a:gd name="T35" fmla="*/ 541 h 3367"/>
                <a:gd name="T36" fmla="*/ 347 w 3867"/>
                <a:gd name="T37" fmla="*/ 685 h 3367"/>
                <a:gd name="T38" fmla="*/ 685 w 3867"/>
                <a:gd name="T39" fmla="*/ 347 h 3367"/>
                <a:gd name="T40" fmla="*/ 541 w 3867"/>
                <a:gd name="T41" fmla="*/ 0 h 3367"/>
                <a:gd name="T42" fmla="*/ 2049 w 3867"/>
                <a:gd name="T43" fmla="*/ 2299 h 3367"/>
                <a:gd name="T44" fmla="*/ 2799 w 3867"/>
                <a:gd name="T45" fmla="*/ 3049 h 3367"/>
                <a:gd name="T46" fmla="*/ 3549 w 3867"/>
                <a:gd name="T47" fmla="*/ 2299 h 3367"/>
                <a:gd name="T48" fmla="*/ 2799 w 3867"/>
                <a:gd name="T49" fmla="*/ 1549 h 3367"/>
                <a:gd name="T50" fmla="*/ 2049 w 3867"/>
                <a:gd name="T51" fmla="*/ 2299 h 3367"/>
                <a:gd name="T52" fmla="*/ 2357 w 3867"/>
                <a:gd name="T53" fmla="*/ 1231 h 3367"/>
                <a:gd name="T54" fmla="*/ 2512 w 3867"/>
                <a:gd name="T55" fmla="*/ 1606 h 3367"/>
                <a:gd name="T56" fmla="*/ 2106 w 3867"/>
                <a:gd name="T57" fmla="*/ 2012 h 3367"/>
                <a:gd name="T58" fmla="*/ 1731 w 3867"/>
                <a:gd name="T59" fmla="*/ 1856 h 3367"/>
                <a:gd name="T60" fmla="*/ 2106 w 3867"/>
                <a:gd name="T61" fmla="*/ 2586 h 3367"/>
                <a:gd name="T62" fmla="*/ 1731 w 3867"/>
                <a:gd name="T63" fmla="*/ 2741 h 3367"/>
                <a:gd name="T64" fmla="*/ 2512 w 3867"/>
                <a:gd name="T65" fmla="*/ 2992 h 3367"/>
                <a:gd name="T66" fmla="*/ 2357 w 3867"/>
                <a:gd name="T67" fmla="*/ 3367 h 3367"/>
                <a:gd name="T68" fmla="*/ 3086 w 3867"/>
                <a:gd name="T69" fmla="*/ 2992 h 3367"/>
                <a:gd name="T70" fmla="*/ 3241 w 3867"/>
                <a:gd name="T71" fmla="*/ 3367 h 3367"/>
                <a:gd name="T72" fmla="*/ 3492 w 3867"/>
                <a:gd name="T73" fmla="*/ 2586 h 3367"/>
                <a:gd name="T74" fmla="*/ 3867 w 3867"/>
                <a:gd name="T75" fmla="*/ 2741 h 3367"/>
                <a:gd name="T76" fmla="*/ 3492 w 3867"/>
                <a:gd name="T77" fmla="*/ 2012 h 3367"/>
                <a:gd name="T78" fmla="*/ 3867 w 3867"/>
                <a:gd name="T79" fmla="*/ 1856 h 3367"/>
                <a:gd name="T80" fmla="*/ 3086 w 3867"/>
                <a:gd name="T81" fmla="*/ 1606 h 3367"/>
                <a:gd name="T82" fmla="*/ 3241 w 3867"/>
                <a:gd name="T83" fmla="*/ 1231 h 3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867" h="3367">
                  <a:moveTo>
                    <a:pt x="924" y="299"/>
                  </a:moveTo>
                  <a:cubicBezTo>
                    <a:pt x="1269" y="299"/>
                    <a:pt x="1549" y="579"/>
                    <a:pt x="1549" y="924"/>
                  </a:cubicBezTo>
                  <a:cubicBezTo>
                    <a:pt x="1549" y="1269"/>
                    <a:pt x="1269" y="1549"/>
                    <a:pt x="924" y="1549"/>
                  </a:cubicBezTo>
                  <a:cubicBezTo>
                    <a:pt x="579" y="1549"/>
                    <a:pt x="299" y="1269"/>
                    <a:pt x="299" y="924"/>
                  </a:cubicBezTo>
                  <a:cubicBezTo>
                    <a:pt x="299" y="579"/>
                    <a:pt x="579" y="299"/>
                    <a:pt x="924" y="299"/>
                  </a:cubicBezTo>
                  <a:close/>
                  <a:moveTo>
                    <a:pt x="1163" y="347"/>
                  </a:moveTo>
                  <a:cubicBezTo>
                    <a:pt x="1307" y="0"/>
                    <a:pt x="1307" y="0"/>
                    <a:pt x="1307" y="0"/>
                  </a:cubicBezTo>
                  <a:moveTo>
                    <a:pt x="1501" y="685"/>
                  </a:moveTo>
                  <a:cubicBezTo>
                    <a:pt x="1848" y="541"/>
                    <a:pt x="1848" y="541"/>
                    <a:pt x="1848" y="541"/>
                  </a:cubicBezTo>
                  <a:moveTo>
                    <a:pt x="1501" y="1163"/>
                  </a:moveTo>
                  <a:cubicBezTo>
                    <a:pt x="1848" y="1307"/>
                    <a:pt x="1848" y="1307"/>
                    <a:pt x="1848" y="1307"/>
                  </a:cubicBezTo>
                  <a:moveTo>
                    <a:pt x="1163" y="1501"/>
                  </a:moveTo>
                  <a:cubicBezTo>
                    <a:pt x="1307" y="1848"/>
                    <a:pt x="1307" y="1848"/>
                    <a:pt x="1307" y="1848"/>
                  </a:cubicBezTo>
                  <a:moveTo>
                    <a:pt x="685" y="1501"/>
                  </a:moveTo>
                  <a:cubicBezTo>
                    <a:pt x="541" y="1848"/>
                    <a:pt x="541" y="1848"/>
                    <a:pt x="541" y="1848"/>
                  </a:cubicBezTo>
                  <a:moveTo>
                    <a:pt x="347" y="1163"/>
                  </a:moveTo>
                  <a:cubicBezTo>
                    <a:pt x="0" y="1307"/>
                    <a:pt x="0" y="1307"/>
                    <a:pt x="0" y="1307"/>
                  </a:cubicBezTo>
                  <a:moveTo>
                    <a:pt x="0" y="541"/>
                  </a:moveTo>
                  <a:cubicBezTo>
                    <a:pt x="347" y="685"/>
                    <a:pt x="347" y="685"/>
                    <a:pt x="347" y="685"/>
                  </a:cubicBezTo>
                  <a:moveTo>
                    <a:pt x="685" y="347"/>
                  </a:moveTo>
                  <a:cubicBezTo>
                    <a:pt x="541" y="0"/>
                    <a:pt x="541" y="0"/>
                    <a:pt x="541" y="0"/>
                  </a:cubicBezTo>
                  <a:moveTo>
                    <a:pt x="2049" y="2299"/>
                  </a:moveTo>
                  <a:cubicBezTo>
                    <a:pt x="2049" y="2713"/>
                    <a:pt x="2385" y="3049"/>
                    <a:pt x="2799" y="3049"/>
                  </a:cubicBezTo>
                  <a:cubicBezTo>
                    <a:pt x="3213" y="3049"/>
                    <a:pt x="3549" y="2713"/>
                    <a:pt x="3549" y="2299"/>
                  </a:cubicBezTo>
                  <a:cubicBezTo>
                    <a:pt x="3549" y="1885"/>
                    <a:pt x="3213" y="1549"/>
                    <a:pt x="2799" y="1549"/>
                  </a:cubicBezTo>
                  <a:cubicBezTo>
                    <a:pt x="2385" y="1549"/>
                    <a:pt x="2049" y="1885"/>
                    <a:pt x="2049" y="2299"/>
                  </a:cubicBezTo>
                  <a:close/>
                  <a:moveTo>
                    <a:pt x="2357" y="1231"/>
                  </a:moveTo>
                  <a:cubicBezTo>
                    <a:pt x="2512" y="1606"/>
                    <a:pt x="2512" y="1606"/>
                    <a:pt x="2512" y="1606"/>
                  </a:cubicBezTo>
                  <a:moveTo>
                    <a:pt x="2106" y="2012"/>
                  </a:moveTo>
                  <a:cubicBezTo>
                    <a:pt x="1731" y="1856"/>
                    <a:pt x="1731" y="1856"/>
                    <a:pt x="1731" y="1856"/>
                  </a:cubicBezTo>
                  <a:moveTo>
                    <a:pt x="2106" y="2586"/>
                  </a:moveTo>
                  <a:cubicBezTo>
                    <a:pt x="1731" y="2741"/>
                    <a:pt x="1731" y="2741"/>
                    <a:pt x="1731" y="2741"/>
                  </a:cubicBezTo>
                  <a:moveTo>
                    <a:pt x="2512" y="2992"/>
                  </a:moveTo>
                  <a:cubicBezTo>
                    <a:pt x="2357" y="3367"/>
                    <a:pt x="2357" y="3367"/>
                    <a:pt x="2357" y="3367"/>
                  </a:cubicBezTo>
                  <a:moveTo>
                    <a:pt x="3086" y="2992"/>
                  </a:moveTo>
                  <a:cubicBezTo>
                    <a:pt x="3241" y="3367"/>
                    <a:pt x="3241" y="3367"/>
                    <a:pt x="3241" y="3367"/>
                  </a:cubicBezTo>
                  <a:moveTo>
                    <a:pt x="3492" y="2586"/>
                  </a:moveTo>
                  <a:cubicBezTo>
                    <a:pt x="3867" y="2741"/>
                    <a:pt x="3867" y="2741"/>
                    <a:pt x="3867" y="2741"/>
                  </a:cubicBezTo>
                  <a:moveTo>
                    <a:pt x="3492" y="2012"/>
                  </a:moveTo>
                  <a:cubicBezTo>
                    <a:pt x="3867" y="1856"/>
                    <a:pt x="3867" y="1856"/>
                    <a:pt x="3867" y="1856"/>
                  </a:cubicBezTo>
                  <a:moveTo>
                    <a:pt x="3086" y="1606"/>
                  </a:moveTo>
                  <a:cubicBezTo>
                    <a:pt x="3241" y="1231"/>
                    <a:pt x="3241" y="1231"/>
                    <a:pt x="3241" y="1231"/>
                  </a:cubicBez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3" name="Text Placeholder 3">
            <a:extLst>
              <a:ext uri="{FF2B5EF4-FFF2-40B4-BE49-F238E27FC236}">
                <a16:creationId xmlns:a16="http://schemas.microsoft.com/office/drawing/2014/main" id="{77D789C4-0C47-D44D-8074-4E375663185F}"/>
              </a:ext>
            </a:extLst>
          </p:cNvPr>
          <p:cNvSpPr txBox="1">
            <a:spLocks/>
          </p:cNvSpPr>
          <p:nvPr/>
        </p:nvSpPr>
        <p:spPr>
          <a:xfrm>
            <a:off x="7017024" y="4437063"/>
            <a:ext cx="1761851" cy="900112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231775" marR="0" indent="-2317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Descriptive text in sentence form with some details, </a:t>
            </a:r>
            <a:r>
              <a:rPr lang="en-US" sz="1000" b="1" dirty="0">
                <a:solidFill>
                  <a:schemeClr val="accent1"/>
                </a:solidFill>
              </a:rPr>
              <a:t>highlighted text </a:t>
            </a:r>
            <a:r>
              <a:rPr lang="en-US" sz="1000" dirty="0"/>
              <a:t>or callouts.</a:t>
            </a:r>
          </a:p>
        </p:txBody>
      </p:sp>
      <p:grpSp>
        <p:nvGrpSpPr>
          <p:cNvPr id="63" name="Group 62" descr="Icon location">
            <a:extLst>
              <a:ext uri="{FF2B5EF4-FFF2-40B4-BE49-F238E27FC236}">
                <a16:creationId xmlns:a16="http://schemas.microsoft.com/office/drawing/2014/main" id="{B8832EFB-16B1-8E48-B05C-5DC64F8FBBAC}"/>
              </a:ext>
            </a:extLst>
          </p:cNvPr>
          <p:cNvGrpSpPr/>
          <p:nvPr/>
        </p:nvGrpSpPr>
        <p:grpSpPr>
          <a:xfrm>
            <a:off x="9068941" y="4529663"/>
            <a:ext cx="658800" cy="658800"/>
            <a:chOff x="10013950" y="3560884"/>
            <a:chExt cx="659875" cy="659875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B3F4ACF-75D7-0E40-B2F5-33891F9CF75F}"/>
                </a:ext>
              </a:extLst>
            </p:cNvPr>
            <p:cNvGrpSpPr/>
            <p:nvPr/>
          </p:nvGrpSpPr>
          <p:grpSpPr>
            <a:xfrm>
              <a:off x="10013950" y="3560884"/>
              <a:ext cx="659875" cy="659875"/>
              <a:chOff x="584200" y="3560884"/>
              <a:chExt cx="659875" cy="659875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8694164A-0490-384A-A5D3-EC78C1A50B98}"/>
                  </a:ext>
                </a:extLst>
              </p:cNvPr>
              <p:cNvSpPr/>
              <p:nvPr/>
            </p:nvSpPr>
            <p:spPr bwMode="auto">
              <a:xfrm>
                <a:off x="584200" y="3560884"/>
                <a:ext cx="659875" cy="659875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6AFBA81-4BBB-B94C-8C3F-5F8D985BBD28}"/>
                  </a:ext>
                </a:extLst>
              </p:cNvPr>
              <p:cNvSpPr/>
              <p:nvPr/>
            </p:nvSpPr>
            <p:spPr bwMode="auto">
              <a:xfrm>
                <a:off x="624585" y="3601269"/>
                <a:ext cx="579104" cy="579104"/>
              </a:xfrm>
              <a:prstGeom prst="ellipse">
                <a:avLst/>
              </a:prstGeom>
              <a:solidFill>
                <a:schemeClr val="tx2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65" name="globe_4" title="Icon of the earth">
              <a:extLst>
                <a:ext uri="{FF2B5EF4-FFF2-40B4-BE49-F238E27FC236}">
                  <a16:creationId xmlns:a16="http://schemas.microsoft.com/office/drawing/2014/main" id="{ED44DE07-7D6B-E545-A493-30CE33EEF88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0159303" y="3710048"/>
              <a:ext cx="361225" cy="365760"/>
            </a:xfrm>
            <a:custGeom>
              <a:avLst/>
              <a:gdLst>
                <a:gd name="T0" fmla="*/ 0 w 332"/>
                <a:gd name="T1" fmla="*/ 167 h 333"/>
                <a:gd name="T2" fmla="*/ 36 w 332"/>
                <a:gd name="T3" fmla="*/ 63 h 333"/>
                <a:gd name="T4" fmla="*/ 166 w 332"/>
                <a:gd name="T5" fmla="*/ 0 h 333"/>
                <a:gd name="T6" fmla="*/ 332 w 332"/>
                <a:gd name="T7" fmla="*/ 167 h 333"/>
                <a:gd name="T8" fmla="*/ 166 w 332"/>
                <a:gd name="T9" fmla="*/ 333 h 333"/>
                <a:gd name="T10" fmla="*/ 0 w 332"/>
                <a:gd name="T11" fmla="*/ 167 h 333"/>
                <a:gd name="T12" fmla="*/ 89 w 332"/>
                <a:gd name="T13" fmla="*/ 314 h 333"/>
                <a:gd name="T14" fmla="*/ 102 w 332"/>
                <a:gd name="T15" fmla="*/ 299 h 333"/>
                <a:gd name="T16" fmla="*/ 98 w 332"/>
                <a:gd name="T17" fmla="*/ 272 h 333"/>
                <a:gd name="T18" fmla="*/ 72 w 332"/>
                <a:gd name="T19" fmla="*/ 255 h 333"/>
                <a:gd name="T20" fmla="*/ 38 w 332"/>
                <a:gd name="T21" fmla="*/ 255 h 333"/>
                <a:gd name="T22" fmla="*/ 21 w 332"/>
                <a:gd name="T23" fmla="*/ 217 h 333"/>
                <a:gd name="T24" fmla="*/ 38 w 332"/>
                <a:gd name="T25" fmla="*/ 168 h 333"/>
                <a:gd name="T26" fmla="*/ 58 w 332"/>
                <a:gd name="T27" fmla="*/ 167 h 333"/>
                <a:gd name="T28" fmla="*/ 80 w 332"/>
                <a:gd name="T29" fmla="*/ 193 h 333"/>
                <a:gd name="T30" fmla="*/ 102 w 332"/>
                <a:gd name="T31" fmla="*/ 182 h 333"/>
                <a:gd name="T32" fmla="*/ 93 w 332"/>
                <a:gd name="T33" fmla="*/ 156 h 333"/>
                <a:gd name="T34" fmla="*/ 101 w 332"/>
                <a:gd name="T35" fmla="*/ 124 h 333"/>
                <a:gd name="T36" fmla="*/ 145 w 332"/>
                <a:gd name="T37" fmla="*/ 80 h 333"/>
                <a:gd name="T38" fmla="*/ 119 w 332"/>
                <a:gd name="T39" fmla="*/ 47 h 333"/>
                <a:gd name="T40" fmla="*/ 101 w 332"/>
                <a:gd name="T41" fmla="*/ 68 h 333"/>
                <a:gd name="T42" fmla="*/ 32 w 332"/>
                <a:gd name="T43" fmla="*/ 68 h 333"/>
                <a:gd name="T44" fmla="*/ 251 w 332"/>
                <a:gd name="T45" fmla="*/ 24 h 333"/>
                <a:gd name="T46" fmla="*/ 187 w 332"/>
                <a:gd name="T47" fmla="*/ 56 h 333"/>
                <a:gd name="T48" fmla="*/ 201 w 332"/>
                <a:gd name="T49" fmla="*/ 92 h 333"/>
                <a:gd name="T50" fmla="*/ 235 w 332"/>
                <a:gd name="T51" fmla="*/ 92 h 333"/>
                <a:gd name="T52" fmla="*/ 219 w 332"/>
                <a:gd name="T53" fmla="*/ 115 h 333"/>
                <a:gd name="T54" fmla="*/ 187 w 332"/>
                <a:gd name="T55" fmla="*/ 130 h 333"/>
                <a:gd name="T56" fmla="*/ 161 w 332"/>
                <a:gd name="T57" fmla="*/ 168 h 333"/>
                <a:gd name="T58" fmla="*/ 169 w 332"/>
                <a:gd name="T59" fmla="*/ 204 h 333"/>
                <a:gd name="T60" fmla="*/ 206 w 332"/>
                <a:gd name="T61" fmla="*/ 225 h 333"/>
                <a:gd name="T62" fmla="*/ 218 w 332"/>
                <a:gd name="T63" fmla="*/ 212 h 333"/>
                <a:gd name="T64" fmla="*/ 229 w 332"/>
                <a:gd name="T65" fmla="*/ 244 h 333"/>
                <a:gd name="T66" fmla="*/ 217 w 332"/>
                <a:gd name="T67" fmla="*/ 289 h 333"/>
                <a:gd name="T68" fmla="*/ 245 w 332"/>
                <a:gd name="T69" fmla="*/ 276 h 333"/>
                <a:gd name="T70" fmla="*/ 259 w 332"/>
                <a:gd name="T71" fmla="*/ 256 h 333"/>
                <a:gd name="T72" fmla="*/ 259 w 332"/>
                <a:gd name="T73" fmla="*/ 168 h 333"/>
                <a:gd name="T74" fmla="*/ 239 w 332"/>
                <a:gd name="T75" fmla="*/ 137 h 333"/>
                <a:gd name="T76" fmla="*/ 259 w 332"/>
                <a:gd name="T77" fmla="*/ 124 h 333"/>
                <a:gd name="T78" fmla="*/ 284 w 332"/>
                <a:gd name="T79" fmla="*/ 137 h 333"/>
                <a:gd name="T80" fmla="*/ 306 w 332"/>
                <a:gd name="T81" fmla="*/ 170 h 333"/>
                <a:gd name="T82" fmla="*/ 306 w 332"/>
                <a:gd name="T83" fmla="*/ 186 h 333"/>
                <a:gd name="T84" fmla="*/ 332 w 332"/>
                <a:gd name="T85" fmla="*/ 181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2" h="333">
                  <a:moveTo>
                    <a:pt x="0" y="167"/>
                  </a:moveTo>
                  <a:cubicBezTo>
                    <a:pt x="0" y="128"/>
                    <a:pt x="13" y="92"/>
                    <a:pt x="36" y="63"/>
                  </a:cubicBezTo>
                  <a:cubicBezTo>
                    <a:pt x="66" y="25"/>
                    <a:pt x="113" y="0"/>
                    <a:pt x="166" y="0"/>
                  </a:cubicBezTo>
                  <a:cubicBezTo>
                    <a:pt x="258" y="0"/>
                    <a:pt x="332" y="75"/>
                    <a:pt x="332" y="167"/>
                  </a:cubicBezTo>
                  <a:cubicBezTo>
                    <a:pt x="332" y="258"/>
                    <a:pt x="258" y="333"/>
                    <a:pt x="166" y="333"/>
                  </a:cubicBezTo>
                  <a:cubicBezTo>
                    <a:pt x="74" y="333"/>
                    <a:pt x="0" y="258"/>
                    <a:pt x="0" y="167"/>
                  </a:cubicBezTo>
                  <a:close/>
                  <a:moveTo>
                    <a:pt x="89" y="314"/>
                  </a:moveTo>
                  <a:cubicBezTo>
                    <a:pt x="102" y="299"/>
                    <a:pt x="102" y="299"/>
                    <a:pt x="102" y="299"/>
                  </a:cubicBezTo>
                  <a:cubicBezTo>
                    <a:pt x="98" y="272"/>
                    <a:pt x="98" y="272"/>
                    <a:pt x="98" y="272"/>
                  </a:cubicBezTo>
                  <a:cubicBezTo>
                    <a:pt x="72" y="255"/>
                    <a:pt x="72" y="255"/>
                    <a:pt x="72" y="255"/>
                  </a:cubicBezTo>
                  <a:cubicBezTo>
                    <a:pt x="38" y="255"/>
                    <a:pt x="38" y="255"/>
                    <a:pt x="38" y="255"/>
                  </a:cubicBezTo>
                  <a:cubicBezTo>
                    <a:pt x="21" y="217"/>
                    <a:pt x="21" y="217"/>
                    <a:pt x="21" y="217"/>
                  </a:cubicBezTo>
                  <a:cubicBezTo>
                    <a:pt x="38" y="168"/>
                    <a:pt x="38" y="168"/>
                    <a:pt x="38" y="168"/>
                  </a:cubicBezTo>
                  <a:cubicBezTo>
                    <a:pt x="58" y="167"/>
                    <a:pt x="58" y="167"/>
                    <a:pt x="58" y="167"/>
                  </a:cubicBezTo>
                  <a:cubicBezTo>
                    <a:pt x="80" y="193"/>
                    <a:pt x="80" y="193"/>
                    <a:pt x="80" y="193"/>
                  </a:cubicBezTo>
                  <a:cubicBezTo>
                    <a:pt x="102" y="182"/>
                    <a:pt x="102" y="182"/>
                    <a:pt x="102" y="182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101" y="124"/>
                    <a:pt x="101" y="124"/>
                    <a:pt x="101" y="124"/>
                  </a:cubicBezTo>
                  <a:cubicBezTo>
                    <a:pt x="145" y="80"/>
                    <a:pt x="145" y="80"/>
                    <a:pt x="145" y="8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01" y="68"/>
                    <a:pt x="101" y="68"/>
                    <a:pt x="101" y="68"/>
                  </a:cubicBezTo>
                  <a:cubicBezTo>
                    <a:pt x="32" y="68"/>
                    <a:pt x="32" y="68"/>
                    <a:pt x="32" y="68"/>
                  </a:cubicBezTo>
                  <a:moveTo>
                    <a:pt x="251" y="24"/>
                  </a:moveTo>
                  <a:cubicBezTo>
                    <a:pt x="187" y="56"/>
                    <a:pt x="187" y="56"/>
                    <a:pt x="187" y="56"/>
                  </a:cubicBezTo>
                  <a:cubicBezTo>
                    <a:pt x="201" y="92"/>
                    <a:pt x="201" y="92"/>
                    <a:pt x="201" y="92"/>
                  </a:cubicBezTo>
                  <a:cubicBezTo>
                    <a:pt x="235" y="92"/>
                    <a:pt x="235" y="92"/>
                    <a:pt x="235" y="92"/>
                  </a:cubicBezTo>
                  <a:cubicBezTo>
                    <a:pt x="219" y="115"/>
                    <a:pt x="219" y="115"/>
                    <a:pt x="219" y="115"/>
                  </a:cubicBezTo>
                  <a:cubicBezTo>
                    <a:pt x="187" y="130"/>
                    <a:pt x="187" y="130"/>
                    <a:pt x="187" y="130"/>
                  </a:cubicBezTo>
                  <a:cubicBezTo>
                    <a:pt x="161" y="168"/>
                    <a:pt x="161" y="168"/>
                    <a:pt x="161" y="168"/>
                  </a:cubicBezTo>
                  <a:cubicBezTo>
                    <a:pt x="169" y="204"/>
                    <a:pt x="169" y="204"/>
                    <a:pt x="169" y="204"/>
                  </a:cubicBezTo>
                  <a:cubicBezTo>
                    <a:pt x="206" y="225"/>
                    <a:pt x="206" y="225"/>
                    <a:pt x="206" y="225"/>
                  </a:cubicBezTo>
                  <a:cubicBezTo>
                    <a:pt x="218" y="212"/>
                    <a:pt x="218" y="212"/>
                    <a:pt x="218" y="212"/>
                  </a:cubicBezTo>
                  <a:cubicBezTo>
                    <a:pt x="229" y="244"/>
                    <a:pt x="229" y="244"/>
                    <a:pt x="229" y="244"/>
                  </a:cubicBezTo>
                  <a:cubicBezTo>
                    <a:pt x="217" y="289"/>
                    <a:pt x="217" y="289"/>
                    <a:pt x="217" y="289"/>
                  </a:cubicBezTo>
                  <a:cubicBezTo>
                    <a:pt x="245" y="276"/>
                    <a:pt x="245" y="276"/>
                    <a:pt x="245" y="276"/>
                  </a:cubicBezTo>
                  <a:cubicBezTo>
                    <a:pt x="259" y="256"/>
                    <a:pt x="259" y="256"/>
                    <a:pt x="259" y="256"/>
                  </a:cubicBezTo>
                  <a:cubicBezTo>
                    <a:pt x="259" y="168"/>
                    <a:pt x="259" y="168"/>
                    <a:pt x="259" y="168"/>
                  </a:cubicBezTo>
                  <a:cubicBezTo>
                    <a:pt x="239" y="137"/>
                    <a:pt x="239" y="137"/>
                    <a:pt x="239" y="137"/>
                  </a:cubicBezTo>
                  <a:cubicBezTo>
                    <a:pt x="259" y="124"/>
                    <a:pt x="259" y="124"/>
                    <a:pt x="259" y="124"/>
                  </a:cubicBezTo>
                  <a:cubicBezTo>
                    <a:pt x="284" y="137"/>
                    <a:pt x="284" y="137"/>
                    <a:pt x="284" y="137"/>
                  </a:cubicBezTo>
                  <a:cubicBezTo>
                    <a:pt x="306" y="170"/>
                    <a:pt x="306" y="170"/>
                    <a:pt x="306" y="170"/>
                  </a:cubicBezTo>
                  <a:cubicBezTo>
                    <a:pt x="306" y="186"/>
                    <a:pt x="306" y="186"/>
                    <a:pt x="306" y="186"/>
                  </a:cubicBezTo>
                  <a:cubicBezTo>
                    <a:pt x="332" y="181"/>
                    <a:pt x="332" y="181"/>
                    <a:pt x="332" y="181"/>
                  </a:cubicBez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</a:endParaRPr>
            </a:p>
          </p:txBody>
        </p:sp>
      </p:grpSp>
      <p:sp>
        <p:nvSpPr>
          <p:cNvPr id="74" name="Text Placeholder 3">
            <a:extLst>
              <a:ext uri="{FF2B5EF4-FFF2-40B4-BE49-F238E27FC236}">
                <a16:creationId xmlns:a16="http://schemas.microsoft.com/office/drawing/2014/main" id="{1E2194A5-2392-E549-B4DA-1890E6960DF0}"/>
              </a:ext>
            </a:extLst>
          </p:cNvPr>
          <p:cNvSpPr txBox="1">
            <a:spLocks/>
          </p:cNvSpPr>
          <p:nvPr/>
        </p:nvSpPr>
        <p:spPr>
          <a:xfrm>
            <a:off x="9840416" y="4437063"/>
            <a:ext cx="1761851" cy="900112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231775" marR="0" indent="-2317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Descriptive text in sentence form with some details, </a:t>
            </a:r>
            <a:r>
              <a:rPr lang="en-US" sz="1000" b="1" dirty="0">
                <a:solidFill>
                  <a:schemeClr val="accent1"/>
                </a:solidFill>
              </a:rPr>
              <a:t>highlighted text </a:t>
            </a:r>
            <a:r>
              <a:rPr lang="en-US" sz="1000" dirty="0"/>
              <a:t>or callouts.</a:t>
            </a:r>
          </a:p>
        </p:txBody>
      </p:sp>
    </p:spTree>
    <p:extLst>
      <p:ext uri="{BB962C8B-B14F-4D97-AF65-F5344CB8AC3E}">
        <p14:creationId xmlns:p14="http://schemas.microsoft.com/office/powerpoint/2010/main" val="642094546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86735-707E-C64D-A5F2-27814325A5E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4200" y="457200"/>
            <a:ext cx="4416425" cy="553998"/>
          </a:xfrm>
        </p:spPr>
        <p:txBody>
          <a:bodyPr/>
          <a:lstStyle/>
          <a:p>
            <a:r>
              <a:rPr lang="en-US" dirty="0"/>
              <a:t>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E4ACB-C154-F64C-B4D3-B1F8A97695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</p:txBody>
      </p:sp>
      <p:pic>
        <p:nvPicPr>
          <p:cNvPr id="6" name="Picture Placeholder 5" descr="Female employee working on a laptop while sitting on a bench in a brick wall lined room. There is an out-of-focus male employee on his phone in the background.">
            <a:extLst>
              <a:ext uri="{FF2B5EF4-FFF2-40B4-BE49-F238E27FC236}">
                <a16:creationId xmlns:a16="http://schemas.microsoft.com/office/drawing/2014/main" id="{AE4849CF-3F32-F24B-AD4D-CACF1222928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6505" r="16505"/>
          <a:stretch/>
        </p:blipFill>
        <p:spPr>
          <a:xfrm>
            <a:off x="5299075" y="0"/>
            <a:ext cx="6892925" cy="6858000"/>
          </a:xfrm>
        </p:spPr>
      </p:pic>
    </p:spTree>
    <p:extLst>
      <p:ext uri="{BB962C8B-B14F-4D97-AF65-F5344CB8AC3E}">
        <p14:creationId xmlns:p14="http://schemas.microsoft.com/office/powerpoint/2010/main" val="32745860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86735-707E-C64D-A5F2-27814325A5E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4200" y="457200"/>
            <a:ext cx="4416425" cy="553998"/>
          </a:xfrm>
        </p:spPr>
        <p:txBody>
          <a:bodyPr/>
          <a:lstStyle/>
          <a:p>
            <a:r>
              <a:rPr lang="en-US" dirty="0"/>
              <a:t>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E4ACB-C154-F64C-B4D3-B1F8A97695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</p:txBody>
      </p:sp>
      <p:pic>
        <p:nvPicPr>
          <p:cNvPr id="6" name="Picture Placeholder 5" descr="Female employee laughing and covering her mouth.">
            <a:extLst>
              <a:ext uri="{FF2B5EF4-FFF2-40B4-BE49-F238E27FC236}">
                <a16:creationId xmlns:a16="http://schemas.microsoft.com/office/drawing/2014/main" id="{AE4849CF-3F32-F24B-AD4D-CACF1222928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19654" r="13356"/>
          <a:stretch/>
        </p:blipFill>
        <p:spPr>
          <a:xfrm>
            <a:off x="5299075" y="0"/>
            <a:ext cx="6892925" cy="6858000"/>
          </a:xfrm>
        </p:spPr>
      </p:pic>
    </p:spTree>
    <p:extLst>
      <p:ext uri="{BB962C8B-B14F-4D97-AF65-F5344CB8AC3E}">
        <p14:creationId xmlns:p14="http://schemas.microsoft.com/office/powerpoint/2010/main" val="325008366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73DE-B1F4-7748-9CAD-65E5C120B0F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92963" y="457200"/>
            <a:ext cx="4416425" cy="553998"/>
          </a:xfrm>
        </p:spPr>
        <p:txBody>
          <a:bodyPr/>
          <a:lstStyle/>
          <a:p>
            <a:r>
              <a:rPr lang="en-US" dirty="0"/>
              <a:t>Header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8822F0-0B23-8240-A102-450B85C0F8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2963" y="1436688"/>
            <a:ext cx="4416425" cy="2154436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pic>
        <p:nvPicPr>
          <p:cNvPr id="6" name="Picture Placeholder 5" descr="Male artist with a paint brush and electronic tablet, leaning over and painting an abstract image on paper mounted to a wall.">
            <a:extLst>
              <a:ext uri="{FF2B5EF4-FFF2-40B4-BE49-F238E27FC236}">
                <a16:creationId xmlns:a16="http://schemas.microsoft.com/office/drawing/2014/main" id="{AE4849CF-3F32-F24B-AD4D-CACF1222928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4259" r="28751"/>
          <a:stretch/>
        </p:blipFill>
        <p:spPr>
          <a:xfrm>
            <a:off x="0" y="0"/>
            <a:ext cx="6892925" cy="6858000"/>
          </a:xfrm>
        </p:spPr>
      </p:pic>
    </p:spTree>
    <p:extLst>
      <p:ext uri="{BB962C8B-B14F-4D97-AF65-F5344CB8AC3E}">
        <p14:creationId xmlns:p14="http://schemas.microsoft.com/office/powerpoint/2010/main" val="2647563434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8F19A02-EE4E-5A18-498B-81B9D9FC19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172435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2132162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 </a:t>
            </a:r>
            <a:r>
              <a:t>—</a:t>
            </a:r>
            <a:r>
              <a:rPr lang="en-US"/>
              <a:t> Basic Block</a:t>
            </a:r>
            <a:r>
              <a:t> List</a:t>
            </a:r>
          </a:p>
        </p:txBody>
      </p:sp>
      <p:graphicFrame>
        <p:nvGraphicFramePr>
          <p:cNvPr id="3" name="BASIC_BLOCK_LIST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976676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 </a:t>
            </a:r>
            <a:r>
              <a:t>— </a:t>
            </a:r>
            <a:r>
              <a:rPr lang="en-US"/>
              <a:t>Alternating Hexagons</a:t>
            </a:r>
            <a:endParaRPr/>
          </a:p>
        </p:txBody>
      </p:sp>
      <p:graphicFrame>
        <p:nvGraphicFramePr>
          <p:cNvPr id="3" name="ALTERNATING_HEXAGONS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068513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 </a:t>
            </a:r>
            <a:r>
              <a:t>— </a:t>
            </a:r>
            <a:r>
              <a:rPr lang="en-US"/>
              <a:t>Picture Caption List</a:t>
            </a:r>
            <a:endParaRPr/>
          </a:p>
        </p:txBody>
      </p:sp>
      <p:graphicFrame>
        <p:nvGraphicFramePr>
          <p:cNvPr id="3" name="PICTURE_CAPTION_LIST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114149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 </a:t>
            </a:r>
            <a:r>
              <a:t>— </a:t>
            </a:r>
            <a:r>
              <a:rPr lang="en-US"/>
              <a:t>Lined List</a:t>
            </a:r>
            <a:endParaRPr/>
          </a:p>
        </p:txBody>
      </p:sp>
      <p:graphicFrame>
        <p:nvGraphicFramePr>
          <p:cNvPr id="3" name="LINED_LIST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813673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 </a:t>
            </a:r>
            <a:r>
              <a:t>— </a:t>
            </a:r>
            <a:r>
              <a:rPr lang="en-US"/>
              <a:t>Vertical Bullet List</a:t>
            </a:r>
            <a:endParaRPr/>
          </a:p>
        </p:txBody>
      </p:sp>
      <p:graphicFrame>
        <p:nvGraphicFramePr>
          <p:cNvPr id="3" name="VERTICAL_BULLET_LIST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355972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 </a:t>
            </a:r>
            <a:r>
              <a:t>— </a:t>
            </a:r>
            <a:r>
              <a:rPr lang="en-US"/>
              <a:t>Vertical Box List</a:t>
            </a:r>
            <a:endParaRPr/>
          </a:p>
        </p:txBody>
      </p:sp>
      <p:graphicFrame>
        <p:nvGraphicFramePr>
          <p:cNvPr id="3" name="VERTICAL_BOX_LIST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169255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 </a:t>
            </a:r>
            <a:r>
              <a:t>— </a:t>
            </a:r>
            <a:r>
              <a:rPr lang="en-US"/>
              <a:t>Vertical Bracket List</a:t>
            </a:r>
            <a:endParaRPr/>
          </a:p>
        </p:txBody>
      </p:sp>
      <p:graphicFrame>
        <p:nvGraphicFramePr>
          <p:cNvPr id="3" name="VERTICAL_BRACKET_LIST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396790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 </a:t>
            </a:r>
            <a:r>
              <a:t>— </a:t>
            </a:r>
            <a:r>
              <a:rPr lang="en-US"/>
              <a:t>Varying Width List</a:t>
            </a:r>
            <a:endParaRPr/>
          </a:p>
        </p:txBody>
      </p:sp>
      <p:graphicFrame>
        <p:nvGraphicFramePr>
          <p:cNvPr id="3" name="VARYING_WIDTH_LIST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707800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Tab List</a:t>
            </a:r>
          </a:p>
        </p:txBody>
      </p:sp>
      <p:graphicFrame>
        <p:nvGraphicFramePr>
          <p:cNvPr id="3" name="TAB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Horizontal Bullet List</a:t>
            </a:r>
          </a:p>
        </p:txBody>
      </p:sp>
      <p:graphicFrame>
        <p:nvGraphicFramePr>
          <p:cNvPr id="3" name="HORIZONTAL_BULLET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Square Accent List</a:t>
            </a:r>
          </a:p>
        </p:txBody>
      </p:sp>
      <p:graphicFrame>
        <p:nvGraphicFramePr>
          <p:cNvPr id="3" name="SQUARE_ACCENT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Picture Accent List</a:t>
            </a:r>
          </a:p>
        </p:txBody>
      </p:sp>
      <p:graphicFrame>
        <p:nvGraphicFramePr>
          <p:cNvPr id="3" name="PICTURE_ACCENT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Bending Picture Accent List</a:t>
            </a:r>
          </a:p>
        </p:txBody>
      </p:sp>
      <p:graphicFrame>
        <p:nvGraphicFramePr>
          <p:cNvPr id="3" name="BENDING_PICTURE_ACCENT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Stacked List</a:t>
            </a:r>
          </a:p>
        </p:txBody>
      </p:sp>
      <p:graphicFrame>
        <p:nvGraphicFramePr>
          <p:cNvPr id="3" name="STACKED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Increasing Circle Process</a:t>
            </a:r>
          </a:p>
        </p:txBody>
      </p:sp>
      <p:graphicFrame>
        <p:nvGraphicFramePr>
          <p:cNvPr id="3" name="INCREASING_CIRCLE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Pie Process</a:t>
            </a:r>
          </a:p>
        </p:txBody>
      </p:sp>
      <p:graphicFrame>
        <p:nvGraphicFramePr>
          <p:cNvPr id="3" name="PIE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Detailed Process</a:t>
            </a:r>
          </a:p>
        </p:txBody>
      </p:sp>
      <p:graphicFrame>
        <p:nvGraphicFramePr>
          <p:cNvPr id="3" name="DETAILED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Grouped List</a:t>
            </a:r>
          </a:p>
        </p:txBody>
      </p:sp>
      <p:graphicFrame>
        <p:nvGraphicFramePr>
          <p:cNvPr id="3" name="GROUPED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Horizontal Picture List</a:t>
            </a:r>
          </a:p>
        </p:txBody>
      </p:sp>
      <p:graphicFrame>
        <p:nvGraphicFramePr>
          <p:cNvPr id="3" name="HORIZONTAL_PICTURE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Continuous Picture List</a:t>
            </a:r>
          </a:p>
        </p:txBody>
      </p:sp>
      <p:graphicFrame>
        <p:nvGraphicFramePr>
          <p:cNvPr id="3" name="CONTINUOUS_PICTURE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Picture Strips</a:t>
            </a:r>
          </a:p>
        </p:txBody>
      </p:sp>
      <p:graphicFrame>
        <p:nvGraphicFramePr>
          <p:cNvPr id="3" name="PICTURE_STRIP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Vertical Picture List</a:t>
            </a:r>
          </a:p>
        </p:txBody>
      </p:sp>
      <p:graphicFrame>
        <p:nvGraphicFramePr>
          <p:cNvPr id="3" name="VERTICAL_PICTURE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Alternating Picture Blocks</a:t>
            </a:r>
          </a:p>
        </p:txBody>
      </p:sp>
      <p:graphicFrame>
        <p:nvGraphicFramePr>
          <p:cNvPr id="3" name="ALTERNATING_PICTURE_BLOCK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Vertical Picture Accent List</a:t>
            </a:r>
          </a:p>
        </p:txBody>
      </p:sp>
      <p:graphicFrame>
        <p:nvGraphicFramePr>
          <p:cNvPr id="3" name="VERTICAL_PICTURE_ACCENT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Titled Picture Accent List</a:t>
            </a:r>
          </a:p>
        </p:txBody>
      </p:sp>
      <p:graphicFrame>
        <p:nvGraphicFramePr>
          <p:cNvPr id="3" name="TITLED_PICTURE_ACCENT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Vertical Block List</a:t>
            </a:r>
          </a:p>
        </p:txBody>
      </p:sp>
      <p:graphicFrame>
        <p:nvGraphicFramePr>
          <p:cNvPr id="3" name="VERTICAL_BLOCK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Vertical Chevron List</a:t>
            </a:r>
          </a:p>
        </p:txBody>
      </p:sp>
      <p:graphicFrame>
        <p:nvGraphicFramePr>
          <p:cNvPr id="3" name="VERTICAL_CHEVRON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Vertical Accent List</a:t>
            </a:r>
          </a:p>
        </p:txBody>
      </p:sp>
      <p:graphicFrame>
        <p:nvGraphicFramePr>
          <p:cNvPr id="3" name="VERTICAL_ACCENT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Vertical Arrow List</a:t>
            </a:r>
          </a:p>
        </p:txBody>
      </p:sp>
      <p:graphicFrame>
        <p:nvGraphicFramePr>
          <p:cNvPr id="3" name="VERTICAL_ARROW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Trapezoid List</a:t>
            </a:r>
          </a:p>
        </p:txBody>
      </p:sp>
      <p:graphicFrame>
        <p:nvGraphicFramePr>
          <p:cNvPr id="3" name="TRAPEZOID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Descending Block List</a:t>
            </a:r>
          </a:p>
        </p:txBody>
      </p:sp>
      <p:graphicFrame>
        <p:nvGraphicFramePr>
          <p:cNvPr id="3" name="DESCENDING_BLOCK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Table List</a:t>
            </a:r>
          </a:p>
        </p:txBody>
      </p:sp>
      <p:graphicFrame>
        <p:nvGraphicFramePr>
          <p:cNvPr id="3" name="TABLE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Segmented Process</a:t>
            </a:r>
          </a:p>
        </p:txBody>
      </p:sp>
      <p:graphicFrame>
        <p:nvGraphicFramePr>
          <p:cNvPr id="3" name="SEGMENTED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Vertical Curved List</a:t>
            </a:r>
          </a:p>
        </p:txBody>
      </p:sp>
      <p:graphicFrame>
        <p:nvGraphicFramePr>
          <p:cNvPr id="3" name="VERTICAL_CURVED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Pyramid List</a:t>
            </a:r>
          </a:p>
        </p:txBody>
      </p:sp>
      <p:graphicFrame>
        <p:nvGraphicFramePr>
          <p:cNvPr id="3" name="PYRAMID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Target List</a:t>
            </a:r>
          </a:p>
        </p:txBody>
      </p:sp>
      <p:graphicFrame>
        <p:nvGraphicFramePr>
          <p:cNvPr id="3" name="TARGET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Hierarchy List</a:t>
            </a:r>
          </a:p>
        </p:txBody>
      </p:sp>
      <p:graphicFrame>
        <p:nvGraphicFramePr>
          <p:cNvPr id="3" name="HIERARCHY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Vertical Circle List</a:t>
            </a:r>
          </a:p>
        </p:txBody>
      </p:sp>
      <p:graphicFrame>
        <p:nvGraphicFramePr>
          <p:cNvPr id="3" name="VERTICAL_CIRCLE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Table Hierarchy</a:t>
            </a:r>
          </a:p>
        </p:txBody>
      </p:sp>
      <p:graphicFrame>
        <p:nvGraphicFramePr>
          <p:cNvPr id="3" name="TABLE_HIERARCHY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— Architecture Layout</a:t>
            </a:r>
          </a:p>
        </p:txBody>
      </p:sp>
      <p:graphicFrame>
        <p:nvGraphicFramePr>
          <p:cNvPr id="3" name="ARCHITECTURE_LAYOU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Basic Process</a:t>
            </a:r>
          </a:p>
        </p:txBody>
      </p:sp>
      <p:graphicFrame>
        <p:nvGraphicFramePr>
          <p:cNvPr id="3" name="BASIC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Step Up Process</a:t>
            </a:r>
          </a:p>
        </p:txBody>
      </p:sp>
      <p:graphicFrame>
        <p:nvGraphicFramePr>
          <p:cNvPr id="3" name="STEP_UP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Step Down Process</a:t>
            </a:r>
          </a:p>
        </p:txBody>
      </p:sp>
      <p:graphicFrame>
        <p:nvGraphicFramePr>
          <p:cNvPr id="3" name="STEP_DOWN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Accent Process</a:t>
            </a:r>
          </a:p>
        </p:txBody>
      </p:sp>
      <p:graphicFrame>
        <p:nvGraphicFramePr>
          <p:cNvPr id="3" name="ACCENT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Picture Accent Process</a:t>
            </a:r>
          </a:p>
        </p:txBody>
      </p:sp>
      <p:graphicFrame>
        <p:nvGraphicFramePr>
          <p:cNvPr id="3" name="PICTURE_ACCENT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Alternating Flow</a:t>
            </a:r>
          </a:p>
        </p:txBody>
      </p:sp>
      <p:graphicFrame>
        <p:nvGraphicFramePr>
          <p:cNvPr id="3" name="ALTERNATING_FLOW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Continuous Block Process</a:t>
            </a:r>
          </a:p>
        </p:txBody>
      </p:sp>
      <p:graphicFrame>
        <p:nvGraphicFramePr>
          <p:cNvPr id="3" name="CONTINUOUS_BLOCK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Increasing Arrows Process</a:t>
            </a:r>
          </a:p>
        </p:txBody>
      </p:sp>
      <p:graphicFrame>
        <p:nvGraphicFramePr>
          <p:cNvPr id="3" name="INCREASING_ARROWS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Interconnected Block Process</a:t>
            </a:r>
          </a:p>
        </p:txBody>
      </p:sp>
      <p:graphicFrame>
        <p:nvGraphicFramePr>
          <p:cNvPr id="3" name="INTERCONNECTED_BLOCK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Continuous Arrow Process</a:t>
            </a:r>
          </a:p>
        </p:txBody>
      </p:sp>
      <p:graphicFrame>
        <p:nvGraphicFramePr>
          <p:cNvPr id="3" name="CONTINUOUS_ARROW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Converging Text</a:t>
            </a:r>
          </a:p>
        </p:txBody>
      </p:sp>
      <p:graphicFrame>
        <p:nvGraphicFramePr>
          <p:cNvPr id="3" name="CONVERGING_TEX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Process Arrows</a:t>
            </a:r>
          </a:p>
        </p:txBody>
      </p:sp>
      <p:graphicFrame>
        <p:nvGraphicFramePr>
          <p:cNvPr id="3" name="PROCESS_ARROW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Circle Accent Timeline</a:t>
            </a:r>
          </a:p>
        </p:txBody>
      </p:sp>
      <p:graphicFrame>
        <p:nvGraphicFramePr>
          <p:cNvPr id="3" name="CIRCLE_ACCENT_TIMELINE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Basic Timeline</a:t>
            </a:r>
          </a:p>
        </p:txBody>
      </p:sp>
      <p:graphicFrame>
        <p:nvGraphicFramePr>
          <p:cNvPr id="3" name="BASIC_TIMELINE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Circle Process</a:t>
            </a:r>
          </a:p>
        </p:txBody>
      </p:sp>
      <p:graphicFrame>
        <p:nvGraphicFramePr>
          <p:cNvPr id="3" name="CIRCLE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Basic Chevron Process</a:t>
            </a:r>
          </a:p>
        </p:txBody>
      </p:sp>
      <p:graphicFrame>
        <p:nvGraphicFramePr>
          <p:cNvPr id="3" name="BASIC_CHEVRON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Chevron Accent Process</a:t>
            </a:r>
          </a:p>
        </p:txBody>
      </p:sp>
      <p:graphicFrame>
        <p:nvGraphicFramePr>
          <p:cNvPr id="3" name="CHEVRON_ACCENT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Closed Chevron Process</a:t>
            </a:r>
          </a:p>
        </p:txBody>
      </p:sp>
      <p:graphicFrame>
        <p:nvGraphicFramePr>
          <p:cNvPr id="3" name="CLOSED_CHEVRON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Chevron List</a:t>
            </a:r>
          </a:p>
        </p:txBody>
      </p:sp>
      <p:graphicFrame>
        <p:nvGraphicFramePr>
          <p:cNvPr id="3" name="CHEVRON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Sub Step Process</a:t>
            </a:r>
          </a:p>
        </p:txBody>
      </p:sp>
      <p:graphicFrame>
        <p:nvGraphicFramePr>
          <p:cNvPr id="3" name="SUB_STEP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Phased Process</a:t>
            </a:r>
          </a:p>
        </p:txBody>
      </p:sp>
      <p:graphicFrame>
        <p:nvGraphicFramePr>
          <p:cNvPr id="3" name="PHASED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Random To Result Process</a:t>
            </a:r>
          </a:p>
        </p:txBody>
      </p:sp>
      <p:graphicFrame>
        <p:nvGraphicFramePr>
          <p:cNvPr id="3" name="RANDOM_TO_RESULT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Vertical Process</a:t>
            </a:r>
          </a:p>
        </p:txBody>
      </p:sp>
      <p:graphicFrame>
        <p:nvGraphicFramePr>
          <p:cNvPr id="3" name="VERTICAL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Staggered Process</a:t>
            </a:r>
          </a:p>
        </p:txBody>
      </p:sp>
      <p:graphicFrame>
        <p:nvGraphicFramePr>
          <p:cNvPr id="3" name="STAGGERED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Process List</a:t>
            </a:r>
          </a:p>
        </p:txBody>
      </p:sp>
      <p:graphicFrame>
        <p:nvGraphicFramePr>
          <p:cNvPr id="3" name="PROCESS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Circle Arrow Process</a:t>
            </a:r>
          </a:p>
        </p:txBody>
      </p:sp>
      <p:graphicFrame>
        <p:nvGraphicFramePr>
          <p:cNvPr id="3" name="CIRCLE_ARROW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Basic Bending Process</a:t>
            </a:r>
          </a:p>
        </p:txBody>
      </p:sp>
      <p:graphicFrame>
        <p:nvGraphicFramePr>
          <p:cNvPr id="3" name="BASIC_BENDING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Repeating Bending Process</a:t>
            </a:r>
          </a:p>
        </p:txBody>
      </p:sp>
      <p:graphicFrame>
        <p:nvGraphicFramePr>
          <p:cNvPr id="3" name="REPEATING_BENDING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Vertical Bending Process</a:t>
            </a:r>
          </a:p>
        </p:txBody>
      </p:sp>
      <p:graphicFrame>
        <p:nvGraphicFramePr>
          <p:cNvPr id="3" name="VERTICAL_BENDING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Ascending Picture Accent Process</a:t>
            </a:r>
          </a:p>
        </p:txBody>
      </p:sp>
      <p:graphicFrame>
        <p:nvGraphicFramePr>
          <p:cNvPr id="3" name="ASCENDING_PICTURE_ACCENT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Upward Arrow</a:t>
            </a:r>
          </a:p>
        </p:txBody>
      </p:sp>
      <p:graphicFrame>
        <p:nvGraphicFramePr>
          <p:cNvPr id="3" name="UPWARD_ARROW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Descending Process</a:t>
            </a:r>
          </a:p>
        </p:txBody>
      </p:sp>
      <p:graphicFrame>
        <p:nvGraphicFramePr>
          <p:cNvPr id="3" name="DESCENDING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Circular Bending Process</a:t>
            </a:r>
          </a:p>
        </p:txBody>
      </p:sp>
      <p:graphicFrame>
        <p:nvGraphicFramePr>
          <p:cNvPr id="3" name="CIRCULAR_BENDING_PROCES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Equation</a:t>
            </a:r>
          </a:p>
        </p:txBody>
      </p:sp>
      <p:graphicFrame>
        <p:nvGraphicFramePr>
          <p:cNvPr id="3" name="EQUATION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Vertical Equation</a:t>
            </a:r>
          </a:p>
        </p:txBody>
      </p:sp>
      <p:graphicFrame>
        <p:nvGraphicFramePr>
          <p:cNvPr id="3" name="VERTICAL_EQUATION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Funnel</a:t>
            </a:r>
          </a:p>
        </p:txBody>
      </p:sp>
      <p:graphicFrame>
        <p:nvGraphicFramePr>
          <p:cNvPr id="3" name="FUNNEL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Gear</a:t>
            </a:r>
          </a:p>
        </p:txBody>
      </p:sp>
      <p:graphicFrame>
        <p:nvGraphicFramePr>
          <p:cNvPr id="3" name="GEAR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Arrow Ribbon</a:t>
            </a:r>
          </a:p>
        </p:txBody>
      </p:sp>
      <p:graphicFrame>
        <p:nvGraphicFramePr>
          <p:cNvPr id="3" name="ARROW_RIBBON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Opposing Arrows</a:t>
            </a:r>
          </a:p>
        </p:txBody>
      </p:sp>
      <p:graphicFrame>
        <p:nvGraphicFramePr>
          <p:cNvPr id="3" name="OPPOSING_ARROW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Converging Arrows</a:t>
            </a:r>
          </a:p>
        </p:txBody>
      </p:sp>
      <p:graphicFrame>
        <p:nvGraphicFramePr>
          <p:cNvPr id="3" name="CONVERGING_ARROW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— Diverging Arrows</a:t>
            </a:r>
          </a:p>
        </p:txBody>
      </p:sp>
      <p:graphicFrame>
        <p:nvGraphicFramePr>
          <p:cNvPr id="3" name="DIVERGING_ARROW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— Basic Cycle</a:t>
            </a:r>
          </a:p>
        </p:txBody>
      </p:sp>
      <p:graphicFrame>
        <p:nvGraphicFramePr>
          <p:cNvPr id="3" name="BASIC_CYCLE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— Text Cycle</a:t>
            </a:r>
          </a:p>
        </p:txBody>
      </p:sp>
      <p:graphicFrame>
        <p:nvGraphicFramePr>
          <p:cNvPr id="3" name="TEXT_CYCLE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— Block Cycle</a:t>
            </a:r>
          </a:p>
        </p:txBody>
      </p:sp>
      <p:graphicFrame>
        <p:nvGraphicFramePr>
          <p:cNvPr id="3" name="BLOCK_CYCLE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— Nondirectional Cycle</a:t>
            </a:r>
          </a:p>
        </p:txBody>
      </p:sp>
      <p:graphicFrame>
        <p:nvGraphicFramePr>
          <p:cNvPr id="3" name="NONDIRECTIONAL_CYCLE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— Continuous Cycle</a:t>
            </a:r>
          </a:p>
        </p:txBody>
      </p:sp>
      <p:graphicFrame>
        <p:nvGraphicFramePr>
          <p:cNvPr id="3" name="CONTINUOUS_CYCLE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— Multidirectional Cycle</a:t>
            </a:r>
          </a:p>
        </p:txBody>
      </p:sp>
      <p:graphicFrame>
        <p:nvGraphicFramePr>
          <p:cNvPr id="3" name="MULTIDIRECTIONAL_CYCLE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— Segmented Cycle</a:t>
            </a:r>
          </a:p>
        </p:txBody>
      </p:sp>
      <p:graphicFrame>
        <p:nvGraphicFramePr>
          <p:cNvPr id="3" name="SEGMENTED_CYCLE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— Basic Pie</a:t>
            </a:r>
          </a:p>
        </p:txBody>
      </p:sp>
      <p:graphicFrame>
        <p:nvGraphicFramePr>
          <p:cNvPr id="3" name="BASIC_PIE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— Hexagon Radial</a:t>
            </a:r>
          </a:p>
        </p:txBody>
      </p:sp>
      <p:graphicFrame>
        <p:nvGraphicFramePr>
          <p:cNvPr id="3" name="HEXAGON_RADIAL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— Radial Cycle</a:t>
            </a:r>
          </a:p>
        </p:txBody>
      </p:sp>
      <p:graphicFrame>
        <p:nvGraphicFramePr>
          <p:cNvPr id="3" name="RADIAL_CYCLE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— Basic Radial</a:t>
            </a:r>
          </a:p>
        </p:txBody>
      </p:sp>
      <p:graphicFrame>
        <p:nvGraphicFramePr>
          <p:cNvPr id="3" name="BASIC_RADIAL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— Diverging Radial</a:t>
            </a:r>
          </a:p>
        </p:txBody>
      </p:sp>
      <p:graphicFrame>
        <p:nvGraphicFramePr>
          <p:cNvPr id="3" name="DIVERGING_RADIAL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— Radial Venn</a:t>
            </a:r>
          </a:p>
        </p:txBody>
      </p:sp>
      <p:graphicFrame>
        <p:nvGraphicFramePr>
          <p:cNvPr id="3" name="RADIAL_VENN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— Cycle Matrix</a:t>
            </a:r>
          </a:p>
        </p:txBody>
      </p:sp>
      <p:graphicFrame>
        <p:nvGraphicFramePr>
          <p:cNvPr id="3" name="CYCLE_MATRIX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— Radial Cluster</a:t>
            </a:r>
          </a:p>
        </p:txBody>
      </p:sp>
      <p:graphicFrame>
        <p:nvGraphicFramePr>
          <p:cNvPr id="3" name="RADIAL_CLUSTER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Hierarchy — Organization Chart</a:t>
            </a:r>
          </a:p>
        </p:txBody>
      </p:sp>
      <p:graphicFrame>
        <p:nvGraphicFramePr>
          <p:cNvPr id="3" name="ORGANIZATION_CHAR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Hierarchy — Picture Organization Chart</a:t>
            </a:r>
          </a:p>
        </p:txBody>
      </p:sp>
      <p:graphicFrame>
        <p:nvGraphicFramePr>
          <p:cNvPr id="3" name="PICTURE_ORGANIZATION_CHART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387561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Hierarchy — Name And Title Organization Chart</a:t>
            </a:r>
          </a:p>
        </p:txBody>
      </p:sp>
      <p:graphicFrame>
        <p:nvGraphicFramePr>
          <p:cNvPr id="3" name="NAME_AND_TITLE_ORGANIZATION_CHAR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Hierarchy — Half Circle Organization Chart</a:t>
            </a:r>
          </a:p>
        </p:txBody>
      </p:sp>
      <p:graphicFrame>
        <p:nvGraphicFramePr>
          <p:cNvPr id="3" name="HALF_CIRCLE_ORGANIZATION_CHAR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Hierarchy — Circle Picture Hierarchy</a:t>
            </a:r>
          </a:p>
        </p:txBody>
      </p:sp>
      <p:graphicFrame>
        <p:nvGraphicFramePr>
          <p:cNvPr id="3" name="CIRCLE_PICTURE_HIERARCHY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779806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Hierarchy — Hierarchy</a:t>
            </a:r>
          </a:p>
        </p:txBody>
      </p:sp>
      <p:graphicFrame>
        <p:nvGraphicFramePr>
          <p:cNvPr id="3" name="HIERARCHY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Hierarchy — Labeled Hierarchy</a:t>
            </a:r>
          </a:p>
        </p:txBody>
      </p:sp>
      <p:graphicFrame>
        <p:nvGraphicFramePr>
          <p:cNvPr id="3" name="LABELED_HIERARCHY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Hierarchy — Horizontal Organization Chart</a:t>
            </a:r>
          </a:p>
        </p:txBody>
      </p:sp>
      <p:graphicFrame>
        <p:nvGraphicFramePr>
          <p:cNvPr id="3" name="HORIZONTAL_ORGANIZATION_CHAR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Hierarchy — Horizontal Multi Level Hierarchy</a:t>
            </a:r>
          </a:p>
        </p:txBody>
      </p:sp>
      <p:graphicFrame>
        <p:nvGraphicFramePr>
          <p:cNvPr id="3" name="HORIZONTAL_MULTI_LEVEL_HIERARCHY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Hierarchy — Horizontal Hierarchy</a:t>
            </a:r>
          </a:p>
        </p:txBody>
      </p:sp>
      <p:graphicFrame>
        <p:nvGraphicFramePr>
          <p:cNvPr id="3" name="HORIZONTAL_HIERARCHY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Hierarchy — Horizontal Labeled Hierarchy</a:t>
            </a:r>
          </a:p>
        </p:txBody>
      </p:sp>
      <p:graphicFrame>
        <p:nvGraphicFramePr>
          <p:cNvPr id="3" name="HORIZONTAL_LABELED_HIERARCHY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Balance</a:t>
            </a:r>
          </a:p>
        </p:txBody>
      </p:sp>
      <p:graphicFrame>
        <p:nvGraphicFramePr>
          <p:cNvPr id="3" name="BALANCE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Circle Relationship</a:t>
            </a:r>
          </a:p>
        </p:txBody>
      </p:sp>
      <p:graphicFrame>
        <p:nvGraphicFramePr>
          <p:cNvPr id="3" name="CIRCLE_RELATIONSHIP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Hexagon Cluster</a:t>
            </a:r>
          </a:p>
        </p:txBody>
      </p:sp>
      <p:graphicFrame>
        <p:nvGraphicFramePr>
          <p:cNvPr id="3" name="HEXAGON_CLUSTER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Opposing Ideas</a:t>
            </a:r>
          </a:p>
        </p:txBody>
      </p:sp>
      <p:graphicFrame>
        <p:nvGraphicFramePr>
          <p:cNvPr id="3" name="OPPOSING_IDEA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Plus And Minus</a:t>
            </a:r>
          </a:p>
        </p:txBody>
      </p:sp>
      <p:graphicFrame>
        <p:nvGraphicFramePr>
          <p:cNvPr id="3" name="PLUS_AND_MINU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Reverse List</a:t>
            </a:r>
          </a:p>
        </p:txBody>
      </p:sp>
      <p:graphicFrame>
        <p:nvGraphicFramePr>
          <p:cNvPr id="3" name="REVERSE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Counterbalance Arrows</a:t>
            </a:r>
          </a:p>
        </p:txBody>
      </p:sp>
      <p:graphicFrame>
        <p:nvGraphicFramePr>
          <p:cNvPr id="3" name="COUNTERBALANCE_ARROW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Segmented Pyramid</a:t>
            </a:r>
          </a:p>
        </p:txBody>
      </p:sp>
      <p:graphicFrame>
        <p:nvGraphicFramePr>
          <p:cNvPr id="3" name="SEGMENTED_PYRAMID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Nested Target</a:t>
            </a:r>
          </a:p>
        </p:txBody>
      </p:sp>
      <p:graphicFrame>
        <p:nvGraphicFramePr>
          <p:cNvPr id="3" name="NESTED_TARGE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Converging Radial</a:t>
            </a:r>
          </a:p>
        </p:txBody>
      </p:sp>
      <p:graphicFrame>
        <p:nvGraphicFramePr>
          <p:cNvPr id="3" name="CONVERGING_RADIAL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Radial List</a:t>
            </a:r>
          </a:p>
        </p:txBody>
      </p:sp>
      <p:graphicFrame>
        <p:nvGraphicFramePr>
          <p:cNvPr id="3" name="RADIAL_LIS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Tabbed Arc</a:t>
            </a:r>
          </a:p>
        </p:txBody>
      </p:sp>
      <p:graphicFrame>
        <p:nvGraphicFramePr>
          <p:cNvPr id="3" name="TABBED_ARC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Basic Target</a:t>
            </a:r>
          </a:p>
        </p:txBody>
      </p:sp>
      <p:graphicFrame>
        <p:nvGraphicFramePr>
          <p:cNvPr id="3" name="BASIC_TARGE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Basic Venn</a:t>
            </a:r>
          </a:p>
        </p:txBody>
      </p:sp>
      <p:graphicFrame>
        <p:nvGraphicFramePr>
          <p:cNvPr id="3" name="BASIC_VENN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Linear Venn</a:t>
            </a:r>
          </a:p>
        </p:txBody>
      </p:sp>
      <p:graphicFrame>
        <p:nvGraphicFramePr>
          <p:cNvPr id="3" name="LINEAR_VENN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Stacked Venn</a:t>
            </a:r>
          </a:p>
        </p:txBody>
      </p:sp>
      <p:graphicFrame>
        <p:nvGraphicFramePr>
          <p:cNvPr id="3" name="STACKED_VENN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— Interconnected Rings</a:t>
            </a:r>
          </a:p>
        </p:txBody>
      </p:sp>
      <p:graphicFrame>
        <p:nvGraphicFramePr>
          <p:cNvPr id="3" name="INTERCONNECTED_RING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Matrix — Basic Matrix</a:t>
            </a:r>
          </a:p>
        </p:txBody>
      </p:sp>
      <p:graphicFrame>
        <p:nvGraphicFramePr>
          <p:cNvPr id="3" name="BASIC_MATRIX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Matrix — Titled Matrix</a:t>
            </a:r>
          </a:p>
        </p:txBody>
      </p:sp>
      <p:graphicFrame>
        <p:nvGraphicFramePr>
          <p:cNvPr id="3" name="TITLED_MATRIX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Matrix — Grid Matrix</a:t>
            </a:r>
          </a:p>
        </p:txBody>
      </p:sp>
      <p:graphicFrame>
        <p:nvGraphicFramePr>
          <p:cNvPr id="3" name="GRID_MATRIX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Pyramid — Basic Pyramid</a:t>
            </a:r>
          </a:p>
        </p:txBody>
      </p:sp>
      <p:graphicFrame>
        <p:nvGraphicFramePr>
          <p:cNvPr id="3" name="BASIC_PYRAMID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Pyramid — Inverted Pyramid</a:t>
            </a:r>
          </a:p>
        </p:txBody>
      </p:sp>
      <p:graphicFrame>
        <p:nvGraphicFramePr>
          <p:cNvPr id="3" name="INVERTED_PYRAMID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Accented Picture</a:t>
            </a:r>
          </a:p>
        </p:txBody>
      </p:sp>
      <p:graphicFrame>
        <p:nvGraphicFramePr>
          <p:cNvPr id="3" name="ACCENTED_PICTURE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712683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Circular Picture Callout</a:t>
            </a:r>
          </a:p>
        </p:txBody>
      </p:sp>
      <p:graphicFrame>
        <p:nvGraphicFramePr>
          <p:cNvPr id="3" name="CIRCULAR_PICTURE_CALLOUT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954718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Radial Picture List</a:t>
            </a:r>
          </a:p>
        </p:txBody>
      </p:sp>
      <p:graphicFrame>
        <p:nvGraphicFramePr>
          <p:cNvPr id="3" name="RADIAL_PICTURE_LIST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705190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Snapshot Picture List</a:t>
            </a:r>
          </a:p>
        </p:txBody>
      </p:sp>
      <p:graphicFrame>
        <p:nvGraphicFramePr>
          <p:cNvPr id="3" name="SNAPSHOT_PICTURE_LIST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96381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Spiral Picture</a:t>
            </a:r>
          </a:p>
        </p:txBody>
      </p:sp>
      <p:graphicFrame>
        <p:nvGraphicFramePr>
          <p:cNvPr id="3" name="SPIRAL_PICTURE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Captioned Pictures</a:t>
            </a:r>
          </a:p>
        </p:txBody>
      </p:sp>
      <p:graphicFrame>
        <p:nvGraphicFramePr>
          <p:cNvPr id="3" name="CAPTIONED_PICTURES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828520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Bending Picture Caption</a:t>
            </a:r>
          </a:p>
        </p:txBody>
      </p:sp>
      <p:graphicFrame>
        <p:nvGraphicFramePr>
          <p:cNvPr id="3" name="BENDING_PICTURE_CAPTION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Picture Frame</a:t>
            </a:r>
          </a:p>
        </p:txBody>
      </p:sp>
      <p:graphicFrame>
        <p:nvGraphicFramePr>
          <p:cNvPr id="3" name="PICTURE_FRAME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254491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Bending Picture Semi Transparent Text</a:t>
            </a:r>
          </a:p>
        </p:txBody>
      </p:sp>
      <p:graphicFrame>
        <p:nvGraphicFramePr>
          <p:cNvPr id="3" name="BENDING_PICTURE_SEMI_TRANSPARENT_TEXT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Bending Picture Blocks</a:t>
            </a:r>
          </a:p>
        </p:txBody>
      </p:sp>
      <p:graphicFrame>
        <p:nvGraphicFramePr>
          <p:cNvPr id="3" name="BENDING_PICTURE_BLOCKS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026273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Bending Picture Caption List</a:t>
            </a:r>
          </a:p>
        </p:txBody>
      </p:sp>
      <p:graphicFrame>
        <p:nvGraphicFramePr>
          <p:cNvPr id="3" name="BENDING_PICTURE_CAPTION_LIST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9770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Titled Picture Blocks</a:t>
            </a:r>
          </a:p>
        </p:txBody>
      </p:sp>
      <p:graphicFrame>
        <p:nvGraphicFramePr>
          <p:cNvPr id="3" name="TITLED_PICTURE_BLOCKS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40673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Picture Grid</a:t>
            </a:r>
          </a:p>
        </p:txBody>
      </p:sp>
      <p:graphicFrame>
        <p:nvGraphicFramePr>
          <p:cNvPr id="3" name="PICTURE_GRID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0873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Picture Accent Blocks</a:t>
            </a:r>
          </a:p>
        </p:txBody>
      </p:sp>
      <p:graphicFrame>
        <p:nvGraphicFramePr>
          <p:cNvPr id="3" name="PICTURE_ACCENT_BLOCKS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Theme Picture Accent</a:t>
            </a:r>
          </a:p>
        </p:txBody>
      </p:sp>
      <p:graphicFrame>
        <p:nvGraphicFramePr>
          <p:cNvPr id="3" name="THEME_PICTURE_ACCENT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363230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Theme Picture Grid</a:t>
            </a:r>
          </a:p>
        </p:txBody>
      </p:sp>
      <p:graphicFrame>
        <p:nvGraphicFramePr>
          <p:cNvPr id="3" name="THEME_PICTURE_GRID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491267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Theme Picture Alternating Accent</a:t>
            </a:r>
          </a:p>
        </p:txBody>
      </p:sp>
      <p:graphicFrame>
        <p:nvGraphicFramePr>
          <p:cNvPr id="3" name="THEME_PICTURE_ALTERNATING_ACCENT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593788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Alternating Picture Circles</a:t>
            </a:r>
          </a:p>
        </p:txBody>
      </p:sp>
      <p:graphicFrame>
        <p:nvGraphicFramePr>
          <p:cNvPr id="3" name="ALTERNATING_PICTURE_CIRCLES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981646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Title Picture Lineup</a:t>
            </a:r>
          </a:p>
        </p:txBody>
      </p:sp>
      <p:graphicFrame>
        <p:nvGraphicFramePr>
          <p:cNvPr id="3" name="TITLE_PICTURE_LINEUP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Picture Lineup</a:t>
            </a:r>
          </a:p>
        </p:txBody>
      </p:sp>
      <p:graphicFrame>
        <p:nvGraphicFramePr>
          <p:cNvPr id="3" name="PICTURE_LINEUP SmartArt"/>
          <p:cNvGraphicFramePr>
            <a:graphicFrameLocks noGrp="1"/>
          </p:cNvGraphicFramePr>
          <p:nvPr/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Framed Text Picture</a:t>
            </a:r>
          </a:p>
        </p:txBody>
      </p:sp>
      <p:graphicFrame>
        <p:nvGraphicFramePr>
          <p:cNvPr id="3" name="FRAMED_TEXT_PICTURE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455812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— Bubble Picture List</a:t>
            </a:r>
          </a:p>
        </p:txBody>
      </p:sp>
      <p:graphicFrame>
        <p:nvGraphicFramePr>
          <p:cNvPr id="3" name="BUBBLE_PICTURE_LIST Smart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267546"/>
              </p:ext>
            </p:extLst>
          </p:nvPr>
        </p:nvGraphicFramePr>
        <p:xfrm>
          <a:off x="731520" y="1417320"/>
          <a:ext cx="1074420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hite Template">
  <a:themeElements>
    <a:clrScheme name="TS_20_Blue on White">
      <a:dk1>
        <a:srgbClr val="000000"/>
      </a:dk1>
      <a:lt1>
        <a:srgbClr val="FFFFFF"/>
      </a:lt1>
      <a:dk2>
        <a:srgbClr val="243A5E"/>
      </a:dk2>
      <a:lt2>
        <a:srgbClr val="E6E6E6"/>
      </a:lt2>
      <a:accent1>
        <a:srgbClr val="0078D4"/>
      </a:accent1>
      <a:accent2>
        <a:srgbClr val="243A5E"/>
      </a:accent2>
      <a:accent3>
        <a:srgbClr val="50E6FF"/>
      </a:accent3>
      <a:accent4>
        <a:srgbClr val="008575"/>
      </a:accent4>
      <a:accent5>
        <a:srgbClr val="274B47"/>
      </a:accent5>
      <a:accent6>
        <a:srgbClr val="737373"/>
      </a:accent6>
      <a:hlink>
        <a:srgbClr val="0078D4"/>
      </a:hlink>
      <a:folHlink>
        <a:srgbClr val="0078D4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  <a:extLst>
    <a:ext uri="{05A4C25C-085E-4340-85A3-A5531E510DB2}">
      <thm15:themeFamily xmlns:thm15="http://schemas.microsoft.com/office/thememl/2012/main" name="Microsoft_brand_template_blue_accessible.pptx" id="{F774D412-23CA-4DC2-A47D-10DB1AEE7EFE}" vid="{952AAC9D-4DB4-450B-87D3-2D1B406135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DEEC9778698A4592C42AE54DE9B321" ma:contentTypeVersion="15" ma:contentTypeDescription="Create a new document." ma:contentTypeScope="" ma:versionID="013b642a72e1c5f62718fe877e4dfc45">
  <xsd:schema xmlns:xsd="http://www.w3.org/2001/XMLSchema" xmlns:xs="http://www.w3.org/2001/XMLSchema" xmlns:p="http://schemas.microsoft.com/office/2006/metadata/properties" xmlns:ns1="http://schemas.microsoft.com/sharepoint/v3" xmlns:ns2="ad05b680-99c1-48b1-88d9-f8dc56c4a529" xmlns:ns3="1d314dc7-05fa-4a63-860b-220666282e23" xmlns:ns4="230e9df3-be65-4c73-a93b-d1236ebd677e" targetNamespace="http://schemas.microsoft.com/office/2006/metadata/properties" ma:root="true" ma:fieldsID="25ca7646597c4550abbc3f8c337d86d0" ns1:_="" ns2:_="" ns3:_="" ns4:_="">
    <xsd:import namespace="http://schemas.microsoft.com/sharepoint/v3"/>
    <xsd:import namespace="ad05b680-99c1-48b1-88d9-f8dc56c4a529"/>
    <xsd:import namespace="1d314dc7-05fa-4a63-860b-220666282e23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4:TaxCatchAll" minOccurs="0"/>
                <xsd:element ref="ns3:ImageTagsTaxHTField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1:_ip_UnifiedCompliancePolicyProperties" minOccurs="0"/>
                <xsd:element ref="ns1:_ip_UnifiedCompliancePolicyUIActio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05b680-99c1-48b1-88d9-f8dc56c4a52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314dc7-05fa-4a63-860b-220666282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ImageTagsTaxHTField" ma:index="14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8aa1ae08-e58b-40e8-94f6-a73e17e04a94}" ma:internalName="TaxCatchAll" ma:showField="CatchAllData" ma:web="ad05b680-99c1-48b1-88d9-f8dc56c4a5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1d314dc7-05fa-4a63-860b-220666282e23" xsi:nil="true"/>
    <ImageTagsTaxHTField xmlns="1d314dc7-05fa-4a63-860b-220666282e23">
      <Terms xmlns="http://schemas.microsoft.com/office/infopath/2007/PartnerControls"/>
    </ImageTagsTaxHTField>
    <TaxCatchAll xmlns="230e9df3-be65-4c73-a93b-d1236ebd677e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B00300-4D31-4631-ACD8-5CAA8714F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d05b680-99c1-48b1-88d9-f8dc56c4a529"/>
    <ds:schemaRef ds:uri="1d314dc7-05fa-4a63-860b-220666282e23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1B1131-15CA-429C-B875-56F79CD6C674}">
  <ds:schemaRefs>
    <ds:schemaRef ds:uri="http://schemas.microsoft.com/office/2006/metadata/properties"/>
    <ds:schemaRef ds:uri="http://schemas.microsoft.com/office/infopath/2007/PartnerControls"/>
    <ds:schemaRef ds:uri="1d314dc7-05fa-4a63-860b-220666282e23"/>
    <ds:schemaRef ds:uri="230e9df3-be65-4c73-a93b-d1236ebd677e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80773F8E-CD3C-401D-81D0-68F54DCC798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White Template</Template>
  <TotalTime>44</TotalTime>
  <Words>3521</Words>
  <Application>Microsoft Macintosh PowerPoint</Application>
  <PresentationFormat>Widescreen</PresentationFormat>
  <Paragraphs>1352</Paragraphs>
  <Slides>185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185</vt:i4>
      </vt:variant>
    </vt:vector>
  </HeadingPairs>
  <TitlesOfParts>
    <vt:vector size="191" baseType="lpstr">
      <vt:lpstr>.Hiragino Kaku Gothic Interface W3</vt:lpstr>
      <vt:lpstr>Arial</vt:lpstr>
      <vt:lpstr>Segoe UI</vt:lpstr>
      <vt:lpstr>Segoe UI Semibold</vt:lpstr>
      <vt:lpstr>Wingdings</vt:lpstr>
      <vt:lpstr>White Template</vt:lpstr>
      <vt:lpstr>Agenda</vt:lpstr>
      <vt:lpstr>Some agendas need more details to set the tone of the conversation</vt:lpstr>
      <vt:lpstr>“Insert quote text here. This layout accommodates longer quotes very well.”</vt:lpstr>
      <vt:lpstr>“Add quote text here”</vt:lpstr>
      <vt:lpstr>“Add quote text here”</vt:lpstr>
      <vt:lpstr>Project name</vt:lpstr>
      <vt:lpstr>Twelve-week timeline</vt:lpstr>
      <vt:lpstr>Twelve-week timeline</vt:lpstr>
      <vt:lpstr>Custom timeline</vt:lpstr>
      <vt:lpstr>Custom timeline</vt:lpstr>
      <vt:lpstr>Custom timeline</vt:lpstr>
      <vt:lpstr>Custom timeline</vt:lpstr>
      <vt:lpstr>6 step process slide</vt:lpstr>
      <vt:lpstr>Bar chart</vt:lpstr>
      <vt:lpstr>Chart with call out details</vt:lpstr>
      <vt:lpstr>Chart title</vt:lpstr>
      <vt:lpstr>Slide title</vt:lpstr>
      <vt:lpstr>Slide title</vt:lpstr>
      <vt:lpstr>Table title</vt:lpstr>
      <vt:lpstr>Table title</vt:lpstr>
      <vt:lpstr>Milestone slide</vt:lpstr>
      <vt:lpstr>Profile Slide</vt:lpstr>
      <vt:lpstr>Get in touch</vt:lpstr>
      <vt:lpstr>Resources</vt:lpstr>
      <vt:lpstr>Slide title</vt:lpstr>
      <vt:lpstr>Slide title</vt:lpstr>
      <vt:lpstr>Slide header</vt:lpstr>
      <vt:lpstr>Slide header</vt:lpstr>
      <vt:lpstr>Slide header</vt:lpstr>
      <vt:lpstr>Slide header</vt:lpstr>
      <vt:lpstr>Header</vt:lpstr>
      <vt:lpstr>Header</vt:lpstr>
      <vt:lpstr>Header</vt:lpstr>
      <vt:lpstr>PowerPoint Presentation</vt:lpstr>
      <vt:lpstr>List — Basic Block List</vt:lpstr>
      <vt:lpstr>List — Alternating Hexagons</vt:lpstr>
      <vt:lpstr>List — Picture Caption List</vt:lpstr>
      <vt:lpstr>List — Lined List</vt:lpstr>
      <vt:lpstr>List — Vertical Bullet List</vt:lpstr>
      <vt:lpstr>List — Vertical Box List</vt:lpstr>
      <vt:lpstr>List — Vertical Bracket List</vt:lpstr>
      <vt:lpstr>List — Varying Width List</vt:lpstr>
      <vt:lpstr>List — Tab List</vt:lpstr>
      <vt:lpstr>List — Horizontal Bullet List</vt:lpstr>
      <vt:lpstr>List — Square Accent List</vt:lpstr>
      <vt:lpstr>List — Picture Accent List</vt:lpstr>
      <vt:lpstr>List — Bending Picture Accent List</vt:lpstr>
      <vt:lpstr>List — Stacked List</vt:lpstr>
      <vt:lpstr>List — Increasing Circle Process</vt:lpstr>
      <vt:lpstr>List — Pie Process</vt:lpstr>
      <vt:lpstr>List — Detailed Process</vt:lpstr>
      <vt:lpstr>List — Grouped List</vt:lpstr>
      <vt:lpstr>List — Horizontal Picture List</vt:lpstr>
      <vt:lpstr>List — Continuous Picture List</vt:lpstr>
      <vt:lpstr>List — Picture Strips</vt:lpstr>
      <vt:lpstr>List — Vertical Picture List</vt:lpstr>
      <vt:lpstr>List — Alternating Picture Blocks</vt:lpstr>
      <vt:lpstr>List — Vertical Picture Accent List</vt:lpstr>
      <vt:lpstr>List — Titled Picture Accent List</vt:lpstr>
      <vt:lpstr>List — Vertical Block List</vt:lpstr>
      <vt:lpstr>List — Vertical Chevron List</vt:lpstr>
      <vt:lpstr>List — Vertical Accent List</vt:lpstr>
      <vt:lpstr>List — Vertical Arrow List</vt:lpstr>
      <vt:lpstr>List — Trapezoid List</vt:lpstr>
      <vt:lpstr>List — Descending Block List</vt:lpstr>
      <vt:lpstr>List — Table List</vt:lpstr>
      <vt:lpstr>List — Segmented Process</vt:lpstr>
      <vt:lpstr>List — Vertical Curved List</vt:lpstr>
      <vt:lpstr>List — Pyramid List</vt:lpstr>
      <vt:lpstr>List — Target List</vt:lpstr>
      <vt:lpstr>List — Hierarchy List</vt:lpstr>
      <vt:lpstr>List — Vertical Circle List</vt:lpstr>
      <vt:lpstr>List — Table Hierarchy</vt:lpstr>
      <vt:lpstr>List — Architecture Layout</vt:lpstr>
      <vt:lpstr>Process — Basic Process</vt:lpstr>
      <vt:lpstr>Process — Step Up Process</vt:lpstr>
      <vt:lpstr>Process — Step Down Process</vt:lpstr>
      <vt:lpstr>Process — Accent Process</vt:lpstr>
      <vt:lpstr>Process — Picture Accent Process</vt:lpstr>
      <vt:lpstr>Process — Alternating Flow</vt:lpstr>
      <vt:lpstr>Process — Continuous Block Process</vt:lpstr>
      <vt:lpstr>Process — Increasing Arrows Process</vt:lpstr>
      <vt:lpstr>Process — Interconnected Block Process</vt:lpstr>
      <vt:lpstr>Process — Continuous Arrow Process</vt:lpstr>
      <vt:lpstr>Process — Converging Text</vt:lpstr>
      <vt:lpstr>Process — Process Arrows</vt:lpstr>
      <vt:lpstr>Process — Circle Accent Timeline</vt:lpstr>
      <vt:lpstr>Process — Basic Timeline</vt:lpstr>
      <vt:lpstr>Process — Circle Process</vt:lpstr>
      <vt:lpstr>Process — Basic Chevron Process</vt:lpstr>
      <vt:lpstr>Process — Chevron Accent Process</vt:lpstr>
      <vt:lpstr>Process — Closed Chevron Process</vt:lpstr>
      <vt:lpstr>Process — Chevron List</vt:lpstr>
      <vt:lpstr>Process — Sub Step Process</vt:lpstr>
      <vt:lpstr>Process — Phased Process</vt:lpstr>
      <vt:lpstr>Process — Random To Result Process</vt:lpstr>
      <vt:lpstr>Process — Vertical Process</vt:lpstr>
      <vt:lpstr>Process — Staggered Process</vt:lpstr>
      <vt:lpstr>Process — Process List</vt:lpstr>
      <vt:lpstr>Process — Circle Arrow Process</vt:lpstr>
      <vt:lpstr>Process — Basic Bending Process</vt:lpstr>
      <vt:lpstr>Process — Repeating Bending Process</vt:lpstr>
      <vt:lpstr>Process — Vertical Bending Process</vt:lpstr>
      <vt:lpstr>Process — Ascending Picture Accent Process</vt:lpstr>
      <vt:lpstr>Process — Upward Arrow</vt:lpstr>
      <vt:lpstr>Process — Descending Process</vt:lpstr>
      <vt:lpstr>Process — Circular Bending Process</vt:lpstr>
      <vt:lpstr>Process — Equation</vt:lpstr>
      <vt:lpstr>Process — Vertical Equation</vt:lpstr>
      <vt:lpstr>Process — Funnel</vt:lpstr>
      <vt:lpstr>Process — Gear</vt:lpstr>
      <vt:lpstr>Process — Arrow Ribbon</vt:lpstr>
      <vt:lpstr>Process — Opposing Arrows</vt:lpstr>
      <vt:lpstr>Process — Converging Arrows</vt:lpstr>
      <vt:lpstr>Process — Diverging Arrows</vt:lpstr>
      <vt:lpstr>Cycle — Basic Cycle</vt:lpstr>
      <vt:lpstr>Cycle — Text Cycle</vt:lpstr>
      <vt:lpstr>Cycle — Block Cycle</vt:lpstr>
      <vt:lpstr>Cycle — Nondirectional Cycle</vt:lpstr>
      <vt:lpstr>Cycle — Continuous Cycle</vt:lpstr>
      <vt:lpstr>Cycle — Multidirectional Cycle</vt:lpstr>
      <vt:lpstr>Cycle — Segmented Cycle</vt:lpstr>
      <vt:lpstr>Cycle — Basic Pie</vt:lpstr>
      <vt:lpstr>Cycle — Hexagon Radial</vt:lpstr>
      <vt:lpstr>Cycle — Radial Cycle</vt:lpstr>
      <vt:lpstr>Cycle — Basic Radial</vt:lpstr>
      <vt:lpstr>Cycle — Diverging Radial</vt:lpstr>
      <vt:lpstr>Cycle — Radial Venn</vt:lpstr>
      <vt:lpstr>Cycle — Cycle Matrix</vt:lpstr>
      <vt:lpstr>Cycle — Radial Cluster</vt:lpstr>
      <vt:lpstr>Hierarchy — Organization Chart</vt:lpstr>
      <vt:lpstr>Hierarchy — Picture Organization Chart</vt:lpstr>
      <vt:lpstr>Hierarchy — Name And Title Organization Chart</vt:lpstr>
      <vt:lpstr>Hierarchy — Half Circle Organization Chart</vt:lpstr>
      <vt:lpstr>Hierarchy — Circle Picture Hierarchy</vt:lpstr>
      <vt:lpstr>Hierarchy — Hierarchy</vt:lpstr>
      <vt:lpstr>Hierarchy — Labeled Hierarchy</vt:lpstr>
      <vt:lpstr>Hierarchy — Horizontal Organization Chart</vt:lpstr>
      <vt:lpstr>Hierarchy — Horizontal Multi Level Hierarchy</vt:lpstr>
      <vt:lpstr>Hierarchy — Horizontal Hierarchy</vt:lpstr>
      <vt:lpstr>Hierarchy — Horizontal Labeled Hierarchy</vt:lpstr>
      <vt:lpstr>Relationship — Balance</vt:lpstr>
      <vt:lpstr>Relationship — Circle Relationship</vt:lpstr>
      <vt:lpstr>Relationship — Hexagon Cluster</vt:lpstr>
      <vt:lpstr>Relationship — Opposing Ideas</vt:lpstr>
      <vt:lpstr>Relationship — Plus And Minus</vt:lpstr>
      <vt:lpstr>Relationship — Reverse List</vt:lpstr>
      <vt:lpstr>Relationship — Counterbalance Arrows</vt:lpstr>
      <vt:lpstr>Relationship — Segmented Pyramid</vt:lpstr>
      <vt:lpstr>Relationship — Nested Target</vt:lpstr>
      <vt:lpstr>Relationship — Converging Radial</vt:lpstr>
      <vt:lpstr>Relationship — Radial List</vt:lpstr>
      <vt:lpstr>Relationship — Tabbed Arc</vt:lpstr>
      <vt:lpstr>Relationship — Basic Target</vt:lpstr>
      <vt:lpstr>Relationship — Basic Venn</vt:lpstr>
      <vt:lpstr>Relationship — Linear Venn</vt:lpstr>
      <vt:lpstr>Relationship — Stacked Venn</vt:lpstr>
      <vt:lpstr>Relationship — Interconnected Rings</vt:lpstr>
      <vt:lpstr>Matrix — Basic Matrix</vt:lpstr>
      <vt:lpstr>Matrix — Titled Matrix</vt:lpstr>
      <vt:lpstr>Matrix — Grid Matrix</vt:lpstr>
      <vt:lpstr>Pyramid — Basic Pyramid</vt:lpstr>
      <vt:lpstr>Pyramid — Inverted Pyramid</vt:lpstr>
      <vt:lpstr>Picture — Accented Picture</vt:lpstr>
      <vt:lpstr>Picture — Circular Picture Callout</vt:lpstr>
      <vt:lpstr>Picture — Radial Picture List</vt:lpstr>
      <vt:lpstr>Picture — Snapshot Picture List</vt:lpstr>
      <vt:lpstr>Picture — Spiral Picture</vt:lpstr>
      <vt:lpstr>Picture — Captioned Pictures</vt:lpstr>
      <vt:lpstr>Picture — Bending Picture Caption</vt:lpstr>
      <vt:lpstr>Picture — Picture Frame</vt:lpstr>
      <vt:lpstr>Picture — Bending Picture Semi Transparent Text</vt:lpstr>
      <vt:lpstr>Picture — Bending Picture Blocks</vt:lpstr>
      <vt:lpstr>Picture — Bending Picture Caption List</vt:lpstr>
      <vt:lpstr>Picture — Titled Picture Blocks</vt:lpstr>
      <vt:lpstr>Picture — Picture Grid</vt:lpstr>
      <vt:lpstr>Picture — Picture Accent Blocks</vt:lpstr>
      <vt:lpstr>Picture — Theme Picture Accent</vt:lpstr>
      <vt:lpstr>Picture — Theme Picture Grid</vt:lpstr>
      <vt:lpstr>Picture — Theme Picture Alternating Accent</vt:lpstr>
      <vt:lpstr>Picture — Alternating Picture Circles</vt:lpstr>
      <vt:lpstr>Picture — Title Picture Lineup</vt:lpstr>
      <vt:lpstr>Picture — Picture Lineup</vt:lpstr>
      <vt:lpstr>Picture — Framed Text Picture</vt:lpstr>
      <vt:lpstr>Picture — Bubble Picture List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Jay Welshofer</dc:creator>
  <cp:keywords/>
  <dc:description/>
  <cp:lastModifiedBy>Jay Welshofer</cp:lastModifiedBy>
  <cp:revision>3</cp:revision>
  <dcterms:created xsi:type="dcterms:W3CDTF">2026-07-28T04:54:17Z</dcterms:created>
  <dcterms:modified xsi:type="dcterms:W3CDTF">2026-07-28T06:06:40Z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0x010100B2DEEC9778698A4592C42AE54DE9B321</vt:lpwstr>
  </property>
</Properties>
</file>