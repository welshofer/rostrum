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9144000" type="screen4x3"/>
  <p:notesSz cx="6858000" cy="9144000"/>
  <p:embeddedFontLst>
    <p:embeddedFont>
      <p:font typeface="DejaVu Sans"/>
      <p:regular r:id="rIdPaintRegular"/>
      <p:bold r:id="rIdPaintBold"/>
    </p:embeddedFont>
    <p:embeddedFont>
      <p:font typeface="DejaVu Serif"/>
      <p:regular r:id="rIdPaintSerif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PaintRegular" Type="http://schemas.openxmlformats.org/officeDocument/2006/relationships/font" Target="fonts/regular.fntdata"/><Relationship Id="rIdPaintSerif" Type="http://schemas.openxmlformats.org/officeDocument/2006/relationships/font" Target="fonts/serif.fntdata"/><Relationship Id="rIdPaintBold" Type="http://schemas.openxmlformats.org/officeDocument/2006/relationships/font" Target="fonts/bold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fractional-width-110.99-ctr</a:t>
            </a:r>
          </a:p>
        </p:txBody>
      </p:sp>
      <p:sp>
        <p:nvSpPr>
          <p:cNvPr id="3" name="fractional-width-110.99-ctr"/>
          <p:cNvSpPr txBox="1"/>
          <p:nvPr/>
        </p:nvSpPr>
        <p:spPr>
          <a:xfrm>
            <a:off x="381000" y="635000"/>
            <a:ext cx="1409573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fractional-width-110.99-r</a:t>
            </a:r>
          </a:p>
        </p:txBody>
      </p:sp>
      <p:sp>
        <p:nvSpPr>
          <p:cNvPr id="5" name="fractional-width-110.99-r"/>
          <p:cNvSpPr txBox="1"/>
          <p:nvPr/>
        </p:nvSpPr>
        <p:spPr>
          <a:xfrm>
            <a:off x="4826000" y="635000"/>
            <a:ext cx="1409573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fractional-width-111.01-ctr</a:t>
            </a:r>
          </a:p>
        </p:txBody>
      </p:sp>
      <p:sp>
        <p:nvSpPr>
          <p:cNvPr id="7" name="fractional-width-111.01-ctr"/>
          <p:cNvSpPr txBox="1"/>
          <p:nvPr/>
        </p:nvSpPr>
        <p:spPr>
          <a:xfrm>
            <a:off x="381000" y="3429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fractional-width-111.01-r</a:t>
            </a:r>
          </a:p>
        </p:txBody>
      </p:sp>
      <p:sp>
        <p:nvSpPr>
          <p:cNvPr id="9" name="fractional-width-111.01-r"/>
          <p:cNvSpPr txBox="1"/>
          <p:nvPr/>
        </p:nvSpPr>
        <p:spPr>
          <a:xfrm>
            <a:off x="4826000" y="3429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multiline-trailing-space-insets-0-0-ctr</a:t>
            </a:r>
          </a:p>
        </p:txBody>
      </p:sp>
      <p:sp>
        <p:nvSpPr>
          <p:cNvPr id="11" name="multiline-trailing-space-insets-0-0-ctr"/>
          <p:cNvSpPr txBox="1"/>
          <p:nvPr/>
        </p:nvSpPr>
        <p:spPr>
          <a:xfrm>
            <a:off x="381000" y="6223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 </a:t>
            </a:r>
            <a:br>
              <a:rPr sz="145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multiline-trailing-space-insets-0-0-r</a:t>
            </a:r>
          </a:p>
        </p:txBody>
      </p:sp>
      <p:sp>
        <p:nvSpPr>
          <p:cNvPr id="13" name="multiline-trailing-space-insets-0-0-r"/>
          <p:cNvSpPr txBox="1"/>
          <p:nvPr/>
        </p:nvSpPr>
        <p:spPr>
          <a:xfrm>
            <a:off x="4826000" y="6223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 </a:t>
            </a:r>
            <a:br>
              <a:rPr sz="145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multiline-trailing-space-insets-7.2-3.6-ctr</a:t>
            </a:r>
          </a:p>
        </p:txBody>
      </p:sp>
      <p:sp>
        <p:nvSpPr>
          <p:cNvPr id="3" name="multiline-trailing-space-insets-7.2-3.6-ctr"/>
          <p:cNvSpPr txBox="1"/>
          <p:nvPr/>
        </p:nvSpPr>
        <p:spPr>
          <a:xfrm>
            <a:off x="381000" y="635000"/>
            <a:ext cx="1409827" cy="2032000"/>
          </a:xfrm>
          <a:prstGeom prst="rect">
            <a:avLst/>
          </a:prstGeom>
          <a:noFill/>
        </p:spPr>
        <p:txBody>
          <a:bodyPr wrap="none" rIns="4572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 </a:t>
            </a:r>
            <a:br>
              <a:rPr sz="145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multiline-trailing-space-insets-7.2-3.6-r</a:t>
            </a:r>
          </a:p>
        </p:txBody>
      </p:sp>
      <p:sp>
        <p:nvSpPr>
          <p:cNvPr id="5" name="multiline-trailing-space-insets-7.2-3.6-r"/>
          <p:cNvSpPr txBox="1"/>
          <p:nvPr/>
        </p:nvSpPr>
        <p:spPr>
          <a:xfrm>
            <a:off x="4826000" y="635000"/>
            <a:ext cx="1409827" cy="2032000"/>
          </a:xfrm>
          <a:prstGeom prst="rect">
            <a:avLst/>
          </a:prstGeom>
          <a:noFill/>
        </p:spPr>
        <p:txBody>
          <a:bodyPr wrap="none" rIns="4572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Agjp  </a:t>
            </a:r>
            <a:br>
              <a:rPr sz="1450" b="0" i="0" lang="en-US" kern="0">
                <a:solidFill>
                  <a:srgbClr val="000000"/>
                </a:solidFill>
                <a:latin typeface="DejaVu Sans"/>
              </a:rPr>
            </a:br>
            <a:r>
              <a:rPr sz="1450" b="0" i="0" lang="en-US" kern="0">
                <a:solidFill>
                  <a:srgbClr val="000000"/>
                </a:solidFill>
                <a:latin typeface="DejaVu Sans"/>
              </a:rPr>
              <a:t>BBBB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wrap-prefix111-width-110.99-ctr</a:t>
            </a:r>
          </a:p>
        </p:txBody>
      </p:sp>
      <p:sp>
        <p:nvSpPr>
          <p:cNvPr id="7" name="wrap-prefix111-width-110.99-ctr"/>
          <p:cNvSpPr txBox="1"/>
          <p:nvPr/>
        </p:nvSpPr>
        <p:spPr>
          <a:xfrm>
            <a:off x="381000" y="3429000"/>
            <a:ext cx="1409573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wrap-prefix111-width-110.99-r</a:t>
            </a:r>
          </a:p>
        </p:txBody>
      </p:sp>
      <p:sp>
        <p:nvSpPr>
          <p:cNvPr id="9" name="wrap-prefix111-width-110.99-r"/>
          <p:cNvSpPr txBox="1"/>
          <p:nvPr/>
        </p:nvSpPr>
        <p:spPr>
          <a:xfrm>
            <a:off x="4826000" y="3429000"/>
            <a:ext cx="1409573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wrap-prefix111-width-111.01-ctr</a:t>
            </a:r>
          </a:p>
        </p:txBody>
      </p:sp>
      <p:sp>
        <p:nvSpPr>
          <p:cNvPr id="11" name="wrap-prefix111-width-111.01-ctr"/>
          <p:cNvSpPr txBox="1"/>
          <p:nvPr/>
        </p:nvSpPr>
        <p:spPr>
          <a:xfrm>
            <a:off x="381000" y="6223000"/>
            <a:ext cx="1409827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wrap-prefix111-width-111.01-r</a:t>
            </a:r>
          </a:p>
        </p:txBody>
      </p:sp>
      <p:sp>
        <p:nvSpPr>
          <p:cNvPr id="13" name="wrap-prefix111-width-111.01-r"/>
          <p:cNvSpPr txBox="1"/>
          <p:nvPr/>
        </p:nvSpPr>
        <p:spPr>
          <a:xfrm>
            <a:off x="4826000" y="6223000"/>
            <a:ext cx="1409827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351" b="0" i="0" lang="en-US" kern="0">
                <a:solidFill>
                  <a:srgbClr val="000000"/>
                </a:solidFill>
                <a:latin typeface="DejaVu Sans"/>
              </a:rPr>
              <a:t>BBBBBBBBBBBBZ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kern-14.6-scaled20x72p5-ctr</a:t>
            </a:r>
          </a:p>
        </p:txBody>
      </p:sp>
      <p:sp>
        <p:nvSpPr>
          <p:cNvPr id="3" name="kern-14.6-scaled20x72p5-ctr"/>
          <p:cNvSpPr txBox="1"/>
          <p:nvPr/>
        </p:nvSpPr>
        <p:spPr>
          <a:xfrm>
            <a:off x="381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2000" b="0" i="0" lang="en-US" kern="146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kern-14.6-scaled20x72p5-r</a:t>
            </a:r>
          </a:p>
        </p:txBody>
      </p:sp>
      <p:sp>
        <p:nvSpPr>
          <p:cNvPr id="5" name="kern-14.6-scaled20x72p5-r"/>
          <p:cNvSpPr txBox="1"/>
          <p:nvPr/>
        </p:nvSpPr>
        <p:spPr>
          <a:xfrm>
            <a:off x="4826000" y="635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2000" b="0" i="0" lang="en-US" kern="146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kern-15.1-scaled20x72p5-ctr</a:t>
            </a:r>
          </a:p>
        </p:txBody>
      </p:sp>
      <p:sp>
        <p:nvSpPr>
          <p:cNvPr id="7" name="kern-15.1-scaled20x72p5-ctr"/>
          <p:cNvSpPr txBox="1"/>
          <p:nvPr/>
        </p:nvSpPr>
        <p:spPr>
          <a:xfrm>
            <a:off x="381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2000" b="0" i="0" lang="en-US" kern="151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kern-15.1-scaled20x72p5-r</a:t>
            </a:r>
          </a:p>
        </p:txBody>
      </p:sp>
      <p:sp>
        <p:nvSpPr>
          <p:cNvPr id="9" name="kern-15.1-scaled20x72p5-r"/>
          <p:cNvSpPr txBox="1"/>
          <p:nvPr/>
        </p:nvSpPr>
        <p:spPr>
          <a:xfrm>
            <a:off x="4826000" y="3429000"/>
            <a:ext cx="3683000" cy="2032000"/>
          </a:xfrm>
          <a:prstGeom prst="rect">
            <a:avLst/>
          </a:prstGeom>
          <a:noFill/>
        </p:spPr>
        <p:txBody>
          <a:bodyPr wrap="none" lIns="0" rIns="0" tIns="0" bIns="0" anchor="t">
            <a:normAutofit fontScale="72500" lnSpcReduction="0"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2000" b="0" i="0" lang="en-US" kern="1510">
                <a:solidFill>
                  <a:srgbClr val="000000"/>
                </a:solidFill>
                <a:latin typeface="DejaVu Sans"/>
              </a:rPr>
              <a:t>AVATAR ToTo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actual-bold-fractional-width-ctr</a:t>
            </a:r>
          </a:p>
        </p:txBody>
      </p:sp>
      <p:sp>
        <p:nvSpPr>
          <p:cNvPr id="11" name="actual-bold-fractional-width-ctr"/>
          <p:cNvSpPr txBox="1"/>
          <p:nvPr/>
        </p:nvSpPr>
        <p:spPr>
          <a:xfrm>
            <a:off x="381000" y="6223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1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ctr" lvl="0"/>
            <a:r>
              <a:rPr sz="1450" b="1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actual-bold-fractional-width-r</a:t>
            </a:r>
          </a:p>
        </p:txBody>
      </p:sp>
      <p:sp>
        <p:nvSpPr>
          <p:cNvPr id="13" name="actual-bold-fractional-width-r"/>
          <p:cNvSpPr txBox="1"/>
          <p:nvPr/>
        </p:nvSpPr>
        <p:spPr>
          <a:xfrm>
            <a:off x="4826000" y="6223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1" i="0" lang="en-US" kern="0">
                <a:solidFill>
                  <a:srgbClr val="000000"/>
                </a:solidFill>
                <a:latin typeface="DejaVu Sans"/>
              </a:defRPr>
            </a:lvl1pPr>
          </a:lstStyle>
          <a:p>
            <a:pPr algn="r" lvl="0"/>
            <a:r>
              <a:rPr sz="1450" b="1" i="0" lang="en-US" kern="0">
                <a:solidFill>
                  <a:srgbClr val="000000"/>
                </a:solidFill>
                <a:latin typeface="DejaVu Sans"/>
              </a:rPr>
              <a:t>Agjp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actual-serif-fractional-width-ctr</a:t>
            </a:r>
          </a:p>
        </p:txBody>
      </p:sp>
      <p:sp>
        <p:nvSpPr>
          <p:cNvPr id="3" name="actual-serif-fractional-width-ctr"/>
          <p:cNvSpPr txBox="1"/>
          <p:nvPr/>
        </p:nvSpPr>
        <p:spPr>
          <a:xfrm>
            <a:off x="381000" y="635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erif"/>
              </a:defRPr>
            </a:lvl1pPr>
          </a:lstStyle>
          <a:p>
            <a:pPr algn="ctr" lvl="0"/>
            <a:r>
              <a:rPr sz="1450" b="0" i="0" lang="en-US" kern="0">
                <a:solidFill>
                  <a:srgbClr val="000000"/>
                </a:solidFill>
                <a:latin typeface="DejaVu Serif"/>
              </a:rPr>
              <a:t>Agjp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342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actual-serif-fractional-width-r</a:t>
            </a:r>
          </a:p>
        </p:txBody>
      </p:sp>
      <p:sp>
        <p:nvSpPr>
          <p:cNvPr id="5" name="actual-serif-fractional-width-r"/>
          <p:cNvSpPr txBox="1"/>
          <p:nvPr/>
        </p:nvSpPr>
        <p:spPr>
          <a:xfrm>
            <a:off x="4826000" y="635000"/>
            <a:ext cx="1409827" cy="2032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>
            <a:lvl1pPr>
              <a:defRPr sz="1800" b="0" i="0" lang="en-US" kern="0">
                <a:solidFill>
                  <a:srgbClr val="000000"/>
                </a:solidFill>
                <a:latin typeface="DejaVu Serif"/>
              </a:defRPr>
            </a:lvl1pPr>
          </a:lstStyle>
          <a:p>
            <a:pPr algn="r" lvl="0"/>
            <a:r>
              <a:rPr sz="1450" b="0" i="0" lang="en-US" kern="0">
                <a:solidFill>
                  <a:srgbClr val="000000"/>
                </a:solidFill>
                <a:latin typeface="DejaVu Serif"/>
              </a:rPr>
              <a:t>Agjp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table-stored-scale100-ctr</a:t>
            </a:r>
          </a:p>
        </p:txBody>
      </p:sp>
      <p:graphicFrame>
        <p:nvGraphicFramePr>
          <p:cNvPr id="7" name="table-stored-scale100-ctr"/>
          <p:cNvGraphicFramePr>
            <a:graphicFrameLocks noGrp="1"/>
          </p:cNvGraphicFramePr>
          <p:nvPr/>
        </p:nvGraphicFramePr>
        <p:xfrm>
          <a:off x="381000" y="3429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lIns="0" rIns="0" tIns="0" bIns="0" wrap="none" anchor="t">
                      <a:normAutofit fontScale="100000" lnSpcReduction="0"/>
                    </a:bodyPr>
                    <a:lstStyle>
                      <a:lvl1pPr>
                        <a:defRPr sz="1800" b="0" i="0" lang="en-US" kern="0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ctr" lvl="0"/>
                      <a:r>
                        <a:rPr sz="1450" b="0" i="0" lang="en-US" kern="0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826000" y="3136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table-stored-scale100-r</a:t>
            </a:r>
          </a:p>
        </p:txBody>
      </p:sp>
      <p:graphicFrame>
        <p:nvGraphicFramePr>
          <p:cNvPr id="9" name="table-stored-scale100-r"/>
          <p:cNvGraphicFramePr>
            <a:graphicFrameLocks noGrp="1"/>
          </p:cNvGraphicFramePr>
          <p:nvPr/>
        </p:nvGraphicFramePr>
        <p:xfrm>
          <a:off x="4826000" y="3429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lIns="0" rIns="0" tIns="0" bIns="0" wrap="none" anchor="t">
                      <a:normAutofit fontScale="100000" lnSpcReduction="0"/>
                    </a:bodyPr>
                    <a:lstStyle>
                      <a:lvl1pPr>
                        <a:defRPr sz="1800" b="0" i="0" lang="en-US" kern="0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r" lvl="0"/>
                      <a:r>
                        <a:rPr sz="1450" b="0" i="0" lang="en-US" kern="0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table-stored-scale50-ctr</a:t>
            </a:r>
          </a:p>
        </p:txBody>
      </p:sp>
      <p:graphicFrame>
        <p:nvGraphicFramePr>
          <p:cNvPr id="11" name="table-stored-scale50-ctr"/>
          <p:cNvGraphicFramePr>
            <a:graphicFrameLocks noGrp="1"/>
          </p:cNvGraphicFramePr>
          <p:nvPr/>
        </p:nvGraphicFramePr>
        <p:xfrm>
          <a:off x="381000" y="6223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lIns="0" rIns="0" tIns="0" bIns="0" wrap="none" anchor="t">
                      <a:normAutofit fontScale="50000" lnSpcReduction="0"/>
                    </a:bodyPr>
                    <a:lstStyle>
                      <a:lvl1pPr>
                        <a:defRPr sz="1800" b="0" i="0" lang="en-US" kern="0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ctr" lvl="0"/>
                      <a:r>
                        <a:rPr sz="1450" b="0" i="0" lang="en-US" kern="0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826000" y="5930900"/>
            <a:ext cx="3937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table-stored-scale50-r</a:t>
            </a:r>
          </a:p>
        </p:txBody>
      </p:sp>
      <p:graphicFrame>
        <p:nvGraphicFramePr>
          <p:cNvPr id="13" name="table-stored-scale50-r"/>
          <p:cNvGraphicFramePr>
            <a:graphicFrameLocks noGrp="1"/>
          </p:cNvGraphicFramePr>
          <p:nvPr/>
        </p:nvGraphicFramePr>
        <p:xfrm>
          <a:off x="4826000" y="6223000"/>
          <a:ext cx="1409827" cy="2032000"/>
        </p:xfrm>
        <a:graphic>
          <a:graphicData uri="http://schemas.openxmlformats.org/drawingml/2006/table">
            <a:tbl>
              <a:tblPr firstRow="0" bandRow="0"/>
              <a:tblGrid>
                <a:gridCol w="1409827"/>
              </a:tblGrid>
              <a:tr h="2032000">
                <a:tc>
                  <a:txBody>
                    <a:bodyPr lIns="0" rIns="0" tIns="0" bIns="0" wrap="none" anchor="t">
                      <a:normAutofit fontScale="50000" lnSpcReduction="0"/>
                    </a:bodyPr>
                    <a:lstStyle>
                      <a:lvl1pPr>
                        <a:defRPr sz="1800" b="0" i="0" lang="en-US" kern="0">
                          <a:solidFill>
                            <a:srgbClr val="000000"/>
                          </a:solidFill>
                          <a:latin typeface="DejaVu Sans"/>
                        </a:defRPr>
                      </a:lvl1pPr>
                    </a:lstStyle>
                    <a:p>
                      <a:pPr algn="r" lvl="0"/>
                      <a:r>
                        <a:rPr sz="1450" b="0" i="0" lang="en-US" kern="0">
                          <a:solidFill>
                            <a:srgbClr val="000000"/>
                          </a:solidFill>
                          <a:latin typeface="DejaVu Sans"/>
                        </a:rPr>
                        <a:t>Agjp</a:t>
                      </a: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