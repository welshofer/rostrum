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09728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5000" r="25000" t="10000" b="20000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-50000" r="-50000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 l="25000" t="12500" r="12500" b="25000"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-25000" t="25000"/>
          <a:stretch>
            <a:fillRect t="25000" b="25000"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 rot="5400000" flipH="1" flipV="1">
            <a:off x="2743200" y="1828800"/>
            <a:ext cx="5486400" cy="274320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828800"/>
            <a:ext cx="5486400" cy="27432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828800"/>
            <a:ext cx="5486400" cy="2743200"/>
          </a:xfrm>
          <a:prstGeom prst="rect">
            <a:avLst/>
          </a:prstGeom>
          <a:blipFill>
            <a:blip r:embed="rId2"/>
            <a:tile sx="100000" sy="100000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828800"/>
            <a:ext cx="5486400" cy="2743200"/>
          </a:xfrm>
          <a:prstGeom prst="rect">
            <a:avLst/>
          </a:prstGeom>
          <a:blipFill>
            <a:blip r:embed="rId2"/>
            <a:tile sx="100000" sy="100000" algn="ctr" tx="228600" ty="-114300" flip="xy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0" y="1828800"/>
          <a:ext cx="548640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0"/>
              </a:tblGrid>
              <a:tr h="2743200"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srcRect l="25000" b="25000"/>
                      <a:stretch>
                        <a:fillRect/>
                      </a:stretch>
                    </a:blip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0" y="1828800"/>
          <a:ext cx="548640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0"/>
              </a:tblGrid>
              <a:tr h="2743200"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sx="50000" sy="75000" algn="br" flip="x"/>
                    </a:blip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Rostrum conformance fixtures</dc:creator>
  <cp:keywords/>
  <dc:description>generated using python-pptx</dc:description>
  <cp:lastModifiedBy>Rostrum conformance fixtures</cp:lastModifiedBy>
  <cp:revision>1</cp:revision>
  <dcterms:created xsi:type="dcterms:W3CDTF">2013-01-27T09:14:16Z</dcterms:created>
  <dcterms:modified xsi:type="dcterms:W3CDTF">2013-01-27T09:15:58Z</dcterms:modified>
  <cp:category/>
</cp:coreProperties>
</file>