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</a:t>
            </a:r>
          </a:p>
        </p:txBody>
      </p:sp>
      <p:sp>
        <p:nvSpPr>
          <p:cNvPr id="3" name="regular"/>
          <p:cNvSpPr txBox="1"/>
          <p:nvPr/>
        </p:nvSpPr>
        <p:spPr>
          <a:xfrm>
            <a:off x="381000" y="533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 beta gamma delta epsilon zeta eta theta iota kappa lambda mu.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</a:t>
            </a:r>
          </a:p>
        </p:txBody>
      </p:sp>
      <p:sp>
        <p:nvSpPr>
          <p:cNvPr id="5" name="mixed"/>
          <p:cNvSpPr txBox="1"/>
          <p:nvPr/>
        </p:nvSpPr>
        <p:spPr>
          <a:xfrm>
            <a:off x="4826000" y="533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b="0"/>
              <a:t>Alpha beta </a:t>
            </a:r>
            <a:r>
              <a:rPr b="1"/>
              <a:t>gamma delta </a:t>
            </a:r>
            <a:r>
              <a:rPr b="0"/>
              <a:t>epsilon zeta eta theta iota kappa lambda mu.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841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hard-break</a:t>
            </a:r>
          </a:p>
        </p:txBody>
      </p:sp>
      <p:sp>
        <p:nvSpPr>
          <p:cNvPr id="7" name="hard-break"/>
          <p:cNvSpPr txBox="1"/>
          <p:nvPr/>
        </p:nvSpPr>
        <p:spPr>
          <a:xfrm>
            <a:off x="381000" y="2120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 beta</a:t>
            </a:r>
            <a:br/>
            <a:r>
              <a:t>gamma delta epsilon zeta eta theta iota kappa.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1841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edge-spaces</a:t>
            </a:r>
          </a:p>
        </p:txBody>
      </p:sp>
      <p:sp>
        <p:nvSpPr>
          <p:cNvPr id="9" name="edge-spaces"/>
          <p:cNvSpPr txBox="1"/>
          <p:nvPr/>
        </p:nvSpPr>
        <p:spPr>
          <a:xfrm>
            <a:off x="4826000" y="2120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  Alpha  beta gamma delta epsilon zeta eta theta iota kappa.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3429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one-word</a:t>
            </a:r>
          </a:p>
        </p:txBody>
      </p:sp>
      <p:sp>
        <p:nvSpPr>
          <p:cNvPr id="11" name="one-word"/>
          <p:cNvSpPr txBox="1"/>
          <p:nvPr/>
        </p:nvSpPr>
        <p:spPr>
          <a:xfrm>
            <a:off x="381000" y="3708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Supercalifragilisticexpialidocious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34290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bullet</a:t>
            </a:r>
          </a:p>
        </p:txBody>
      </p:sp>
      <p:sp>
        <p:nvSpPr>
          <p:cNvPr id="13" name="bullet"/>
          <p:cNvSpPr txBox="1"/>
          <p:nvPr/>
        </p:nvSpPr>
        <p:spPr>
          <a:xfrm>
            <a:off x="4826000" y="37084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 marL="228600" indent="-177800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  <a:buChar char="•"/>
            </a:pPr>
            <a:r>
              <a:t>Alpha beta gamma delta epsilon zeta eta theta iota kappa lambda mu.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5016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</a:t>
            </a:r>
          </a:p>
        </p:txBody>
      </p:sp>
      <p:sp>
        <p:nvSpPr>
          <p:cNvPr id="15" name="tab"/>
          <p:cNvSpPr txBox="1"/>
          <p:nvPr/>
        </p:nvSpPr>
        <p:spPr>
          <a:xfrm>
            <a:off x="381000" y="5295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	beta gamma delta epsilon zeta eta theta iota kappa.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50165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last-line</a:t>
            </a:r>
          </a:p>
        </p:txBody>
      </p:sp>
      <p:sp>
        <p:nvSpPr>
          <p:cNvPr id="17" name="last-line"/>
          <p:cNvSpPr txBox="1"/>
          <p:nvPr/>
        </p:nvSpPr>
        <p:spPr>
          <a:xfrm>
            <a:off x="4826000" y="5295900"/>
            <a:ext cx="3810000" cy="1193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Alpha beta.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