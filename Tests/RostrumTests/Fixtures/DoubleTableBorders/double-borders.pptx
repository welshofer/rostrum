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27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508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143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127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508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1143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27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508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rtl="1">
                <a:tableStyleId>{2D5ABB26-0587-4C30-8999-92F81FD0307C}</a:tableStyleId>
              </a:tblPr>
              <a:tblGrid>
                <a:gridCol w="4572000"/>
                <a:gridCol w="4572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143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27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 rowSpan="2"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27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508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 rowSpan="2"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508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143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 rowSpan="2"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143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27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27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508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508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row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143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  <a:tr h="1828800">
                <a:tc v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114300" cmpd="dbl">
                      <a:solidFill>
                        <a:srgbClr val="0000FF"/>
                      </a:solidFill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52400" cmpd="sng">
                      <a:solidFill>
                        <a:srgbClr val="FF0000"/>
                      </a:solidFill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grid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127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127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grid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508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508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0"/>
                <a:gridCol w="4572000"/>
              </a:tblGrid>
              <a:tr h="1828800">
                <a:tc gridSpan="2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1143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114300" cmpd="dbl">
                      <a:solidFill>
                        <a:srgbClr val="0000FF"/>
                      </a:solidFill>
                    </a:lnB>
                    <a:solidFill>
                      <a:srgbClr val="EEE8CC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152400" cmpd="sng">
                      <a:solidFill>
                        <a:srgbClr val="FF0000"/>
                      </a:solidFill>
                    </a:lnT>
                    <a:lnB w="0" cmpd="dbl">
                      <a:noFill/>
                    </a:lnB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lnTlToBr w="12700" cmpd="dbl">
                      <a:solidFill>
                        <a:srgbClr val="0000FF"/>
                      </a:solidFill>
                    </a:lnTlToBr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lnTlToBr w="50800" cmpd="dbl">
                      <a:solidFill>
                        <a:srgbClr val="0000FF"/>
                      </a:solidFill>
                    </a:lnTlToBr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lnTlToBr w="114300" cmpd="dbl">
                      <a:solidFill>
                        <a:srgbClr val="0000FF"/>
                      </a:solidFill>
                    </a:lnTlToBr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lnBlToTr w="12700" cmpd="dbl">
                      <a:solidFill>
                        <a:srgbClr val="0000FF"/>
                      </a:solidFill>
                    </a:lnBlToTr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lnBlToTr w="50800" cmpd="dbl">
                      <a:solidFill>
                        <a:srgbClr val="0000FF"/>
                      </a:solidFill>
                    </a:lnBlToTr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0"/>
              </a:tblGrid>
              <a:tr h="3657600">
                <a:tc>
                  <a:txBody>
                    <a:bodyPr/>
                    <a:lstStyle/>
                    <a:p/>
                  </a:txBody>
                  <a:tcPr>
                    <a:lnL w="0" cmpd="dbl">
                      <a:noFill/>
                    </a:lnL>
                    <a:lnR w="0" cmpd="dbl">
                      <a:noFill/>
                    </a:lnR>
                    <a:lnT w="0" cmpd="dbl">
                      <a:noFill/>
                    </a:lnT>
                    <a:lnB w="0" cmpd="dbl">
                      <a:noFill/>
                    </a:lnB>
                    <a:lnBlToTr w="114300" cmpd="dbl">
                      <a:solidFill>
                        <a:srgbClr val="0000FF"/>
                      </a:solidFill>
                    </a:lnBlToTr>
                    <a:solidFill>
                      <a:srgbClr val="EEE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lastRow="1" bandRow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lastRow="1" bandRow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lastRow="1" bandRow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lastRow="1" bandRow="1">
                <a:tableStyleId>{6E25E649-3F16-4E02-A733-19D2CDBF48F0}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lastRow="1" bandRow="1">
                <a:tableStyleId>{0660B408-B3CF-4A94-85FC-2B1E0A45F4A2}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