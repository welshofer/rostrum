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09728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lastRow="1">
                <a:tableStyleId>{69012ECD-51FC-41F1-AA8D-1B2483CD663E}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lastRow="1">
                <a:tableStyleId>{69012ECD-51FC-41F1-AA8D-1B2483CD663E}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lastRow="1">
                <a:tableStyleId>{69012ECD-51FC-41F1-AA8D-1B2483CD663E}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B w="11430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noFill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lastRow="1">
                <a:tableStyleId>{69012ECD-51FC-41F1-AA8D-1B2483CD663E}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lastRow="1">
                <a:tableStyleId>{69012ECD-51FC-41F1-AA8D-1B2483CD663E}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T w="114300">
                      <a:noFill/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noFill/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noFill/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noFill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lastRow="1">
                <a:tableStyleId>{69012ECD-51FC-41F1-AA8D-1B2483CD663E}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lastRow="1">
                <a:tableStyleId>{B301B821-A1FF-4177-AEE7-76D212191A09}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lastRow="1">
                <a:tableStyleId>{B301B821-A1FF-4177-AEE7-76D212191A09}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lastRow="1">
                <a:tableStyleId>{B301B821-A1FF-4177-AEE7-76D212191A09}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B w="11430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noFill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lastRow="1">
                <a:tableStyleId>{B301B821-A1FF-4177-AEE7-76D212191A09}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lastRow="1">
                <a:tableStyleId>{B301B821-A1FF-4177-AEE7-76D212191A09}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T w="114300">
                      <a:noFill/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noFill/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noFill/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noFill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lastRow="1">
                <a:tableStyleId>{B301B821-A1FF-4177-AEE7-76D212191A09}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firstRow="1">
                <a:tableStyleId>{BC89EF96-8CEA-46FF-86C4-4CE0E7609802}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firstRow="1">
                <a:tableStyleId>{BC89EF96-8CEA-46FF-86C4-4CE0E7609802}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firstRow="1">
                <a:tableStyleId>{BC89EF96-8CEA-46FF-86C4-4CE0E7609802}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>
                    <a:lnB w="11430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noFill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firstRow="1">
                <a:tableStyleId>{BC89EF96-8CEA-46FF-86C4-4CE0E7609802}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firstRow="1">
                <a:tableStyleId>{BC89EF96-8CEA-46FF-86C4-4CE0E7609802}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T w="114300">
                      <a:noFill/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noFill/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noFill/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noFill/>
                    </a:lnT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firstRow="1">
                <a:tableStyleId>{BC89EF96-8CEA-46FF-86C4-4CE0E7609802}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bandRow="1">
                <a:tableStyleId>{69012ECD-51FC-41F1-AA8D-1B2483CD663E}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bandRow="1">
                <a:tableStyleId>{69012ECD-51FC-41F1-AA8D-1B2483CD663E}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bandRow="1">
                <a:tableStyleId>{69012ECD-51FC-41F1-AA8D-1B2483CD663E}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B w="11430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noFill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bandRow="1">
                <a:tableStyleId>{69012ECD-51FC-41F1-AA8D-1B2483CD663E}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bandRow="1">
                <a:tableStyleId>{69012ECD-51FC-41F1-AA8D-1B2483CD663E}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T w="114300">
                      <a:noFill/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noFill/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noFill/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noFill/>
                    </a:lnT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bandRow="1">
                <a:tableStyleId>{69012ECD-51FC-41F1-AA8D-1B2483CD663E}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firstCol="1">
                <a:tableStyleId>{3C2FFA5D-87B4-456A-9821-1D502468CF0F}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firstCol="1">
                <a:tableStyleId>{3C2FFA5D-87B4-456A-9821-1D502468CF0F}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>
                    <a:lnR w="114300">
                      <a:solidFill>
                        <a:srgbClr val="0000FF"/>
                      </a:solidFill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R w="114300">
                      <a:solidFill>
                        <a:srgbClr val="0000FF"/>
                      </a:solidFill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R w="114300">
                      <a:solidFill>
                        <a:srgbClr val="0000FF"/>
                      </a:solidFill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R w="114300">
                      <a:solidFill>
                        <a:srgbClr val="0000FF"/>
                      </a:solidFill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R w="114300">
                      <a:solidFill>
                        <a:srgbClr val="0000FF"/>
                      </a:solidFill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firstCol="1">
                <a:tableStyleId>{3C2FFA5D-87B4-456A-9821-1D502468CF0F}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>
                    <a:lnR w="114300">
                      <a:noFill/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R w="114300">
                      <a:noFill/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R w="114300">
                      <a:noFill/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R w="114300">
                      <a:noFill/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R w="114300">
                      <a:noFill/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firstCol="1">
                <a:tableStyleId>{3C2FFA5D-87B4-456A-9821-1D502468CF0F}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solidFill>
                        <a:srgbClr val="FF0000"/>
                      </a:solidFill>
                    </a:ln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solidFill>
                        <a:srgbClr val="FF0000"/>
                      </a:solidFill>
                    </a:ln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solidFill>
                        <a:srgbClr val="FF0000"/>
                      </a:solidFill>
                    </a:ln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solidFill>
                        <a:srgbClr val="FF0000"/>
                      </a:solidFill>
                    </a:ln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solidFill>
                        <a:srgbClr val="FF0000"/>
                      </a:solidFill>
                    </a:ln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firstCol="1">
                <a:tableStyleId>{3C2FFA5D-87B4-456A-9821-1D502468CF0F}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noFill/>
                    </a:ln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noFill/>
                    </a:ln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noFill/>
                    </a:ln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noFill/>
                    </a:ln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noFill/>
                    </a:ln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firstCol="1">
                <a:tableStyleId>{3C2FFA5D-87B4-456A-9821-1D502468CF0F}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>
                    <a:lnR w="114300">
                      <a:solidFill>
                        <a:srgbClr val="0000FF"/>
                      </a:solidFill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solidFill>
                        <a:srgbClr val="FF0000"/>
                      </a:solidFill>
                    </a:ln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R w="114300">
                      <a:solidFill>
                        <a:srgbClr val="0000FF"/>
                      </a:solidFill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solidFill>
                        <a:srgbClr val="FF0000"/>
                      </a:solidFill>
                    </a:ln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R w="114300">
                      <a:solidFill>
                        <a:srgbClr val="0000FF"/>
                      </a:solidFill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solidFill>
                        <a:srgbClr val="FF0000"/>
                      </a:solidFill>
                    </a:ln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R w="114300">
                      <a:solidFill>
                        <a:srgbClr val="0000FF"/>
                      </a:solidFill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solidFill>
                        <a:srgbClr val="FF0000"/>
                      </a:solidFill>
                    </a:ln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R w="114300">
                      <a:solidFill>
                        <a:srgbClr val="0000FF"/>
                      </a:solidFill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solidFill>
                        <a:srgbClr val="FF0000"/>
                      </a:solidFill>
                    </a:ln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lastCol="1">
                <a:tableStyleId>{3C2FFA5D-87B4-456A-9821-1D502468CF0F}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lastCol="1">
                <a:tableStyleId>{3C2FFA5D-87B4-456A-9821-1D502468CF0F}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R w="114300">
                      <a:solidFill>
                        <a:srgbClr val="0000FF"/>
                      </a:solidFill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R w="114300">
                      <a:solidFill>
                        <a:srgbClr val="0000FF"/>
                      </a:solidFill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R w="114300">
                      <a:solidFill>
                        <a:srgbClr val="0000FF"/>
                      </a:solidFill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R w="114300">
                      <a:solidFill>
                        <a:srgbClr val="0000FF"/>
                      </a:solidFill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R w="114300">
                      <a:solidFill>
                        <a:srgbClr val="0000FF"/>
                      </a:solidFill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lastCol="1">
                <a:tableStyleId>{3C2FFA5D-87B4-456A-9821-1D502468CF0F}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R w="114300">
                      <a:noFill/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R w="114300">
                      <a:noFill/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R w="114300">
                      <a:noFill/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R w="114300">
                      <a:noFill/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R w="114300">
                      <a:noFill/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lastCol="1">
                <a:tableStyleId>{3C2FFA5D-87B4-456A-9821-1D502468CF0F}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solidFill>
                        <a:srgbClr val="FF0000"/>
                      </a:solidFill>
                    </a:lnL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solidFill>
                        <a:srgbClr val="FF0000"/>
                      </a:solidFill>
                    </a:lnL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solidFill>
                        <a:srgbClr val="FF0000"/>
                      </a:solidFill>
                    </a:lnL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solidFill>
                        <a:srgbClr val="FF0000"/>
                      </a:solidFill>
                    </a:lnL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solidFill>
                        <a:srgbClr val="FF0000"/>
                      </a:solidFill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lastCol="1">
                <a:tableStyleId>{3C2FFA5D-87B4-456A-9821-1D502468CF0F}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noFill/>
                    </a:lnL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noFill/>
                    </a:lnL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noFill/>
                    </a:lnL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noFill/>
                    </a:lnL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noFill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lastCol="1">
                <a:tableStyleId>{3C2FFA5D-87B4-456A-9821-1D502468CF0F}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R w="114300">
                      <a:solidFill>
                        <a:srgbClr val="0000FF"/>
                      </a:solidFill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solidFill>
                        <a:srgbClr val="FF0000"/>
                      </a:solidFill>
                    </a:lnL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R w="114300">
                      <a:solidFill>
                        <a:srgbClr val="0000FF"/>
                      </a:solidFill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solidFill>
                        <a:srgbClr val="FF0000"/>
                      </a:solidFill>
                    </a:lnL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R w="114300">
                      <a:solidFill>
                        <a:srgbClr val="0000FF"/>
                      </a:solidFill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solidFill>
                        <a:srgbClr val="FF0000"/>
                      </a:solidFill>
                    </a:lnL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R w="114300">
                      <a:solidFill>
                        <a:srgbClr val="0000FF"/>
                      </a:solidFill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solidFill>
                        <a:srgbClr val="FF0000"/>
                      </a:solidFill>
                    </a:lnL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R w="114300">
                      <a:solidFill>
                        <a:srgbClr val="0000FF"/>
                      </a:solidFill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solidFill>
                        <a:srgbClr val="FF0000"/>
                      </a:solidFill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