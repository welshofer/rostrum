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762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127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762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  <a:prstDash val="dash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  <a:prstDash val="dash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>
                          <a:alpha val="30000"/>
                        </a:srgbClr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>
                          <a:alpha val="30000"/>
                        </a:srgbClr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762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noFill/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  <a:prstDash val="dash"/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  <a:prstDash val="dash"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>
                          <a:alpha val="30000"/>
                        </a:srgbClr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>
                          <a:alpha val="30000"/>
                        </a:srgbClr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0000F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FF0000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76200">
                      <a:solidFill>
                        <a:srgbClr val="0000F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12700">
                      <a:solidFill>
                        <a:srgbClr val="FF0000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12700">
                      <a:solidFill>
                        <a:srgbClr val="0000F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76200">
                      <a:solidFill>
                        <a:srgbClr val="FF0000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0000F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762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27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127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762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762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127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762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127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127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762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127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762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2540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2540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>
                          <a:alpha val="30000"/>
                        </a:srgbClr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25400">
                      <a:solidFill>
                        <a:srgbClr val="0000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25400">
                      <a:solidFill>
                        <a:srgbClr val="FF0000">
                          <a:alpha val="30000"/>
                        </a:srgbClr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noFill/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/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00FF"/>
                      </a:solidFill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>
                          <a:alpha val="30000"/>
                        </a:srgb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FF0000">
                          <a:alpha val="30000"/>
                        </a:srgbClr>
                      </a:solidFill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