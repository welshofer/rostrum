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DejaVu Sans"/>
      <p:regular r:id="rIdBoundary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BoundaryFont" Type="http://schemas.openxmlformats.org/officeDocument/2006/relationships/font" Target="fonts/boundary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kern-final-0: 133.37400pt</a:t>
            </a:r>
          </a:p>
        </p:txBody>
      </p:sp>
      <p:sp>
        <p:nvSpPr>
          <p:cNvPr id="3" name="kern-final-0"/>
          <p:cNvSpPr txBox="1"/>
          <p:nvPr/>
        </p:nvSpPr>
        <p:spPr>
          <a:xfrm>
            <a:off x="381000" y="571500"/>
            <a:ext cx="169384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kern-final-1: 133.37600pt</a:t>
            </a:r>
          </a:p>
        </p:txBody>
      </p:sp>
      <p:sp>
        <p:nvSpPr>
          <p:cNvPr id="5" name="kern-final-1"/>
          <p:cNvSpPr txBox="1"/>
          <p:nvPr/>
        </p:nvSpPr>
        <p:spPr>
          <a:xfrm>
            <a:off x="4826000" y="571500"/>
            <a:ext cx="169387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zero-final-0: 143.99900pt</a:t>
            </a:r>
          </a:p>
        </p:txBody>
      </p:sp>
      <p:sp>
        <p:nvSpPr>
          <p:cNvPr id="7" name="zero-final-0"/>
          <p:cNvSpPr txBox="1"/>
          <p:nvPr/>
        </p:nvSpPr>
        <p:spPr>
          <a:xfrm>
            <a:off x="381000" y="2730500"/>
            <a:ext cx="182878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zero-final-1: 144.00100pt</a:t>
            </a:r>
          </a:p>
        </p:txBody>
      </p:sp>
      <p:sp>
        <p:nvSpPr>
          <p:cNvPr id="9" name="zero-final-1"/>
          <p:cNvSpPr txBox="1"/>
          <p:nvPr/>
        </p:nvSpPr>
        <p:spPr>
          <a:xfrm>
            <a:off x="4826000" y="2730500"/>
            <a:ext cx="182881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inset-final-0: 79.54000pt</a:t>
            </a:r>
          </a:p>
        </p:txBody>
      </p:sp>
      <p:sp>
        <p:nvSpPr>
          <p:cNvPr id="11" name="inset-final-0"/>
          <p:cNvSpPr txBox="1"/>
          <p:nvPr/>
        </p:nvSpPr>
        <p:spPr>
          <a:xfrm>
            <a:off x="381000" y="4889500"/>
            <a:ext cx="1010158" cy="1587500"/>
          </a:xfrm>
          <a:prstGeom prst="rect">
            <a:avLst/>
          </a:prstGeom>
          <a:noFill/>
        </p:spPr>
        <p:txBody>
          <a:bodyPr wrap="square" lIns="381" rIns="381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inset-final-1: 79.57000pt</a:t>
            </a:r>
          </a:p>
        </p:txBody>
      </p:sp>
      <p:sp>
        <p:nvSpPr>
          <p:cNvPr id="13" name="inset-final-1"/>
          <p:cNvSpPr txBox="1"/>
          <p:nvPr/>
        </p:nvSpPr>
        <p:spPr>
          <a:xfrm>
            <a:off x="4826000" y="4889500"/>
            <a:ext cx="1010538" cy="1587500"/>
          </a:xfrm>
          <a:prstGeom prst="rect">
            <a:avLst/>
          </a:prstGeom>
          <a:noFill/>
        </p:spPr>
        <p:txBody>
          <a:bodyPr wrap="square" lIns="381" rIns="381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margin-final-0: 79.54000pt</a:t>
            </a:r>
          </a:p>
        </p:txBody>
      </p:sp>
      <p:sp>
        <p:nvSpPr>
          <p:cNvPr id="3" name="margin-final-0"/>
          <p:cNvSpPr txBox="1"/>
          <p:nvPr/>
        </p:nvSpPr>
        <p:spPr>
          <a:xfrm>
            <a:off x="381000" y="571500"/>
            <a:ext cx="101015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381" marR="381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margin-final-1: 79.57000pt</a:t>
            </a:r>
          </a:p>
        </p:txBody>
      </p:sp>
      <p:sp>
        <p:nvSpPr>
          <p:cNvPr id="5" name="margin-final-1"/>
          <p:cNvSpPr txBox="1"/>
          <p:nvPr/>
        </p:nvSpPr>
        <p:spPr>
          <a:xfrm>
            <a:off x="4826000" y="571500"/>
            <a:ext cx="101053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marL="381" marR="381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indent-final-0: 79.52000pt</a:t>
            </a:r>
          </a:p>
        </p:txBody>
      </p:sp>
      <p:sp>
        <p:nvSpPr>
          <p:cNvPr id="7" name="indent-final-0"/>
          <p:cNvSpPr txBox="1"/>
          <p:nvPr/>
        </p:nvSpPr>
        <p:spPr>
          <a:xfrm>
            <a:off x="381000" y="2730500"/>
            <a:ext cx="100990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381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indent-final-1: 79.54000pt</a:t>
            </a:r>
          </a:p>
        </p:txBody>
      </p:sp>
      <p:sp>
        <p:nvSpPr>
          <p:cNvPr id="9" name="indent-final-1"/>
          <p:cNvSpPr txBox="1"/>
          <p:nvPr/>
        </p:nvSpPr>
        <p:spPr>
          <a:xfrm>
            <a:off x="4826000" y="2730500"/>
            <a:ext cx="101015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 indent="381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right-final-0: 80.37600pt</a:t>
            </a:r>
          </a:p>
        </p:txBody>
      </p:sp>
      <p:sp>
        <p:nvSpPr>
          <p:cNvPr id="11" name="right-final-0"/>
          <p:cNvSpPr txBox="1"/>
          <p:nvPr/>
        </p:nvSpPr>
        <p:spPr>
          <a:xfrm>
            <a:off x="381000" y="4889500"/>
            <a:ext cx="102077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right-final-1: 80.44000pt</a:t>
            </a:r>
          </a:p>
        </p:txBody>
      </p:sp>
      <p:sp>
        <p:nvSpPr>
          <p:cNvPr id="13" name="right-final-1"/>
          <p:cNvSpPr txBox="1"/>
          <p:nvPr/>
        </p:nvSpPr>
        <p:spPr>
          <a:xfrm>
            <a:off x="4826000" y="4889500"/>
            <a:ext cx="102158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center-final-0: 80.37600pt</a:t>
            </a:r>
          </a:p>
        </p:txBody>
      </p:sp>
      <p:sp>
        <p:nvSpPr>
          <p:cNvPr id="3" name="center-final-0"/>
          <p:cNvSpPr txBox="1"/>
          <p:nvPr/>
        </p:nvSpPr>
        <p:spPr>
          <a:xfrm>
            <a:off x="381000" y="571500"/>
            <a:ext cx="102077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center-final-1: 80.44000pt</a:t>
            </a:r>
          </a:p>
        </p:txBody>
      </p:sp>
      <p:sp>
        <p:nvSpPr>
          <p:cNvPr id="5" name="center-final-1"/>
          <p:cNvSpPr txBox="1"/>
          <p:nvPr/>
        </p:nvSpPr>
        <p:spPr>
          <a:xfrm>
            <a:off x="4826000" y="571500"/>
            <a:ext cx="102158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dejavu-av-enabled-0: 100.00000pt</a:t>
            </a:r>
          </a:p>
        </p:txBody>
      </p:sp>
      <p:sp>
        <p:nvSpPr>
          <p:cNvPr id="7" name="dejavu-av-enabled-0"/>
          <p:cNvSpPr txBox="1"/>
          <p:nvPr/>
        </p:nvSpPr>
        <p:spPr>
          <a:xfrm>
            <a:off x="381000" y="2730500"/>
            <a:ext cx="127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en-US" kern="1200">
                <a:latin typeface="DejaVu Sans"/>
              </a:rPr>
              <a:t>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dejavu-av-disabled-0: 100.00000pt</a:t>
            </a:r>
          </a:p>
        </p:txBody>
      </p:sp>
      <p:sp>
        <p:nvSpPr>
          <p:cNvPr id="9" name="dejavu-av-disabled-0"/>
          <p:cNvSpPr txBox="1"/>
          <p:nvPr/>
        </p:nvSpPr>
        <p:spPr>
          <a:xfrm>
            <a:off x="4826000" y="2730500"/>
            <a:ext cx="127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en-US" kern="0">
                <a:latin typeface="DejaVu Sans"/>
              </a:rPr>
              <a:t>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dejavu-scaled-0: 100.00000pt</a:t>
            </a:r>
          </a:p>
        </p:txBody>
      </p:sp>
      <p:sp>
        <p:nvSpPr>
          <p:cNvPr id="11" name="dejavu-scaled-0"/>
          <p:cNvSpPr txBox="1"/>
          <p:nvPr/>
        </p:nvSpPr>
        <p:spPr>
          <a:xfrm>
            <a:off x="381000" y="4889500"/>
            <a:ext cx="1270000" cy="15875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en-US" kern="1200">
                <a:latin typeface="DejaVu Sans"/>
              </a:rPr>
              <a:t>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dejavu-office-0: 100.00000pt</a:t>
            </a:r>
          </a:p>
        </p:txBody>
      </p:sp>
      <p:sp>
        <p:nvSpPr>
          <p:cNvPr id="13" name="dejavu-office-0"/>
          <p:cNvSpPr txBox="1"/>
          <p:nvPr/>
        </p:nvSpPr>
        <p:spPr>
          <a:xfrm>
            <a:off x="4826000" y="4889500"/>
            <a:ext cx="127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lang="en-US" kern="1200">
                <a:latin typeface="DejaVu Sans"/>
              </a:rPr>
              <a:t>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