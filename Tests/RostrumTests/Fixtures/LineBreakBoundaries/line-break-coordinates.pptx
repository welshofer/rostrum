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embeddedFontLst>
    <p:embeddedFont>
      <p:font typeface="DejaVu Sans"/>
      <p:regular r:id="rIdBoundary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BoundaryFont" Type="http://schemas.openxmlformats.org/officeDocument/2006/relationships/font" Target="fonts/boundary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leftMargin-0.024-0: 79.51200pt</a:t>
            </a:r>
          </a:p>
        </p:txBody>
      </p:sp>
      <p:sp>
        <p:nvSpPr>
          <p:cNvPr id="3" name="leftMargin-0.024-0"/>
          <p:cNvSpPr txBox="1"/>
          <p:nvPr/>
        </p:nvSpPr>
        <p:spPr>
          <a:xfrm>
            <a:off x="381000" y="571500"/>
            <a:ext cx="100980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L="304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leftMargin-0.026-0: 79.53800pt</a:t>
            </a:r>
          </a:p>
        </p:txBody>
      </p:sp>
      <p:sp>
        <p:nvSpPr>
          <p:cNvPr id="5" name="leftMargin-0.026-0"/>
          <p:cNvSpPr txBox="1"/>
          <p:nvPr/>
        </p:nvSpPr>
        <p:spPr>
          <a:xfrm>
            <a:off x="4826000" y="571500"/>
            <a:ext cx="101013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L="330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leftMargin-0.074-0: 79.56200pt</a:t>
            </a:r>
          </a:p>
        </p:txBody>
      </p:sp>
      <p:sp>
        <p:nvSpPr>
          <p:cNvPr id="7" name="leftMargin-0.074-0"/>
          <p:cNvSpPr txBox="1"/>
          <p:nvPr/>
        </p:nvSpPr>
        <p:spPr>
          <a:xfrm>
            <a:off x="381000" y="2730500"/>
            <a:ext cx="101043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L="939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leftMargin-0.076-0: 79.58800pt</a:t>
            </a:r>
          </a:p>
        </p:txBody>
      </p:sp>
      <p:sp>
        <p:nvSpPr>
          <p:cNvPr id="9" name="leftMargin-0.076-0"/>
          <p:cNvSpPr txBox="1"/>
          <p:nvPr/>
        </p:nvSpPr>
        <p:spPr>
          <a:xfrm>
            <a:off x="4826000" y="2730500"/>
            <a:ext cx="101076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L="965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rightMargin-0.024-0: 79.51200pt</a:t>
            </a:r>
          </a:p>
        </p:txBody>
      </p:sp>
      <p:sp>
        <p:nvSpPr>
          <p:cNvPr id="11" name="rightMargin-0.024-0"/>
          <p:cNvSpPr txBox="1"/>
          <p:nvPr/>
        </p:nvSpPr>
        <p:spPr>
          <a:xfrm>
            <a:off x="381000" y="4889500"/>
            <a:ext cx="100980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R="304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rightMargin-0.026-0: 79.53800pt</a:t>
            </a:r>
          </a:p>
        </p:txBody>
      </p:sp>
      <p:sp>
        <p:nvSpPr>
          <p:cNvPr id="13" name="rightMargin-0.026-0"/>
          <p:cNvSpPr txBox="1"/>
          <p:nvPr/>
        </p:nvSpPr>
        <p:spPr>
          <a:xfrm>
            <a:off x="4826000" y="4889500"/>
            <a:ext cx="101013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R="330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rightMargin-0.074-0: 79.56200pt</a:t>
            </a:r>
          </a:p>
        </p:txBody>
      </p:sp>
      <p:sp>
        <p:nvSpPr>
          <p:cNvPr id="3" name="rightMargin-0.074-0"/>
          <p:cNvSpPr txBox="1"/>
          <p:nvPr/>
        </p:nvSpPr>
        <p:spPr>
          <a:xfrm>
            <a:off x="381000" y="571500"/>
            <a:ext cx="101043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R="939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rightMargin-0.076-0: 79.58800pt</a:t>
            </a:r>
          </a:p>
        </p:txBody>
      </p:sp>
      <p:sp>
        <p:nvSpPr>
          <p:cNvPr id="5" name="rightMargin-0.076-0"/>
          <p:cNvSpPr txBox="1"/>
          <p:nvPr/>
        </p:nvSpPr>
        <p:spPr>
          <a:xfrm>
            <a:off x="4826000" y="571500"/>
            <a:ext cx="101076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R="965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indent-0.024-0: 79.51200pt</a:t>
            </a:r>
          </a:p>
        </p:txBody>
      </p:sp>
      <p:sp>
        <p:nvSpPr>
          <p:cNvPr id="7" name="indent-0.024-0"/>
          <p:cNvSpPr txBox="1"/>
          <p:nvPr/>
        </p:nvSpPr>
        <p:spPr>
          <a:xfrm>
            <a:off x="381000" y="2730500"/>
            <a:ext cx="100980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304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indent-0.026-0: 79.53800pt</a:t>
            </a:r>
          </a:p>
        </p:txBody>
      </p:sp>
      <p:sp>
        <p:nvSpPr>
          <p:cNvPr id="9" name="indent-0.026-0"/>
          <p:cNvSpPr txBox="1"/>
          <p:nvPr/>
        </p:nvSpPr>
        <p:spPr>
          <a:xfrm>
            <a:off x="4826000" y="2730500"/>
            <a:ext cx="101013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330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indent-0.074-0: 79.56200pt</a:t>
            </a:r>
          </a:p>
        </p:txBody>
      </p:sp>
      <p:sp>
        <p:nvSpPr>
          <p:cNvPr id="11" name="indent-0.074-0"/>
          <p:cNvSpPr txBox="1"/>
          <p:nvPr/>
        </p:nvSpPr>
        <p:spPr>
          <a:xfrm>
            <a:off x="381000" y="4889500"/>
            <a:ext cx="101043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939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indent-0.076-0: 79.58800pt</a:t>
            </a:r>
          </a:p>
        </p:txBody>
      </p:sp>
      <p:sp>
        <p:nvSpPr>
          <p:cNvPr id="13" name="indent-0.076-0"/>
          <p:cNvSpPr txBox="1"/>
          <p:nvPr/>
        </p:nvSpPr>
        <p:spPr>
          <a:xfrm>
            <a:off x="4826000" y="4889500"/>
            <a:ext cx="101076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965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negativeIndent--0.024-0: 79.48800pt</a:t>
            </a:r>
          </a:p>
        </p:txBody>
      </p:sp>
      <p:sp>
        <p:nvSpPr>
          <p:cNvPr id="3" name="negativeIndent--0.024-0"/>
          <p:cNvSpPr txBox="1"/>
          <p:nvPr/>
        </p:nvSpPr>
        <p:spPr>
          <a:xfrm>
            <a:off x="381000" y="571500"/>
            <a:ext cx="100949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-304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negativeIndent--0.026-0: 79.46200pt</a:t>
            </a:r>
          </a:p>
        </p:txBody>
      </p:sp>
      <p:sp>
        <p:nvSpPr>
          <p:cNvPr id="5" name="negativeIndent--0.026-0"/>
          <p:cNvSpPr txBox="1"/>
          <p:nvPr/>
        </p:nvSpPr>
        <p:spPr>
          <a:xfrm>
            <a:off x="4826000" y="571500"/>
            <a:ext cx="100916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-330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negativeIndent--0.074-0: 79.43800pt</a:t>
            </a:r>
          </a:p>
        </p:txBody>
      </p:sp>
      <p:sp>
        <p:nvSpPr>
          <p:cNvPr id="7" name="negativeIndent--0.074-0"/>
          <p:cNvSpPr txBox="1"/>
          <p:nvPr/>
        </p:nvSpPr>
        <p:spPr>
          <a:xfrm>
            <a:off x="381000" y="2730500"/>
            <a:ext cx="100886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-939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negativeIndent--0.076-0: 79.41200pt</a:t>
            </a:r>
          </a:p>
        </p:txBody>
      </p:sp>
      <p:sp>
        <p:nvSpPr>
          <p:cNvPr id="9" name="negativeIndent--0.076-0"/>
          <p:cNvSpPr txBox="1"/>
          <p:nvPr/>
        </p:nvSpPr>
        <p:spPr>
          <a:xfrm>
            <a:off x="4826000" y="2730500"/>
            <a:ext cx="100853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-965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