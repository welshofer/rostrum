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embeddedFontLst>
    <p:embeddedFont>
      <p:font typeface="DejaVu Sans"/>
      <p:regular r:id="rIdBoundaryFont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BoundaryFont" Type="http://schemas.openxmlformats.org/officeDocument/2006/relationships/font" Target="fonts/boundary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kern-None-spacing-None-0: 200.00000pt</a:t>
            </a:r>
          </a:p>
        </p:txBody>
      </p:sp>
      <p:sp>
        <p:nvSpPr>
          <p:cNvPr id="3" name="kern-None-spacing-None-0"/>
          <p:cNvSpPr txBox="1"/>
          <p:nvPr/>
        </p:nvSpPr>
        <p:spPr>
          <a:xfrm>
            <a:off x="381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kern-None-spacing-0-0: 200.00000pt</a:t>
            </a:r>
          </a:p>
        </p:txBody>
      </p:sp>
      <p:sp>
        <p:nvSpPr>
          <p:cNvPr id="5" name="kern-None-spacing-0-0"/>
          <p:cNvSpPr txBox="1"/>
          <p:nvPr/>
        </p:nvSpPr>
        <p:spPr>
          <a:xfrm>
            <a:off x="4826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spc="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kern-None-spacing-0.25-0: 200.00000pt</a:t>
            </a:r>
          </a:p>
        </p:txBody>
      </p:sp>
      <p:sp>
        <p:nvSpPr>
          <p:cNvPr id="7" name="kern-None-spacing-0.25-0"/>
          <p:cNvSpPr txBox="1"/>
          <p:nvPr/>
        </p:nvSpPr>
        <p:spPr>
          <a:xfrm>
            <a:off x="381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spc="25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kern-0-spacing-None-0: 200.00000pt</a:t>
            </a:r>
          </a:p>
        </p:txBody>
      </p:sp>
      <p:sp>
        <p:nvSpPr>
          <p:cNvPr id="9" name="kern-0-spacing-None-0"/>
          <p:cNvSpPr txBox="1"/>
          <p:nvPr/>
        </p:nvSpPr>
        <p:spPr>
          <a:xfrm>
            <a:off x="4826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kern-0-spacing-0-0: 200.00000pt</a:t>
            </a:r>
          </a:p>
        </p:txBody>
      </p:sp>
      <p:sp>
        <p:nvSpPr>
          <p:cNvPr id="11" name="kern-0-spacing-0-0"/>
          <p:cNvSpPr txBox="1"/>
          <p:nvPr/>
        </p:nvSpPr>
        <p:spPr>
          <a:xfrm>
            <a:off x="381000" y="4889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0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kern-0-spacing-0.25-0: 200.00000pt</a:t>
            </a:r>
          </a:p>
        </p:txBody>
      </p:sp>
      <p:sp>
        <p:nvSpPr>
          <p:cNvPr id="13" name="kern-0-spacing-0.25-0"/>
          <p:cNvSpPr txBox="1"/>
          <p:nvPr/>
        </p:nvSpPr>
        <p:spPr>
          <a:xfrm>
            <a:off x="4826000" y="4889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 spc="25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kern-100-spacing-None-0: 200.00000pt</a:t>
            </a:r>
          </a:p>
        </p:txBody>
      </p:sp>
      <p:sp>
        <p:nvSpPr>
          <p:cNvPr id="3" name="kern-100-spacing-None-0"/>
          <p:cNvSpPr txBox="1"/>
          <p:nvPr/>
        </p:nvSpPr>
        <p:spPr>
          <a:xfrm>
            <a:off x="381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0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kern-100-spacing-0-0: 200.00000pt</a:t>
            </a:r>
          </a:p>
        </p:txBody>
      </p:sp>
      <p:sp>
        <p:nvSpPr>
          <p:cNvPr id="5" name="kern-100-spacing-0-0"/>
          <p:cNvSpPr txBox="1"/>
          <p:nvPr/>
        </p:nvSpPr>
        <p:spPr>
          <a:xfrm>
            <a:off x="4826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00" spc="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kern-100-spacing-0.25-0: 200.00000pt</a:t>
            </a:r>
          </a:p>
        </p:txBody>
      </p:sp>
      <p:sp>
        <p:nvSpPr>
          <p:cNvPr id="7" name="kern-100-spacing-0.25-0"/>
          <p:cNvSpPr txBox="1"/>
          <p:nvPr/>
        </p:nvSpPr>
        <p:spPr>
          <a:xfrm>
            <a:off x="381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00" spc="25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kern-1200-spacing-None-0: 200.00000pt</a:t>
            </a:r>
          </a:p>
        </p:txBody>
      </p:sp>
      <p:sp>
        <p:nvSpPr>
          <p:cNvPr id="9" name="kern-1200-spacing-None-0"/>
          <p:cNvSpPr txBox="1"/>
          <p:nvPr/>
        </p:nvSpPr>
        <p:spPr>
          <a:xfrm>
            <a:off x="4826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kern-1200-spacing-0-0: 200.00000pt</a:t>
            </a:r>
          </a:p>
        </p:txBody>
      </p:sp>
      <p:sp>
        <p:nvSpPr>
          <p:cNvPr id="11" name="kern-1200-spacing-0-0"/>
          <p:cNvSpPr txBox="1"/>
          <p:nvPr/>
        </p:nvSpPr>
        <p:spPr>
          <a:xfrm>
            <a:off x="381000" y="4889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 spc="0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kern-1200-spacing-0.25-0: 200.00000pt</a:t>
            </a:r>
          </a:p>
        </p:txBody>
      </p:sp>
      <p:sp>
        <p:nvSpPr>
          <p:cNvPr id="13" name="kern-1200-spacing-0.25-0"/>
          <p:cNvSpPr txBox="1"/>
          <p:nvPr/>
        </p:nvSpPr>
        <p:spPr>
          <a:xfrm>
            <a:off x="4826000" y="4889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 spc="25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kern-1800-spacing-None-0: 200.00000pt</a:t>
            </a:r>
          </a:p>
        </p:txBody>
      </p:sp>
      <p:sp>
        <p:nvSpPr>
          <p:cNvPr id="3" name="kern-1800-spacing-None-0"/>
          <p:cNvSpPr txBox="1"/>
          <p:nvPr/>
        </p:nvSpPr>
        <p:spPr>
          <a:xfrm>
            <a:off x="381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80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kern-1800-spacing-0-0: 200.00000pt</a:t>
            </a:r>
          </a:p>
        </p:txBody>
      </p:sp>
      <p:sp>
        <p:nvSpPr>
          <p:cNvPr id="5" name="kern-1800-spacing-0-0"/>
          <p:cNvSpPr txBox="1"/>
          <p:nvPr/>
        </p:nvSpPr>
        <p:spPr>
          <a:xfrm>
            <a:off x="4826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800" spc="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kern-1800-spacing-0.25-0: 200.00000pt</a:t>
            </a:r>
          </a:p>
        </p:txBody>
      </p:sp>
      <p:sp>
        <p:nvSpPr>
          <p:cNvPr id="7" name="kern-1800-spacing-0.25-0"/>
          <p:cNvSpPr txBox="1"/>
          <p:nvPr/>
        </p:nvSpPr>
        <p:spPr>
          <a:xfrm>
            <a:off x="381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800" spc="25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kern-1801-spacing-None-0: 200.00000pt</a:t>
            </a:r>
          </a:p>
        </p:txBody>
      </p:sp>
      <p:sp>
        <p:nvSpPr>
          <p:cNvPr id="9" name="kern-1801-spacing-None-0"/>
          <p:cNvSpPr txBox="1"/>
          <p:nvPr/>
        </p:nvSpPr>
        <p:spPr>
          <a:xfrm>
            <a:off x="4826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801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kern-1801-spacing-0-0: 200.00000pt</a:t>
            </a:r>
          </a:p>
        </p:txBody>
      </p:sp>
      <p:sp>
        <p:nvSpPr>
          <p:cNvPr id="11" name="kern-1801-spacing-0-0"/>
          <p:cNvSpPr txBox="1"/>
          <p:nvPr/>
        </p:nvSpPr>
        <p:spPr>
          <a:xfrm>
            <a:off x="381000" y="4889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801" spc="0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kern-1801-spacing-0.25-0: 200.00000pt</a:t>
            </a:r>
          </a:p>
        </p:txBody>
      </p:sp>
      <p:sp>
        <p:nvSpPr>
          <p:cNvPr id="13" name="kern-1801-spacing-0.25-0"/>
          <p:cNvSpPr txBox="1"/>
          <p:nvPr/>
        </p:nvSpPr>
        <p:spPr>
          <a:xfrm>
            <a:off x="4826000" y="4889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801" spc="25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kern-400000-spacing-None-0: 200.00000pt</a:t>
            </a:r>
          </a:p>
        </p:txBody>
      </p:sp>
      <p:sp>
        <p:nvSpPr>
          <p:cNvPr id="3" name="kern-400000-spacing-None-0"/>
          <p:cNvSpPr txBox="1"/>
          <p:nvPr/>
        </p:nvSpPr>
        <p:spPr>
          <a:xfrm>
            <a:off x="381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kern-400000-spacing-0-0: 200.00000pt</a:t>
            </a:r>
          </a:p>
        </p:txBody>
      </p:sp>
      <p:sp>
        <p:nvSpPr>
          <p:cNvPr id="5" name="kern-400000-spacing-0-0"/>
          <p:cNvSpPr txBox="1"/>
          <p:nvPr/>
        </p:nvSpPr>
        <p:spPr>
          <a:xfrm>
            <a:off x="4826000" y="571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kern-400000-spacing-0.25-0: 200.00000pt</a:t>
            </a:r>
          </a:p>
        </p:txBody>
      </p:sp>
      <p:sp>
        <p:nvSpPr>
          <p:cNvPr id="7" name="kern-400000-spacing-0.25-0"/>
          <p:cNvSpPr txBox="1"/>
          <p:nvPr/>
        </p:nvSpPr>
        <p:spPr>
          <a:xfrm>
            <a:off x="381000" y="2730500"/>
            <a:ext cx="254000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400000" spc="25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kern-boundary-None-spacing-None-0: 133.30000pt</a:t>
            </a:r>
          </a:p>
        </p:txBody>
      </p:sp>
      <p:sp>
        <p:nvSpPr>
          <p:cNvPr id="9" name="kern-boundary-None-spacing-None-0"/>
          <p:cNvSpPr txBox="1"/>
          <p:nvPr/>
        </p:nvSpPr>
        <p:spPr>
          <a:xfrm>
            <a:off x="4826000" y="2730500"/>
            <a:ext cx="16929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kern-boundary-None-spacing-None-1: 133.33000pt</a:t>
            </a:r>
          </a:p>
        </p:txBody>
      </p:sp>
      <p:sp>
        <p:nvSpPr>
          <p:cNvPr id="11" name="kern-boundary-None-spacing-None-1"/>
          <p:cNvSpPr txBox="1"/>
          <p:nvPr/>
        </p:nvSpPr>
        <p:spPr>
          <a:xfrm>
            <a:off x="381000" y="4889500"/>
            <a:ext cx="16932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kern-boundary-None-spacing-None-2: 143.99000pt</a:t>
            </a:r>
          </a:p>
        </p:txBody>
      </p:sp>
      <p:sp>
        <p:nvSpPr>
          <p:cNvPr id="13" name="kern-boundary-None-spacing-None-2"/>
          <p:cNvSpPr txBox="1"/>
          <p:nvPr/>
        </p:nvSpPr>
        <p:spPr>
          <a:xfrm>
            <a:off x="4826000" y="4889500"/>
            <a:ext cx="18286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kern-boundary-None-spacing-None-3: 144.01000pt</a:t>
            </a:r>
          </a:p>
        </p:txBody>
      </p:sp>
      <p:sp>
        <p:nvSpPr>
          <p:cNvPr id="3" name="kern-boundary-None-spacing-None-3"/>
          <p:cNvSpPr txBox="1"/>
          <p:nvPr/>
        </p:nvSpPr>
        <p:spPr>
          <a:xfrm>
            <a:off x="381000" y="571500"/>
            <a:ext cx="18289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kern-boundary-0-spacing-None-0: 133.30000pt</a:t>
            </a:r>
          </a:p>
        </p:txBody>
      </p:sp>
      <p:sp>
        <p:nvSpPr>
          <p:cNvPr id="5" name="kern-boundary-0-spacing-None-0"/>
          <p:cNvSpPr txBox="1"/>
          <p:nvPr/>
        </p:nvSpPr>
        <p:spPr>
          <a:xfrm>
            <a:off x="4826000" y="571500"/>
            <a:ext cx="16929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kern-boundary-0-spacing-None-1: 133.33000pt</a:t>
            </a:r>
          </a:p>
        </p:txBody>
      </p:sp>
      <p:sp>
        <p:nvSpPr>
          <p:cNvPr id="7" name="kern-boundary-0-spacing-None-1"/>
          <p:cNvSpPr txBox="1"/>
          <p:nvPr/>
        </p:nvSpPr>
        <p:spPr>
          <a:xfrm>
            <a:off x="381000" y="2730500"/>
            <a:ext cx="16932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kern-boundary-0-spacing-None-2: 143.99000pt</a:t>
            </a:r>
          </a:p>
        </p:txBody>
      </p:sp>
      <p:sp>
        <p:nvSpPr>
          <p:cNvPr id="9" name="kern-boundary-0-spacing-None-2"/>
          <p:cNvSpPr txBox="1"/>
          <p:nvPr/>
        </p:nvSpPr>
        <p:spPr>
          <a:xfrm>
            <a:off x="4826000" y="2730500"/>
            <a:ext cx="18286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kern-boundary-0-spacing-None-3: 144.01000pt</a:t>
            </a:r>
          </a:p>
        </p:txBody>
      </p:sp>
      <p:sp>
        <p:nvSpPr>
          <p:cNvPr id="11" name="kern-boundary-0-spacing-None-3"/>
          <p:cNvSpPr txBox="1"/>
          <p:nvPr/>
        </p:nvSpPr>
        <p:spPr>
          <a:xfrm>
            <a:off x="381000" y="4889500"/>
            <a:ext cx="18289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0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kern-boundary-1200-spacing-None-0: 133.30000pt</a:t>
            </a:r>
          </a:p>
        </p:txBody>
      </p:sp>
      <p:sp>
        <p:nvSpPr>
          <p:cNvPr id="13" name="kern-boundary-1200-spacing-None-0"/>
          <p:cNvSpPr txBox="1"/>
          <p:nvPr/>
        </p:nvSpPr>
        <p:spPr>
          <a:xfrm>
            <a:off x="4826000" y="4889500"/>
            <a:ext cx="16929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kern-boundary-1200-spacing-None-1: 133.33000pt</a:t>
            </a:r>
          </a:p>
        </p:txBody>
      </p:sp>
      <p:sp>
        <p:nvSpPr>
          <p:cNvPr id="3" name="kern-boundary-1200-spacing-None-1"/>
          <p:cNvSpPr txBox="1"/>
          <p:nvPr/>
        </p:nvSpPr>
        <p:spPr>
          <a:xfrm>
            <a:off x="381000" y="571500"/>
            <a:ext cx="16932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kern-boundary-1200-spacing-None-2: 143.99000pt</a:t>
            </a:r>
          </a:p>
        </p:txBody>
      </p:sp>
      <p:sp>
        <p:nvSpPr>
          <p:cNvPr id="5" name="kern-boundary-1200-spacing-None-2"/>
          <p:cNvSpPr txBox="1"/>
          <p:nvPr/>
        </p:nvSpPr>
        <p:spPr>
          <a:xfrm>
            <a:off x="4826000" y="571500"/>
            <a:ext cx="18286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kern-boundary-1200-spacing-None-3: 144.01000pt</a:t>
            </a:r>
          </a:p>
        </p:txBody>
      </p:sp>
      <p:sp>
        <p:nvSpPr>
          <p:cNvPr id="7" name="kern-boundary-1200-spacing-None-3"/>
          <p:cNvSpPr txBox="1"/>
          <p:nvPr/>
        </p:nvSpPr>
        <p:spPr>
          <a:xfrm>
            <a:off x="381000" y="2730500"/>
            <a:ext cx="18289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>
                <a:latin typeface="Arial"/>
              </a:rPr>
              <a:t>AVATARAVATARA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kern-boundary-1200-spacing-0-0: 133.30000pt</a:t>
            </a:r>
          </a:p>
        </p:txBody>
      </p:sp>
      <p:sp>
        <p:nvSpPr>
          <p:cNvPr id="9" name="kern-boundary-1200-spacing-0-0"/>
          <p:cNvSpPr txBox="1"/>
          <p:nvPr/>
        </p:nvSpPr>
        <p:spPr>
          <a:xfrm>
            <a:off x="4826000" y="2730500"/>
            <a:ext cx="16929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 spc="0">
                <a:latin typeface="Arial"/>
              </a:rPr>
              <a:t>AVATARAVATARA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kern-boundary-1200-spacing-0-1: 133.33000pt</a:t>
            </a:r>
          </a:p>
        </p:txBody>
      </p:sp>
      <p:sp>
        <p:nvSpPr>
          <p:cNvPr id="11" name="kern-boundary-1200-spacing-0-1"/>
          <p:cNvSpPr txBox="1"/>
          <p:nvPr/>
        </p:nvSpPr>
        <p:spPr>
          <a:xfrm>
            <a:off x="381000" y="4889500"/>
            <a:ext cx="16932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 spc="0">
                <a:latin typeface="Arial"/>
              </a:rPr>
              <a:t>AVATARAVATARA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kern-boundary-1200-spacing-0-2: 143.99000pt</a:t>
            </a:r>
          </a:p>
        </p:txBody>
      </p:sp>
      <p:sp>
        <p:nvSpPr>
          <p:cNvPr id="13" name="kern-boundary-1200-spacing-0-2"/>
          <p:cNvSpPr txBox="1"/>
          <p:nvPr/>
        </p:nvSpPr>
        <p:spPr>
          <a:xfrm>
            <a:off x="4826000" y="4889500"/>
            <a:ext cx="1828673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 spc="0">
                <a:latin typeface="Arial"/>
              </a:rPr>
              <a:t>AVATARAVATARA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kern-boundary-1200-spacing-0-3: 144.01000pt</a:t>
            </a:r>
          </a:p>
        </p:txBody>
      </p:sp>
      <p:sp>
        <p:nvSpPr>
          <p:cNvPr id="3" name="kern-boundary-1200-spacing-0-3"/>
          <p:cNvSpPr txBox="1"/>
          <p:nvPr/>
        </p:nvSpPr>
        <p:spPr>
          <a:xfrm>
            <a:off x="381000" y="571500"/>
            <a:ext cx="18289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lang="en-US" kern="1200" spc="0">
                <a:latin typeface="Arial"/>
              </a:rPr>
              <a:t>AVATARAVATARA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tracking-positive-0: 80.30000pt</a:t>
            </a:r>
          </a:p>
        </p:txBody>
      </p:sp>
      <p:sp>
        <p:nvSpPr>
          <p:cNvPr id="5" name="tracking-positive-0"/>
          <p:cNvSpPr txBox="1"/>
          <p:nvPr/>
        </p:nvSpPr>
        <p:spPr>
          <a:xfrm>
            <a:off x="4826000" y="571500"/>
            <a:ext cx="101981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tracking-positive-1: 80.33000pt</a:t>
            </a:r>
          </a:p>
        </p:txBody>
      </p:sp>
      <p:sp>
        <p:nvSpPr>
          <p:cNvPr id="7" name="tracking-positive-1"/>
          <p:cNvSpPr txBox="1"/>
          <p:nvPr/>
        </p:nvSpPr>
        <p:spPr>
          <a:xfrm>
            <a:off x="381000" y="2730500"/>
            <a:ext cx="1020191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tracking-positive-2: 80.34000pt</a:t>
            </a:r>
          </a:p>
        </p:txBody>
      </p:sp>
      <p:sp>
        <p:nvSpPr>
          <p:cNvPr id="9" name="tracking-positive-2"/>
          <p:cNvSpPr txBox="1"/>
          <p:nvPr/>
        </p:nvSpPr>
        <p:spPr>
          <a:xfrm>
            <a:off x="4826000" y="2730500"/>
            <a:ext cx="102031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tracking-positive-3: 80.35000pt</a:t>
            </a:r>
          </a:p>
        </p:txBody>
      </p:sp>
      <p:sp>
        <p:nvSpPr>
          <p:cNvPr id="11" name="tracking-positive-3"/>
          <p:cNvSpPr txBox="1"/>
          <p:nvPr/>
        </p:nvSpPr>
        <p:spPr>
          <a:xfrm>
            <a:off x="381000" y="4889500"/>
            <a:ext cx="1020444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tracking-positive-4: 80.36000pt</a:t>
            </a:r>
          </a:p>
        </p:txBody>
      </p:sp>
      <p:sp>
        <p:nvSpPr>
          <p:cNvPr id="13" name="tracking-positive-4"/>
          <p:cNvSpPr txBox="1"/>
          <p:nvPr/>
        </p:nvSpPr>
        <p:spPr>
          <a:xfrm>
            <a:off x="4826000" y="4889500"/>
            <a:ext cx="102057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tracking-positive-5: 80.37400pt</a:t>
            </a:r>
          </a:p>
        </p:txBody>
      </p:sp>
      <p:sp>
        <p:nvSpPr>
          <p:cNvPr id="3" name="tracking-positive-5"/>
          <p:cNvSpPr txBox="1"/>
          <p:nvPr/>
        </p:nvSpPr>
        <p:spPr>
          <a:xfrm>
            <a:off x="381000" y="571500"/>
            <a:ext cx="102074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tracking-positive-6: 80.37600pt</a:t>
            </a:r>
          </a:p>
        </p:txBody>
      </p:sp>
      <p:sp>
        <p:nvSpPr>
          <p:cNvPr id="5" name="tracking-positive-6"/>
          <p:cNvSpPr txBox="1"/>
          <p:nvPr/>
        </p:nvSpPr>
        <p:spPr>
          <a:xfrm>
            <a:off x="4826000" y="571500"/>
            <a:ext cx="102077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tracking-positive-7: 80.40000pt</a:t>
            </a:r>
          </a:p>
        </p:txBody>
      </p:sp>
      <p:sp>
        <p:nvSpPr>
          <p:cNvPr id="7" name="tracking-positive-7"/>
          <p:cNvSpPr txBox="1"/>
          <p:nvPr/>
        </p:nvSpPr>
        <p:spPr>
          <a:xfrm>
            <a:off x="381000" y="2730500"/>
            <a:ext cx="102108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tracking-positive-8: 80.49000pt</a:t>
            </a:r>
          </a:p>
        </p:txBody>
      </p:sp>
      <p:sp>
        <p:nvSpPr>
          <p:cNvPr id="9" name="tracking-positive-8"/>
          <p:cNvSpPr txBox="1"/>
          <p:nvPr/>
        </p:nvSpPr>
        <p:spPr>
          <a:xfrm>
            <a:off x="4826000" y="2730500"/>
            <a:ext cx="102222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tracking-positive-9: 80.51000pt</a:t>
            </a:r>
          </a:p>
        </p:txBody>
      </p:sp>
      <p:sp>
        <p:nvSpPr>
          <p:cNvPr id="11" name="tracking-positive-9"/>
          <p:cNvSpPr txBox="1"/>
          <p:nvPr/>
        </p:nvSpPr>
        <p:spPr>
          <a:xfrm>
            <a:off x="381000" y="4889500"/>
            <a:ext cx="102247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tracking-positive-10: 80.74000pt</a:t>
            </a:r>
          </a:p>
        </p:txBody>
      </p:sp>
      <p:sp>
        <p:nvSpPr>
          <p:cNvPr id="13" name="tracking-positive-10"/>
          <p:cNvSpPr txBox="1"/>
          <p:nvPr/>
        </p:nvSpPr>
        <p:spPr>
          <a:xfrm>
            <a:off x="4826000" y="4889500"/>
            <a:ext cx="102539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tracking-positive-11: 80.76000pt</a:t>
            </a:r>
          </a:p>
        </p:txBody>
      </p:sp>
      <p:sp>
        <p:nvSpPr>
          <p:cNvPr id="3" name="tracking-positive-11"/>
          <p:cNvSpPr txBox="1"/>
          <p:nvPr/>
        </p:nvSpPr>
        <p:spPr>
          <a:xfrm>
            <a:off x="381000" y="571500"/>
            <a:ext cx="102565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tracking-positive-12: 80.84000pt</a:t>
            </a:r>
          </a:p>
        </p:txBody>
      </p:sp>
      <p:sp>
        <p:nvSpPr>
          <p:cNvPr id="5" name="tracking-positive-12"/>
          <p:cNvSpPr txBox="1"/>
          <p:nvPr/>
        </p:nvSpPr>
        <p:spPr>
          <a:xfrm>
            <a:off x="4826000" y="571500"/>
            <a:ext cx="102666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tracking-positive-13: 80.86000pt</a:t>
            </a:r>
          </a:p>
        </p:txBody>
      </p:sp>
      <p:sp>
        <p:nvSpPr>
          <p:cNvPr id="7" name="tracking-positive-13"/>
          <p:cNvSpPr txBox="1"/>
          <p:nvPr/>
        </p:nvSpPr>
        <p:spPr>
          <a:xfrm>
            <a:off x="381000" y="2730500"/>
            <a:ext cx="102692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7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tracking-negative-0: 78.64000pt</a:t>
            </a:r>
          </a:p>
        </p:txBody>
      </p:sp>
      <p:sp>
        <p:nvSpPr>
          <p:cNvPr id="9" name="tracking-negative-0"/>
          <p:cNvSpPr txBox="1"/>
          <p:nvPr/>
        </p:nvSpPr>
        <p:spPr>
          <a:xfrm>
            <a:off x="4826000" y="2730500"/>
            <a:ext cx="998728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tracking-negative-1: 78.66000pt</a:t>
            </a:r>
          </a:p>
        </p:txBody>
      </p:sp>
      <p:sp>
        <p:nvSpPr>
          <p:cNvPr id="11" name="tracking-negative-1"/>
          <p:cNvSpPr txBox="1"/>
          <p:nvPr/>
        </p:nvSpPr>
        <p:spPr>
          <a:xfrm>
            <a:off x="381000" y="4889500"/>
            <a:ext cx="99898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tracking-negative-2: 78.68000pt</a:t>
            </a:r>
          </a:p>
        </p:txBody>
      </p:sp>
      <p:sp>
        <p:nvSpPr>
          <p:cNvPr id="13" name="tracking-negative-2"/>
          <p:cNvSpPr txBox="1"/>
          <p:nvPr/>
        </p:nvSpPr>
        <p:spPr>
          <a:xfrm>
            <a:off x="4826000" y="4889500"/>
            <a:ext cx="999236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tracking-negative-3: 78.74000pt</a:t>
            </a:r>
          </a:p>
        </p:txBody>
      </p:sp>
      <p:sp>
        <p:nvSpPr>
          <p:cNvPr id="3" name="tracking-negative-3"/>
          <p:cNvSpPr txBox="1"/>
          <p:nvPr/>
        </p:nvSpPr>
        <p:spPr>
          <a:xfrm>
            <a:off x="381000" y="571500"/>
            <a:ext cx="99999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tracking-negative-4: 78.76000pt</a:t>
            </a:r>
          </a:p>
        </p:txBody>
      </p:sp>
      <p:sp>
        <p:nvSpPr>
          <p:cNvPr id="5" name="tracking-negative-4"/>
          <p:cNvSpPr txBox="1"/>
          <p:nvPr/>
        </p:nvSpPr>
        <p:spPr>
          <a:xfrm>
            <a:off x="4826000" y="571500"/>
            <a:ext cx="100025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tracking-negative-5: 78.99000pt</a:t>
            </a:r>
          </a:p>
        </p:txBody>
      </p:sp>
      <p:sp>
        <p:nvSpPr>
          <p:cNvPr id="7" name="tracking-negative-5"/>
          <p:cNvSpPr txBox="1"/>
          <p:nvPr/>
        </p:nvSpPr>
        <p:spPr>
          <a:xfrm>
            <a:off x="381000" y="2730500"/>
            <a:ext cx="100317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tracking-negative-6: 79.01000pt</a:t>
            </a:r>
          </a:p>
        </p:txBody>
      </p:sp>
      <p:sp>
        <p:nvSpPr>
          <p:cNvPr id="9" name="tracking-negative-6"/>
          <p:cNvSpPr txBox="1"/>
          <p:nvPr/>
        </p:nvSpPr>
        <p:spPr>
          <a:xfrm>
            <a:off x="4826000" y="2730500"/>
            <a:ext cx="10034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 spc="-7">
                <a:latin typeface="Arial"/>
              </a:rPr>
              <a:t>BBBBBBBBBBBBZ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odd-glyph-count-0: 72.85000pt</a:t>
            </a:r>
          </a:p>
        </p:txBody>
      </p:sp>
      <p:sp>
        <p:nvSpPr>
          <p:cNvPr id="11" name="odd-glyph-count-0"/>
          <p:cNvSpPr txBox="1"/>
          <p:nvPr/>
        </p:nvSpPr>
        <p:spPr>
          <a:xfrm>
            <a:off x="381000" y="4889500"/>
            <a:ext cx="925194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26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odd-glyph-count-1: 72.86500pt</a:t>
            </a:r>
          </a:p>
        </p:txBody>
      </p:sp>
      <p:sp>
        <p:nvSpPr>
          <p:cNvPr id="13" name="odd-glyph-count-1"/>
          <p:cNvSpPr txBox="1"/>
          <p:nvPr/>
        </p:nvSpPr>
        <p:spPr>
          <a:xfrm>
            <a:off x="4826000" y="4889500"/>
            <a:ext cx="925385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1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odd-glyph-count-2: 72.87500pt</a:t>
            </a:r>
          </a:p>
        </p:txBody>
      </p:sp>
      <p:sp>
        <p:nvSpPr>
          <p:cNvPr id="3" name="odd-glyph-count-2"/>
          <p:cNvSpPr txBox="1"/>
          <p:nvPr/>
        </p:nvSpPr>
        <p:spPr>
          <a:xfrm>
            <a:off x="381000" y="571500"/>
            <a:ext cx="92551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26000" y="254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odd-glyph-count-3: 72.88500pt</a:t>
            </a:r>
          </a:p>
        </p:txBody>
      </p:sp>
      <p:sp>
        <p:nvSpPr>
          <p:cNvPr id="5" name="odd-glyph-count-3"/>
          <p:cNvSpPr txBox="1"/>
          <p:nvPr/>
        </p:nvSpPr>
        <p:spPr>
          <a:xfrm>
            <a:off x="4826000" y="571500"/>
            <a:ext cx="925639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1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odd-glyph-count-4: 72.90000pt</a:t>
            </a:r>
          </a:p>
        </p:txBody>
      </p:sp>
      <p:sp>
        <p:nvSpPr>
          <p:cNvPr id="7" name="odd-glyph-count-4"/>
          <p:cNvSpPr txBox="1"/>
          <p:nvPr/>
        </p:nvSpPr>
        <p:spPr>
          <a:xfrm>
            <a:off x="381000" y="2730500"/>
            <a:ext cx="925830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26000" y="2413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odd-glyph-count-5: 72.99000pt</a:t>
            </a:r>
          </a:p>
        </p:txBody>
      </p:sp>
      <p:sp>
        <p:nvSpPr>
          <p:cNvPr id="9" name="odd-glyph-count-5"/>
          <p:cNvSpPr txBox="1"/>
          <p:nvPr/>
        </p:nvSpPr>
        <p:spPr>
          <a:xfrm>
            <a:off x="4826000" y="2730500"/>
            <a:ext cx="926972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1000" y="4572000"/>
            <a:ext cx="4064000" cy="25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/>
              <a:t>odd-glyph-count-6: 73.01000pt</a:t>
            </a:r>
          </a:p>
        </p:txBody>
      </p:sp>
      <p:sp>
        <p:nvSpPr>
          <p:cNvPr id="11" name="odd-glyph-count-6"/>
          <p:cNvSpPr txBox="1"/>
          <p:nvPr/>
        </p:nvSpPr>
        <p:spPr>
          <a:xfrm>
            <a:off x="381000" y="4889500"/>
            <a:ext cx="927227" cy="15875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lang="en-US" kern="400000">
                <a:latin typeface="Arial"/>
              </a:rPr>
              <a:t>BBBBBBBBBBBZ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