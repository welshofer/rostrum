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6858000" type="screen4x3"/>
  <p:notesSz cx="6858000" cy="9144000"/>
  <p:embeddedFontLst>
    <p:embeddedFont>
      <p:font typeface="DejaVu Sans"/>
      <p:regular r:id="rIdBoundary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BoundaryFont" Type="http://schemas.openxmlformats.org/officeDocument/2006/relationships/font" Target="fonts/boundary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dejavu-scaled-order-0: 73.49000pt</a:t>
            </a:r>
          </a:p>
        </p:txBody>
      </p:sp>
      <p:sp>
        <p:nvSpPr>
          <p:cNvPr id="3" name="dejavu-scaled-order-0"/>
          <p:cNvSpPr txBox="1"/>
          <p:nvPr/>
        </p:nvSpPr>
        <p:spPr>
          <a:xfrm>
            <a:off x="381000" y="571500"/>
            <a:ext cx="933322" cy="1587500"/>
          </a:xfrm>
          <a:prstGeom prst="rect">
            <a:avLst/>
          </a:prstGeom>
          <a:noFill/>
        </p:spPr>
        <p:txBody>
          <a:bodyPr wrap="square" lIns="0" rIns="0" tIns="0" bIns="0">
            <a:normAutofit fontScale="5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>
                <a:latin typeface="DejaVu Sans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dejavu-scaled-order-1: 73.51000pt</a:t>
            </a:r>
          </a:p>
        </p:txBody>
      </p:sp>
      <p:sp>
        <p:nvSpPr>
          <p:cNvPr id="5" name="dejavu-scaled-order-1"/>
          <p:cNvSpPr txBox="1"/>
          <p:nvPr/>
        </p:nvSpPr>
        <p:spPr>
          <a:xfrm>
            <a:off x="4826000" y="571500"/>
            <a:ext cx="933577" cy="1587500"/>
          </a:xfrm>
          <a:prstGeom prst="rect">
            <a:avLst/>
          </a:prstGeom>
          <a:noFill/>
        </p:spPr>
        <p:txBody>
          <a:bodyPr wrap="square" lIns="0" rIns="0" tIns="0" bIns="0">
            <a:normAutofit fontScale="5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>
                <a:latin typeface="DejaVu Sans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dejavu-scaled-order-2: 74.24000pt</a:t>
            </a:r>
          </a:p>
        </p:txBody>
      </p:sp>
      <p:sp>
        <p:nvSpPr>
          <p:cNvPr id="7" name="dejavu-scaled-order-2"/>
          <p:cNvSpPr txBox="1"/>
          <p:nvPr/>
        </p:nvSpPr>
        <p:spPr>
          <a:xfrm>
            <a:off x="381000" y="2730500"/>
            <a:ext cx="942847" cy="1587500"/>
          </a:xfrm>
          <a:prstGeom prst="rect">
            <a:avLst/>
          </a:prstGeom>
          <a:noFill/>
        </p:spPr>
        <p:txBody>
          <a:bodyPr wrap="square" lIns="0" rIns="0" tIns="0" bIns="0">
            <a:normAutofit fontScale="5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>
                <a:latin typeface="DejaVu Sans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dejavu-scaled-order-3: 74.26000pt</a:t>
            </a:r>
          </a:p>
        </p:txBody>
      </p:sp>
      <p:sp>
        <p:nvSpPr>
          <p:cNvPr id="9" name="dejavu-scaled-order-3"/>
          <p:cNvSpPr txBox="1"/>
          <p:nvPr/>
        </p:nvSpPr>
        <p:spPr>
          <a:xfrm>
            <a:off x="4826000" y="2730500"/>
            <a:ext cx="943102" cy="1587500"/>
          </a:xfrm>
          <a:prstGeom prst="rect">
            <a:avLst/>
          </a:prstGeom>
          <a:noFill/>
        </p:spPr>
        <p:txBody>
          <a:bodyPr wrap="square" lIns="0" rIns="0" tIns="0" bIns="0">
            <a:normAutofit fontScale="5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>
                <a:latin typeface="DejaVu Sans"/>
              </a:rPr>
              <a:t>BBBBBBBBBBBBZ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