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embeddedFontLst>
    <p:embeddedFont>
      <p:font typeface="DejaVu Sans"/>
      <p:regular r:id="rIdBoundary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BoundaryFont" Type="http://schemas.openxmlformats.org/officeDocument/2006/relationships/font" Target="fonts/boundary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known-regular-0: 299.90000pt</a:t>
            </a:r>
          </a:p>
        </p:txBody>
      </p:sp>
      <p:sp>
        <p:nvSpPr>
          <p:cNvPr id="3" name="known-regular-0"/>
          <p:cNvSpPr txBox="1"/>
          <p:nvPr/>
        </p:nvSpPr>
        <p:spPr>
          <a:xfrm>
            <a:off x="381000" y="571500"/>
            <a:ext cx="380872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SupercalifragilisticexpialidociousSuper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known-regular-1: 299.99000pt</a:t>
            </a:r>
          </a:p>
        </p:txBody>
      </p:sp>
      <p:sp>
        <p:nvSpPr>
          <p:cNvPr id="5" name="known-regular-1"/>
          <p:cNvSpPr txBox="1"/>
          <p:nvPr/>
        </p:nvSpPr>
        <p:spPr>
          <a:xfrm>
            <a:off x="4826000" y="571500"/>
            <a:ext cx="38098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SupercalifragilisticexpialidociousSuper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known-regular-2: 300.01000pt</a:t>
            </a:r>
          </a:p>
        </p:txBody>
      </p:sp>
      <p:sp>
        <p:nvSpPr>
          <p:cNvPr id="7" name="known-regular-2"/>
          <p:cNvSpPr txBox="1"/>
          <p:nvPr/>
        </p:nvSpPr>
        <p:spPr>
          <a:xfrm>
            <a:off x="381000" y="2730500"/>
            <a:ext cx="38101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SupercalifragilisticexpialidociousSuper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known-regular-3: 300.15406pt</a:t>
            </a:r>
          </a:p>
        </p:txBody>
      </p:sp>
      <p:sp>
        <p:nvSpPr>
          <p:cNvPr id="9" name="known-regular-3"/>
          <p:cNvSpPr txBox="1"/>
          <p:nvPr/>
        </p:nvSpPr>
        <p:spPr>
          <a:xfrm>
            <a:off x="4826000" y="2730500"/>
            <a:ext cx="3811956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SupercalifragilisticexpialidociousSuper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known-regular-4: 300.17406pt</a:t>
            </a:r>
          </a:p>
        </p:txBody>
      </p:sp>
      <p:sp>
        <p:nvSpPr>
          <p:cNvPr id="11" name="known-regular-4"/>
          <p:cNvSpPr txBox="1"/>
          <p:nvPr/>
        </p:nvSpPr>
        <p:spPr>
          <a:xfrm>
            <a:off x="381000" y="4889500"/>
            <a:ext cx="38122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SupercalifragilisticexpialidociousSuper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known-regular-5: 300.26406pt</a:t>
            </a:r>
          </a:p>
        </p:txBody>
      </p:sp>
      <p:sp>
        <p:nvSpPr>
          <p:cNvPr id="13" name="known-regular-5"/>
          <p:cNvSpPr txBox="1"/>
          <p:nvPr/>
        </p:nvSpPr>
        <p:spPr>
          <a:xfrm>
            <a:off x="4826000" y="4889500"/>
            <a:ext cx="381335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SupercalifragilisticexpialidociousSuper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regular-10-0: 79.40000pt</a:t>
            </a:r>
          </a:p>
        </p:txBody>
      </p:sp>
      <p:sp>
        <p:nvSpPr>
          <p:cNvPr id="3" name="regular-10-0"/>
          <p:cNvSpPr txBox="1"/>
          <p:nvPr/>
        </p:nvSpPr>
        <p:spPr>
          <a:xfrm>
            <a:off x="381000" y="571500"/>
            <a:ext cx="100838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regular-10-1: 79.49000pt</a:t>
            </a:r>
          </a:p>
        </p:txBody>
      </p:sp>
      <p:sp>
        <p:nvSpPr>
          <p:cNvPr id="5" name="regular-10-1"/>
          <p:cNvSpPr txBox="1"/>
          <p:nvPr/>
        </p:nvSpPr>
        <p:spPr>
          <a:xfrm>
            <a:off x="4826000" y="571500"/>
            <a:ext cx="100952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regular-10-2: 79.51000pt</a:t>
            </a:r>
          </a:p>
        </p:txBody>
      </p:sp>
      <p:sp>
        <p:nvSpPr>
          <p:cNvPr id="7" name="regular-10-2"/>
          <p:cNvSpPr txBox="1"/>
          <p:nvPr/>
        </p:nvSpPr>
        <p:spPr>
          <a:xfrm>
            <a:off x="381000" y="2730500"/>
            <a:ext cx="100977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regular-10-3: 80.02906pt</a:t>
            </a:r>
          </a:p>
        </p:txBody>
      </p:sp>
      <p:sp>
        <p:nvSpPr>
          <p:cNvPr id="9" name="regular-10-3"/>
          <p:cNvSpPr txBox="1"/>
          <p:nvPr/>
        </p:nvSpPr>
        <p:spPr>
          <a:xfrm>
            <a:off x="4826000" y="2730500"/>
            <a:ext cx="101636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regular-10-4: 80.04906pt</a:t>
            </a:r>
          </a:p>
        </p:txBody>
      </p:sp>
      <p:sp>
        <p:nvSpPr>
          <p:cNvPr id="11" name="regular-10-4"/>
          <p:cNvSpPr txBox="1"/>
          <p:nvPr/>
        </p:nvSpPr>
        <p:spPr>
          <a:xfrm>
            <a:off x="381000" y="4889500"/>
            <a:ext cx="101662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regular-10-5: 80.13906pt</a:t>
            </a:r>
          </a:p>
        </p:txBody>
      </p:sp>
      <p:sp>
        <p:nvSpPr>
          <p:cNvPr id="13" name="regular-10-5"/>
          <p:cNvSpPr txBox="1"/>
          <p:nvPr/>
        </p:nvSpPr>
        <p:spPr>
          <a:xfrm>
            <a:off x="4826000" y="4889500"/>
            <a:ext cx="1017766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bold-10-0: 73.20078pt</a:t>
            </a:r>
          </a:p>
        </p:txBody>
      </p:sp>
      <p:sp>
        <p:nvSpPr>
          <p:cNvPr id="3" name="bold-10-0"/>
          <p:cNvSpPr txBox="1"/>
          <p:nvPr/>
        </p:nvSpPr>
        <p:spPr>
          <a:xfrm>
            <a:off x="381000" y="571500"/>
            <a:ext cx="92964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lang="en-US" kern="400000" spc="0">
                <a:latin typeface="Arial"/>
              </a:rPr>
              <a:t>nnnnnnnnnnnnZ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bold-10-1: 73.49000pt</a:t>
            </a:r>
          </a:p>
        </p:txBody>
      </p:sp>
      <p:sp>
        <p:nvSpPr>
          <p:cNvPr id="5" name="bold-10-1"/>
          <p:cNvSpPr txBox="1"/>
          <p:nvPr/>
        </p:nvSpPr>
        <p:spPr>
          <a:xfrm>
            <a:off x="4826000" y="571500"/>
            <a:ext cx="93332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lang="en-US" kern="400000" spc="0">
                <a:latin typeface="Arial"/>
              </a:rPr>
              <a:t>nnnnnnnnnnnnZ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bold-10-2: 73.51000pt</a:t>
            </a:r>
          </a:p>
        </p:txBody>
      </p:sp>
      <p:sp>
        <p:nvSpPr>
          <p:cNvPr id="7" name="bold-10-2"/>
          <p:cNvSpPr txBox="1"/>
          <p:nvPr/>
        </p:nvSpPr>
        <p:spPr>
          <a:xfrm>
            <a:off x="381000" y="2730500"/>
            <a:ext cx="93357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lang="en-US" kern="400000" spc="0">
                <a:latin typeface="Arial"/>
              </a:rPr>
              <a:t>nnnnnnnnnnnnZ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bold-10-3: 73.29078pt</a:t>
            </a:r>
          </a:p>
        </p:txBody>
      </p:sp>
      <p:sp>
        <p:nvSpPr>
          <p:cNvPr id="9" name="bold-10-3"/>
          <p:cNvSpPr txBox="1"/>
          <p:nvPr/>
        </p:nvSpPr>
        <p:spPr>
          <a:xfrm>
            <a:off x="4826000" y="2730500"/>
            <a:ext cx="93079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lang="en-US" kern="400000" spc="0">
                <a:latin typeface="Arial"/>
              </a:rPr>
              <a:t>nnnnnnnnnnnnZ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bold-10-4: 73.31078pt</a:t>
            </a:r>
          </a:p>
        </p:txBody>
      </p:sp>
      <p:sp>
        <p:nvSpPr>
          <p:cNvPr id="11" name="bold-10-4"/>
          <p:cNvSpPr txBox="1"/>
          <p:nvPr/>
        </p:nvSpPr>
        <p:spPr>
          <a:xfrm>
            <a:off x="381000" y="4889500"/>
            <a:ext cx="931046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lang="en-US" kern="400000" spc="0">
                <a:latin typeface="Arial"/>
              </a:rPr>
              <a:t>nnnnnnnnnnnnZ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bold-10-5: 73.60000pt</a:t>
            </a:r>
          </a:p>
        </p:txBody>
      </p:sp>
      <p:sp>
        <p:nvSpPr>
          <p:cNvPr id="13" name="bold-10-5"/>
          <p:cNvSpPr txBox="1"/>
          <p:nvPr/>
        </p:nvSpPr>
        <p:spPr>
          <a:xfrm>
            <a:off x="4826000" y="4889500"/>
            <a:ext cx="93471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lang="en-US" kern="400000" spc="0">
                <a:latin typeface="Arial"/>
              </a:rPr>
              <a:t>nnnnnnnnnnnnZ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fractional-size-0: 156.73496pt</a:t>
            </a:r>
          </a:p>
        </p:txBody>
      </p:sp>
      <p:sp>
        <p:nvSpPr>
          <p:cNvPr id="3" name="fractional-size-0"/>
          <p:cNvSpPr txBox="1"/>
          <p:nvPr/>
        </p:nvSpPr>
        <p:spPr>
          <a:xfrm>
            <a:off x="381000" y="571500"/>
            <a:ext cx="1990534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0" lang="en-US" kern="400000" spc="0">
                <a:latin typeface="Arial"/>
              </a:rPr>
              <a:t>aaaaaaaaaaaaZ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fractional-size-1: 157.49000pt</a:t>
            </a:r>
          </a:p>
        </p:txBody>
      </p:sp>
      <p:sp>
        <p:nvSpPr>
          <p:cNvPr id="5" name="fractional-size-1"/>
          <p:cNvSpPr txBox="1"/>
          <p:nvPr/>
        </p:nvSpPr>
        <p:spPr>
          <a:xfrm>
            <a:off x="4826000" y="571500"/>
            <a:ext cx="200012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0" lang="en-US" kern="400000" spc="0">
                <a:latin typeface="Arial"/>
              </a:rPr>
              <a:t>aaaaaaaaaaaaZ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fractional-size-2: 157.51000pt</a:t>
            </a:r>
          </a:p>
        </p:txBody>
      </p:sp>
      <p:sp>
        <p:nvSpPr>
          <p:cNvPr id="7" name="fractional-size-2"/>
          <p:cNvSpPr txBox="1"/>
          <p:nvPr/>
        </p:nvSpPr>
        <p:spPr>
          <a:xfrm>
            <a:off x="381000" y="2730500"/>
            <a:ext cx="200037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0" lang="en-US" kern="400000" spc="0">
                <a:latin typeface="Arial"/>
              </a:rPr>
              <a:t>aaaaaaaaaaaaZ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fractional-size-3: 156.82496pt</a:t>
            </a:r>
          </a:p>
        </p:txBody>
      </p:sp>
      <p:sp>
        <p:nvSpPr>
          <p:cNvPr id="9" name="fractional-size-3"/>
          <p:cNvSpPr txBox="1"/>
          <p:nvPr/>
        </p:nvSpPr>
        <p:spPr>
          <a:xfrm>
            <a:off x="4826000" y="2730500"/>
            <a:ext cx="199167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0" lang="en-US" kern="400000" spc="0">
                <a:latin typeface="Arial"/>
              </a:rPr>
              <a:t>aaaaaaaaaaaaZ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fractional-size-4: 156.84496pt</a:t>
            </a:r>
          </a:p>
        </p:txBody>
      </p:sp>
      <p:sp>
        <p:nvSpPr>
          <p:cNvPr id="11" name="fractional-size-4"/>
          <p:cNvSpPr txBox="1"/>
          <p:nvPr/>
        </p:nvSpPr>
        <p:spPr>
          <a:xfrm>
            <a:off x="381000" y="4889500"/>
            <a:ext cx="199193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0" lang="en-US" kern="400000" spc="0">
                <a:latin typeface="Arial"/>
              </a:rPr>
              <a:t>aaaaaaaaaaaaZ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fractional-size-5: 157.60000pt</a:t>
            </a:r>
          </a:p>
        </p:txBody>
      </p:sp>
      <p:sp>
        <p:nvSpPr>
          <p:cNvPr id="13" name="fractional-size-5"/>
          <p:cNvSpPr txBox="1"/>
          <p:nvPr/>
        </p:nvSpPr>
        <p:spPr>
          <a:xfrm>
            <a:off x="4826000" y="4889500"/>
            <a:ext cx="200152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50" b="0" lang="en-US" kern="400000" spc="0">
                <a:latin typeface="Arial"/>
              </a:rPr>
              <a:t>aaaaaaaaaaaaZ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tracking-quarter-0: 146.90000pt</a:t>
            </a:r>
          </a:p>
        </p:txBody>
      </p:sp>
      <p:sp>
        <p:nvSpPr>
          <p:cNvPr id="3" name="tracking-quarter-0"/>
          <p:cNvSpPr txBox="1"/>
          <p:nvPr/>
        </p:nvSpPr>
        <p:spPr>
          <a:xfrm>
            <a:off x="381000" y="571500"/>
            <a:ext cx="186563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tracking-quarter-1: 146.99000pt</a:t>
            </a:r>
          </a:p>
        </p:txBody>
      </p:sp>
      <p:sp>
        <p:nvSpPr>
          <p:cNvPr id="5" name="tracking-quarter-1"/>
          <p:cNvSpPr txBox="1"/>
          <p:nvPr/>
        </p:nvSpPr>
        <p:spPr>
          <a:xfrm>
            <a:off x="4826000" y="571500"/>
            <a:ext cx="18667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tracking-quarter-2: 147.01000pt</a:t>
            </a:r>
          </a:p>
        </p:txBody>
      </p:sp>
      <p:sp>
        <p:nvSpPr>
          <p:cNvPr id="7" name="tracking-quarter-2"/>
          <p:cNvSpPr txBox="1"/>
          <p:nvPr/>
        </p:nvSpPr>
        <p:spPr>
          <a:xfrm>
            <a:off x="381000" y="2730500"/>
            <a:ext cx="18670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tracking-quarter-3: 147.06031pt</a:t>
            </a:r>
          </a:p>
        </p:txBody>
      </p:sp>
      <p:sp>
        <p:nvSpPr>
          <p:cNvPr id="9" name="tracking-quarter-3"/>
          <p:cNvSpPr txBox="1"/>
          <p:nvPr/>
        </p:nvSpPr>
        <p:spPr>
          <a:xfrm>
            <a:off x="4826000" y="2730500"/>
            <a:ext cx="186766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tracking-quarter-4: 147.08031pt</a:t>
            </a:r>
          </a:p>
        </p:txBody>
      </p:sp>
      <p:sp>
        <p:nvSpPr>
          <p:cNvPr id="11" name="tracking-quarter-4"/>
          <p:cNvSpPr txBox="1"/>
          <p:nvPr/>
        </p:nvSpPr>
        <p:spPr>
          <a:xfrm>
            <a:off x="381000" y="4889500"/>
            <a:ext cx="186791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tracking-quarter-5: 147.17031pt</a:t>
            </a:r>
          </a:p>
        </p:txBody>
      </p:sp>
      <p:sp>
        <p:nvSpPr>
          <p:cNvPr id="13" name="tracking-quarter-5"/>
          <p:cNvSpPr txBox="1"/>
          <p:nvPr/>
        </p:nvSpPr>
        <p:spPr>
          <a:xfrm>
            <a:off x="4826000" y="4889500"/>
            <a:ext cx="186906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tracking-fraction-0: 80.24000pt</a:t>
            </a:r>
          </a:p>
        </p:txBody>
      </p:sp>
      <p:sp>
        <p:nvSpPr>
          <p:cNvPr id="3" name="tracking-fraction-0"/>
          <p:cNvSpPr txBox="1"/>
          <p:nvPr/>
        </p:nvSpPr>
        <p:spPr>
          <a:xfrm>
            <a:off x="381000" y="571500"/>
            <a:ext cx="101904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tracking-fraction-1: 80.33000pt</a:t>
            </a:r>
          </a:p>
        </p:txBody>
      </p:sp>
      <p:sp>
        <p:nvSpPr>
          <p:cNvPr id="5" name="tracking-fraction-1"/>
          <p:cNvSpPr txBox="1"/>
          <p:nvPr/>
        </p:nvSpPr>
        <p:spPr>
          <a:xfrm>
            <a:off x="4826000" y="571500"/>
            <a:ext cx="10201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tracking-fraction-2: 80.35000pt</a:t>
            </a:r>
          </a:p>
        </p:txBody>
      </p:sp>
      <p:sp>
        <p:nvSpPr>
          <p:cNvPr id="7" name="tracking-fraction-2"/>
          <p:cNvSpPr txBox="1"/>
          <p:nvPr/>
        </p:nvSpPr>
        <p:spPr>
          <a:xfrm>
            <a:off x="381000" y="2730500"/>
            <a:ext cx="102044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tracking-fraction-3: 80.86906pt</a:t>
            </a:r>
          </a:p>
        </p:txBody>
      </p:sp>
      <p:sp>
        <p:nvSpPr>
          <p:cNvPr id="9" name="tracking-fraction-3"/>
          <p:cNvSpPr txBox="1"/>
          <p:nvPr/>
        </p:nvSpPr>
        <p:spPr>
          <a:xfrm>
            <a:off x="4826000" y="2730500"/>
            <a:ext cx="102703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tracking-fraction-4: 80.88906pt</a:t>
            </a:r>
          </a:p>
        </p:txBody>
      </p:sp>
      <p:sp>
        <p:nvSpPr>
          <p:cNvPr id="11" name="tracking-fraction-4"/>
          <p:cNvSpPr txBox="1"/>
          <p:nvPr/>
        </p:nvSpPr>
        <p:spPr>
          <a:xfrm>
            <a:off x="381000" y="4889500"/>
            <a:ext cx="10272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tracking-fraction-5: 80.97906pt</a:t>
            </a:r>
          </a:p>
        </p:txBody>
      </p:sp>
      <p:sp>
        <p:nvSpPr>
          <p:cNvPr id="13" name="tracking-fraction-5"/>
          <p:cNvSpPr txBox="1"/>
          <p:nvPr/>
        </p:nvSpPr>
        <p:spPr>
          <a:xfrm>
            <a:off x="4826000" y="4889500"/>
            <a:ext cx="1028434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kerning-0: 133.21250pt</a:t>
            </a:r>
          </a:p>
        </p:txBody>
      </p:sp>
      <p:sp>
        <p:nvSpPr>
          <p:cNvPr id="3" name="kerning-0"/>
          <p:cNvSpPr txBox="1"/>
          <p:nvPr/>
        </p:nvSpPr>
        <p:spPr>
          <a:xfrm>
            <a:off x="381000" y="571500"/>
            <a:ext cx="169179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kerning-1: 133.30250pt</a:t>
            </a:r>
          </a:p>
        </p:txBody>
      </p:sp>
      <p:sp>
        <p:nvSpPr>
          <p:cNvPr id="5" name="kerning-1"/>
          <p:cNvSpPr txBox="1"/>
          <p:nvPr/>
        </p:nvSpPr>
        <p:spPr>
          <a:xfrm>
            <a:off x="4826000" y="571500"/>
            <a:ext cx="169294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kerning-2: 133.32250pt</a:t>
            </a:r>
          </a:p>
        </p:txBody>
      </p:sp>
      <p:sp>
        <p:nvSpPr>
          <p:cNvPr id="7" name="kerning-2"/>
          <p:cNvSpPr txBox="1"/>
          <p:nvPr/>
        </p:nvSpPr>
        <p:spPr>
          <a:xfrm>
            <a:off x="381000" y="2730500"/>
            <a:ext cx="169319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kerning-3: 133.33766pt</a:t>
            </a:r>
          </a:p>
        </p:txBody>
      </p:sp>
      <p:sp>
        <p:nvSpPr>
          <p:cNvPr id="9" name="kerning-3"/>
          <p:cNvSpPr txBox="1"/>
          <p:nvPr/>
        </p:nvSpPr>
        <p:spPr>
          <a:xfrm>
            <a:off x="4826000" y="2730500"/>
            <a:ext cx="169338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kerning-4: 133.35766pt</a:t>
            </a:r>
          </a:p>
        </p:txBody>
      </p:sp>
      <p:sp>
        <p:nvSpPr>
          <p:cNvPr id="11" name="kerning-4"/>
          <p:cNvSpPr txBox="1"/>
          <p:nvPr/>
        </p:nvSpPr>
        <p:spPr>
          <a:xfrm>
            <a:off x="381000" y="4889500"/>
            <a:ext cx="169364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kerning-5: 133.44766pt</a:t>
            </a:r>
          </a:p>
        </p:txBody>
      </p:sp>
      <p:sp>
        <p:nvSpPr>
          <p:cNvPr id="13" name="kerning-5"/>
          <p:cNvSpPr txBox="1"/>
          <p:nvPr/>
        </p:nvSpPr>
        <p:spPr>
          <a:xfrm>
            <a:off x="4826000" y="4889500"/>
            <a:ext cx="169478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same-style-split-0: 299.90000pt</a:t>
            </a:r>
          </a:p>
        </p:txBody>
      </p:sp>
      <p:sp>
        <p:nvSpPr>
          <p:cNvPr id="3" name="same-style-split-0"/>
          <p:cNvSpPr txBox="1"/>
          <p:nvPr/>
        </p:nvSpPr>
        <p:spPr>
          <a:xfrm>
            <a:off x="381000" y="571500"/>
            <a:ext cx="380872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</a:t>
            </a:r>
            <a:r>
              <a:rPr sz="1800" b="0" lang="en-US" kern="400000" spc="0">
                <a:latin typeface="Arial"/>
              </a:rPr>
              <a:t>isticexpialidociousSuper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same-style-split-1: 299.99000pt</a:t>
            </a:r>
          </a:p>
        </p:txBody>
      </p:sp>
      <p:sp>
        <p:nvSpPr>
          <p:cNvPr id="5" name="same-style-split-1"/>
          <p:cNvSpPr txBox="1"/>
          <p:nvPr/>
        </p:nvSpPr>
        <p:spPr>
          <a:xfrm>
            <a:off x="4826000" y="571500"/>
            <a:ext cx="38098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</a:t>
            </a:r>
            <a:r>
              <a:rPr sz="1800" b="0" lang="en-US" kern="400000" spc="0">
                <a:latin typeface="Arial"/>
              </a:rPr>
              <a:t>isticexpialidociousSuper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same-style-split-2: 300.01000pt</a:t>
            </a:r>
          </a:p>
        </p:txBody>
      </p:sp>
      <p:sp>
        <p:nvSpPr>
          <p:cNvPr id="7" name="same-style-split-2"/>
          <p:cNvSpPr txBox="1"/>
          <p:nvPr/>
        </p:nvSpPr>
        <p:spPr>
          <a:xfrm>
            <a:off x="381000" y="2730500"/>
            <a:ext cx="38101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</a:t>
            </a:r>
            <a:r>
              <a:rPr sz="1800" b="0" lang="en-US" kern="400000" spc="0">
                <a:latin typeface="Arial"/>
              </a:rPr>
              <a:t>isticexpialidociousSuper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same-style-split-3: 300.15406pt</a:t>
            </a:r>
          </a:p>
        </p:txBody>
      </p:sp>
      <p:sp>
        <p:nvSpPr>
          <p:cNvPr id="9" name="same-style-split-3"/>
          <p:cNvSpPr txBox="1"/>
          <p:nvPr/>
        </p:nvSpPr>
        <p:spPr>
          <a:xfrm>
            <a:off x="4826000" y="2730500"/>
            <a:ext cx="3811956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</a:t>
            </a:r>
            <a:r>
              <a:rPr sz="1800" b="0" lang="en-US" kern="400000" spc="0">
                <a:latin typeface="Arial"/>
              </a:rPr>
              <a:t>isticexpialidociousSuper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same-style-split-4: 300.17406pt</a:t>
            </a:r>
          </a:p>
        </p:txBody>
      </p:sp>
      <p:sp>
        <p:nvSpPr>
          <p:cNvPr id="11" name="same-style-split-4"/>
          <p:cNvSpPr txBox="1"/>
          <p:nvPr/>
        </p:nvSpPr>
        <p:spPr>
          <a:xfrm>
            <a:off x="381000" y="4889500"/>
            <a:ext cx="38122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</a:t>
            </a:r>
            <a:r>
              <a:rPr sz="1800" b="0" lang="en-US" kern="400000" spc="0">
                <a:latin typeface="Arial"/>
              </a:rPr>
              <a:t>isticexpialidociousSuper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same-style-split-5: 300.26406pt</a:t>
            </a:r>
          </a:p>
        </p:txBody>
      </p:sp>
      <p:sp>
        <p:nvSpPr>
          <p:cNvPr id="13" name="same-style-split-5"/>
          <p:cNvSpPr txBox="1"/>
          <p:nvPr/>
        </p:nvSpPr>
        <p:spPr>
          <a:xfrm>
            <a:off x="4826000" y="4889500"/>
            <a:ext cx="381335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Supercalifragil</a:t>
            </a:r>
            <a:r>
              <a:rPr sz="1800" b="0" lang="en-US" kern="400000" spc="0">
                <a:latin typeface="Arial"/>
              </a:rPr>
              <a:t>isticexpialidociousSuper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mixed-bold-0: 83.15000pt</a:t>
            </a:r>
          </a:p>
        </p:txBody>
      </p:sp>
      <p:sp>
        <p:nvSpPr>
          <p:cNvPr id="3" name="mixed-bold-0"/>
          <p:cNvSpPr txBox="1"/>
          <p:nvPr/>
        </p:nvSpPr>
        <p:spPr>
          <a:xfrm>
            <a:off x="381000" y="571500"/>
            <a:ext cx="105600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</a:t>
            </a:r>
            <a:r>
              <a:rPr sz="1000" b="1" lang="en-US" kern="400000" spc="0">
                <a:latin typeface="Arial"/>
              </a:rPr>
              <a:t>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mixed-bold-1: 83.24000pt</a:t>
            </a:r>
          </a:p>
        </p:txBody>
      </p:sp>
      <p:sp>
        <p:nvSpPr>
          <p:cNvPr id="5" name="mixed-bold-1"/>
          <p:cNvSpPr txBox="1"/>
          <p:nvPr/>
        </p:nvSpPr>
        <p:spPr>
          <a:xfrm>
            <a:off x="4826000" y="571500"/>
            <a:ext cx="105714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</a:t>
            </a:r>
            <a:r>
              <a:rPr sz="1000" b="1" lang="en-US" kern="400000" spc="0">
                <a:latin typeface="Arial"/>
              </a:rPr>
              <a:t>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mixed-bold-2: 83.26000pt</a:t>
            </a:r>
          </a:p>
        </p:txBody>
      </p:sp>
      <p:sp>
        <p:nvSpPr>
          <p:cNvPr id="7" name="mixed-bold-2"/>
          <p:cNvSpPr txBox="1"/>
          <p:nvPr/>
        </p:nvSpPr>
        <p:spPr>
          <a:xfrm>
            <a:off x="381000" y="2730500"/>
            <a:ext cx="105740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</a:t>
            </a:r>
            <a:r>
              <a:rPr sz="1000" b="1" lang="en-US" kern="400000" spc="0">
                <a:latin typeface="Arial"/>
              </a:rPr>
              <a:t>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mixed-bold-3: 83.33961pt</a:t>
            </a:r>
          </a:p>
        </p:txBody>
      </p:sp>
      <p:sp>
        <p:nvSpPr>
          <p:cNvPr id="9" name="mixed-bold-3"/>
          <p:cNvSpPr txBox="1"/>
          <p:nvPr/>
        </p:nvSpPr>
        <p:spPr>
          <a:xfrm>
            <a:off x="4826000" y="2730500"/>
            <a:ext cx="105841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</a:t>
            </a:r>
            <a:r>
              <a:rPr sz="1000" b="1" lang="en-US" kern="400000" spc="0">
                <a:latin typeface="Arial"/>
              </a:rPr>
              <a:t>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mixed-bold-4: 83.35961pt</a:t>
            </a:r>
          </a:p>
        </p:txBody>
      </p:sp>
      <p:sp>
        <p:nvSpPr>
          <p:cNvPr id="11" name="mixed-bold-4"/>
          <p:cNvSpPr txBox="1"/>
          <p:nvPr/>
        </p:nvSpPr>
        <p:spPr>
          <a:xfrm>
            <a:off x="381000" y="4889500"/>
            <a:ext cx="105866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</a:t>
            </a:r>
            <a:r>
              <a:rPr sz="1000" b="1" lang="en-US" kern="400000" spc="0">
                <a:latin typeface="Arial"/>
              </a:rPr>
              <a:t>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mixed-bold-5: 83.44961pt</a:t>
            </a:r>
          </a:p>
        </p:txBody>
      </p:sp>
      <p:sp>
        <p:nvSpPr>
          <p:cNvPr id="13" name="mixed-bold-5"/>
          <p:cNvSpPr txBox="1"/>
          <p:nvPr/>
        </p:nvSpPr>
        <p:spPr>
          <a:xfrm>
            <a:off x="4826000" y="4889500"/>
            <a:ext cx="10598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Arial"/>
              </a:rPr>
              <a:t>BBBBBB</a:t>
            </a:r>
            <a:r>
              <a:rPr sz="1000" b="1" lang="en-US" kern="400000" spc="0">
                <a:latin typeface="Arial"/>
              </a:rPr>
              <a:t>BBBBBBZ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dejavu-18-0: 209.90000pt</a:t>
            </a:r>
          </a:p>
        </p:txBody>
      </p:sp>
      <p:sp>
        <p:nvSpPr>
          <p:cNvPr id="3" name="dejavu-18-0"/>
          <p:cNvSpPr txBox="1"/>
          <p:nvPr/>
        </p:nvSpPr>
        <p:spPr>
          <a:xfrm>
            <a:off x="381000" y="571500"/>
            <a:ext cx="266573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mmmmmmmmmmmmZ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dejavu-18-1: 209.99000pt</a:t>
            </a:r>
          </a:p>
        </p:txBody>
      </p:sp>
      <p:sp>
        <p:nvSpPr>
          <p:cNvPr id="5" name="dejavu-18-1"/>
          <p:cNvSpPr txBox="1"/>
          <p:nvPr/>
        </p:nvSpPr>
        <p:spPr>
          <a:xfrm>
            <a:off x="4826000" y="571500"/>
            <a:ext cx="26668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mmmmmmmmmmmmZ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dejavu-18-2: 210.01000pt</a:t>
            </a:r>
          </a:p>
        </p:txBody>
      </p:sp>
      <p:sp>
        <p:nvSpPr>
          <p:cNvPr id="7" name="dejavu-18-2"/>
          <p:cNvSpPr txBox="1"/>
          <p:nvPr/>
        </p:nvSpPr>
        <p:spPr>
          <a:xfrm>
            <a:off x="381000" y="2730500"/>
            <a:ext cx="26671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mmmmmmmmmmmmZ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dejavu-18-3: 210.40016pt</a:t>
            </a:r>
          </a:p>
        </p:txBody>
      </p:sp>
      <p:sp>
        <p:nvSpPr>
          <p:cNvPr id="9" name="dejavu-18-3"/>
          <p:cNvSpPr txBox="1"/>
          <p:nvPr/>
        </p:nvSpPr>
        <p:spPr>
          <a:xfrm>
            <a:off x="4826000" y="2730500"/>
            <a:ext cx="267208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mmmmmmmmmmmmZ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dejavu-18-4: 210.42016pt</a:t>
            </a:r>
          </a:p>
        </p:txBody>
      </p:sp>
      <p:sp>
        <p:nvSpPr>
          <p:cNvPr id="11" name="dejavu-18-4"/>
          <p:cNvSpPr txBox="1"/>
          <p:nvPr/>
        </p:nvSpPr>
        <p:spPr>
          <a:xfrm>
            <a:off x="381000" y="4889500"/>
            <a:ext cx="267233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mmmmmmmmmmmmZ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dejavu-18-5: 210.51016pt</a:t>
            </a:r>
          </a:p>
        </p:txBody>
      </p:sp>
      <p:sp>
        <p:nvSpPr>
          <p:cNvPr id="13" name="dejavu-18-5"/>
          <p:cNvSpPr txBox="1"/>
          <p:nvPr/>
        </p:nvSpPr>
        <p:spPr>
          <a:xfrm>
            <a:off x="4826000" y="4889500"/>
            <a:ext cx="267347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mmmmmmmmmmmmZ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dejavu-10-0: 82.22422pt</a:t>
            </a:r>
          </a:p>
        </p:txBody>
      </p:sp>
      <p:sp>
        <p:nvSpPr>
          <p:cNvPr id="3" name="dejavu-10-0"/>
          <p:cNvSpPr txBox="1"/>
          <p:nvPr/>
        </p:nvSpPr>
        <p:spPr>
          <a:xfrm>
            <a:off x="381000" y="571500"/>
            <a:ext cx="104424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DejaVu Sans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dejavu-10-1: 82.49000pt</a:t>
            </a:r>
          </a:p>
        </p:txBody>
      </p:sp>
      <p:sp>
        <p:nvSpPr>
          <p:cNvPr id="5" name="dejavu-10-1"/>
          <p:cNvSpPr txBox="1"/>
          <p:nvPr/>
        </p:nvSpPr>
        <p:spPr>
          <a:xfrm>
            <a:off x="4826000" y="571500"/>
            <a:ext cx="104762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DejaVu Sans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dejavu-10-2: 82.51000pt</a:t>
            </a:r>
          </a:p>
        </p:txBody>
      </p:sp>
      <p:sp>
        <p:nvSpPr>
          <p:cNvPr id="7" name="dejavu-10-2"/>
          <p:cNvSpPr txBox="1"/>
          <p:nvPr/>
        </p:nvSpPr>
        <p:spPr>
          <a:xfrm>
            <a:off x="381000" y="2730500"/>
            <a:ext cx="104787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DejaVu Sans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dejavu-10-3: 82.31422pt</a:t>
            </a:r>
          </a:p>
        </p:txBody>
      </p:sp>
      <p:sp>
        <p:nvSpPr>
          <p:cNvPr id="9" name="dejavu-10-3"/>
          <p:cNvSpPr txBox="1"/>
          <p:nvPr/>
        </p:nvSpPr>
        <p:spPr>
          <a:xfrm>
            <a:off x="4826000" y="2730500"/>
            <a:ext cx="104539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DejaVu Sans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dejavu-10-4: 82.33422pt</a:t>
            </a:r>
          </a:p>
        </p:txBody>
      </p:sp>
      <p:sp>
        <p:nvSpPr>
          <p:cNvPr id="11" name="dejavu-10-4"/>
          <p:cNvSpPr txBox="1"/>
          <p:nvPr/>
        </p:nvSpPr>
        <p:spPr>
          <a:xfrm>
            <a:off x="381000" y="4889500"/>
            <a:ext cx="1045644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DejaVu Sans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dejavu-10-5: 82.60000pt</a:t>
            </a:r>
          </a:p>
        </p:txBody>
      </p:sp>
      <p:sp>
        <p:nvSpPr>
          <p:cNvPr id="13" name="dejavu-10-5"/>
          <p:cNvSpPr txBox="1"/>
          <p:nvPr/>
        </p:nvSpPr>
        <p:spPr>
          <a:xfrm>
            <a:off x="4826000" y="4889500"/>
            <a:ext cx="104902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0">
                <a:latin typeface="DejaVu Sans"/>
              </a:rPr>
              <a:t>BBBBBBBBBBBBZ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dejavu-mixed-size-0: 108.90000pt</a:t>
            </a:r>
          </a:p>
        </p:txBody>
      </p:sp>
      <p:sp>
        <p:nvSpPr>
          <p:cNvPr id="3" name="dejavu-mixed-size-0"/>
          <p:cNvSpPr txBox="1"/>
          <p:nvPr/>
        </p:nvSpPr>
        <p:spPr>
          <a:xfrm>
            <a:off x="381000" y="571500"/>
            <a:ext cx="138303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</a:t>
            </a:r>
            <a:r>
              <a:rPr sz="1000" b="0" lang="en-US" kern="400000" spc="0">
                <a:latin typeface="DejaVu Sans"/>
              </a:rPr>
              <a:t>mmmmZ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dejavu-mixed-size-1: 108.99000pt</a:t>
            </a:r>
          </a:p>
        </p:txBody>
      </p:sp>
      <p:sp>
        <p:nvSpPr>
          <p:cNvPr id="5" name="dejavu-mixed-size-1"/>
          <p:cNvSpPr txBox="1"/>
          <p:nvPr/>
        </p:nvSpPr>
        <p:spPr>
          <a:xfrm>
            <a:off x="4826000" y="571500"/>
            <a:ext cx="13841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</a:t>
            </a:r>
            <a:r>
              <a:rPr sz="1000" b="0" lang="en-US" kern="400000" spc="0">
                <a:latin typeface="DejaVu Sans"/>
              </a:rPr>
              <a:t>mmmmZ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dejavu-mixed-size-2: 109.01000pt</a:t>
            </a:r>
          </a:p>
        </p:txBody>
      </p:sp>
      <p:sp>
        <p:nvSpPr>
          <p:cNvPr id="7" name="dejavu-mixed-size-2"/>
          <p:cNvSpPr txBox="1"/>
          <p:nvPr/>
        </p:nvSpPr>
        <p:spPr>
          <a:xfrm>
            <a:off x="381000" y="2730500"/>
            <a:ext cx="13844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</a:t>
            </a:r>
            <a:r>
              <a:rPr sz="1000" b="0" lang="en-US" kern="400000" spc="0">
                <a:latin typeface="DejaVu Sans"/>
              </a:rPr>
              <a:t>mmmmZ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dejavu-mixed-size-3: 109.09156pt</a:t>
            </a:r>
          </a:p>
        </p:txBody>
      </p:sp>
      <p:sp>
        <p:nvSpPr>
          <p:cNvPr id="9" name="dejavu-mixed-size-3"/>
          <p:cNvSpPr txBox="1"/>
          <p:nvPr/>
        </p:nvSpPr>
        <p:spPr>
          <a:xfrm>
            <a:off x="4826000" y="2730500"/>
            <a:ext cx="138546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</a:t>
            </a:r>
            <a:r>
              <a:rPr sz="1000" b="0" lang="en-US" kern="400000" spc="0">
                <a:latin typeface="DejaVu Sans"/>
              </a:rPr>
              <a:t>mmmmZ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dejavu-mixed-size-4: 109.11156pt</a:t>
            </a:r>
          </a:p>
        </p:txBody>
      </p:sp>
      <p:sp>
        <p:nvSpPr>
          <p:cNvPr id="11" name="dejavu-mixed-size-4"/>
          <p:cNvSpPr txBox="1"/>
          <p:nvPr/>
        </p:nvSpPr>
        <p:spPr>
          <a:xfrm>
            <a:off x="381000" y="4889500"/>
            <a:ext cx="1385716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</a:t>
            </a:r>
            <a:r>
              <a:rPr sz="1000" b="0" lang="en-US" kern="400000" spc="0">
                <a:latin typeface="DejaVu Sans"/>
              </a:rPr>
              <a:t>mmmmZ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dejavu-mixed-size-5: 109.20156pt</a:t>
            </a:r>
          </a:p>
        </p:txBody>
      </p:sp>
      <p:sp>
        <p:nvSpPr>
          <p:cNvPr id="13" name="dejavu-mixed-size-5"/>
          <p:cNvSpPr txBox="1"/>
          <p:nvPr/>
        </p:nvSpPr>
        <p:spPr>
          <a:xfrm>
            <a:off x="4826000" y="4889500"/>
            <a:ext cx="138685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DejaVu Sans"/>
              </a:rPr>
              <a:t>mmmm</a:t>
            </a:r>
            <a:r>
              <a:rPr sz="1000" b="0" lang="en-US" kern="400000" spc="0">
                <a:latin typeface="DejaVu Sans"/>
              </a:rPr>
              <a:t>mmmmZ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