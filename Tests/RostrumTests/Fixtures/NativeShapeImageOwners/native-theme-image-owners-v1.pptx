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Relationship Id="rIdLayoutBlue" Type="http://schemas.openxmlformats.org/officeDocument/2006/relationships/image" Target="../media/probe-blue.png" 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 type="blank" preserve="1" showMasterSp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layout-direct-over-theme"/>
          <p:cNvSpPr/>
          <p:nvPr/>
        </p:nvSpPr>
        <p:spPr>
          <a:xfrm>
            <a:off x="457200" y="3657600"/>
            <a:ext cx="2743200" cy="1828800"/>
          </a:xfrm>
          <a:prstGeom prst="rect">
            <a:avLst/>
          </a:prstGeom>
          <a:blipFill>
            <a:blip r:embed="rIdLayoutBlue"/>
            <a:stretch>
              <a:fillRect/>
            </a:stretch>
          </a:blip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ns3:creationId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MasterBlue" Type="http://schemas.openxmlformats.org/officeDocument/2006/relationships/image" Target="../media/probe-blue.png" /></Relationships>
</file>

<file path=ppt/slideMasters/slideMaster1.xml><?xml version="1.0" encoding="utf-8"?>
<p:sldMaster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aster-direct-over-theme"/>
          <p:cNvSpPr/>
          <p:nvPr/>
        </p:nvSpPr>
        <p:spPr>
          <a:xfrm>
            <a:off x="4114800" y="3657600"/>
            <a:ext cx="2743200" cy="1828800"/>
          </a:xfrm>
          <a:prstGeom prst="rect">
            <a:avLst/>
          </a:prstGeom>
          <a:blipFill>
            <a:blip r:embed="rIdMasterBlue"/>
            <a:stretch>
              <a:fillRect/>
            </a:stretch>
          </a:blip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ns3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1.png" /><Relationship Id="rIdOwnerProbe" Type="http://schemas.openxmlformats.org/officeDocument/2006/relationships/image" Target="../media/probe-blue.png" /><Relationship Id="rIdBackgroundCollision" Type="http://schemas.openxmlformats.org/officeDocument/2006/relationships/image" Target="../media/probe-blue.png" 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showMasterSp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bg-matrix-collision"/>
          <p:cNvSpPr/>
          <p:nvPr/>
        </p:nvSpPr>
        <p:spPr>
          <a:xfrm>
            <a:off x="457200" y="609600"/>
            <a:ext cx="2743200" cy="1828800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00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bg-matrix-missing-slide-id"/>
          <p:cNvSpPr/>
          <p:nvPr/>
        </p:nvSpPr>
        <p:spPr>
          <a:xfrm>
            <a:off x="4114800" y="609600"/>
            <a:ext cx="2743200" cy="1828800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002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50000"/>
          <a:stretch>
            <a:fillRect/>
          </a:stretch>
        </p:blipFill>
        <p:spPr>
          <a:xfrm>
            <a:off x="2743200" y="18288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15000" r="25000" t="10000" b="20000"/>
          <a:stretch>
            <a:fillRect/>
          </a:stretch>
        </p:blipFill>
        <p:spPr>
          <a:xfrm>
            <a:off x="2743200" y="18288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-50000" r="-50000"/>
          <a:stretch>
            <a:fillRect/>
          </a:stretch>
        </p:blipFill>
        <p:spPr>
          <a:xfrm>
            <a:off x="2743200" y="18288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 l="25000" t="12500" r="12500" b="25000"/>
          </a:stretch>
        </p:blipFill>
        <p:spPr>
          <a:xfrm>
            <a:off x="2743200" y="18288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-25000" t="25000"/>
          <a:stretch>
            <a:fillRect t="25000" b="25000"/>
          </a:stretch>
        </p:blipFill>
        <p:spPr>
          <a:xfrm>
            <a:off x="2743200" y="18288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50000"/>
          <a:stretch>
            <a:fillRect/>
          </a:stretch>
        </p:blipFill>
        <p:spPr>
          <a:xfrm rot="5400000" flipH="1" flipV="1">
            <a:off x="2743200" y="1828800"/>
            <a:ext cx="5486400" cy="2743200"/>
          </a:xfrm>
          <a:prstGeom prst="ellipse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2743200" y="1828800"/>
            <a:ext cx="5486400" cy="27432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2743200" y="1828800"/>
            <a:ext cx="5486400" cy="2743200"/>
          </a:xfrm>
          <a:prstGeom prst="rect">
            <a:avLst/>
          </a:prstGeom>
          <a:blipFill>
            <a:blip r:embed="rId2"/>
            <a:tile sx="100000" sy="100000" algn="tl"/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2743200" y="1828800"/>
            <a:ext cx="5486400" cy="2743200"/>
          </a:xfrm>
          <a:prstGeom prst="rect">
            <a:avLst/>
          </a:prstGeom>
          <a:blipFill>
            <a:blip r:embed="rId2"/>
            <a:tile sx="100000" sy="100000" algn="ctr" tx="228600" ty="-114300" flip="xy"/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0" y="1828800"/>
          <a:ext cx="5486400" cy="274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486400"/>
              </a:tblGrid>
              <a:tr h="2743200">
                <a:tc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srcRect l="25000" b="25000"/>
                      <a:stretch>
                        <a:fillRect/>
                      </a:stretch>
                    </a:blip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0" y="1828800"/>
          <a:ext cx="5486400" cy="274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486400"/>
              </a:tblGrid>
              <a:tr h="2743200">
                <a:tc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sx="50000" sy="75000" algn="br" flip="x"/>
                    </a:blip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_rels/theme1.xml.rels><?xml version='1.0' encoding='utf-8'?>
<Relationships xmlns="http://schemas.openxmlformats.org/package/2006/relationships"><Relationship Id="rIdOwnerProbe" Type="http://schemas.openxmlformats.org/officeDocument/2006/relationships/image" Target="../media/probe-red.png" /><Relationship Id="rIdThemeRed" Type="http://schemas.openxmlformats.org/officeDocument/2006/relationships/image" Target="../media/probe-red.png" /><Relationship Id="rIdBackgroundCollision" Type="http://schemas.openxmlformats.org/officeDocument/2006/relationships/image" Target="../media/probe-red.png" /><Relationship Id="rIdBackgroundMissing" Type="http://schemas.openxmlformats.org/officeDocument/2006/relationships/image" Target="../media/probe-red.png" /></Relationships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blipFill>
          <a:blip r:embed="rIdThemeRed"/>
          <a:stretch>
            <a:fillRect/>
          </a:stretch>
        </a:blip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blipFill>
          <a:blip r:embed="rIdBackgroundCollision"/>
          <a:stretch>
            <a:fillRect/>
          </a:stretch>
        </a:blipFill>
        <a:blipFill>
          <a:blip r:embed="rIdBackgroundMissing"/>
          <a:stretch>
            <a:fillRect/>
          </a:stretch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Rostrum conformance fixtures</dc:creator>
  <cp:keywords/>
  <dc:description>generated using python-pptx</dc:description>
  <cp:lastModifiedBy>Rostrum conformance fixtures</cp:lastModifiedBy>
  <cp:revision>1</cp:revision>
  <dcterms:created xsi:type="dcterms:W3CDTF">2013-01-27T09:14:16Z</dcterms:created>
  <dcterms:modified xsi:type="dcterms:W3CDTF">2013-01-27T09:15:58Z</dcterms:modified>
  <cp:category/>
</cp:coreProperties>
</file>