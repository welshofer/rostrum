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unstyled-between-12</a:t>
            </a:r>
          </a:p>
        </p:txBody>
      </p:sp>
      <p:sp>
        <p:nvSpPr>
          <p:cNvPr id="3" name="unstyled-between-12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/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br6-between-12</a:t>
            </a:r>
          </a:p>
        </p:txBody>
      </p:sp>
      <p:sp>
        <p:nvSpPr>
          <p:cNvPr id="5" name="br6-between-12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6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br36-between-12</a:t>
            </a:r>
          </a:p>
        </p:txBody>
      </p:sp>
      <p:sp>
        <p:nvSpPr>
          <p:cNvPr id="7" name="br36-between-12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consecutive-36-6</a:t>
            </a:r>
          </a:p>
        </p:txBody>
      </p:sp>
      <p:sp>
        <p:nvSpPr>
          <p:cNvPr id="9" name="consecutive-36-6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br>
              <a:rPr sz="6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consecutive-6-36</a:t>
            </a:r>
          </a:p>
        </p:txBody>
      </p:sp>
      <p:sp>
        <p:nvSpPr>
          <p:cNvPr id="11" name="consecutive-6-36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600" b="0" i="0" lang="en-US">
                <a:solidFill>
                  <a:srgbClr val="000000"/>
                </a:solidFill>
                <a:latin typeface="DejaVu Sans"/>
              </a:rPr>
            </a:b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leading-br36</a:t>
            </a:r>
          </a:p>
        </p:txBody>
      </p:sp>
      <p:sp>
        <p:nvSpPr>
          <p:cNvPr id="13" name="leading-br36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trailing-br36-end6</a:t>
            </a:r>
          </a:p>
        </p:txBody>
      </p:sp>
      <p:sp>
        <p:nvSpPr>
          <p:cNvPr id="3" name="trailing-br36-end6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endParaRPr sz="600" b="0" i="0" lang="en-US">
              <a:solidFill>
                <a:srgbClr val="000000"/>
              </a:solidFill>
              <a:latin typeface="DejaVu Sans"/>
            </a:endParaRPr>
          </a:p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trailing-br36-end36</a:t>
            </a:r>
          </a:p>
        </p:txBody>
      </p:sp>
      <p:sp>
        <p:nvSpPr>
          <p:cNvPr id="5" name="trailing-br36-end36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endParaRPr sz="3600" b="0" i="0" lang="en-US">
              <a:solidFill>
                <a:srgbClr val="000000"/>
              </a:solidFill>
              <a:latin typeface="DejaVu Sans"/>
            </a:endParaRPr>
          </a:p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unstyled-consecutive-local24</a:t>
            </a:r>
          </a:p>
        </p:txBody>
      </p:sp>
      <p:sp>
        <p:nvSpPr>
          <p:cNvPr id="7" name="unstyled-consecutive-local24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defRPr sz="2400" b="0" i="0" lang="en-US">
                <a:solidFill>
                  <a:srgbClr val="000000"/>
                </a:solidFill>
                <a:latin typeface="DejaVu Sans"/>
              </a:defRPr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/>
            <a:br/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unstyled-consecutive-local18</a:t>
            </a:r>
          </a:p>
        </p:txBody>
      </p:sp>
      <p:sp>
        <p:nvSpPr>
          <p:cNvPr id="9" name="unstyled-consecutive-local18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defRPr sz="1800" b="0" i="0" lang="en-US">
                <a:solidFill>
                  <a:srgbClr val="000000"/>
                </a:solidFill>
                <a:latin typeface="DejaVu Sans"/>
              </a:defRPr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/>
            <a:br/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unstyled-consecutive-list24</a:t>
            </a:r>
          </a:p>
        </p:txBody>
      </p:sp>
      <p:sp>
        <p:nvSpPr>
          <p:cNvPr id="11" name="unstyled-consecutive-list24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24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/>
            <a:br/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empty-paragraph-end36</a:t>
            </a:r>
          </a:p>
        </p:txBody>
      </p:sp>
      <p:sp>
        <p:nvSpPr>
          <p:cNvPr id="13" name="empty-paragraph-end36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  <a:p>
            <a:pPr algn="l" lvl="0"/>
            <a:endParaRPr sz="3600" b="0" i="0" lang="en-US">
              <a:solidFill>
                <a:srgbClr val="000000"/>
              </a:solidFill>
              <a:latin typeface="DejaVu Sans"/>
            </a:endParaRPr>
          </a:p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empty-paragraph-end6</a:t>
            </a:r>
          </a:p>
        </p:txBody>
      </p:sp>
      <p:sp>
        <p:nvSpPr>
          <p:cNvPr id="3" name="empty-paragraph-end6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  <a:p>
            <a:pPr algn="l" lvl="0"/>
            <a:endParaRPr sz="600" b="0" i="0" lang="en-US">
              <a:solidFill>
                <a:srgbClr val="000000"/>
              </a:solidFill>
              <a:latin typeface="DejaVu Sans"/>
            </a:endParaRPr>
          </a:p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br36-exact12</a:t>
            </a:r>
          </a:p>
        </p:txBody>
      </p:sp>
      <p:sp>
        <p:nvSpPr>
          <p:cNvPr id="5" name="br36-exact12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2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br36-150percent</a:t>
            </a:r>
          </a:p>
        </p:txBody>
      </p:sp>
      <p:sp>
        <p:nvSpPr>
          <p:cNvPr id="7" name="br36-150percent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center-consecutive-36-6</a:t>
            </a:r>
          </a:p>
        </p:txBody>
      </p:sp>
      <p:sp>
        <p:nvSpPr>
          <p:cNvPr id="9" name="center-consecutive-36-6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br>
              <a:rPr sz="6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bottom-trailing-br36-end6</a:t>
            </a:r>
          </a:p>
        </p:txBody>
      </p:sp>
      <p:sp>
        <p:nvSpPr>
          <p:cNvPr id="11" name="bottom-trailing-br36-end6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endParaRPr sz="600" b="0" i="0" lang="en-US">
              <a:solidFill>
                <a:srgbClr val="000000"/>
              </a:solidFill>
              <a:latin typeface="DejaVu Sans"/>
            </a:endParaRPr>
          </a:p>
          <a:p>
            <a:pPr algn="l" lvl="0"/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table-consecutive-36-6</a:t>
            </a:r>
          </a:p>
        </p:txBody>
      </p:sp>
      <p:graphicFrame>
        <p:nvGraphicFramePr>
          <p:cNvPr id="13" name="table-consecutive-36-6"/>
          <p:cNvGraphicFramePr>
            <a:graphicFrameLocks noGrp="1"/>
          </p:cNvGraphicFramePr>
          <p:nvPr/>
        </p:nvGraphicFramePr>
        <p:xfrm>
          <a:off x="4826000" y="6223000"/>
          <a:ext cx="3683000" cy="2032000"/>
        </p:xfrm>
        <a:graphic>
          <a:graphicData uri="http://schemas.openxmlformats.org/drawingml/2006/table">
            <a:tbl>
              <a:tblPr firstRow="0" bandRow="0"/>
              <a:tblGrid>
                <a:gridCol w="3683000"/>
              </a:tblGrid>
              <a:tr h="2032000">
                <a:tc>
                  <a:txBody>
                    <a:bodyPr lIns="0" rIns="0" tIns="0" bIns="0" wrap="square" anchor="t">
                      <a:noAutofit/>
                    </a:bodyPr>
                    <a:lstStyle>
                      <a:lvl1pPr>
                        <a:defRPr sz="1800" b="0" i="0" lang="en-US">
                          <a:solidFill>
                            <a:srgbClr val="000000"/>
                          </a:solidFill>
                          <a:latin typeface="DejaVu Sans"/>
                        </a:defRPr>
                      </a:lvl1pPr>
                    </a:lstStyle>
                    <a:p>
                      <a:pPr algn="l" lvl="0"/>
                      <a:r>
                        <a:rPr sz="120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</a:t>
                      </a:r>
                      <a:br>
                        <a:rPr sz="3600" b="0" i="0" lang="en-US">
                          <a:solidFill>
                            <a:srgbClr val="000000"/>
                          </a:solidFill>
                          <a:latin typeface="DejaVu Sans"/>
                        </a:rPr>
                      </a:br>
                      <a:br>
                        <a:rPr sz="600" b="0" i="0" lang="en-US">
                          <a:solidFill>
                            <a:srgbClr val="000000"/>
                          </a:solidFill>
                          <a:latin typeface="DejaVu Sans"/>
                        </a:rPr>
                      </a:br>
                      <a:r>
                        <a:rPr sz="120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B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