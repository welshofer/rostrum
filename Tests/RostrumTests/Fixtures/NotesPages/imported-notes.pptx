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  <p:sldMasterId id="2147483664" r:id="rId5"/>
  </p:sldMasterIdLst>
  <p:notesMasterIdLst>
    <p:notesMasterId r:id="rId4"/>
  </p:notesMasterIdLst>
  <p:sldIdLst>
    <p:sldId id="257" r:id="rId6"/>
  </p:sldIdLst>
  <p:sldSz cx="10972800" cy="64008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Independent table fixture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30425"/>
            <a:ext cx="9144000" cy="1470025"/>
          </a:xfrm>
        </p:spPr>
        <p:txBody>
          <a:bodyPr anchor="b"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22370"/>
            <a:ext cx="9144000" cy="17526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3200"/>
            <a:ext cx="10515600" cy="1143000"/>
          </a:xfrm>
        </p:spPr>
        <p:txBody>
          <a:bodyPr anchor="b"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62400"/>
            <a:ext cx="10515600" cy="9144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ctr" defTabSz="4572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9144000" cy="4572000"/>
        </p:xfrm>
        <a:graphic>
          <a:graphicData uri="http://schemas.openxmlformats.org/drawingml/2006/table">
            <a:tbl>
              <a:tblPr bandRow="1" firstRow="1">
                <a:tableStyleId>{5C22544A-7EE6-4342-B048-85BDC9FD1C3A}</a:tableStyleId>
              </a:tblPr>
              <a:tblGrid>
                <a:gridCol w="2743200"/>
                <a:gridCol w="1828800"/>
                <a:gridCol w="2286000"/>
                <a:gridCol w="2286000"/>
              </a:tblGrid>
              <a:tr h="1143000">
                <a:tc gridSpan="2" rowSpan="2">
                  <a:txBody>
                    <a:bodyPr/>
                    <a:lstStyle/>
                    <a:p>
                      <a:r>
                        <a:t>Merged origin</a:t>
                      </a:r>
                    </a:p>
                  </a:txBody>
                  <a:tcPr marB="118872" marL="100584" marR="210312" marT="64008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  <a:tc hMerge="1" rowSpan="2">
                  <a:txBody>
                    <a:bodyPr/>
                    <a:lstStyle/>
                    <a:p/>
                  </a:txBody>
                  <a:tcPr marB="118872" marL="100584" marR="210312" marT="64008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R0 C2</a:t>
                      </a:r>
                    </a:p>
                  </a:txBody>
                  <a:tcPr marB="118872" marL="100584" marR="210312" marT="64008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R0 C3</a:t>
                      </a:r>
                    </a:p>
                  </a:txBody>
                  <a:tcPr marB="118872" marL="100584" marR="210312" marT="64008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43000">
                <a:tc gridSpan="2" vMerge="1">
                  <a:txBody>
                    <a:bodyPr/>
                    <a:lstStyle/>
                    <a:p/>
                  </a:txBody>
                  <a:tcPr marB="118872" marL="100584" marR="210312" marT="64008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EBF2FA"/>
                    </a:solidFill>
                  </a:tcPr>
                </a:tc>
                <a:tc hMerge="1" vMerge="1">
                  <a:txBody>
                    <a:bodyPr/>
                    <a:lstStyle/>
                    <a:p/>
                  </a:txBody>
                  <a:tcPr marB="118872" marL="100584" marR="210312" marT="64008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R1 C2</a:t>
                      </a:r>
                    </a:p>
                  </a:txBody>
                  <a:tcPr marB="118872" marL="100584" marR="210312" marT="64008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R1 C3</a:t>
                      </a:r>
                    </a:p>
                  </a:txBody>
                  <a:tcPr marB="118872" marL="100584" marR="210312" marT="64008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EBF2FA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t>R2 C0</a:t>
                      </a:r>
                    </a:p>
                  </a:txBody>
                  <a:tcPr marB="118872" marL="100584" marR="210312" marT="64008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800">
                          <a:latin typeface="Arial"/>
                        </a:rPr>
                        <a:t>Mixed </a:t>
                      </a:r>
                      <a:r>
                        <a:rPr b="1" sz="2400">
                          <a:latin typeface="Arial"/>
                        </a:rPr>
                        <a:t>bold</a:t>
                      </a:r>
                      <a:r>
                        <a:rPr b="0" sz="1400">
                          <a:latin typeface="Arial"/>
                        </a:rPr>
                        <a:t> text</a:t>
                      </a:r>
                    </a:p>
                  </a:txBody>
                  <a:tcPr marB="118872" marL="100584" marR="210312" marT="64008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R2 C2</a:t>
                      </a:r>
                    </a:p>
                  </a:txBody>
                  <a:tcPr marB="118872" marL="100584" marR="210312" marT="64008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R2 C3</a:t>
                      </a:r>
                    </a:p>
                  </a:txBody>
                  <a:tcPr marB="118872" marL="100584" marR="210312" marT="64008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t>R3 C0</a:t>
                      </a:r>
                    </a:p>
                  </a:txBody>
                  <a:tcPr marB="118872" marL="100584" marR="210312" marT="64008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R3 C1</a:t>
                      </a:r>
                    </a:p>
                  </a:txBody>
                  <a:tcPr marB="118872" marL="100584" marR="210312" marT="64008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R3 C2</a:t>
                      </a:r>
                    </a:p>
                  </a:txBody>
                  <a:tcPr marB="118872" marL="100584" marR="210312" marT="64008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R3 C3</a:t>
                      </a:r>
                    </a:p>
                  </a:txBody>
                  <a:tcPr marB="118872" marL="100584" marR="210312" marT="64008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Rostrum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Rostrum</dc:creator>
  <cp:lastModifiedBy>Rostrum</cp:lastModifiedBy>
  <dcterms:created xsi:type="dcterms:W3CDTF">2020-01-01T00:00:00Z</dcterms:created>
  <dcterms:modified xsi:type="dcterms:W3CDTF">2020-01-01T00:00:00Z</dcterms:modified>
</cp:coreProperties>
</file>