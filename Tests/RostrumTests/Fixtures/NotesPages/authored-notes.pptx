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>
      <a:buNone/>
      <a:defRPr sz="18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A readable notes page.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