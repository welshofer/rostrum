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4"/>
  </p:notes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indent="0" algn="l">
      <a:buNone/>
      <a:defRPr sz="18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idx="2" type="sldImg"/>
          </p:nvPr>
        </p:nvSpPr>
        <p:spPr/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A readable notes page.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130425"/>
            <a:ext cx="9144000" cy="1470025"/>
          </a:xfrm>
        </p:spPr>
        <p:txBody>
          <a:bodyPr anchor="b"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22370"/>
            <a:ext cx="9144000" cy="17526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2743200"/>
            <a:ext cx="10515600" cy="1143000"/>
          </a:xfrm>
        </p:spPr>
        <p:txBody>
          <a:bodyPr anchor="b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962400"/>
            <a:ext cx="10515600" cy="9144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760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914400" y="914400"/>
            <a:ext cx="7315200" cy="2743200"/>
          </a:xfrm>
          <a:prstGeom prst="rect">
            <a:avLst/>
          </a:prstGeom>
          <a:solidFill>
            <a:srgbClr val="276D89"/>
          </a:solidFill>
          <a:ln>
            <a:noFill/>
          </a:ln>
        </p:spPr>
        <p:txBody>
          <a:bodyPr rtlCol="0">
            <a:norm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Rostrum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Rostrum</dc:creator>
  <cp:lastModifiedBy>Rostrum</cp:lastModifiedBy>
  <dcterms:created xsi:type="dcterms:W3CDTF">2020-01-01T00:00:00Z</dcterms:created>
  <dcterms:modified xsi:type="dcterms:W3CDTF">2020-01-01T00:00:00Z</dcterms:modified>
</cp:coreProperties>
</file>