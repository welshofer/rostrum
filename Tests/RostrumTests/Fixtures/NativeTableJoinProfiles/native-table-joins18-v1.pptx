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</p:sldIdLst>
  <p:sldSz cx="9144000" cy="9144000" type="screen4x3"/>
  <p:notesSz cx="6858000" cy="9144000"/>
  <p:embeddedFontLst>
    <p:embeddedFont>
      <p:font typeface="DejaVu Sans"/>
      <p:regular r:id="rIdMarker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MarkerFont" Type="http://schemas.openxmlformats.org/officeDocument/2006/relationships/font" Target="fonts/regular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E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5334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ltr-unequal-grid</a:t>
            </a:r>
          </a:p>
        </p:txBody>
      </p:sp>
      <p:graphicFrame>
        <p:nvGraphicFramePr>
          <p:cNvPr id="3" name="ltr-unequal-grid"/>
          <p:cNvGraphicFramePr>
            <a:graphicFrameLocks noGrp="1"/>
          </p:cNvGraphicFramePr>
          <p:nvPr/>
        </p:nvGraphicFramePr>
        <p:xfrm>
          <a:off x="381000" y="889000"/>
          <a:ext cx="3048000" cy="2032000"/>
        </p:xfrm>
        <a:graphic>
          <a:graphicData uri="http://schemas.openxmlformats.org/drawingml/2006/table">
            <a:tbl>
              <a:tblPr firstRow="0" bandRow="0" rtl="0">
                <a:tableStyleId>{5940675A-B579-460E-94D1-54222C63F5DA}</a:tableStyleId>
              </a:tblPr>
              <a:tblGrid>
                <a:gridCol w="1143000"/>
                <a:gridCol w="1905000"/>
              </a:tblGrid>
              <a:tr h="762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381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254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270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</a:lnL>
                    <a:lnR w="38100" cap="flat" cmpd="sng" algn="ctr">
                      <a:solidFill>
                        <a:srgbClr val="000000"/>
                      </a:solidFill>
                    </a:lnR>
                    <a:lnT w="38100" cap="flat" cmpd="sng" algn="ctr">
                      <a:solidFill>
                        <a:srgbClr val="0000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953000" y="5334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rtl-unequal-grid</a:t>
            </a:r>
          </a:p>
        </p:txBody>
      </p:sp>
      <p:graphicFrame>
        <p:nvGraphicFramePr>
          <p:cNvPr id="5" name="rtl-unequal-grid"/>
          <p:cNvGraphicFramePr>
            <a:graphicFrameLocks noGrp="1"/>
          </p:cNvGraphicFramePr>
          <p:nvPr/>
        </p:nvGraphicFramePr>
        <p:xfrm>
          <a:off x="4953000" y="889000"/>
          <a:ext cx="3048000" cy="2032000"/>
        </p:xfrm>
        <a:graphic>
          <a:graphicData uri="http://schemas.openxmlformats.org/drawingml/2006/table">
            <a:tbl>
              <a:tblPr firstRow="0" bandRow="0" rtl="1">
                <a:tableStyleId>{5940675A-B579-460E-94D1-54222C63F5DA}</a:tableStyleId>
              </a:tblPr>
              <a:tblGrid>
                <a:gridCol w="1143000"/>
                <a:gridCol w="1905000"/>
              </a:tblGrid>
              <a:tr h="762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381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254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270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</a:lnL>
                    <a:lnR w="38100" cap="flat" cmpd="sng" algn="ctr">
                      <a:solidFill>
                        <a:srgbClr val="000000"/>
                      </a:solidFill>
                    </a:lnR>
                    <a:lnT w="38100" cap="flat" cmpd="sng" algn="ctr">
                      <a:solidFill>
                        <a:srgbClr val="0000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1000" y="43434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colored-vertical-red</a:t>
            </a:r>
          </a:p>
        </p:txBody>
      </p:sp>
      <p:graphicFrame>
        <p:nvGraphicFramePr>
          <p:cNvPr id="7" name="colored-vertical-red"/>
          <p:cNvGraphicFramePr>
            <a:graphicFrameLocks noGrp="1"/>
          </p:cNvGraphicFramePr>
          <p:nvPr/>
        </p:nvGraphicFramePr>
        <p:xfrm>
          <a:off x="381000" y="4699000"/>
          <a:ext cx="3048000" cy="2032000"/>
        </p:xfrm>
        <a:graphic>
          <a:graphicData uri="http://schemas.openxmlformats.org/drawingml/2006/table">
            <a:tbl>
              <a:tblPr firstRow="0" bandRow="0" rtl="0">
                <a:tableStyleId>{5940675A-B579-460E-94D1-54222C63F5DA}</a:tableStyleId>
              </a:tblPr>
              <a:tblGrid>
                <a:gridCol w="1143000"/>
                <a:gridCol w="1905000"/>
              </a:tblGrid>
              <a:tr h="762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CC2200"/>
                      </a:solidFill>
                    </a:lnL>
                    <a:lnR w="25400" cap="flat" cmpd="sng" algn="ctr">
                      <a:solidFill>
                        <a:srgbClr val="CC2200"/>
                      </a:solidFill>
                    </a:lnR>
                    <a:lnT w="12700" cap="flat" cmpd="sng" algn="ctr">
                      <a:solidFill>
                        <a:srgbClr val="0044CC"/>
                      </a:solidFill>
                    </a:lnT>
                    <a:lnB w="381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CC2200"/>
                      </a:solidFill>
                    </a:lnL>
                    <a:lnR w="12700" cap="flat" cmpd="sng" algn="ctr">
                      <a:solidFill>
                        <a:srgbClr val="CC2200"/>
                      </a:solidFill>
                    </a:lnR>
                    <a:lnT w="25400" cap="flat" cmpd="sng" algn="ctr">
                      <a:solidFill>
                        <a:srgbClr val="0044CC"/>
                      </a:solidFill>
                    </a:lnT>
                    <a:lnB w="127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</a:tr>
              <a:tr h="1270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CC2200"/>
                      </a:solidFill>
                    </a:lnL>
                    <a:lnR w="38100" cap="flat" cmpd="sng" algn="ctr">
                      <a:solidFill>
                        <a:srgbClr val="CC2200"/>
                      </a:solidFill>
                    </a:lnR>
                    <a:lnT w="38100" cap="flat" cmpd="sng" algn="ctr">
                      <a:solidFill>
                        <a:srgbClr val="0044CC"/>
                      </a:solidFill>
                    </a:lnT>
                    <a:lnB w="254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CC2200"/>
                      </a:solidFill>
                    </a:lnL>
                    <a:lnR w="25400" cap="flat" cmpd="sng" algn="ctr">
                      <a:solidFill>
                        <a:srgbClr val="CC2200"/>
                      </a:solidFill>
                    </a:lnR>
                    <a:lnT w="12700" cap="flat" cmpd="sng" algn="ctr">
                      <a:solidFill>
                        <a:srgbClr val="0044CC"/>
                      </a:solidFill>
                    </a:lnT>
                    <a:lnB w="127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53000" y="43434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colored-vertical-blue</a:t>
            </a:r>
          </a:p>
        </p:txBody>
      </p:sp>
      <p:graphicFrame>
        <p:nvGraphicFramePr>
          <p:cNvPr id="9" name="colored-vertical-blue"/>
          <p:cNvGraphicFramePr>
            <a:graphicFrameLocks noGrp="1"/>
          </p:cNvGraphicFramePr>
          <p:nvPr/>
        </p:nvGraphicFramePr>
        <p:xfrm>
          <a:off x="4953000" y="4699000"/>
          <a:ext cx="3048000" cy="2032000"/>
        </p:xfrm>
        <a:graphic>
          <a:graphicData uri="http://schemas.openxmlformats.org/drawingml/2006/table">
            <a:tbl>
              <a:tblPr firstRow="0" bandRow="0" rtl="0">
                <a:tableStyleId>{5940675A-B579-460E-94D1-54222C63F5DA}</a:tableStyleId>
              </a:tblPr>
              <a:tblGrid>
                <a:gridCol w="1143000"/>
                <a:gridCol w="1905000"/>
              </a:tblGrid>
              <a:tr h="762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44CC"/>
                      </a:solidFill>
                    </a:lnL>
                    <a:lnR w="25400" cap="flat" cmpd="sng" algn="ctr">
                      <a:solidFill>
                        <a:srgbClr val="0044CC"/>
                      </a:solidFill>
                    </a:lnR>
                    <a:lnT w="12700" cap="flat" cmpd="sng" algn="ctr">
                      <a:solidFill>
                        <a:srgbClr val="CC2200"/>
                      </a:solidFill>
                    </a:lnT>
                    <a:lnB w="38100" cap="flat" cmpd="sng" algn="ctr">
                      <a:solidFill>
                        <a:srgbClr val="CC22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44CC"/>
                      </a:solidFill>
                    </a:lnL>
                    <a:lnR w="12700" cap="flat" cmpd="sng" algn="ctr">
                      <a:solidFill>
                        <a:srgbClr val="0044CC"/>
                      </a:solidFill>
                    </a:lnR>
                    <a:lnT w="25400" cap="flat" cmpd="sng" algn="ctr">
                      <a:solidFill>
                        <a:srgbClr val="CC2200"/>
                      </a:solidFill>
                    </a:lnT>
                    <a:lnB w="12700" cap="flat" cmpd="sng" algn="ctr">
                      <a:solidFill>
                        <a:srgbClr val="CC2200"/>
                      </a:solidFill>
                    </a:lnB>
                    <a:noFill/>
                  </a:tcPr>
                </a:tc>
              </a:tr>
              <a:tr h="1270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44CC"/>
                      </a:solidFill>
                    </a:lnL>
                    <a:lnR w="38100" cap="flat" cmpd="sng" algn="ctr">
                      <a:solidFill>
                        <a:srgbClr val="0044CC"/>
                      </a:solidFill>
                    </a:lnR>
                    <a:lnT w="38100" cap="flat" cmpd="sng" algn="ctr">
                      <a:solidFill>
                        <a:srgbClr val="CC2200"/>
                      </a:solidFill>
                    </a:lnT>
                    <a:lnB w="25400" cap="flat" cmpd="sng" algn="ctr">
                      <a:solidFill>
                        <a:srgbClr val="CC22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44CC"/>
                      </a:solidFill>
                    </a:lnL>
                    <a:lnR w="25400" cap="flat" cmpd="sng" algn="ctr">
                      <a:solidFill>
                        <a:srgbClr val="0044CC"/>
                      </a:solidFill>
                    </a:lnR>
                    <a:lnT w="12700" cap="flat" cmpd="sng" algn="ctr">
                      <a:solidFill>
                        <a:srgbClr val="CC2200"/>
                      </a:solidFill>
                    </a:lnT>
                    <a:lnB w="12700" cap="flat" cmpd="sng" algn="ctr">
                      <a:solidFill>
                        <a:srgbClr val="CC22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E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5334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horizontal-merge-matching</a:t>
            </a:r>
          </a:p>
        </p:txBody>
      </p:sp>
      <p:graphicFrame>
        <p:nvGraphicFramePr>
          <p:cNvPr id="3" name="horizontal-merge-matching"/>
          <p:cNvGraphicFramePr>
            <a:graphicFrameLocks noGrp="1"/>
          </p:cNvGraphicFramePr>
          <p:nvPr/>
        </p:nvGraphicFramePr>
        <p:xfrm>
          <a:off x="381000" y="889000"/>
          <a:ext cx="3048000" cy="2032000"/>
        </p:xfrm>
        <a:graphic>
          <a:graphicData uri="http://schemas.openxmlformats.org/drawingml/2006/table">
            <a:tbl>
              <a:tblPr firstRow="0" bandRow="0" rtl="0">
                <a:tableStyleId>{5940675A-B579-460E-94D1-54222C63F5DA}</a:tableStyleId>
              </a:tblPr>
              <a:tblGrid>
                <a:gridCol w="1143000"/>
                <a:gridCol w="1905000"/>
              </a:tblGrid>
              <a:tr h="762000">
                <a:tc gridSpan="2"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381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</a:p>
                  </a:txBody>
                  <a:tcPr marL="0" marR="0" marT="0" marB="0">
                    <a:lnL w="254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254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270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</a:lnL>
                    <a:lnR w="38100" cap="flat" cmpd="sng" algn="ctr">
                      <a:solidFill>
                        <a:srgbClr val="000000"/>
                      </a:solidFill>
                    </a:lnR>
                    <a:lnT w="38100" cap="flat" cmpd="sng" algn="ctr">
                      <a:solidFill>
                        <a:srgbClr val="0000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953000" y="5334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horizontal-merge-conflicting</a:t>
            </a:r>
          </a:p>
        </p:txBody>
      </p:sp>
      <p:graphicFrame>
        <p:nvGraphicFramePr>
          <p:cNvPr id="5" name="horizontal-merge-conflicting"/>
          <p:cNvGraphicFramePr>
            <a:graphicFrameLocks noGrp="1"/>
          </p:cNvGraphicFramePr>
          <p:nvPr/>
        </p:nvGraphicFramePr>
        <p:xfrm>
          <a:off x="4953000" y="889000"/>
          <a:ext cx="3048000" cy="2032000"/>
        </p:xfrm>
        <a:graphic>
          <a:graphicData uri="http://schemas.openxmlformats.org/drawingml/2006/table">
            <a:tbl>
              <a:tblPr firstRow="0" bandRow="0" rtl="0">
                <a:tableStyleId>{5940675A-B579-460E-94D1-54222C63F5DA}</a:tableStyleId>
              </a:tblPr>
              <a:tblGrid>
                <a:gridCol w="1143000"/>
                <a:gridCol w="1905000"/>
              </a:tblGrid>
              <a:tr h="762000">
                <a:tc gridSpan="2"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381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</a:p>
                  </a:txBody>
                  <a:tcPr marL="0" marR="0" marT="0" marB="0">
                    <a:lnL w="63500" cap="flat" cmpd="sng" algn="ctr">
                      <a:solidFill>
                        <a:srgbClr val="000000"/>
                      </a:solidFill>
                    </a:lnL>
                    <a:lnR w="50800" cap="flat" cmpd="sng" algn="ctr">
                      <a:solidFill>
                        <a:srgbClr val="000000"/>
                      </a:solidFill>
                    </a:lnR>
                    <a:lnT w="63500" cap="flat" cmpd="sng" algn="ctr">
                      <a:solidFill>
                        <a:srgbClr val="000000"/>
                      </a:solidFill>
                    </a:lnT>
                    <a:lnB w="508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270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</a:lnL>
                    <a:lnR w="38100" cap="flat" cmpd="sng" algn="ctr">
                      <a:solidFill>
                        <a:srgbClr val="000000"/>
                      </a:solidFill>
                    </a:lnR>
                    <a:lnT w="38100" cap="flat" cmpd="sng" algn="ctr">
                      <a:solidFill>
                        <a:srgbClr val="0000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1000" y="43434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vertical-merge-matching</a:t>
            </a:r>
          </a:p>
        </p:txBody>
      </p:sp>
      <p:graphicFrame>
        <p:nvGraphicFramePr>
          <p:cNvPr id="7" name="vertical-merge-matching"/>
          <p:cNvGraphicFramePr>
            <a:graphicFrameLocks noGrp="1"/>
          </p:cNvGraphicFramePr>
          <p:nvPr/>
        </p:nvGraphicFramePr>
        <p:xfrm>
          <a:off x="381000" y="4699000"/>
          <a:ext cx="3048000" cy="2032000"/>
        </p:xfrm>
        <a:graphic>
          <a:graphicData uri="http://schemas.openxmlformats.org/drawingml/2006/table">
            <a:tbl>
              <a:tblPr firstRow="0" bandRow="0" rtl="0">
                <a:tableStyleId>{5940675A-B579-460E-94D1-54222C63F5DA}</a:tableStyleId>
              </a:tblPr>
              <a:tblGrid>
                <a:gridCol w="1143000"/>
                <a:gridCol w="1905000"/>
              </a:tblGrid>
              <a:tr h="762000">
                <a:tc rowSpan="2"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381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254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270000">
                <a:tc vMerge="1"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</a:lnL>
                    <a:lnR w="38100" cap="flat" cmpd="sng" algn="ctr">
                      <a:solidFill>
                        <a:srgbClr val="000000"/>
                      </a:solidFill>
                    </a:lnR>
                    <a:lnT w="38100" cap="flat" cmpd="sng" algn="ctr">
                      <a:solidFill>
                        <a:srgbClr val="0000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53000" y="43434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vertical-merge-conflicting</a:t>
            </a:r>
          </a:p>
        </p:txBody>
      </p:sp>
      <p:graphicFrame>
        <p:nvGraphicFramePr>
          <p:cNvPr id="9" name="vertical-merge-conflicting"/>
          <p:cNvGraphicFramePr>
            <a:graphicFrameLocks noGrp="1"/>
          </p:cNvGraphicFramePr>
          <p:nvPr/>
        </p:nvGraphicFramePr>
        <p:xfrm>
          <a:off x="4953000" y="4699000"/>
          <a:ext cx="3048000" cy="2032000"/>
        </p:xfrm>
        <a:graphic>
          <a:graphicData uri="http://schemas.openxmlformats.org/drawingml/2006/table">
            <a:tbl>
              <a:tblPr firstRow="0" bandRow="0" rtl="0">
                <a:tableStyleId>{5940675A-B579-460E-94D1-54222C63F5DA}</a:tableStyleId>
              </a:tblPr>
              <a:tblGrid>
                <a:gridCol w="1143000"/>
                <a:gridCol w="1905000"/>
              </a:tblGrid>
              <a:tr h="762000">
                <a:tc rowSpan="2"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381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254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270000">
                <a:tc vMerge="1"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</a:p>
                  </a:txBody>
                  <a:tcPr marL="0" marR="0" marT="0" marB="0">
                    <a:lnL w="50800" cap="flat" cmpd="sng" algn="ctr">
                      <a:solidFill>
                        <a:srgbClr val="000000"/>
                      </a:solidFill>
                    </a:lnL>
                    <a:lnR w="63500" cap="flat" cmpd="sng" algn="ctr">
                      <a:solidFill>
                        <a:srgbClr val="000000"/>
                      </a:solidFill>
                    </a:lnR>
                    <a:lnT w="50800" cap="flat" cmpd="sng" algn="ctr">
                      <a:solidFill>
                        <a:srgbClr val="000000"/>
                      </a:solidFill>
                    </a:lnT>
                    <a:lnB w="635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