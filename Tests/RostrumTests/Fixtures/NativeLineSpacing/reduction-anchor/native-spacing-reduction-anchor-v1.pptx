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exact18-18-scale100-reduction20-ctr</a:t>
            </a:r>
          </a:p>
        </p:txBody>
      </p:sp>
      <p:sp>
        <p:nvSpPr>
          <p:cNvPr id="3" name="exact18-18-scale100-reduction20-ctr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rmAutofit fontScale="100000" lnSpcReduction="2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exact18-18-scale100-reduction20-b</a:t>
            </a:r>
          </a:p>
        </p:txBody>
      </p:sp>
      <p:sp>
        <p:nvSpPr>
          <p:cNvPr id="5" name="exact18-18-scale100-reduction20-b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rmAutofit fontScale="100000" lnSpcReduction="2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18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pct150-18-scale75-reduction20-ctr</a:t>
            </a:r>
          </a:p>
        </p:txBody>
      </p:sp>
      <p:sp>
        <p:nvSpPr>
          <p:cNvPr id="7" name="pct150-18-scale75-reduction20-ctr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rmAutofit fontScale="75000" lnSpcReduction="2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pct150-18-scale75-reduction20-b</a:t>
            </a:r>
          </a:p>
        </p:txBody>
      </p:sp>
      <p:sp>
        <p:nvSpPr>
          <p:cNvPr id="9" name="pct150-18-scale75-reduction20-b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rmAutofit fontScale="75000" lnSpcReduction="20000"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ct val="150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B</a:t>
            </a:r>
            <a:br>
              <a:rPr sz="1800" b="0" i="0" lang="en-US">
                <a:solidFill>
                  <a:srgbClr val="000000"/>
                </a:solidFill>
                <a:latin typeface="DejaVu Sans"/>
              </a:rPr>
            </a:br>
            <a:r>
              <a:rPr sz="1800" b="0" i="0" lang="en-US">
                <a:solidFill>
                  <a:srgbClr val="000000"/>
                </a:solidFill>
                <a:latin typeface="DejaVu Sans"/>
              </a:rPr>
              <a:t>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