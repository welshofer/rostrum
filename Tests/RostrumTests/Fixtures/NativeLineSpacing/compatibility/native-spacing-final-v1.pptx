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pct150-18-four-compatomitted</a:t>
            </a:r>
          </a:p>
        </p:txBody>
      </p:sp>
      <p:sp>
        <p:nvSpPr>
          <p:cNvPr id="3" name="pct150-18-four-compatomitted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pct150-18-four-compat0</a:t>
            </a:r>
          </a:p>
        </p:txBody>
      </p:sp>
      <p:sp>
        <p:nvSpPr>
          <p:cNvPr id="5" name="pct150-18-four-compat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pct150-18-four-compat1</a:t>
            </a:r>
          </a:p>
        </p:txBody>
      </p:sp>
      <p:sp>
        <p:nvSpPr>
          <p:cNvPr id="7" name="pct150-18-four-compat1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pct125-18-four-compatomitted</a:t>
            </a:r>
          </a:p>
        </p:txBody>
      </p:sp>
      <p:sp>
        <p:nvSpPr>
          <p:cNvPr id="9" name="pct125-18-four-compatomitted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25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pct125-18-four-compat0</a:t>
            </a:r>
          </a:p>
        </p:txBody>
      </p:sp>
      <p:sp>
        <p:nvSpPr>
          <p:cNvPr id="11" name="pct125-18-four-compat0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25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pct125-18-four-compat1</a:t>
            </a:r>
          </a:p>
        </p:txBody>
      </p:sp>
      <p:sp>
        <p:nvSpPr>
          <p:cNvPr id="13" name="pct125-18-four-compat1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25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