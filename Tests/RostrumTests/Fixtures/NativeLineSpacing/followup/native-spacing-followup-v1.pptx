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</p:sldIdLst>
  <p:sldSz cx="9144000" cy="9144000" type="screen4x3"/>
  <p:notesSz cx="6858000" cy="9144000"/>
  <p:embeddedFontLst>
    <p:embeddedFont>
      <p:font typeface="DejaVu Sans"/>
      <p:regular r:id="rIdBreak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BreakProbeFont" Type="http://schemas.openxmlformats.org/officeDocument/2006/relationships/font" Target="fonts/break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dejavu-exact21.9</a:t>
            </a:r>
          </a:p>
        </p:txBody>
      </p:sp>
      <p:sp>
        <p:nvSpPr>
          <p:cNvPr id="3" name="dejavu-exact21.9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219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dejavu-exact48.05</a:t>
            </a:r>
          </a:p>
        </p:txBody>
      </p:sp>
      <p:sp>
        <p:nvSpPr>
          <p:cNvPr id="5" name="dejavu-exact48.05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4805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dejavu-18-omitted</a:t>
            </a:r>
          </a:p>
        </p:txBody>
      </p:sp>
      <p:sp>
        <p:nvSpPr>
          <p:cNvPr id="7" name="dejavu-18-omitted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dejavu-18-pct100</a:t>
            </a:r>
          </a:p>
        </p:txBody>
      </p:sp>
      <p:sp>
        <p:nvSpPr>
          <p:cNvPr id="9" name="dejavu-18-pct100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0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dejavu-24-omitted</a:t>
            </a:r>
          </a:p>
        </p:txBody>
      </p:sp>
      <p:sp>
        <p:nvSpPr>
          <p:cNvPr id="11" name="dejavu-24-omitted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4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2400" b="0" i="0" lang="en-US">
                <a:solidFill>
                  <a:srgbClr val="000000"/>
                </a:solidFill>
                <a:latin typeface="DejaVu Sans"/>
              </a:rPr>
            </a:br>
            <a:r>
              <a:rPr sz="24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dejavu-24-pct100</a:t>
            </a:r>
          </a:p>
        </p:txBody>
      </p:sp>
      <p:sp>
        <p:nvSpPr>
          <p:cNvPr id="13" name="dejavu-24-pct100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00000"/>
              </a:lnSpc>
            </a:pPr>
            <a:r>
              <a:rPr sz="24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2400" b="0" i="0" lang="en-US">
                <a:solidFill>
                  <a:srgbClr val="000000"/>
                </a:solidFill>
                <a:latin typeface="DejaVu Sans"/>
              </a:rPr>
            </a:br>
            <a:r>
              <a:rPr sz="24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exact14p4-three-compat0</a:t>
            </a:r>
          </a:p>
        </p:txBody>
      </p:sp>
      <p:sp>
        <p:nvSpPr>
          <p:cNvPr id="3" name="exact14p4-three-compat0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0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44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exact14p4-three-compat1</a:t>
            </a:r>
          </a:p>
        </p:txBody>
      </p:sp>
      <p:sp>
        <p:nvSpPr>
          <p:cNvPr id="5" name="exact14p4-three-compat1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1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44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pct150-three-compat0</a:t>
            </a:r>
          </a:p>
        </p:txBody>
      </p:sp>
      <p:sp>
        <p:nvSpPr>
          <p:cNvPr id="7" name="pct150-three-compat0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0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pct150-three-compat1</a:t>
            </a:r>
          </a:p>
        </p:txBody>
      </p:sp>
      <p:sp>
        <p:nvSpPr>
          <p:cNvPr id="9" name="pct150-three-compat1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1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arial-exact21p9</a:t>
            </a:r>
          </a:p>
        </p:txBody>
      </p:sp>
      <p:sp>
        <p:nvSpPr>
          <p:cNvPr id="11" name="arial-exact21p9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Arial"/>
              </a:defRPr>
            </a:lvl1pPr>
          </a:lstStyle>
          <a:p>
            <a:pPr algn="l" lvl="0">
              <a:lnSpc>
                <a:spcPts val="2190"/>
              </a:lnSpc>
            </a:pPr>
            <a:r>
              <a:rPr sz="1200" b="0" i="0" lang="en-US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arial-pct150</a:t>
            </a:r>
          </a:p>
        </p:txBody>
      </p:sp>
      <p:sp>
        <p:nvSpPr>
          <p:cNvPr id="13" name="arial-pct150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Arial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Arial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Arial"/>
              </a:rPr>
            </a:br>
            <a:r>
              <a:rPr sz="1200" b="0" i="0" lang="en-US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