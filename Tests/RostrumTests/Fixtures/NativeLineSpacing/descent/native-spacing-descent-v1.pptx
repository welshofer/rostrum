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</p:sldIdLst>
  <p:sldSz cx="9144000" cy="9144000" type="screen4x3"/>
  <p:notesSz cx="6858000" cy="9144000"/>
  <p:embeddedFontLst>
    <p:embeddedFont>
      <p:font typeface="DejaVu Sans"/>
      <p:regular r:id="rIdBreakProbe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BreakProbeFont" Type="http://schemas.openxmlformats.org/officeDocument/2006/relationships/font" Target="fonts/break-probe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exact60-size18-b</a:t>
            </a:r>
          </a:p>
        </p:txBody>
      </p:sp>
      <p:sp>
        <p:nvSpPr>
          <p:cNvPr id="3" name="exact60-size18-b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6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exact60-size18-ctr</a:t>
            </a:r>
          </a:p>
        </p:txBody>
      </p:sp>
      <p:sp>
        <p:nvSpPr>
          <p:cNvPr id="5" name="exact60-size18-ctr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6000"/>
              </a:lnSpc>
            </a:pPr>
            <a:r>
              <a:rPr sz="18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exact60-size27-b</a:t>
            </a:r>
          </a:p>
        </p:txBody>
      </p:sp>
      <p:sp>
        <p:nvSpPr>
          <p:cNvPr id="7" name="exact60-size27-b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6000"/>
              </a:lnSpc>
            </a:pPr>
            <a:r>
              <a:rPr sz="27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exact60-size27-ctr</a:t>
            </a:r>
          </a:p>
        </p:txBody>
      </p:sp>
      <p:sp>
        <p:nvSpPr>
          <p:cNvPr id="9" name="exact60-size27-ctr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>
            <a:lvl1pPr>
              <a:defRPr sz="1800" b="0" i="0" lang="en-US">
                <a:solidFill>
                  <a:srgbClr val="000000"/>
                </a:solidFill>
                <a:latin typeface="DejaVu Sans"/>
              </a:defRPr>
            </a:lvl1pPr>
          </a:lstStyle>
          <a:p>
            <a:pPr algn="l" lvl="0">
              <a:lnSpc>
                <a:spcPts val="6000"/>
              </a:lnSpc>
            </a:pPr>
            <a:r>
              <a:rPr sz="2700" b="0" i="0" lang="en-US">
                <a:solidFill>
                  <a:srgbClr val="000000"/>
                </a:solidFill>
                <a:latin typeface="DejaVu Sans"/>
              </a:rP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