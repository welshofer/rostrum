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pct150-18-scale100-reduction0-ctr</a:t>
            </a:r>
          </a:p>
        </p:txBody>
      </p:sp>
      <p:sp>
        <p:nvSpPr>
          <p:cNvPr id="3" name="pct150-18-scale100-reduction0-ctr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rmAutofit fontScale="100000" lnSpcReduction="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pct150-18-scale100-reduction0-b</a:t>
            </a:r>
          </a:p>
        </p:txBody>
      </p:sp>
      <p:sp>
        <p:nvSpPr>
          <p:cNvPr id="5" name="pct150-18-scale100-reduction0-b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rmAutofit fontScale="100000" lnSpcReduction="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pct150-18-scale75-reduction0-ctr</a:t>
            </a:r>
          </a:p>
        </p:txBody>
      </p:sp>
      <p:sp>
        <p:nvSpPr>
          <p:cNvPr id="7" name="pct150-18-scale75-reduction0-ctr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rmAutofit fontScale="75000" lnSpcReduction="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pct150-18-scale75-reduction0-b</a:t>
            </a:r>
          </a:p>
        </p:txBody>
      </p:sp>
      <p:sp>
        <p:nvSpPr>
          <p:cNvPr id="9" name="pct150-18-scale75-reduction0-b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rmAutofit fontScale="75000" lnSpcReduction="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