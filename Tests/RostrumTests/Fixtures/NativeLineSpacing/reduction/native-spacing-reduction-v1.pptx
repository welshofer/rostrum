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Break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BreakProbeFont" Type="http://schemas.openxmlformats.org/officeDocument/2006/relationships/font" Target="fonts/break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exact18-18-reduction10</a:t>
            </a:r>
          </a:p>
        </p:txBody>
      </p:sp>
      <p:sp>
        <p:nvSpPr>
          <p:cNvPr id="3" name="exact18-18-reduction10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100000" lnSpcReduction="1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exact18-18-reduction20</a:t>
            </a:r>
          </a:p>
        </p:txBody>
      </p:sp>
      <p:sp>
        <p:nvSpPr>
          <p:cNvPr id="5" name="exact18-18-reduction20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100000" lnSpcReduction="2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exact18-18-scale75-reduction20</a:t>
            </a:r>
          </a:p>
        </p:txBody>
      </p:sp>
      <p:sp>
        <p:nvSpPr>
          <p:cNvPr id="7" name="exact18-18-scale75-reduction20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75000" lnSpcReduction="2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pct150-18-reduction10</a:t>
            </a:r>
          </a:p>
        </p:txBody>
      </p:sp>
      <p:sp>
        <p:nvSpPr>
          <p:cNvPr id="9" name="pct150-18-reduction10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100000" lnSpcReduction="1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pct150-18-reduction20</a:t>
            </a:r>
          </a:p>
        </p:txBody>
      </p:sp>
      <p:sp>
        <p:nvSpPr>
          <p:cNvPr id="11" name="pct150-18-reduction20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100000" lnSpcReduction="2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pct150-18-scale75-reduction20</a:t>
            </a:r>
          </a:p>
        </p:txBody>
      </p:sp>
      <p:sp>
        <p:nvSpPr>
          <p:cNvPr id="13" name="pct150-18-scale75-reduction20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75000" lnSpcReduction="2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