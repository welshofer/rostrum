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Break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BreakProbeFont" Type="http://schemas.openxmlformats.org/officeDocument/2006/relationships/font" Target="fonts/break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exact18-18-scale50</a:t>
            </a:r>
          </a:p>
        </p:txBody>
      </p:sp>
      <p:sp>
        <p:nvSpPr>
          <p:cNvPr id="3" name="exact18-18-scale50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5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exact18-18-scale75</a:t>
            </a:r>
          </a:p>
        </p:txBody>
      </p:sp>
      <p:sp>
        <p:nvSpPr>
          <p:cNvPr id="5" name="exact18-18-scale75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75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pct150-18-scale50</a:t>
            </a:r>
          </a:p>
        </p:txBody>
      </p:sp>
      <p:sp>
        <p:nvSpPr>
          <p:cNvPr id="7" name="pct150-18-scale50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5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pct150-18-scale75</a:t>
            </a:r>
          </a:p>
        </p:txBody>
      </p:sp>
      <p:sp>
        <p:nvSpPr>
          <p:cNvPr id="9" name="pct150-18-scale75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75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pct150-consecutive6-36-scale50</a:t>
            </a:r>
          </a:p>
        </p:txBody>
      </p:sp>
      <p:sp>
        <p:nvSpPr>
          <p:cNvPr id="11" name="pct150-consecutive6-36-scale50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5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600" b="0" i="0" lang="en-US">
                <a:solidFill>
                  <a:srgbClr val="000000"/>
                </a:solidFill>
                <a:latin typeface="DejaVu Sans"/>
              </a:rPr>
            </a:b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exact18-trailingend6-scale50</a:t>
            </a:r>
          </a:p>
        </p:txBody>
      </p:sp>
      <p:sp>
        <p:nvSpPr>
          <p:cNvPr id="13" name="exact18-trailingend6-scale50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5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3600" b="0" i="0" lang="en-US">
                <a:solidFill>
                  <a:srgbClr val="000000"/>
                </a:solidFill>
                <a:latin typeface="DejaVu Sans"/>
              </a:rPr>
            </a:br>
            <a:endParaRPr sz="600" b="0" i="0" lang="en-US">
              <a:solidFill>
                <a:srgbClr val="000000"/>
              </a:solidFill>
              <a:latin typeface="DejaVu Sans"/>
            </a:endParaRPr>
          </a:p>
          <a:p>
            <a:pPr algn="l" lvl="0">
              <a:lnSpc>
                <a:spcPts val="18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