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exact10-single12</a:t>
            </a:r>
          </a:p>
        </p:txBody>
      </p:sp>
      <p:sp>
        <p:nvSpPr>
          <p:cNvPr id="3" name="exact10-single12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exact10-break12</a:t>
            </a:r>
          </a:p>
        </p:txBody>
      </p:sp>
      <p:sp>
        <p:nvSpPr>
          <p:cNvPr id="5" name="exact10-break12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exact12-single12</a:t>
            </a:r>
          </a:p>
        </p:txBody>
      </p:sp>
      <p:sp>
        <p:nvSpPr>
          <p:cNvPr id="7" name="exact12-single12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exact12-break12</a:t>
            </a:r>
          </a:p>
        </p:txBody>
      </p:sp>
      <p:sp>
        <p:nvSpPr>
          <p:cNvPr id="9" name="exact12-break12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exact14p4-single12</a:t>
            </a:r>
          </a:p>
        </p:txBody>
      </p:sp>
      <p:sp>
        <p:nvSpPr>
          <p:cNvPr id="11" name="exact14p4-single12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44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exact14p4-break12</a:t>
            </a:r>
          </a:p>
        </p:txBody>
      </p:sp>
      <p:sp>
        <p:nvSpPr>
          <p:cNvPr id="13" name="exact14p4-break12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44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exact18-single12</a:t>
            </a:r>
          </a:p>
        </p:txBody>
      </p:sp>
      <p:sp>
        <p:nvSpPr>
          <p:cNvPr id="3" name="exact18-single12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exact18-break12</a:t>
            </a:r>
          </a:p>
        </p:txBody>
      </p:sp>
      <p:sp>
        <p:nvSpPr>
          <p:cNvPr id="5" name="exact18-break12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exact24-single12</a:t>
            </a:r>
          </a:p>
        </p:txBody>
      </p:sp>
      <p:sp>
        <p:nvSpPr>
          <p:cNvPr id="7" name="exact24-single12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24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exact24-break12</a:t>
            </a:r>
          </a:p>
        </p:txBody>
      </p:sp>
      <p:sp>
        <p:nvSpPr>
          <p:cNvPr id="9" name="exact24-break12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24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pct75-single12</a:t>
            </a:r>
          </a:p>
        </p:txBody>
      </p:sp>
      <p:sp>
        <p:nvSpPr>
          <p:cNvPr id="11" name="pct75-single12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75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pct75-break12</a:t>
            </a:r>
          </a:p>
        </p:txBody>
      </p:sp>
      <p:sp>
        <p:nvSpPr>
          <p:cNvPr id="13" name="pct75-break12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75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pct100-single12</a:t>
            </a:r>
          </a:p>
        </p:txBody>
      </p:sp>
      <p:sp>
        <p:nvSpPr>
          <p:cNvPr id="3" name="pct100-single12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0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pct100-break12</a:t>
            </a:r>
          </a:p>
        </p:txBody>
      </p:sp>
      <p:sp>
        <p:nvSpPr>
          <p:cNvPr id="5" name="pct100-break12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0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pct150-single12</a:t>
            </a:r>
          </a:p>
        </p:txBody>
      </p:sp>
      <p:sp>
        <p:nvSpPr>
          <p:cNvPr id="7" name="pct150-single12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pct150-break12</a:t>
            </a:r>
          </a:p>
        </p:txBody>
      </p:sp>
      <p:sp>
        <p:nvSpPr>
          <p:cNvPr id="9" name="pct150-break12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pct200-single12</a:t>
            </a:r>
          </a:p>
        </p:txBody>
      </p:sp>
      <p:sp>
        <p:nvSpPr>
          <p:cNvPr id="11" name="pct200-single12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20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pct200-break12</a:t>
            </a:r>
          </a:p>
        </p:txBody>
      </p:sp>
      <p:sp>
        <p:nvSpPr>
          <p:cNvPr id="13" name="pct200-break12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20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exact12-paragraph12</a:t>
            </a:r>
          </a:p>
        </p:txBody>
      </p:sp>
      <p:sp>
        <p:nvSpPr>
          <p:cNvPr id="3" name="exact12-paragraph12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exact18-paragraph12</a:t>
            </a:r>
          </a:p>
        </p:txBody>
      </p:sp>
      <p:sp>
        <p:nvSpPr>
          <p:cNvPr id="5" name="exact18-paragraph12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  <a:p>
            <a:pPr algn="l" lvl="0">
              <a:lnSpc>
                <a:spcPts val="18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pct75-paragraph12</a:t>
            </a:r>
          </a:p>
        </p:txBody>
      </p:sp>
      <p:sp>
        <p:nvSpPr>
          <p:cNvPr id="7" name="pct75-paragraph12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75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  <a:p>
            <a:pPr algn="l" lvl="0">
              <a:lnSpc>
                <a:spcPct val="75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pct150-paragraph12</a:t>
            </a:r>
          </a:p>
        </p:txBody>
      </p:sp>
      <p:sp>
        <p:nvSpPr>
          <p:cNvPr id="9" name="pct150-paragraph12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</a:p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exact18-mixed12-24</a:t>
            </a:r>
          </a:p>
        </p:txBody>
      </p:sp>
      <p:sp>
        <p:nvSpPr>
          <p:cNvPr id="11" name="exact18-mixed12-24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24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exact18-mixed24-12</a:t>
            </a:r>
          </a:p>
        </p:txBody>
      </p:sp>
      <p:sp>
        <p:nvSpPr>
          <p:cNvPr id="13" name="exact18-mixed24-12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24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pct150-mixed12-24</a:t>
            </a:r>
          </a:p>
        </p:txBody>
      </p:sp>
      <p:sp>
        <p:nvSpPr>
          <p:cNvPr id="3" name="pct150-mixed12-24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24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pct150-mixed24-12</a:t>
            </a:r>
          </a:p>
        </p:txBody>
      </p:sp>
      <p:sp>
        <p:nvSpPr>
          <p:cNvPr id="5" name="pct150-mixed24-12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24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exact12-break12-ctr</a:t>
            </a:r>
          </a:p>
        </p:txBody>
      </p:sp>
      <p:sp>
        <p:nvSpPr>
          <p:cNvPr id="7" name="exact12-break12-ctr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exact12-break12-b</a:t>
            </a:r>
          </a:p>
        </p:txBody>
      </p:sp>
      <p:sp>
        <p:nvSpPr>
          <p:cNvPr id="9" name="exact12-break12-b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exact24-break12-ctr</a:t>
            </a:r>
          </a:p>
        </p:txBody>
      </p:sp>
      <p:sp>
        <p:nvSpPr>
          <p:cNvPr id="11" name="exact24-break12-ctr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24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exact24-break12-b</a:t>
            </a:r>
          </a:p>
        </p:txBody>
      </p:sp>
      <p:sp>
        <p:nvSpPr>
          <p:cNvPr id="13" name="exact24-break12-b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24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exact12-compat0</a:t>
            </a:r>
          </a:p>
        </p:txBody>
      </p:sp>
      <p:sp>
        <p:nvSpPr>
          <p:cNvPr id="3" name="exact12-compat0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0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exact12-compat1</a:t>
            </a:r>
          </a:p>
        </p:txBody>
      </p:sp>
      <p:sp>
        <p:nvSpPr>
          <p:cNvPr id="5" name="exact12-compat1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1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2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pct150-compat0</a:t>
            </a:r>
          </a:p>
        </p:txBody>
      </p:sp>
      <p:sp>
        <p:nvSpPr>
          <p:cNvPr id="7" name="pct150-compat0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0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pct150-compat1</a:t>
            </a:r>
          </a:p>
        </p:txBody>
      </p:sp>
      <p:sp>
        <p:nvSpPr>
          <p:cNvPr id="9" name="pct150-compat1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 compatLnSpc="1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2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200" b="0" i="0" lang="en-US">
                <a:solidFill>
                  <a:srgbClr val="000000"/>
                </a:solidFill>
                <a:latin typeface="DejaVu Sans"/>
              </a:rPr>
            </a:br>
            <a:r>
              <a:rPr sz="1200" b="0" i="0" lang="en-US">
                <a:solidFill>
                  <a:srgbClr val="000000"/>
                </a:solidFill>
                <a:latin typeface="DejaVu Sans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exact48p75-single30-t</a:t>
            </a:r>
          </a:p>
        </p:txBody>
      </p:sp>
      <p:sp>
        <p:nvSpPr>
          <p:cNvPr id="11" name="exact48p75-single30-t"/>
          <p:cNvSpPr txBox="1"/>
          <p:nvPr/>
        </p:nvSpPr>
        <p:spPr>
          <a:xfrm>
            <a:off x="381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4875"/>
              </a:lnSpc>
            </a:pPr>
            <a:r>
              <a:rPr sz="30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exact48p75-single30-ctr</a:t>
            </a:r>
          </a:p>
        </p:txBody>
      </p:sp>
      <p:sp>
        <p:nvSpPr>
          <p:cNvPr id="13" name="exact48p75-single30-ctr"/>
          <p:cNvSpPr txBox="1"/>
          <p:nvPr/>
        </p:nvSpPr>
        <p:spPr>
          <a:xfrm>
            <a:off x="4826000" y="6223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4875"/>
              </a:lnSpc>
            </a:pPr>
            <a:r>
              <a:rPr sz="30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exact48p75-single30-b</a:t>
            </a:r>
          </a:p>
        </p:txBody>
      </p:sp>
      <p:sp>
        <p:nvSpPr>
          <p:cNvPr id="3" name="exact48p75-single30-b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4875"/>
              </a:lnSpc>
            </a:pPr>
            <a:r>
              <a:rPr sz="30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