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pct150-size13.4-unscaled</a:t>
            </a:r>
          </a:p>
        </p:txBody>
      </p:sp>
      <p:sp>
        <p:nvSpPr>
          <p:cNvPr id="3" name="pct150-size13.4-unscaled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34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340" b="0" i="0" lang="en-US">
                <a:solidFill>
                  <a:srgbClr val="000000"/>
                </a:solidFill>
                <a:latin typeface="DejaVu Sans"/>
              </a:rPr>
            </a:br>
            <a:r>
              <a:rPr sz="134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pct150-size13.5-unscaled</a:t>
            </a:r>
          </a:p>
        </p:txBody>
      </p:sp>
      <p:sp>
        <p:nvSpPr>
          <p:cNvPr id="5" name="pct150-size13.5-unscaled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35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350" b="0" i="0" lang="en-US">
                <a:solidFill>
                  <a:srgbClr val="000000"/>
                </a:solidFill>
                <a:latin typeface="DejaVu Sans"/>
              </a:rPr>
            </a:br>
            <a:r>
              <a:rPr sz="135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pct150-size13.6-unscaled</a:t>
            </a:r>
          </a:p>
        </p:txBody>
      </p:sp>
      <p:sp>
        <p:nvSpPr>
          <p:cNvPr id="7" name="pct150-size13.6-unscaled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36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360" b="0" i="0" lang="en-US">
                <a:solidFill>
                  <a:srgbClr val="000000"/>
                </a:solidFill>
                <a:latin typeface="DejaVu Sans"/>
              </a:rPr>
            </a:br>
            <a:r>
              <a:rPr sz="136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pct150-size20-scale67</a:t>
            </a:r>
          </a:p>
        </p:txBody>
      </p:sp>
      <p:sp>
        <p:nvSpPr>
          <p:cNvPr id="9" name="pct150-size20-scale67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67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20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2000" b="0" i="0" lang="en-US">
                <a:solidFill>
                  <a:srgbClr val="000000"/>
                </a:solidFill>
                <a:latin typeface="DejaVu Sans"/>
              </a:rPr>
            </a:br>
            <a:r>
              <a:rPr sz="20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pct70-size18-ctr</a:t>
            </a:r>
          </a:p>
        </p:txBody>
      </p:sp>
      <p:sp>
        <p:nvSpPr>
          <p:cNvPr id="11" name="pct70-size18-ctr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7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pct70-size18-b</a:t>
            </a:r>
          </a:p>
        </p:txBody>
      </p:sp>
      <p:sp>
        <p:nvSpPr>
          <p:cNvPr id="13" name="pct70-size18-b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7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