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8"/>
  </p:sldIdLst>
  <p:sldSz cx="9144000" cy="9144000" type="screen4x3"/>
  <p:notesSz cx="6858000" cy="9144000"/>
  <p:embeddedFontLst>
    <p:embeddedFont>
      <p:font typeface="DejaVu Sans"/>
      <p:regular r:id="rIdMarkerFont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MarkerFont" Type="http://schemas.openxmlformats.org/officeDocument/2006/relationships/font" Target="fonts/regular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E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8509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constant-grid-line-control</a:t>
            </a:r>
          </a:p>
        </p:txBody>
      </p:sp>
      <p:graphicFrame>
        <p:nvGraphicFramePr>
          <p:cNvPr id="3" name="constant-grid-line-control"/>
          <p:cNvGraphicFramePr>
            <a:graphicFrameLocks noGrp="1"/>
          </p:cNvGraphicFramePr>
          <p:nvPr/>
        </p:nvGraphicFramePr>
        <p:xfrm>
          <a:off x="381000" y="1206500"/>
          <a:ext cx="3048000" cy="2286000"/>
        </p:xfrm>
        <a:graphic>
          <a:graphicData uri="http://schemas.openxmlformats.org/drawingml/2006/table">
            <a:tbl>
              <a:tblPr firstRow="0" bandRow="0" rtl="0">
                <a:tableStyleId>{5940675A-B579-460E-94D1-54222C63F5DA}</a:tableStyleId>
              </a:tblPr>
              <a:tblGrid>
                <a:gridCol w="1143000"/>
                <a:gridCol w="1905000"/>
              </a:tblGrid>
              <a:tr h="1143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8800"/>
                      </a:solidFill>
                    </a:lnL>
                    <a:lnR w="254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44CC"/>
                      </a:solidFill>
                    </a:lnT>
                    <a:lnB w="381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44CC"/>
                      </a:solidFill>
                    </a:lnT>
                    <a:lnB w="381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</a:tr>
              <a:tr h="1143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8800"/>
                      </a:solidFill>
                    </a:lnL>
                    <a:lnR w="25400" cap="flat" cmpd="sng" algn="ctr">
                      <a:solidFill>
                        <a:srgbClr val="000000"/>
                      </a:solidFill>
                    </a:lnR>
                    <a:lnT w="38100" cap="flat" cmpd="sng" algn="ctr">
                      <a:solidFill>
                        <a:srgbClr val="0044CC"/>
                      </a:solidFill>
                    </a:lnT>
                    <a:lnB w="127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38100" cap="flat" cmpd="sng" algn="ctr">
                      <a:solidFill>
                        <a:srgbClr val="0044CC"/>
                      </a:solidFill>
                    </a:lnT>
                    <a:lnB w="127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953000" y="8509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outer-width-transition</a:t>
            </a:r>
          </a:p>
        </p:txBody>
      </p:sp>
      <p:graphicFrame>
        <p:nvGraphicFramePr>
          <p:cNvPr id="5" name="outer-width-transition"/>
          <p:cNvGraphicFramePr>
            <a:graphicFrameLocks noGrp="1"/>
          </p:cNvGraphicFramePr>
          <p:nvPr/>
        </p:nvGraphicFramePr>
        <p:xfrm>
          <a:off x="4953000" y="1206500"/>
          <a:ext cx="3048000" cy="2286000"/>
        </p:xfrm>
        <a:graphic>
          <a:graphicData uri="http://schemas.openxmlformats.org/drawingml/2006/table">
            <a:tbl>
              <a:tblPr firstRow="0" bandRow="0" rtl="0">
                <a:tableStyleId>{5940675A-B579-460E-94D1-54222C63F5DA}</a:tableStyleId>
              </a:tblPr>
              <a:tblGrid>
                <a:gridCol w="1143000"/>
                <a:gridCol w="1905000"/>
              </a:tblGrid>
              <a:tr h="1143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8800"/>
                      </a:solidFill>
                    </a:lnL>
                    <a:lnR w="254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44CC"/>
                      </a:solidFill>
                    </a:lnT>
                    <a:lnB w="381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44CC"/>
                      </a:solidFill>
                    </a:lnT>
                    <a:lnB w="381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</a:tr>
              <a:tr h="1143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50800" cap="flat" cmpd="sng" algn="ctr">
                      <a:solidFill>
                        <a:srgbClr val="008800"/>
                      </a:solidFill>
                    </a:lnL>
                    <a:lnR w="25400" cap="flat" cmpd="sng" algn="ctr">
                      <a:solidFill>
                        <a:srgbClr val="000000"/>
                      </a:solidFill>
                    </a:lnR>
                    <a:lnT w="38100" cap="flat" cmpd="sng" algn="ctr">
                      <a:solidFill>
                        <a:srgbClr val="0044CC"/>
                      </a:solidFill>
                    </a:lnT>
                    <a:lnB w="127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38100" cap="flat" cmpd="sng" algn="ctr">
                      <a:solidFill>
                        <a:srgbClr val="0044CC"/>
                      </a:solidFill>
                    </a:lnT>
                    <a:lnB w="127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1000" y="49784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outer-color-transition</a:t>
            </a:r>
          </a:p>
        </p:txBody>
      </p:sp>
      <p:graphicFrame>
        <p:nvGraphicFramePr>
          <p:cNvPr id="7" name="outer-color-transition"/>
          <p:cNvGraphicFramePr>
            <a:graphicFrameLocks noGrp="1"/>
          </p:cNvGraphicFramePr>
          <p:nvPr/>
        </p:nvGraphicFramePr>
        <p:xfrm>
          <a:off x="381000" y="5334000"/>
          <a:ext cx="3048000" cy="2286000"/>
        </p:xfrm>
        <a:graphic>
          <a:graphicData uri="http://schemas.openxmlformats.org/drawingml/2006/table">
            <a:tbl>
              <a:tblPr firstRow="0" bandRow="0" rtl="0">
                <a:tableStyleId>{5940675A-B579-460E-94D1-54222C63F5DA}</a:tableStyleId>
              </a:tblPr>
              <a:tblGrid>
                <a:gridCol w="1143000"/>
                <a:gridCol w="1905000"/>
              </a:tblGrid>
              <a:tr h="1143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8800"/>
                      </a:solidFill>
                    </a:lnL>
                    <a:lnR w="254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44CC"/>
                      </a:solidFill>
                    </a:lnT>
                    <a:lnB w="381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44CC"/>
                      </a:solidFill>
                    </a:lnT>
                    <a:lnB w="381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</a:tr>
              <a:tr h="1143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CC2200"/>
                      </a:solidFill>
                    </a:lnL>
                    <a:lnR w="25400" cap="flat" cmpd="sng" algn="ctr">
                      <a:solidFill>
                        <a:srgbClr val="000000"/>
                      </a:solidFill>
                    </a:lnR>
                    <a:lnT w="38100" cap="flat" cmpd="sng" algn="ctr">
                      <a:solidFill>
                        <a:srgbClr val="0044CC"/>
                      </a:solidFill>
                    </a:lnT>
                    <a:lnB w="127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38100" cap="flat" cmpd="sng" algn="ctr">
                      <a:solidFill>
                        <a:srgbClr val="0044CC"/>
                      </a:solidFill>
                    </a:lnT>
                    <a:lnB w="127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53000" y="49784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outer-color-width-transition</a:t>
            </a:r>
          </a:p>
        </p:txBody>
      </p:sp>
      <p:graphicFrame>
        <p:nvGraphicFramePr>
          <p:cNvPr id="9" name="outer-color-width-transition"/>
          <p:cNvGraphicFramePr>
            <a:graphicFrameLocks noGrp="1"/>
          </p:cNvGraphicFramePr>
          <p:nvPr/>
        </p:nvGraphicFramePr>
        <p:xfrm>
          <a:off x="4953000" y="5334000"/>
          <a:ext cx="3048000" cy="2286000"/>
        </p:xfrm>
        <a:graphic>
          <a:graphicData uri="http://schemas.openxmlformats.org/drawingml/2006/table">
            <a:tbl>
              <a:tblPr firstRow="0" bandRow="0" rtl="0">
                <a:tableStyleId>{5940675A-B579-460E-94D1-54222C63F5DA}</a:tableStyleId>
              </a:tblPr>
              <a:tblGrid>
                <a:gridCol w="1143000"/>
                <a:gridCol w="1905000"/>
              </a:tblGrid>
              <a:tr h="1143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8800"/>
                      </a:solidFill>
                    </a:lnL>
                    <a:lnR w="254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44CC"/>
                      </a:solidFill>
                    </a:lnT>
                    <a:lnB w="381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44CC"/>
                      </a:solidFill>
                    </a:lnT>
                    <a:lnB w="381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</a:tr>
              <a:tr h="1143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50800" cap="flat" cmpd="sng" algn="ctr">
                      <a:solidFill>
                        <a:srgbClr val="CC2200"/>
                      </a:solidFill>
                    </a:lnL>
                    <a:lnR w="25400" cap="flat" cmpd="sng" algn="ctr">
                      <a:solidFill>
                        <a:srgbClr val="000000"/>
                      </a:solidFill>
                    </a:lnR>
                    <a:lnT w="38100" cap="flat" cmpd="sng" algn="ctr">
                      <a:solidFill>
                        <a:srgbClr val="0044CC"/>
                      </a:solidFill>
                    </a:lnT>
                    <a:lnB w="127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38100" cap="flat" cmpd="sng" algn="ctr">
                      <a:solidFill>
                        <a:srgbClr val="0044CC"/>
                      </a:solidFill>
                    </a:lnT>
                    <a:lnB w="127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E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8509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interior-narrow-to-wide</a:t>
            </a:r>
          </a:p>
        </p:txBody>
      </p:sp>
      <p:graphicFrame>
        <p:nvGraphicFramePr>
          <p:cNvPr id="3" name="interior-narrow-to-wide"/>
          <p:cNvGraphicFramePr>
            <a:graphicFrameLocks noGrp="1"/>
          </p:cNvGraphicFramePr>
          <p:nvPr/>
        </p:nvGraphicFramePr>
        <p:xfrm>
          <a:off x="381000" y="1206500"/>
          <a:ext cx="3048000" cy="2286000"/>
        </p:xfrm>
        <a:graphic>
          <a:graphicData uri="http://schemas.openxmlformats.org/drawingml/2006/table">
            <a:tbl>
              <a:tblPr firstRow="0" bandRow="0" rtl="0">
                <a:tableStyleId>{5940675A-B579-460E-94D1-54222C63F5DA}</a:tableStyleId>
              </a:tblPr>
              <a:tblGrid>
                <a:gridCol w="1143000"/>
                <a:gridCol w="1905000"/>
              </a:tblGrid>
              <a:tr h="1143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8800"/>
                      </a:solidFill>
                    </a:lnL>
                    <a:lnR w="25400" cap="flat" cmpd="sng" algn="ctr">
                      <a:solidFill>
                        <a:srgbClr val="008800"/>
                      </a:solidFill>
                    </a:lnR>
                    <a:lnT w="12700" cap="flat" cmpd="sng" algn="ctr">
                      <a:solidFill>
                        <a:srgbClr val="0044CC"/>
                      </a:solidFill>
                    </a:lnT>
                    <a:lnB w="381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88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44CC"/>
                      </a:solidFill>
                    </a:lnT>
                    <a:lnB w="381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</a:tr>
              <a:tr h="1143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8800"/>
                      </a:solidFill>
                    </a:lnL>
                    <a:lnR w="50800" cap="flat" cmpd="sng" algn="ctr">
                      <a:solidFill>
                        <a:srgbClr val="CC2200"/>
                      </a:solidFill>
                    </a:lnR>
                    <a:lnT w="38100" cap="flat" cmpd="sng" algn="ctr">
                      <a:solidFill>
                        <a:srgbClr val="0044CC"/>
                      </a:solidFill>
                    </a:lnT>
                    <a:lnB w="127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50800" cap="flat" cmpd="sng" algn="ctr">
                      <a:solidFill>
                        <a:srgbClr val="CC22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38100" cap="flat" cmpd="sng" algn="ctr">
                      <a:solidFill>
                        <a:srgbClr val="0044CC"/>
                      </a:solidFill>
                    </a:lnT>
                    <a:lnB w="127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953000" y="8509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interior-wide-to-narrow</a:t>
            </a:r>
          </a:p>
        </p:txBody>
      </p:sp>
      <p:graphicFrame>
        <p:nvGraphicFramePr>
          <p:cNvPr id="5" name="interior-wide-to-narrow"/>
          <p:cNvGraphicFramePr>
            <a:graphicFrameLocks noGrp="1"/>
          </p:cNvGraphicFramePr>
          <p:nvPr/>
        </p:nvGraphicFramePr>
        <p:xfrm>
          <a:off x="4953000" y="1206500"/>
          <a:ext cx="3048000" cy="2286000"/>
        </p:xfrm>
        <a:graphic>
          <a:graphicData uri="http://schemas.openxmlformats.org/drawingml/2006/table">
            <a:tbl>
              <a:tblPr firstRow="0" bandRow="0" rtl="0">
                <a:tableStyleId>{5940675A-B579-460E-94D1-54222C63F5DA}</a:tableStyleId>
              </a:tblPr>
              <a:tblGrid>
                <a:gridCol w="1143000"/>
                <a:gridCol w="1905000"/>
              </a:tblGrid>
              <a:tr h="1143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8800"/>
                      </a:solidFill>
                    </a:lnL>
                    <a:lnR w="50800" cap="flat" cmpd="sng" algn="ctr">
                      <a:solidFill>
                        <a:srgbClr val="CC2200"/>
                      </a:solidFill>
                    </a:lnR>
                    <a:lnT w="12700" cap="flat" cmpd="sng" algn="ctr">
                      <a:solidFill>
                        <a:srgbClr val="0044CC"/>
                      </a:solidFill>
                    </a:lnT>
                    <a:lnB w="381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50800" cap="flat" cmpd="sng" algn="ctr">
                      <a:solidFill>
                        <a:srgbClr val="CC22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44CC"/>
                      </a:solidFill>
                    </a:lnT>
                    <a:lnB w="381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</a:tr>
              <a:tr h="1143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8800"/>
                      </a:solidFill>
                    </a:lnL>
                    <a:lnR w="25400" cap="flat" cmpd="sng" algn="ctr">
                      <a:solidFill>
                        <a:srgbClr val="008800"/>
                      </a:solidFill>
                    </a:lnR>
                    <a:lnT w="38100" cap="flat" cmpd="sng" algn="ctr">
                      <a:solidFill>
                        <a:srgbClr val="0044CC"/>
                      </a:solidFill>
                    </a:lnT>
                    <a:lnB w="127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88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38100" cap="flat" cmpd="sng" algn="ctr">
                      <a:solidFill>
                        <a:srgbClr val="0044CC"/>
                      </a:solidFill>
                    </a:lnT>
                    <a:lnB w="127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1000" y="49784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transition-noFill-donor</a:t>
            </a:r>
          </a:p>
        </p:txBody>
      </p:sp>
      <p:graphicFrame>
        <p:nvGraphicFramePr>
          <p:cNvPr id="7" name="transition-noFill-donor"/>
          <p:cNvGraphicFramePr>
            <a:graphicFrameLocks noGrp="1"/>
          </p:cNvGraphicFramePr>
          <p:nvPr/>
        </p:nvGraphicFramePr>
        <p:xfrm>
          <a:off x="381000" y="5334000"/>
          <a:ext cx="3048000" cy="2286000"/>
        </p:xfrm>
        <a:graphic>
          <a:graphicData uri="http://schemas.openxmlformats.org/drawingml/2006/table">
            <a:tbl>
              <a:tblPr firstRow="0" bandRow="0" rtl="0">
                <a:tableStyleId>{5940675A-B579-460E-94D1-54222C63F5DA}</a:tableStyleId>
              </a:tblPr>
              <a:tblGrid>
                <a:gridCol w="1143000"/>
                <a:gridCol w="1905000"/>
              </a:tblGrid>
              <a:tr h="1143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8800"/>
                      </a:solidFill>
                    </a:lnL>
                    <a:lnR w="254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44CC"/>
                      </a:solidFill>
                    </a:lnT>
                    <a:lnB w="38100" cap="flat" cmpd="sng" algn="ctr">
                      <a:noFill/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44CC"/>
                      </a:solidFill>
                    </a:lnT>
                    <a:lnB w="381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</a:tr>
              <a:tr h="1143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50800" cap="flat" cmpd="sng" algn="ctr">
                      <a:solidFill>
                        <a:srgbClr val="CC2200"/>
                      </a:solidFill>
                    </a:lnL>
                    <a:lnR w="25400" cap="flat" cmpd="sng" algn="ctr">
                      <a:solidFill>
                        <a:srgbClr val="000000"/>
                      </a:solidFill>
                    </a:lnR>
                    <a:lnT w="38100" cap="flat" cmpd="sng" algn="ctr">
                      <a:noFill/>
                    </a:lnT>
                    <a:lnB w="127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38100" cap="flat" cmpd="sng" algn="ctr">
                      <a:solidFill>
                        <a:srgbClr val="0044CC"/>
                      </a:solidFill>
                    </a:lnT>
                    <a:lnB w="127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53000" y="49784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merged-colored-rejection</a:t>
            </a:r>
          </a:p>
        </p:txBody>
      </p:sp>
      <p:graphicFrame>
        <p:nvGraphicFramePr>
          <p:cNvPr id="9" name="merged-colored-rejection"/>
          <p:cNvGraphicFramePr>
            <a:graphicFrameLocks noGrp="1"/>
          </p:cNvGraphicFramePr>
          <p:nvPr/>
        </p:nvGraphicFramePr>
        <p:xfrm>
          <a:off x="4953000" y="5334000"/>
          <a:ext cx="3048000" cy="2286000"/>
        </p:xfrm>
        <a:graphic>
          <a:graphicData uri="http://schemas.openxmlformats.org/drawingml/2006/table">
            <a:tbl>
              <a:tblPr firstRow="0" bandRow="0" rtl="0">
                <a:tableStyleId>{5940675A-B579-460E-94D1-54222C63F5DA}</a:tableStyleId>
              </a:tblPr>
              <a:tblGrid>
                <a:gridCol w="1143000"/>
                <a:gridCol w="1905000"/>
              </a:tblGrid>
              <a:tr h="1143000">
                <a:tc gridSpan="2"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8800"/>
                      </a:solidFill>
                    </a:lnL>
                    <a:lnR w="254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44CC"/>
                      </a:solidFill>
                    </a:lnT>
                    <a:lnB w="381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  <a:tc hMerge="1"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</a:p>
                  </a:txBody>
                  <a:tcPr marL="0" marR="0" marT="0" marB="0">
                    <a:lnL w="254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44CC"/>
                      </a:solidFill>
                    </a:lnT>
                    <a:lnB w="381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</a:tr>
              <a:tr h="1143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50800" cap="flat" cmpd="sng" algn="ctr">
                      <a:solidFill>
                        <a:srgbClr val="CC2200"/>
                      </a:solidFill>
                    </a:lnL>
                    <a:lnR w="25400" cap="flat" cmpd="sng" algn="ctr">
                      <a:solidFill>
                        <a:srgbClr val="000000"/>
                      </a:solidFill>
                    </a:lnR>
                    <a:lnT w="38100" cap="flat" cmpd="sng" algn="ctr">
                      <a:solidFill>
                        <a:srgbClr val="0044CC"/>
                      </a:solidFill>
                    </a:lnT>
                    <a:lnB w="127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38100" cap="flat" cmpd="sng" algn="ctr">
                      <a:solidFill>
                        <a:srgbClr val="0044CC"/>
                      </a:solidFill>
                    </a:lnT>
                    <a:lnB w="127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