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embeddedFontLst>
    <p:embeddedFont>
      <p:font typeface="DejaVu Sans"/>
      <p:regular r:id="rIdLigatur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LigatureFont" Type="http://schemas.openxmlformats.org/officeDocument/2006/relationships/font" Target="fonts/ligatures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default-fi</a:t>
            </a:r>
          </a:p>
        </p:txBody>
      </p:sp>
      <p:sp>
        <p:nvSpPr>
          <p:cNvPr id="3" name="default-fi"/>
          <p:cNvSpPr txBox="1"/>
          <p:nvPr/>
        </p:nvSpPr>
        <p:spPr>
          <a:xfrm>
            <a:off x="381000" y="571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default-fl</a:t>
            </a:r>
          </a:p>
        </p:txBody>
      </p:sp>
      <p:sp>
        <p:nvSpPr>
          <p:cNvPr id="5" name="default-fl"/>
          <p:cNvSpPr txBox="1"/>
          <p:nvPr/>
        </p:nvSpPr>
        <p:spPr>
          <a:xfrm>
            <a:off x="4826000" y="571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fl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default-ff</a:t>
            </a:r>
          </a:p>
        </p:txBody>
      </p:sp>
      <p:sp>
        <p:nvSpPr>
          <p:cNvPr id="7" name="default-ff"/>
          <p:cNvSpPr txBox="1"/>
          <p:nvPr/>
        </p:nvSpPr>
        <p:spPr>
          <a:xfrm>
            <a:off x="381000" y="2730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default-ffi</a:t>
            </a:r>
          </a:p>
        </p:txBody>
      </p:sp>
      <p:sp>
        <p:nvSpPr>
          <p:cNvPr id="9" name="default-ffi"/>
          <p:cNvSpPr txBox="1"/>
          <p:nvPr/>
        </p:nvSpPr>
        <p:spPr>
          <a:xfrm>
            <a:off x="4826000" y="2730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ffi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default-ffl</a:t>
            </a:r>
          </a:p>
        </p:txBody>
      </p:sp>
      <p:sp>
        <p:nvSpPr>
          <p:cNvPr id="11" name="default-ffl"/>
          <p:cNvSpPr txBox="1"/>
          <p:nvPr/>
        </p:nvSpPr>
        <p:spPr>
          <a:xfrm>
            <a:off x="381000" y="4889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ffl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default-office-final-waffle</a:t>
            </a:r>
          </a:p>
        </p:txBody>
      </p:sp>
      <p:sp>
        <p:nvSpPr>
          <p:cNvPr id="13" name="default-office-final-waffle"/>
          <p:cNvSpPr txBox="1"/>
          <p:nvPr/>
        </p:nvSpPr>
        <p:spPr>
          <a:xfrm>
            <a:off x="4826000" y="4889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office final waffle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office-12-reference</a:t>
            </a:r>
          </a:p>
        </p:txBody>
      </p:sp>
      <p:sp>
        <p:nvSpPr>
          <p:cNvPr id="3" name="office-12-reference"/>
          <p:cNvSpPr txBox="1"/>
          <p:nvPr/>
        </p:nvSpPr>
        <p:spPr>
          <a:xfrm>
            <a:off x="381000" y="571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lang="en-US" kern="1200">
                <a:solidFill>
                  <a:srgbClr val="000000"/>
                </a:solidFill>
                <a:latin typeface="DejaVu Sans"/>
              </a:rPr>
              <a:t>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kern-zero</a:t>
            </a:r>
          </a:p>
        </p:txBody>
      </p:sp>
      <p:sp>
        <p:nvSpPr>
          <p:cNvPr id="5" name="kern-zero"/>
          <p:cNvSpPr txBox="1"/>
          <p:nvPr/>
        </p:nvSpPr>
        <p:spPr>
          <a:xfrm>
            <a:off x="4826000" y="571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000000"/>
                </a:solidFill>
                <a:latin typeface="DejaVu Sans"/>
              </a:rPr>
              <a:t>office final waffle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</a:t>
            </a:r>
          </a:p>
        </p:txBody>
      </p:sp>
      <p:sp>
        <p:nvSpPr>
          <p:cNvPr id="7" name="tracking-positive"/>
          <p:cNvSpPr txBox="1"/>
          <p:nvPr/>
        </p:nvSpPr>
        <p:spPr>
          <a:xfrm>
            <a:off x="381000" y="2730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spc="30">
                <a:solidFill>
                  <a:srgbClr val="000000"/>
                </a:solidFill>
                <a:latin typeface="DejaVu Sans"/>
              </a:rPr>
              <a:t>office final waffle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tracking-negative</a:t>
            </a:r>
          </a:p>
        </p:txBody>
      </p:sp>
      <p:sp>
        <p:nvSpPr>
          <p:cNvPr id="9" name="tracking-negative"/>
          <p:cNvSpPr txBox="1"/>
          <p:nvPr/>
        </p:nvSpPr>
        <p:spPr>
          <a:xfrm>
            <a:off x="4826000" y="2730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spc="-20">
                <a:solidFill>
                  <a:srgbClr val="000000"/>
                </a:solidFill>
                <a:latin typeface="DejaVu Sans"/>
              </a:rPr>
              <a:t>office final waffle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color-split</a:t>
            </a:r>
          </a:p>
        </p:txBody>
      </p:sp>
      <p:sp>
        <p:nvSpPr>
          <p:cNvPr id="11" name="color-split"/>
          <p:cNvSpPr txBox="1"/>
          <p:nvPr/>
        </p:nvSpPr>
        <p:spPr>
          <a:xfrm>
            <a:off x="381000" y="4889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AA3300"/>
                </a:solidFill>
                <a:latin typeface="DejaVu Sans"/>
              </a:rPr>
              <a:t>of</a:t>
            </a:r>
            <a:r>
              <a:rPr sz="1800" lang="en-US">
                <a:solidFill>
                  <a:srgbClr val="0033AA"/>
                </a:solidFill>
                <a:latin typeface="DejaVu Sans"/>
              </a:rPr>
              <a:t>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same-style-split</a:t>
            </a:r>
          </a:p>
        </p:txBody>
      </p:sp>
      <p:sp>
        <p:nvSpPr>
          <p:cNvPr id="13" name="same-style-split"/>
          <p:cNvSpPr txBox="1"/>
          <p:nvPr/>
        </p:nvSpPr>
        <p:spPr>
          <a:xfrm>
            <a:off x="4826000" y="4889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of</a:t>
            </a:r>
            <a:r>
              <a:rPr sz="1800" lang="en-US">
                <a:solidFill>
                  <a:srgbClr val="000000"/>
                </a:solidFill>
                <a:latin typeface="DejaVu Sans"/>
              </a:rPr>
              <a:t>fice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office-edge-below</a:t>
            </a:r>
          </a:p>
        </p:txBody>
      </p:sp>
      <p:sp>
        <p:nvSpPr>
          <p:cNvPr id="3" name="office-edge-below"/>
          <p:cNvSpPr txBox="1"/>
          <p:nvPr/>
        </p:nvSpPr>
        <p:spPr>
          <a:xfrm>
            <a:off x="381000" y="571500"/>
            <a:ext cx="631698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000000"/>
                </a:solidFill>
                <a:latin typeface="DejaVu Sans"/>
              </a:rPr>
              <a:t>officeZ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ffi-component-edge-below</a:t>
            </a:r>
          </a:p>
        </p:txBody>
      </p:sp>
      <p:sp>
        <p:nvSpPr>
          <p:cNvPr id="5" name="ffi-component-edge-below"/>
          <p:cNvSpPr txBox="1"/>
          <p:nvPr/>
        </p:nvSpPr>
        <p:spPr>
          <a:xfrm>
            <a:off x="4826000" y="571500"/>
            <a:ext cx="161798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000000"/>
                </a:solidFill>
                <a:latin typeface="DejaVu Sans"/>
              </a:rPr>
              <a:t>ffiZ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scaled-office-edge-below</a:t>
            </a:r>
          </a:p>
        </p:txBody>
      </p:sp>
      <p:sp>
        <p:nvSpPr>
          <p:cNvPr id="7" name="scaled-office-edge-below"/>
          <p:cNvSpPr txBox="1"/>
          <p:nvPr/>
        </p:nvSpPr>
        <p:spPr>
          <a:xfrm>
            <a:off x="381000" y="2730500"/>
            <a:ext cx="314198" cy="1524000"/>
          </a:xfrm>
          <a:prstGeom prst="rect">
            <a:avLst/>
          </a:prstGeom>
          <a:noFill/>
        </p:spPr>
        <p:txBody>
          <a:bodyPr wrap="square" lIns="0" rIns="0" tIns="0" bIns="0">
            <a:normAutofit fontScale="5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000000"/>
                </a:solidFill>
                <a:latin typeface="DejaVu Sans"/>
              </a:rPr>
              <a:t>officeZ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office-edge-above</a:t>
            </a:r>
          </a:p>
        </p:txBody>
      </p:sp>
      <p:sp>
        <p:nvSpPr>
          <p:cNvPr id="9" name="office-edge-above"/>
          <p:cNvSpPr txBox="1"/>
          <p:nvPr/>
        </p:nvSpPr>
        <p:spPr>
          <a:xfrm>
            <a:off x="4826000" y="2730500"/>
            <a:ext cx="631952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000000"/>
                </a:solidFill>
                <a:latin typeface="DejaVu Sans"/>
              </a:rPr>
              <a:t>officeZ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ffi-component-edge-above</a:t>
            </a:r>
          </a:p>
        </p:txBody>
      </p:sp>
      <p:sp>
        <p:nvSpPr>
          <p:cNvPr id="11" name="ffi-component-edge-above"/>
          <p:cNvSpPr txBox="1"/>
          <p:nvPr/>
        </p:nvSpPr>
        <p:spPr>
          <a:xfrm>
            <a:off x="381000" y="4889500"/>
            <a:ext cx="162052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000000"/>
                </a:solidFill>
                <a:latin typeface="DejaVu Sans"/>
              </a:rPr>
              <a:t>ffiZ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scaled-office-edge-above</a:t>
            </a:r>
          </a:p>
        </p:txBody>
      </p:sp>
      <p:sp>
        <p:nvSpPr>
          <p:cNvPr id="13" name="scaled-office-edge-above"/>
          <p:cNvSpPr txBox="1"/>
          <p:nvPr/>
        </p:nvSpPr>
        <p:spPr>
          <a:xfrm>
            <a:off x="4826000" y="4889500"/>
            <a:ext cx="314452" cy="1524000"/>
          </a:xfrm>
          <a:prstGeom prst="rect">
            <a:avLst/>
          </a:prstGeom>
          <a:noFill/>
        </p:spPr>
        <p:txBody>
          <a:bodyPr wrap="square" lIns="0" rIns="0" tIns="0" bIns="0">
            <a:normAutofit fontScale="50000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000000"/>
                </a:solidFill>
                <a:latin typeface="DejaVu Sans"/>
              </a:rPr>
              <a:t>officeZ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mixed-size</a:t>
            </a:r>
          </a:p>
        </p:txBody>
      </p:sp>
      <p:sp>
        <p:nvSpPr>
          <p:cNvPr id="3" name="mixed-size"/>
          <p:cNvSpPr txBox="1"/>
          <p:nvPr/>
        </p:nvSpPr>
        <p:spPr>
          <a:xfrm>
            <a:off x="381000" y="571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AA3300"/>
                </a:solidFill>
                <a:latin typeface="DejaVu Sans"/>
              </a:rPr>
              <a:t>of</a:t>
            </a:r>
            <a:r>
              <a:rPr sz="1200" lang="en-US" kern="0">
                <a:solidFill>
                  <a:srgbClr val="0033AA"/>
                </a:solidFill>
                <a:latin typeface="DejaVu Sans"/>
              </a:rPr>
              <a:t>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mixed-size-edge</a:t>
            </a:r>
          </a:p>
        </p:txBody>
      </p:sp>
      <p:sp>
        <p:nvSpPr>
          <p:cNvPr id="5" name="mixed-size-edge"/>
          <p:cNvSpPr txBox="1"/>
          <p:nvPr/>
        </p:nvSpPr>
        <p:spPr>
          <a:xfrm>
            <a:off x="4826000" y="571500"/>
            <a:ext cx="495427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 kern="0">
                <a:solidFill>
                  <a:srgbClr val="000000"/>
                </a:solidFill>
                <a:latin typeface="DejaVu Sans"/>
              </a:rPr>
              <a:t>of</a:t>
            </a:r>
            <a:r>
              <a:rPr sz="1200" lang="en-US" kern="0">
                <a:solidFill>
                  <a:srgbClr val="000000"/>
                </a:solidFill>
                <a:latin typeface="DejaVu Sans"/>
              </a:rPr>
              <a:t>ficeZ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table-default</a:t>
            </a:r>
          </a:p>
        </p:txBody>
      </p:sp>
      <p:graphicFrame>
        <p:nvGraphicFramePr>
          <p:cNvPr id="7" name="table-default"/>
          <p:cNvGraphicFramePr>
            <a:graphicFrameLocks noGrp="1"/>
          </p:cNvGraphicFramePr>
          <p:nvPr/>
        </p:nvGraphicFramePr>
        <p:xfrm>
          <a:off x="381000" y="2730500"/>
          <a:ext cx="1524000" cy="1524000"/>
        </p:xfrm>
        <a:graphic>
          <a:graphicData uri="http://schemas.openxmlformats.org/drawingml/2006/table">
            <a:tbl>
              <a:tblPr firstRow="0" bandRow="0"/>
              <a:tblGrid>
                <a:gridCol w="1524000"/>
              </a:tblGrid>
              <a:tr h="1524000">
                <a:tc>
                  <a:txBody>
                    <a:bodyPr lIns="0" rIns="0" tIns="0" bIns="0"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lang="en-US" b="0" i="0">
                          <a:solidFill>
                            <a:srgbClr val="000000"/>
                          </a:solidFill>
                          <a:latin typeface="DejaVu Sans"/>
                        </a:rPr>
                        <a:t>office final waffle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table-edge</a:t>
            </a:r>
          </a:p>
        </p:txBody>
      </p:sp>
      <p:graphicFrame>
        <p:nvGraphicFramePr>
          <p:cNvPr id="9" name="table-edge"/>
          <p:cNvGraphicFramePr>
            <a:graphicFrameLocks noGrp="1"/>
          </p:cNvGraphicFramePr>
          <p:nvPr/>
        </p:nvGraphicFramePr>
        <p:xfrm>
          <a:off x="4826000" y="2730500"/>
          <a:ext cx="631952" cy="1524000"/>
        </p:xfrm>
        <a:graphic>
          <a:graphicData uri="http://schemas.openxmlformats.org/drawingml/2006/table">
            <a:tbl>
              <a:tblPr firstRow="0" bandRow="0"/>
              <a:tblGrid>
                <a:gridCol w="631952"/>
              </a:tblGrid>
              <a:tr h="1524000">
                <a:tc>
                  <a:txBody>
                    <a:bodyPr lIns="0" rIns="0" tIns="0" bIns="0" wrap="square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lang="en-US" b="0" i="0" kern="0">
                          <a:solidFill>
                            <a:srgbClr val="000000"/>
                          </a:solidFill>
                          <a:latin typeface="DejaVu Sans"/>
                        </a:rPr>
                        <a:t>officeZ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tab-field</a:t>
            </a:r>
          </a:p>
        </p:txBody>
      </p:sp>
      <p:sp>
        <p:nvSpPr>
          <p:cNvPr id="11" name="tab-field"/>
          <p:cNvSpPr txBox="1"/>
          <p:nvPr/>
        </p:nvSpPr>
        <p:spPr>
          <a:xfrm>
            <a:off x="381000" y="4889500"/>
            <a:ext cx="3683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tabLst>
                <a:tab pos="1143000" algn="l"/>
              </a:tabLs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Label	office final waffle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hard-break</a:t>
            </a:r>
          </a:p>
        </p:txBody>
      </p:sp>
      <p:sp>
        <p:nvSpPr>
          <p:cNvPr id="13" name="hard-break"/>
          <p:cNvSpPr txBox="1"/>
          <p:nvPr/>
        </p:nvSpPr>
        <p:spPr>
          <a:xfrm>
            <a:off x="4826000" y="4889500"/>
            <a:ext cx="1905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lang="en-US">
                <a:solidFill>
                  <a:srgbClr val="000000"/>
                </a:solidFill>
                <a:latin typeface="DejaVu Sans"/>
              </a:rPr>
              <a:t>office</a:t>
            </a:r>
            <a:br/>
            <a:r>
              <a:rPr sz="1800" lang="en-US">
                <a:solidFill>
                  <a:srgbClr val="000000"/>
                </a:solidFill>
                <a:latin typeface="DejaVu Sans"/>
              </a:rPr>
              <a:t>final waffle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