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</p:sldIdLst>
  <p:sldSz cx="9144000" cy="9144000" type="screen4x3"/>
  <p:notesSz cx="6858000" cy="9144000"/>
  <p:embeddedFontLst>
    <p:embeddedFont>
      <p:font typeface="DejaVu Sans"/>
      <p:regular r:id="rIdPaintProbeFont"/>
    </p:embeddedFont>
  </p:embeddedFontLst>
  <p:defaultTextStyle>
    <a:defPPr>
      <a:defRPr lang="en-US"/>
    </a:defPPr>
    <a:lvl1pPr marL="0" algn="l" defTabSz="457200" rtl="0" eaLnBrk="1" latinLnBrk="0" hangingPunct="1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PaintProbeFont" Type="http://schemas.openxmlformats.org/officeDocument/2006/relationships/font" Target="fonts/paint-probe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truly-omitted-authored14p50</a:t>
            </a:r>
          </a:p>
        </p:txBody>
      </p:sp>
      <p:sp>
        <p:nvSpPr>
          <p:cNvPr id="3" name="truly-omitted-authored14p50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450" b="0" i="0" lang="en-US">
                <a:solidFill>
                  <a:srgbClr val="000000"/>
                </a:solidFill>
                <a:latin typeface="DejaVu Sans"/>
              </a:rPr>
              <a:t>AVATAR ToTo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truly-omitted-scaled20x72p5</a:t>
            </a:r>
          </a:p>
        </p:txBody>
      </p:sp>
      <p:sp>
        <p:nvSpPr>
          <p:cNvPr id="5" name="truly-omitted-scaled20x72p5"/>
          <p:cNvSpPr txBox="1"/>
          <p:nvPr/>
        </p:nvSpPr>
        <p:spPr>
          <a:xfrm>
            <a:off x="4826000" y="635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rmAutofit fontScale="72500" lnSpcReduction="0"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2000" b="0" i="0" lang="en-US">
                <a:solidFill>
                  <a:srgbClr val="000000"/>
                </a:solidFill>
                <a:latin typeface="DejaVu Sans"/>
              </a:rPr>
              <a:t>AVATAR ToTo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tiny1x1-minimum-scale</a:t>
            </a:r>
          </a:p>
        </p:txBody>
      </p:sp>
      <p:sp>
        <p:nvSpPr>
          <p:cNvPr id="7" name="tiny1x1-minimum-scale"/>
          <p:cNvSpPr txBox="1"/>
          <p:nvPr/>
        </p:nvSpPr>
        <p:spPr>
          <a:xfrm>
            <a:off x="381000" y="3429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rmAutofit fontScale="1000" lnSpcReduction="0"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00" b="0" i="0" lang="en-US">
                <a:solidFill>
                  <a:srgbClr val="000000"/>
                </a:solidFill>
                <a:latin typeface="DejaVu Sans"/>
              </a:rPr>
              <a:t>Agjp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truly-omitted-authored8</a:t>
            </a:r>
          </a:p>
        </p:txBody>
      </p:sp>
      <p:sp>
        <p:nvSpPr>
          <p:cNvPr id="9" name="truly-omitted-authored8"/>
          <p:cNvSpPr txBox="1"/>
          <p:nvPr/>
        </p:nvSpPr>
        <p:spPr>
          <a:xfrm>
            <a:off x="4826000" y="3429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800" b="0" i="0" lang="en-US">
                <a:solidFill>
                  <a:srgbClr val="000000"/>
                </a:solidFill>
                <a:latin typeface="DejaVu Sans"/>
              </a:rPr>
              <a:t>AVATAR ToTo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