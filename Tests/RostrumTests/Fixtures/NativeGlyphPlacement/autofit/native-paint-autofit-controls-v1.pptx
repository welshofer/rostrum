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9144000" cy="9144000" type="screen4x3"/>
  <p:notesSz cx="6858000" cy="9144000"/>
  <p:embeddedFontLst>
    <p:embeddedFont>
      <p:font typeface="DejaVu Sans"/>
      <p:regular r:id="rIdPaint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PaintProbeFont" Type="http://schemas.openxmlformats.org/officeDocument/2006/relationships/font" Target="fonts/paint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wide-14p50-omitted</a:t>
            </a:r>
          </a:p>
        </p:txBody>
      </p:sp>
      <p:sp>
        <p:nvSpPr>
          <p:cNvPr id="3" name="wide-14p50-omitted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/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wide-14p50-norm100</a:t>
            </a:r>
          </a:p>
        </p:txBody>
      </p:sp>
      <p:sp>
        <p:nvSpPr>
          <p:cNvPr id="5" name="wide-14p50-norm100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10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wide-14p50-norm-bare</a:t>
            </a:r>
          </a:p>
        </p:txBody>
      </p:sp>
      <p:sp>
        <p:nvSpPr>
          <p:cNvPr id="7" name="wide-14p50-norm-bare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wrap-14p50-norm100-w120.01</a:t>
            </a:r>
          </a:p>
        </p:txBody>
      </p:sp>
      <p:sp>
        <p:nvSpPr>
          <p:cNvPr id="9" name="wrap-14p50-norm100-w120.01"/>
          <p:cNvSpPr txBox="1"/>
          <p:nvPr/>
        </p:nvSpPr>
        <p:spPr>
          <a:xfrm>
            <a:off x="4826000" y="3429000"/>
            <a:ext cx="1524127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10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wrap-14p50-noautofit-w120.01</a:t>
            </a:r>
          </a:p>
        </p:txBody>
      </p:sp>
      <p:sp>
        <p:nvSpPr>
          <p:cNvPr id="11" name="wrap-14p50-noautofit-w120.01"/>
          <p:cNvSpPr txBox="1"/>
          <p:nvPr/>
        </p:nvSpPr>
        <p:spPr>
          <a:xfrm>
            <a:off x="381000" y="6223000"/>
            <a:ext cx="1524127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wide-14p50-scale99p99</a:t>
            </a:r>
          </a:p>
        </p:txBody>
      </p:sp>
      <p:sp>
        <p:nvSpPr>
          <p:cNvPr id="13" name="wide-14p50-scale99p99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9999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wide-29-scale50-exact-tie</a:t>
            </a:r>
          </a:p>
        </p:txBody>
      </p:sp>
      <p:sp>
        <p:nvSpPr>
          <p:cNvPr id="3" name="wide-29-scale50-exact-tie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5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9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