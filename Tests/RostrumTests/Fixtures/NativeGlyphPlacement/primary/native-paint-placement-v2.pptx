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9144000" type="screen4x3"/>
  <p:notesSz cx="6858000" cy="9144000"/>
  <p:embeddedFontLst>
    <p:embeddedFont>
      <p:font typeface="DejaVu Sans"/>
      <p:regular r:id="rIdPaint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PaintProbeFont" Type="http://schemas.openxmlformats.org/officeDocument/2006/relationships/font" Target="fonts/paint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wide-authored-13p49</a:t>
            </a:r>
          </a:p>
        </p:txBody>
      </p:sp>
      <p:sp>
        <p:nvSpPr>
          <p:cNvPr id="3" name="wide-authored-13p49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349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wide-authored-13p50</a:t>
            </a:r>
          </a:p>
        </p:txBody>
      </p:sp>
      <p:sp>
        <p:nvSpPr>
          <p:cNvPr id="5" name="wide-authored-13p50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35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wide-authored-13p51</a:t>
            </a:r>
          </a:p>
        </p:txBody>
      </p:sp>
      <p:sp>
        <p:nvSpPr>
          <p:cNvPr id="7" name="wide-authored-13p51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351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wide-scaled-13p49</a:t>
            </a:r>
          </a:p>
        </p:txBody>
      </p:sp>
      <p:sp>
        <p:nvSpPr>
          <p:cNvPr id="9" name="wide-scaled-13p49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6745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00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wide-scaled-13p50</a:t>
            </a:r>
          </a:p>
        </p:txBody>
      </p:sp>
      <p:sp>
        <p:nvSpPr>
          <p:cNvPr id="11" name="wide-scaled-13p50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67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00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wide-scaled-13p51</a:t>
            </a:r>
          </a:p>
        </p:txBody>
      </p:sp>
      <p:sp>
        <p:nvSpPr>
          <p:cNvPr id="13" name="wide-scaled-13p51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6755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00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wrap-authored-13p49-w110.99</a:t>
            </a:r>
          </a:p>
        </p:txBody>
      </p:sp>
      <p:sp>
        <p:nvSpPr>
          <p:cNvPr id="3" name="wrap-authored-13p49-w110.99"/>
          <p:cNvSpPr txBox="1"/>
          <p:nvPr/>
        </p:nvSpPr>
        <p:spPr>
          <a:xfrm>
            <a:off x="381000" y="635000"/>
            <a:ext cx="1409573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349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wrap-authored-13p49-w111.01</a:t>
            </a:r>
          </a:p>
        </p:txBody>
      </p:sp>
      <p:sp>
        <p:nvSpPr>
          <p:cNvPr id="5" name="wrap-authored-13p49-w111.01"/>
          <p:cNvSpPr txBox="1"/>
          <p:nvPr/>
        </p:nvSpPr>
        <p:spPr>
          <a:xfrm>
            <a:off x="4826000" y="635000"/>
            <a:ext cx="1409827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349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wrap-authored-13p51-w110.99</a:t>
            </a:r>
          </a:p>
        </p:txBody>
      </p:sp>
      <p:sp>
        <p:nvSpPr>
          <p:cNvPr id="7" name="wrap-authored-13p51-w110.99"/>
          <p:cNvSpPr txBox="1"/>
          <p:nvPr/>
        </p:nvSpPr>
        <p:spPr>
          <a:xfrm>
            <a:off x="381000" y="3429000"/>
            <a:ext cx="1409573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351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wrap-authored-13p51-w111.01</a:t>
            </a:r>
          </a:p>
        </p:txBody>
      </p:sp>
      <p:sp>
        <p:nvSpPr>
          <p:cNvPr id="9" name="wrap-authored-13p51-w111.01"/>
          <p:cNvSpPr txBox="1"/>
          <p:nvPr/>
        </p:nvSpPr>
        <p:spPr>
          <a:xfrm>
            <a:off x="4826000" y="3429000"/>
            <a:ext cx="1409827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351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wrap-scaled-13p50-w110.99</a:t>
            </a:r>
          </a:p>
        </p:txBody>
      </p:sp>
      <p:sp>
        <p:nvSpPr>
          <p:cNvPr id="11" name="wrap-scaled-13p50-w110.99"/>
          <p:cNvSpPr txBox="1"/>
          <p:nvPr/>
        </p:nvSpPr>
        <p:spPr>
          <a:xfrm>
            <a:off x="381000" y="6223000"/>
            <a:ext cx="1409573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67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000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wrap-scaled-13p50-w111.01</a:t>
            </a:r>
          </a:p>
        </p:txBody>
      </p:sp>
      <p:sp>
        <p:nvSpPr>
          <p:cNvPr id="13" name="wrap-scaled-13p50-w111.01"/>
          <p:cNvSpPr txBox="1"/>
          <p:nvPr/>
        </p:nvSpPr>
        <p:spPr>
          <a:xfrm>
            <a:off x="4826000" y="6223000"/>
            <a:ext cx="1409827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67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000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wide-integer-13</a:t>
            </a:r>
          </a:p>
        </p:txBody>
      </p:sp>
      <p:sp>
        <p:nvSpPr>
          <p:cNvPr id="3" name="wide-integer-13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30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wide-integer-14</a:t>
            </a:r>
          </a:p>
        </p:txBody>
      </p:sp>
      <p:sp>
        <p:nvSpPr>
          <p:cNvPr id="5" name="wide-integer-14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0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wide-mixed-13p49-13p51</a:t>
            </a:r>
          </a:p>
        </p:txBody>
      </p:sp>
      <p:sp>
        <p:nvSpPr>
          <p:cNvPr id="7" name="wide-mixed-13p49-13p51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349" b="0" i="0" lang="en-US" kern="0">
                <a:solidFill>
                  <a:srgbClr val="000000"/>
                </a:solidFill>
                <a:latin typeface="DejaVu Sans"/>
              </a:rPr>
              <a:t>Agjp </a:t>
            </a:r>
            <a:r>
              <a:rPr sz="1351" b="0" i="0" lang="en-US" kern="0">
                <a:solidFill>
                  <a:srgbClr val="0066CC"/>
                </a:solidFill>
                <a:latin typeface="DejaVu Sans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wide-tracking-13p50</a:t>
            </a:r>
          </a:p>
        </p:txBody>
      </p:sp>
      <p:sp>
        <p:nvSpPr>
          <p:cNvPr id="9" name="wide-tracking-13p50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350" b="0" i="0" lang="en-US" kern="0" spc="25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wide-authored-14p50</a:t>
            </a:r>
          </a:p>
        </p:txBody>
      </p:sp>
      <p:sp>
        <p:nvSpPr>
          <p:cNvPr id="11" name="wide-authored-14p50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wide-scaled-14p50</a:t>
            </a:r>
          </a:p>
        </p:txBody>
      </p:sp>
      <p:sp>
        <p:nvSpPr>
          <p:cNvPr id="13" name="wide-scaled-14p50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000" b="0" i="0" lang="en-US" kern="0">
                <a:solidFill>
                  <a:srgbClr val="000000"/>
                </a:solidFill>
                <a:latin typeface="DejaVu Sans"/>
              </a:rPr>
              <a:t>Agjp BBBBBBBBBBBBZ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