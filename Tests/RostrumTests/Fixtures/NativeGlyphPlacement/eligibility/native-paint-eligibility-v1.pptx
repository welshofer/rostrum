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embeddedFontLst>
    <p:embeddedFont>
      <p:font typeface="DejaVu Sans"/>
      <p:regular r:id="rIdPaintRegular"/>
      <p:bold r:id="rIdPaintBold"/>
      <p:italic r:id="rIdPaintOblique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Relationship Id="rIdPaintBold" Type="http://schemas.openxmlformats.org/officeDocument/2006/relationships/font" Target="fonts/bold.fntdata"/><Relationship Id="rIdPaintOblique" Type="http://schemas.openxmlformats.org/officeDocument/2006/relationships/font" Target="fonts/obliqu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serif-authored14p50-wrap</a:t>
            </a:r>
          </a:p>
        </p:txBody>
      </p:sp>
      <p:sp>
        <p:nvSpPr>
          <p:cNvPr id="3" name="serif-authored14p50-wrap"/>
          <p:cNvSpPr txBox="1"/>
          <p:nvPr/>
        </p:nvSpPr>
        <p:spPr>
          <a:xfrm>
            <a:off x="381000" y="635000"/>
            <a:ext cx="233286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erif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erif"/>
              </a:rPr>
              <a:t>AgjpWiBBBBBBBBBBBBZ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serif-scaled29x50-wrap</a:t>
            </a:r>
          </a:p>
        </p:txBody>
      </p:sp>
      <p:sp>
        <p:nvSpPr>
          <p:cNvPr id="5" name="serif-scaled29x50-wrap"/>
          <p:cNvSpPr txBox="1"/>
          <p:nvPr/>
        </p:nvSpPr>
        <p:spPr>
          <a:xfrm>
            <a:off x="4826000" y="635000"/>
            <a:ext cx="2332863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erif"/>
              </a:defRPr>
            </a:lvl1pPr>
          </a:lstStyle>
          <a:p>
            <a:pPr algn="l" lvl="0"/>
            <a:r>
              <a:rPr sz="2900" b="0" i="0" lang="en-US" kern="0">
                <a:solidFill>
                  <a:srgbClr val="000000"/>
                </a:solidFill>
                <a:latin typeface="DejaVu Serif"/>
              </a:rPr>
              <a:t>AgjpWiBBBBBBBBBBBBZ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bold-authored14p50-wrap</a:t>
            </a:r>
          </a:p>
        </p:txBody>
      </p:sp>
      <p:sp>
        <p:nvSpPr>
          <p:cNvPr id="7" name="bold-authored14p50-wrap"/>
          <p:cNvSpPr txBox="1"/>
          <p:nvPr/>
        </p:nvSpPr>
        <p:spPr>
          <a:xfrm>
            <a:off x="381000" y="3429000"/>
            <a:ext cx="245351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1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1" i="0" lang="en-US" kern="0">
                <a:solidFill>
                  <a:srgbClr val="000000"/>
                </a:solidFill>
                <a:latin typeface="DejaVu Sans"/>
              </a:rPr>
              <a:t>AgjpWiBBBBBBBBBBBBZ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bold-scaled29x50-wrap</a:t>
            </a:r>
          </a:p>
        </p:txBody>
      </p:sp>
      <p:sp>
        <p:nvSpPr>
          <p:cNvPr id="9" name="bold-scaled29x50-wrap"/>
          <p:cNvSpPr txBox="1"/>
          <p:nvPr/>
        </p:nvSpPr>
        <p:spPr>
          <a:xfrm>
            <a:off x="4826000" y="3429000"/>
            <a:ext cx="2453513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 lnSpcReduction="0"/>
          </a:bodyPr>
          <a:lstStyle>
            <a:lvl1pPr>
              <a:defRPr sz="1800" b="1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900" b="1" i="0" lang="en-US" kern="0">
                <a:solidFill>
                  <a:srgbClr val="000000"/>
                </a:solidFill>
                <a:latin typeface="DejaVu Sans"/>
              </a:rPr>
              <a:t>AgjpWiBBBBBBBBBBBBZ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oblique-authored14p50-wrap</a:t>
            </a:r>
          </a:p>
        </p:txBody>
      </p:sp>
      <p:sp>
        <p:nvSpPr>
          <p:cNvPr id="11" name="oblique-authored14p50-wrap"/>
          <p:cNvSpPr txBox="1"/>
          <p:nvPr/>
        </p:nvSpPr>
        <p:spPr>
          <a:xfrm>
            <a:off x="381000" y="6223000"/>
            <a:ext cx="2197862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1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1" lang="en-US" kern="0">
                <a:solidFill>
                  <a:srgbClr val="000000"/>
                </a:solidFill>
                <a:latin typeface="DejaVu Sans"/>
              </a:rPr>
              <a:t>AgjpWiBBBBBBBBBBBBZ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oblique-scaled29x50-wrap</a:t>
            </a:r>
          </a:p>
        </p:txBody>
      </p:sp>
      <p:sp>
        <p:nvSpPr>
          <p:cNvPr id="13" name="oblique-scaled29x50-wrap"/>
          <p:cNvSpPr txBox="1"/>
          <p:nvPr/>
        </p:nvSpPr>
        <p:spPr>
          <a:xfrm>
            <a:off x="4826000" y="6223000"/>
            <a:ext cx="2197862" cy="2032000"/>
          </a:xfrm>
          <a:prstGeom prst="rect">
            <a:avLst/>
          </a:prstGeom>
          <a:noFill/>
        </p:spPr>
        <p:txBody>
          <a:bodyPr wrap="square" lIns="0" rIns="0" tIns="0" bIns="0" anchor="t">
            <a:normAutofit fontScale="50000" lnSpcReduction="0"/>
          </a:bodyPr>
          <a:lstStyle>
            <a:lvl1pPr>
              <a:defRPr sz="1800" b="0" i="1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900" b="0" i="1" lang="en-US" kern="0">
                <a:solidFill>
                  <a:srgbClr val="000000"/>
                </a:solidFill>
                <a:latin typeface="DejaVu Sans"/>
              </a:rPr>
              <a:t>AgjpWiBBBBBBBBBBBBZ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integer16-ink-origins</a:t>
            </a:r>
          </a:p>
        </p:txBody>
      </p:sp>
      <p:sp>
        <p:nvSpPr>
          <p:cNvPr id="3" name="integer16-ink-origins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600" b="0" i="0" lang="en-US" kern="0">
                <a:solidFill>
                  <a:srgbClr val="000000"/>
                </a:solidFill>
                <a:latin typeface="DejaVu Sans"/>
              </a:rPr>
              <a:t>Agjp Wi BBBBBB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kern-zero-authored14p50</a:t>
            </a:r>
          </a:p>
        </p:txBody>
      </p:sp>
      <p:sp>
        <p:nvSpPr>
          <p:cNvPr id="5" name="kern-zero-authored14p50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kern-omitted-authored14p50</a:t>
            </a:r>
          </a:p>
        </p:txBody>
      </p:sp>
      <p:sp>
        <p:nvSpPr>
          <p:cNvPr id="7" name="kern-omitted-authored14p5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450" b="0" i="0" lang="en-US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kern-threshold14.6-scaled20x72p5</a:t>
            </a:r>
          </a:p>
        </p:txBody>
      </p:sp>
      <p:sp>
        <p:nvSpPr>
          <p:cNvPr id="9" name="kern-threshold14.6-scaled20x72p5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146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kern-threshold15.1-scaled20x72p5</a:t>
            </a:r>
          </a:p>
        </p:txBody>
      </p:sp>
      <p:sp>
        <p:nvSpPr>
          <p:cNvPr id="11" name="kern-threshold15.1-scaled20x72p5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2000" b="0" i="0" lang="en-US" kern="151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tiny1x49</a:t>
            </a:r>
          </a:p>
        </p:txBody>
      </p:sp>
      <p:sp>
        <p:nvSpPr>
          <p:cNvPr id="13" name="tiny1x49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49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0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tiny1x50</a:t>
            </a:r>
          </a:p>
        </p:txBody>
      </p:sp>
      <p:sp>
        <p:nvSpPr>
          <p:cNvPr id="3" name="tiny1x5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0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0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tiny1x51</a:t>
            </a:r>
          </a:p>
        </p:txBody>
      </p:sp>
      <p:sp>
        <p:nvSpPr>
          <p:cNvPr id="5" name="tiny1x51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510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/>
            <a:r>
              <a:rPr sz="10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table-authored14p50-wide</a:t>
            </a:r>
          </a:p>
        </p:txBody>
      </p:sp>
      <p:graphicFrame>
        <p:nvGraphicFramePr>
          <p:cNvPr id="7" name="table-authored14p50-wide"/>
          <p:cNvGraphicFramePr>
            <a:graphicFrameLocks noGrp="1"/>
          </p:cNvGraphicFramePr>
          <p:nvPr/>
        </p:nvGraphicFramePr>
        <p:xfrm>
          <a:off x="381000" y="3429000"/>
          <a:ext cx="3683000" cy="2032000"/>
        </p:xfrm>
        <a:graphic>
          <a:graphicData uri="http://schemas.openxmlformats.org/drawingml/2006/table">
            <a:tbl>
              <a:tblPr firstRow="0" bandRow="0"/>
              <a:tblGrid>
                <a:gridCol w="3683000"/>
              </a:tblGrid>
              <a:tr h="2032000">
                <a:tc>
                  <a:txBody>
                    <a:bodyPr lIns="0" rIns="0" tIns="0" bIns="0" wrap="none" anchor="t">
                      <a:noAutofit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l" lvl="0"/>
                      <a:r>
                        <a:rPr sz="145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Agjp Wi BBBBBB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table-scaled20x67p5-wrap</a:t>
            </a:r>
          </a:p>
        </p:txBody>
      </p:sp>
      <p:graphicFrame>
        <p:nvGraphicFramePr>
          <p:cNvPr id="9" name="table-scaled20x67p5-wrap"/>
          <p:cNvGraphicFramePr>
            <a:graphicFrameLocks noGrp="1"/>
          </p:cNvGraphicFramePr>
          <p:nvPr/>
        </p:nvGraphicFramePr>
        <p:xfrm>
          <a:off x="4826000" y="3429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lIns="0" rIns="0" tIns="0" bIns="0" wrap="square" anchor="t">
                      <a:normAutofit fontScale="67500" lnSpcReduction="0"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l" lvl="0"/>
                      <a:r>
                        <a:rPr sz="200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BBBBBBBBBBBBZ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justified-authored14p50</a:t>
            </a:r>
          </a:p>
        </p:txBody>
      </p:sp>
      <p:sp>
        <p:nvSpPr>
          <p:cNvPr id="11" name="justified-authored14p50"/>
          <p:cNvSpPr txBox="1"/>
          <p:nvPr/>
        </p:nvSpPr>
        <p:spPr>
          <a:xfrm>
            <a:off x="381000" y="6223000"/>
            <a:ext cx="15241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just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Wi BBBB Agjp Wi BBBB Agjp Wi BBBB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decimal-tab-mixed-fractional</a:t>
            </a:r>
          </a:p>
        </p:txBody>
      </p:sp>
      <p:sp>
        <p:nvSpPr>
          <p:cNvPr id="13" name="decimal-tab-mixed-fractional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tabLst>
                <a:tab pos="2286000" algn="dec"/>
              </a:tabLst>
            </a:pPr>
            <a:r>
              <a:rPr sz="1349" b="0" i="0" lang="en-US" kern="0">
                <a:solidFill>
                  <a:srgbClr val="000000"/>
                </a:solidFill>
                <a:latin typeface="DejaVu Sans"/>
              </a:rPr>
              <a:t>Agjp	</a:t>
            </a:r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12.50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