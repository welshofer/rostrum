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7" r:id="rId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theme" Target="theme/theme1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Rostrum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Rostrum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Rostrum</dc:creator>
  <cp:lastModifiedBy>Rostrum</cp:lastModifiedBy>
  <dcterms:created xsi:type="dcterms:W3CDTF">2020-01-01T00:00:00Z</dcterms:created>
  <dcterms:modified xsi:type="dcterms:W3CDTF">2020-01-01T00:00:00Z</dcterms:modified>
</cp:coreProperties>
</file>