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OwnerProbe" Type="http://schemas.openxmlformats.org/officeDocument/2006/relationships/image" Target="../media/probe-blue.png" 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owner-probe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blipFill>
            <a:blip r:embed="rIdOwnerProbe"/>
            <a:stretch>
              <a:fillRect/>
            </a:stretch>
          </a:blip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000" r="25000" t="10000" b="2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50000" r="-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 l="25000" t="12500" r="125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25000" t="25000"/>
          <a:stretch>
            <a:fillRect t="250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 rot="5400000" flipH="1" flipV="1">
            <a:off x="2743200" y="1828800"/>
            <a:ext cx="5486400" cy="27432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tl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ctr" tx="228600" ty="-114300" flip="xy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srcRect l="25000" b="25000"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sx="50000" sy="75000" algn="br" flip="x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'1.0' encoding='utf-8'?>
<Relationships xmlns="http://schemas.openxmlformats.org/package/2006/relationships"><Relationship Id="rIdOwnerProbe" Type="http://schemas.openxmlformats.org/officeDocument/2006/relationships/image" Target="../media/probe-red.png" /></Relationships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blipFill>
          <a:blip r:embed="rIdOwnerProbe"/>
          <a:stretch>
            <a:fillRect/>
          </a:stretch>
        </a:blip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Rostrum conformance fixtures</dc:creator>
  <cp:keywords/>
  <dc:description>generated using python-pptx</dc:description>
  <cp:lastModifiedBy>Rostrum conformance fixtures</cp:lastModifiedBy>
  <cp:revision>1</cp:revision>
  <dcterms:created xsi:type="dcterms:W3CDTF">2013-01-27T09:14:16Z</dcterms:created>
  <dcterms:modified xsi:type="dcterms:W3CDTF">2013-01-27T09:15:58Z</dcterms:modified>
  <cp:category/>
</cp:coreProperties>
</file>