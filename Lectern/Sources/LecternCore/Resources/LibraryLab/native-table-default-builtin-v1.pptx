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Marker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MarkerFont" Type="http://schemas.openxmlformats.org/officeDocument/2006/relationships/font" Target="fonts/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533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builtin-absent</a:t>
            </a:r>
          </a:p>
        </p:txBody>
      </p:sp>
      <p:graphicFrame>
        <p:nvGraphicFramePr>
          <p:cNvPr id="3" name="builtin-absent"/>
          <p:cNvGraphicFramePr>
            <a:graphicFrameLocks noGrp="1"/>
          </p:cNvGraphicFramePr>
          <p:nvPr/>
        </p:nvGraphicFramePr>
        <p:xfrm>
          <a:off x="381000" y="889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26000" y="533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builtin-explicit-medium</a:t>
            </a:r>
          </a:p>
        </p:txBody>
      </p:sp>
      <p:graphicFrame>
        <p:nvGraphicFramePr>
          <p:cNvPr id="5" name="builtin-explicit-medium"/>
          <p:cNvGraphicFramePr>
            <a:graphicFrameLocks noGrp="1"/>
          </p:cNvGraphicFramePr>
          <p:nvPr/>
        </p:nvGraphicFramePr>
        <p:xfrm>
          <a:off x="4826000" y="889000"/>
          <a:ext cx="1409827" cy="203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089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builtin-explicit-grid</a:t>
            </a:r>
          </a:p>
        </p:txBody>
      </p:sp>
      <p:graphicFrame>
        <p:nvGraphicFramePr>
          <p:cNvPr id="7" name="builtin-explicit-grid"/>
          <p:cNvGraphicFramePr>
            <a:graphicFrameLocks noGrp="1"/>
          </p:cNvGraphicFramePr>
          <p:nvPr/>
        </p:nvGraphicFramePr>
        <p:xfrm>
          <a:off x="381000" y="4445000"/>
          <a:ext cx="1409827" cy="203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26000" y="4089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builtin-explicit-no-grid</a:t>
            </a:r>
          </a:p>
        </p:txBody>
      </p:sp>
      <p:graphicFrame>
        <p:nvGraphicFramePr>
          <p:cNvPr id="9" name="builtin-explicit-no-grid"/>
          <p:cNvGraphicFramePr>
            <a:graphicFrameLocks noGrp="1"/>
          </p:cNvGraphicFramePr>
          <p:nvPr/>
        </p:nvGraphicFramePr>
        <p:xfrm>
          <a:off x="4826000" y="4445000"/>
          <a:ext cx="1409827" cy="2032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