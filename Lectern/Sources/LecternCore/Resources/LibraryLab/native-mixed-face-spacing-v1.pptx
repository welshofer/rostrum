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PaintRegular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exact18-sans24-control</a:t>
            </a:r>
          </a:p>
        </p:txBody>
      </p:sp>
      <p:sp>
        <p:nvSpPr>
          <p:cNvPr id="3" name="exact18-sans24-control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2400" b="0" i="0" lang="en-US" kern="0">
                <a:solidFill>
                  <a:srgbClr val="000000"/>
                </a:solidFill>
                <a:latin typeface="DejaVu Sans"/>
              </a:rPr>
              <a:t>Agjp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240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exact18-serif24-control</a:t>
            </a:r>
          </a:p>
        </p:txBody>
      </p:sp>
      <p:sp>
        <p:nvSpPr>
          <p:cNvPr id="5" name="exact18-serif24-control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erif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Agjp</a:t>
            </a:r>
            <a:br>
              <a:rPr sz="2400" b="0" i="0" lang="en-US" kern="0">
                <a:solidFill>
                  <a:srgbClr val="000000"/>
                </a:solidFill>
                <a:latin typeface="DejaVu Serif"/>
              </a:rPr>
            </a:b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Agjp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exact18-sans12-serif24</a:t>
            </a:r>
          </a:p>
        </p:txBody>
      </p:sp>
      <p:sp>
        <p:nvSpPr>
          <p:cNvPr id="7" name="exact18-sans12-serif24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exact18-serif24-sans12</a:t>
            </a:r>
          </a:p>
        </p:txBody>
      </p:sp>
      <p:sp>
        <p:nvSpPr>
          <p:cNvPr id="9" name="exact18-serif24-sans12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