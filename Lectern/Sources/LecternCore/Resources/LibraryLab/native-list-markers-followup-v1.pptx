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PaintRegular"/>
      <p:bold r:id="rIdPaintBold"/>
    </p:embeddedFont>
    <p:embeddedFont>
      <p:font typeface="DejaVu Serif"/>
      <p:regular r:id="rIdPaintSerif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PaintRegular" Type="http://schemas.openxmlformats.org/officeDocument/2006/relationships/font" Target="fonts/regular.fntdata"/><Relationship Id="rIdPaintSerif" Type="http://schemas.openxmlformats.org/officeDocument/2006/relationships/font" Target="fonts/serif.fntdata"/><Relationship Id="rIdPaintBold" Type="http://schemas.openxmlformats.org/officeDocument/2006/relationships/font" Target="fonts/bold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buSzPct val="75000"/>
        <a:buFont typeface="DejaVu Serif"/>
        <a:buChar char="•"/>
        <a:defRPr sz="1450" b="0" i="0" lang="en-US" kern="0">
          <a:solidFill>
            <a:srgbClr val="000000"/>
          </a:solidFill>
          <a:latin typeface="DejaVu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buSzPct val="75000"/>
        <a:buFont typeface="DejaVu Serif"/>
        <a:buChar char="•"/>
        <a:defRPr sz="1450" b="0" i="0" lang="en-US" kern="0">
          <a:solidFill>
            <a:srgbClr val="000000"/>
          </a:solidFill>
          <a:latin typeface="DejaVu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local-char-inherited-choices</a:t>
            </a:r>
          </a:p>
        </p:txBody>
      </p:sp>
      <p:sp>
        <p:nvSpPr>
          <p:cNvPr id="3" name="local-char-inherited-choices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Char char="•"/>
            </a:pP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local-number-inherited-choices</a:t>
            </a:r>
          </a:p>
        </p:txBody>
      </p:sp>
      <p:sp>
        <p:nvSpPr>
          <p:cNvPr id="5" name="local-number-inherited-choices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AutoNum type="arabicPeriod" startAt="12"/>
            </a:pP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ordinary-shape-master-only</a:t>
            </a:r>
          </a:p>
        </p:txBody>
      </p:sp>
      <p:sp>
        <p:nvSpPr>
          <p:cNvPr id="7" name="ordinary-shape-master-only"/>
          <p:cNvSpPr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body-placeholder-inherited</a:t>
            </a:r>
          </a:p>
        </p:txBody>
      </p:sp>
      <p:sp>
        <p:nvSpPr>
          <p:cNvPr id="9" name="body-placeholder-inherited"/>
          <p:cNvSpPr/>
          <p:nvPr>
            <p:ph type="body" idx="1"/>
          </p:nvPr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body-placeholder-local-follow</a:t>
            </a:r>
          </a:p>
        </p:txBody>
      </p:sp>
      <p:sp>
        <p:nvSpPr>
          <p:cNvPr id="11" name="body-placeholder-local-follow"/>
          <p:cNvSpPr/>
          <p:nvPr>
            <p:ph type="body" idx="1"/>
          </p:nvPr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</a:pP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/>
              <a:t>number12-actual-bold14p5</a:t>
            </a:r>
          </a:p>
        </p:txBody>
      </p:sp>
      <p:sp>
        <p:nvSpPr>
          <p:cNvPr id="13" name="number12-actual-bold14p5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vl="0" marL="304800" indent="-228600">
              <a:buSzTx/>
              <a:buFontTx/>
              <a:buAutoNum type="arabicPeriod" startAt="12"/>
              <a:defRPr sz="1450" b="1" i="0" lang="en-US" kern="0">
                <a:solidFill>
                  <a:srgbClr val="000000"/>
                </a:solidFill>
                <a:latin typeface="DejaVu Sans"/>
              </a:defRPr>
            </a:pPr>
            <a:r>
              <a:rPr sz="1450" b="1" i="0" lang="en-US" kern="0">
                <a:solidFill>
                  <a:srgbClr val="000000"/>
                </a:solidFill>
                <a:latin typeface="DejaVu Sans"/>
              </a:rPr>
              <a:t>Agjp BBBB 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