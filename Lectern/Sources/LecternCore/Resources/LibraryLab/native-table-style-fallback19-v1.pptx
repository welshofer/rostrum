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</p:sldIdLst>
  <p:sldSz cx="9144000" cy="9144000" type="screen4x3"/>
  <p:notesSz cx="6858000" cy="9144000"/>
  <p:embeddedFontLst>
    <p:embeddedFont>
      <p:font typeface="DejaVu Sans"/>
      <p:regular r:id="rIdMarker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ns0:tblStyleLst xmlns:ns0="http://schemas.openxmlformats.org/drawingml/2006/main" def="{5C22544A-7EE6-4342-B048-85BDC9FD1C3A}">
  <ns0:tblStyle styleId="{19000000-0000-4000-8000-000000000001}" styleName="absent-cell-style">
    <ns0:wholeTbl/>
  </ns0:tblStyle>
  <ns0:tblStyle styleId="{19000000-0000-4000-8000-000000000002}" styleName="empty-cell-style">
    <ns0:wholeTbl>
      <ns0:tcStyle/>
    </ns0:wholeTbl>
  </ns0:tblStyle>
  <ns0:tblStyle styleId="{19000000-0000-4000-8000-000000000003}" styleName="empty-cell-borders">
    <ns0:wholeTbl>
      <ns0:tcStyle>
        <ns0:tcBdr/>
      </ns0:tcStyle>
    </ns0:wholeTbl>
  </ns0:tblStyle>
  <ns0:tblStyle styleId="{19000000-0000-4000-8000-000000000004}" styleName="referenced-fill-only">
    <ns0:wholeTbl>
      <ns0:tcStyle>
        <ns0:fill>
          <ns0:solidFill>
            <ns0:srgbClr val="CC44AA"/>
          </ns0:solidFill>
        </ns0:fill>
      </ns0:tcStyle>
    </ns0:wholeTbl>
  </ns0:tblStyle>
  <ns0:tblStyle styleId="{19000000-0000-4000-8000-000000000005}" styleName="style-left-only">
    <ns0:wholeTbl>
      <ns0:tcStyle>
        <ns0:tcBdr>
          <ns0:left>
            <ns0:ln w="25400" cap="flat" cmpd="sng" algn="ctr">
              <ns0:solidFill>
                <ns0:srgbClr val="008800"/>
              </ns0:solidFill>
            </ns0:ln>
          </ns0:left>
        </ns0:tcBdr>
        <ns0:fill>
          <ns0:solidFill>
            <ns0:srgbClr val="CC44AA"/>
          </ns0:solidFill>
        </ns0:fill>
      </ns0:tcStyle>
    </ns0:wholeTbl>
  </ns0:tblStyle>
  <ns0:tblStyle styleId="{19000000-0000-4000-8000-000000000006}" styleName="style-empty-left-line">
    <ns0:wholeTbl>
      <ns0:tcStyle>
        <ns0:tcBdr>
          <ns0:left>
            <ns0:ln/>
          </ns0:left>
        </ns0:tcBdr>
        <ns0:fill>
          <ns0:solidFill>
            <ns0:srgbClr val="CC44AA"/>
          </ns0:solidFill>
        </ns0:fill>
      </ns0:tcStyle>
    </ns0:wholeTbl>
  </ns0:tblStyle>
  <ns0:tblStyle styleId="{19000000-0000-4000-8000-000000000007}" styleName="style-left-noFill">
    <ns0:wholeTbl>
      <ns0:tcStyle>
        <ns0:tcBdr>
          <ns0:left>
            <ns0:ln w="25400">
              <ns0:noFill/>
            </ns0:ln>
          </ns0:left>
        </ns0:tcBdr>
        <ns0:fill>
          <ns0:solidFill>
            <ns0:srgbClr val="CC44AA"/>
          </ns0:solidFill>
        </ns0:fill>
      </ns0:tcStyle>
    </ns0:wholeTbl>
  </ns0:tblStyle>
  <ns0:tblStyle styleId="{19000000-0000-4000-8000-000000000008}" styleName="inline-fill-only">
    <ns0:wholeTbl>
      <ns0:tcStyle>
        <ns0:fill>
          <ns0:solidFill>
            <ns0:srgbClr val="CC44AA"/>
          </ns0:solidFill>
        </ns0:fill>
      </ns0:tcStyle>
    </ns0:wholeTbl>
  </ns0:tblStyle>
  <ns0:tblStyle styleId="{19000000-0000-4000-8000-000000000009}" styleName="fill-direct-left">
    <ns0:wholeTbl>
      <ns0:tcStyle>
        <ns0:fill>
          <ns0:solidFill>
            <ns0:srgbClr val="CC44AA"/>
          </ns0:solidFill>
        </ns0:fill>
      </ns0:tcStyle>
    </ns0:wholeTbl>
  </ns0:tblStyle>
  <ns0:tblStyle styleId="{19000000-0000-4000-8000-000000000010}" styleName="fill-direct-right-noFill">
    <ns0:wholeTbl>
      <ns0:tcStyle>
        <ns0:fill>
          <ns0:solidFill>
            <ns0:srgbClr val="CC44AA"/>
          </ns0:solidFill>
        </ns0:fill>
      </ns0:tcStyle>
    </ns0:wholeTbl>
  </ns0:tblStyle>
  <ns0:tblStyle styleId="{19000000-0000-4000-8000-000000000011}" styleName="partial-grid-whole">
    <ns0:wholeTbl>
      <ns0:tcStyle>
        <ns0:tcBdr>
          <ns0:left>
            <ns0:ln w="25400" cap="flat" cmpd="sng" algn="ctr">
              <ns0:solidFill>
                <ns0:srgbClr val="008800"/>
              </ns0:solidFill>
            </ns0:ln>
          </ns0:left>
          <ns0:insideH>
            <ns0:ln w="38100" cap="flat" cmpd="sng" algn="ctr">
              <ns0:solidFill>
                <ns0:srgbClr val="0044CC"/>
              </ns0:solidFill>
            </ns0:ln>
          </ns0:insideH>
        </ns0:tcBdr>
        <ns0:fill>
          <ns0:solidFill>
            <ns0:srgbClr val="CC44AA"/>
          </ns0:solidFill>
        </ns0:fill>
      </ns0:tcStyle>
    </ns0:wholeTbl>
  </ns0:tblStyle>
  <ns0:tblStyle styleId="{19000000-0000-4000-8000-000000000012}" styleName="partial-grid-first-row-fill">
    <ns0:wholeTbl>
      <ns0:tcStyle>
        <ns0:tcBdr>
          <ns0:left>
            <ns0:ln w="25400" cap="flat" cmpd="sng" algn="ctr">
              <ns0:solidFill>
                <ns0:srgbClr val="008800"/>
              </ns0:solidFill>
            </ns0:ln>
          </ns0:left>
          <ns0:insideH>
            <ns0:ln w="38100" cap="flat" cmpd="sng" algn="ctr">
              <ns0:solidFill>
                <ns0:srgbClr val="0044CC"/>
              </ns0:solidFill>
            </ns0:ln>
          </ns0:insideH>
        </ns0:tcBdr>
        <ns0:fill>
          <ns0:solidFill>
            <ns0:srgbClr val="CC44AA"/>
          </ns0:solidFill>
        </ns0:fill>
      </ns0:tcStyle>
    </ns0:wholeTbl>
    <ns0:firstRow>
      <ns0:tcStyle>
        <ns0:fill>
          <ns0:solidFill>
            <ns0:srgbClr val="FFCC66"/>
          </ns0:solidFill>
        </ns0:fill>
      </ns0:tcStyle>
    </ns0:firstRow>
  </ns0:tblStyle>
</ns0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MarkerFont" Type="http://schemas.openxmlformats.org/officeDocument/2006/relationships/font" Target="fonts/regular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826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absent-cell-style</a:t>
            </a:r>
          </a:p>
        </p:txBody>
      </p:sp>
      <p:graphicFrame>
        <p:nvGraphicFramePr>
          <p:cNvPr id="3" name="absent-cell-style"/>
          <p:cNvGraphicFramePr>
            <a:graphicFrameLocks noGrp="1"/>
          </p:cNvGraphicFramePr>
          <p:nvPr/>
        </p:nvGraphicFramePr>
        <p:xfrm>
          <a:off x="381000" y="8255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{19000000-0000-4000-8000-000000000001}</a:tableStyleId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4826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empty-cell-style</a:t>
            </a:r>
          </a:p>
        </p:txBody>
      </p:sp>
      <p:graphicFrame>
        <p:nvGraphicFramePr>
          <p:cNvPr id="5" name="empty-cell-style"/>
          <p:cNvGraphicFramePr>
            <a:graphicFrameLocks noGrp="1"/>
          </p:cNvGraphicFramePr>
          <p:nvPr/>
        </p:nvGraphicFramePr>
        <p:xfrm>
          <a:off x="4953000" y="8255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{19000000-0000-4000-8000-000000000002}</a:tableStyleId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32131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empty-cell-borders</a:t>
            </a:r>
          </a:p>
        </p:txBody>
      </p:sp>
      <p:graphicFrame>
        <p:nvGraphicFramePr>
          <p:cNvPr id="7" name="empty-cell-borders"/>
          <p:cNvGraphicFramePr>
            <a:graphicFrameLocks noGrp="1"/>
          </p:cNvGraphicFramePr>
          <p:nvPr/>
        </p:nvGraphicFramePr>
        <p:xfrm>
          <a:off x="381000" y="35560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{19000000-0000-4000-8000-000000000003}</a:tableStyleId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53000" y="32131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referenced-fill-only</a:t>
            </a:r>
          </a:p>
        </p:txBody>
      </p:sp>
      <p:graphicFrame>
        <p:nvGraphicFramePr>
          <p:cNvPr id="9" name="referenced-fill-only"/>
          <p:cNvGraphicFramePr>
            <a:graphicFrameLocks noGrp="1"/>
          </p:cNvGraphicFramePr>
          <p:nvPr/>
        </p:nvGraphicFramePr>
        <p:xfrm>
          <a:off x="4953000" y="35560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{19000000-0000-4000-8000-000000000004}</a:tableStyleId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000" y="59436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style-left-only</a:t>
            </a:r>
          </a:p>
        </p:txBody>
      </p:sp>
      <p:graphicFrame>
        <p:nvGraphicFramePr>
          <p:cNvPr id="11" name="style-left-only"/>
          <p:cNvGraphicFramePr>
            <a:graphicFrameLocks noGrp="1"/>
          </p:cNvGraphicFramePr>
          <p:nvPr/>
        </p:nvGraphicFramePr>
        <p:xfrm>
          <a:off x="381000" y="62865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{19000000-0000-4000-8000-000000000005}</a:tableStyleId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953000" y="59436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style-empty-left-line</a:t>
            </a:r>
          </a:p>
        </p:txBody>
      </p:sp>
      <p:graphicFrame>
        <p:nvGraphicFramePr>
          <p:cNvPr id="13" name="style-empty-left-line"/>
          <p:cNvGraphicFramePr>
            <a:graphicFrameLocks noGrp="1"/>
          </p:cNvGraphicFramePr>
          <p:nvPr/>
        </p:nvGraphicFramePr>
        <p:xfrm>
          <a:off x="4953000" y="62865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{19000000-0000-4000-8000-000000000006}</a:tableStyleId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826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style-left-noFill</a:t>
            </a:r>
          </a:p>
        </p:txBody>
      </p:sp>
      <p:graphicFrame>
        <p:nvGraphicFramePr>
          <p:cNvPr id="3" name="style-left-noFill"/>
          <p:cNvGraphicFramePr>
            <a:graphicFrameLocks noGrp="1"/>
          </p:cNvGraphicFramePr>
          <p:nvPr/>
        </p:nvGraphicFramePr>
        <p:xfrm>
          <a:off x="381000" y="8255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{19000000-0000-4000-8000-000000000007}</a:tableStyleId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4826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inline-fill-only</a:t>
            </a:r>
          </a:p>
        </p:txBody>
      </p:sp>
      <p:graphicFrame>
        <p:nvGraphicFramePr>
          <p:cNvPr id="5" name="inline-fill-only"/>
          <p:cNvGraphicFramePr>
            <a:graphicFrameLocks noGrp="1"/>
          </p:cNvGraphicFramePr>
          <p:nvPr/>
        </p:nvGraphicFramePr>
        <p:xfrm>
          <a:off x="4953000" y="825500"/>
          <a:ext cx="3048000" cy="1778000"/>
        </p:xfrm>
        <a:graphic>
          <a:graphicData uri="http://schemas.openxmlformats.org/drawingml/2006/table">
            <a:tbl>
              <a:tblPr firstRow="0" bandRow="0">
                <a:tableStyle styleId="{19000000-0000-4000-8000-000000000008}" styleName="inline-fill-only">
                  <a:wholeTbl>
                    <a:tcStyle>
                      <a:fill>
                        <a:solidFill>
                          <a:srgbClr val="CC44AA"/>
                        </a:solidFill>
                      </a:fill>
                    </a:tcStyle>
                  </a:wholeTbl>
                </a:tableStyle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32131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fill-direct-left</a:t>
            </a:r>
          </a:p>
        </p:txBody>
      </p:sp>
      <p:graphicFrame>
        <p:nvGraphicFramePr>
          <p:cNvPr id="7" name="fill-direct-left"/>
          <p:cNvGraphicFramePr>
            <a:graphicFrameLocks noGrp="1"/>
          </p:cNvGraphicFramePr>
          <p:nvPr/>
        </p:nvGraphicFramePr>
        <p:xfrm>
          <a:off x="381000" y="35560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{19000000-0000-4000-8000-000000000009}</a:tableStyleId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0044CC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53000" y="32131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fill-direct-right-noFill</a:t>
            </a:r>
          </a:p>
        </p:txBody>
      </p:sp>
      <p:graphicFrame>
        <p:nvGraphicFramePr>
          <p:cNvPr id="9" name="fill-direct-right-noFill"/>
          <p:cNvGraphicFramePr>
            <a:graphicFrameLocks noGrp="1"/>
          </p:cNvGraphicFramePr>
          <p:nvPr/>
        </p:nvGraphicFramePr>
        <p:xfrm>
          <a:off x="4953000" y="35560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{19000000-0000-4000-8000-000000000010}</a:tableStyleId>
              </a:tblPr>
              <a:tblGrid>
                <a:gridCol w="3048000"/>
              </a:tblGrid>
              <a:tr h="1778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R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000" y="59436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partial-grid-whole</a:t>
            </a:r>
          </a:p>
        </p:txBody>
      </p:sp>
      <p:graphicFrame>
        <p:nvGraphicFramePr>
          <p:cNvPr id="11" name="partial-grid-whole"/>
          <p:cNvGraphicFramePr>
            <a:graphicFrameLocks noGrp="1"/>
          </p:cNvGraphicFramePr>
          <p:nvPr/>
        </p:nvGraphicFramePr>
        <p:xfrm>
          <a:off x="381000" y="6286500"/>
          <a:ext cx="3048000" cy="1778000"/>
        </p:xfrm>
        <a:graphic>
          <a:graphicData uri="http://schemas.openxmlformats.org/drawingml/2006/table">
            <a:tbl>
              <a:tblPr firstRow="0" bandRow="0">
                <a:tableStyleId>{19000000-0000-4000-8000-000000000011}</a:tableStyleId>
              </a:tblPr>
              <a:tblGrid>
                <a:gridCol w="1524000"/>
                <a:gridCol w="1524000"/>
              </a:tblGrid>
              <a:tr h="889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  <a:tr h="889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953000" y="5943600"/>
            <a:ext cx="41275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partial-grid-first-row-fill</a:t>
            </a:r>
          </a:p>
        </p:txBody>
      </p:sp>
      <p:graphicFrame>
        <p:nvGraphicFramePr>
          <p:cNvPr id="13" name="partial-grid-first-row-fill"/>
          <p:cNvGraphicFramePr>
            <a:graphicFrameLocks noGrp="1"/>
          </p:cNvGraphicFramePr>
          <p:nvPr/>
        </p:nvGraphicFramePr>
        <p:xfrm>
          <a:off x="4953000" y="6286500"/>
          <a:ext cx="3048000" cy="1778000"/>
        </p:xfrm>
        <a:graphic>
          <a:graphicData uri="http://schemas.openxmlformats.org/drawingml/2006/table">
            <a:tbl>
              <a:tblPr firstRow="1" bandRow="0">
                <a:tableStyleId>{19000000-0000-4000-8000-000000000012}</a:tableStyleId>
              </a:tblPr>
              <a:tblGrid>
                <a:gridCol w="1524000"/>
                <a:gridCol w="1524000"/>
              </a:tblGrid>
              <a:tr h="889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  <a:tr h="889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