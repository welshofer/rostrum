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unequal-four-edges</a:t>
            </a:r>
          </a:p>
        </p:txBody>
      </p:sp>
      <p:graphicFrame>
        <p:nvGraphicFramePr>
          <p:cNvPr id="3" name="unequal-four-edges"/>
          <p:cNvGraphicFramePr>
            <a:graphicFrameLocks noGrp="1"/>
          </p:cNvGraphicFramePr>
          <p:nvPr/>
        </p:nvGraphicFramePr>
        <p:xfrm>
          <a:off x="381000" y="889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508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26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missing-top-edge</a:t>
            </a:r>
          </a:p>
        </p:txBody>
      </p:sp>
      <p:graphicFrame>
        <p:nvGraphicFramePr>
          <p:cNvPr id="5" name="missing-top-edge"/>
          <p:cNvGraphicFramePr>
            <a:graphicFrameLocks noGrp="1"/>
          </p:cNvGraphicFramePr>
          <p:nvPr/>
        </p:nvGraphicFramePr>
        <p:xfrm>
          <a:off x="4826000" y="889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mixed-shared-grid</a:t>
            </a:r>
          </a:p>
        </p:txBody>
      </p:sp>
      <p:graphicFrame>
        <p:nvGraphicFramePr>
          <p:cNvPr id="7" name="mixed-shared-grid"/>
          <p:cNvGraphicFramePr>
            <a:graphicFrameLocks noGrp="1"/>
          </p:cNvGraphicFramePr>
          <p:nvPr/>
        </p:nvGraphicFramePr>
        <p:xfrm>
          <a:off x="381000" y="4445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04913"/>
                <a:gridCol w="704914"/>
              </a:tblGrid>
              <a:tr h="1016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16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conflicting-shared-grid</a:t>
            </a:r>
          </a:p>
        </p:txBody>
      </p:sp>
      <p:graphicFrame>
        <p:nvGraphicFramePr>
          <p:cNvPr id="9" name="conflicting-shared-grid"/>
          <p:cNvGraphicFramePr>
            <a:graphicFrameLocks noGrp="1"/>
          </p:cNvGraphicFramePr>
          <p:nvPr/>
        </p:nvGraphicFramePr>
        <p:xfrm>
          <a:off x="4826000" y="4445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04913"/>
                <a:gridCol w="704914"/>
              </a:tblGrid>
              <a:tr h="1016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381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16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</a:lnL>
                    <a:lnR w="38100" cap="flat" cmpd="sng" algn="ctr">
                      <a:solidFill>
                        <a:srgbClr val="000000"/>
                      </a:solidFill>
                    </a:lnR>
                    <a:lnT w="635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63500" cap="flat" cmpd="sng" algn="ctr">
                      <a:solidFill>
                        <a:srgbClr val="0000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508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