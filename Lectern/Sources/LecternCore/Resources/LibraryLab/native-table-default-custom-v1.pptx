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ns0:tblStyleLst xmlns:ns0="http://schemas.openxmlformats.org/drawingml/2006/main" def="{51477201-257E-4E39-9283-B9AAD00E8017}">
  <ns0:tblStyle styleId="{51477201-257E-4E39-9283-B9AAD00E8017}" styleName="Owned purple cyan control">
    <ns0:wholeTbl>
      <ns0:tcStyle>
        <ns0:tcBdr>
          <ns0:left>
            <ns0:ln w="25400" cap="flat" cmpd="sng" algn="ctr">
              <ns0:solidFill>
                <ns0:srgbClr val="00AACC"/>
              </ns0:solidFill>
            </ns0:ln>
          </ns0:left>
          <ns0:right>
            <ns0:ln w="25400" cap="flat" cmpd="sng" algn="ctr">
              <ns0:solidFill>
                <ns0:srgbClr val="00AACC"/>
              </ns0:solidFill>
            </ns0:ln>
          </ns0:right>
          <ns0:top>
            <ns0:ln w="25400" cap="flat" cmpd="sng" algn="ctr">
              <ns0:solidFill>
                <ns0:srgbClr val="00AACC"/>
              </ns0:solidFill>
            </ns0:ln>
          </ns0:top>
          <ns0:bottom>
            <ns0:ln w="25400" cap="flat" cmpd="sng" algn="ctr">
              <ns0:solidFill>
                <ns0:srgbClr val="00AACC"/>
              </ns0:solidFill>
            </ns0:ln>
          </ns0:bottom>
          <ns0:insideH>
            <ns0:ln w="25400" cap="flat" cmpd="sng" algn="ctr">
              <ns0:solidFill>
                <ns0:srgbClr val="00AACC"/>
              </ns0:solidFill>
            </ns0:ln>
          </ns0:insideH>
          <ns0:insideV>
            <ns0:ln w="25400" cap="flat" cmpd="sng" algn="ctr">
              <ns0:solidFill>
                <ns0:srgbClr val="00AACC"/>
              </ns0:solidFill>
            </ns0:ln>
          </ns0:insideV>
        </ns0:tcBdr>
        <ns0:fill>
          <ns0:solidFill>
            <ns0:srgbClr val="CC44AA"/>
          </ns0:solidFill>
        </ns0:fill>
      </ns0:tcStyle>
    </ns0:wholeTbl>
  </ns0:tblStyle>
</ns0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533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custom-absent</a:t>
            </a:r>
          </a:p>
        </p:txBody>
      </p:sp>
      <p:graphicFrame>
        <p:nvGraphicFramePr>
          <p:cNvPr id="3" name="custom-absent"/>
          <p:cNvGraphicFramePr>
            <a:graphicFrameLocks noGrp="1"/>
          </p:cNvGraphicFramePr>
          <p:nvPr/>
        </p:nvGraphicFramePr>
        <p:xfrm>
          <a:off x="381000" y="889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26000" y="533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custom-explicit-custom</a:t>
            </a:r>
          </a:p>
        </p:txBody>
      </p:sp>
      <p:graphicFrame>
        <p:nvGraphicFramePr>
          <p:cNvPr id="5" name="custom-explicit-custom"/>
          <p:cNvGraphicFramePr>
            <a:graphicFrameLocks noGrp="1"/>
          </p:cNvGraphicFramePr>
          <p:nvPr/>
        </p:nvGraphicFramePr>
        <p:xfrm>
          <a:off x="4826000" y="889000"/>
          <a:ext cx="1409827" cy="2032000"/>
        </p:xfrm>
        <a:graphic>
          <a:graphicData uri="http://schemas.openxmlformats.org/drawingml/2006/table">
            <a:tbl>
              <a:tblPr firstRow="0" bandRow="0">
                <a:tableStyleId>{51477201-257E-4E39-9283-B9AAD00E8017}</a:tableStyleId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089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custom-absent-direct</a:t>
            </a:r>
          </a:p>
        </p:txBody>
      </p:sp>
      <p:graphicFrame>
        <p:nvGraphicFramePr>
          <p:cNvPr id="7" name="custom-absent-direct"/>
          <p:cNvGraphicFramePr>
            <a:graphicFrameLocks noGrp="1"/>
          </p:cNvGraphicFramePr>
          <p:nvPr/>
        </p:nvGraphicFramePr>
        <p:xfrm>
          <a:off x="381000" y="4445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>
                      <a:noFill/>
                    </a:lnR>
                    <a:solidFill>
                      <a:srgbClr val="FFCC6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6000" y="4089400"/>
            <a:ext cx="3937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custom-inline-custom</a:t>
            </a:r>
          </a:p>
        </p:txBody>
      </p:sp>
      <p:graphicFrame>
        <p:nvGraphicFramePr>
          <p:cNvPr id="9" name="custom-inline-custom"/>
          <p:cNvGraphicFramePr>
            <a:graphicFrameLocks noGrp="1"/>
          </p:cNvGraphicFramePr>
          <p:nvPr/>
        </p:nvGraphicFramePr>
        <p:xfrm>
          <a:off x="4826000" y="4445000"/>
          <a:ext cx="1409827" cy="2032000"/>
        </p:xfrm>
        <a:graphic>
          <a:graphicData uri="http://schemas.openxmlformats.org/drawingml/2006/table">
            <a:tbl>
              <a:tblPr firstRow="0" bandRow="0">
                <a:tableStyle styleId="{51477201-257E-4E39-9283-B9AAD00E8017}" styleName="Owned purple cyan control">
                  <a:wholeTbl>
                    <a:tcStyle>
                      <a:tcBdr>
                        <a:left>
                          <a:ln w="25400" cap="flat" cmpd="sng" algn="ctr">
                            <a:solidFill>
                              <a:srgbClr val="00AACC"/>
                            </a:solidFill>
                          </a:ln>
                        </a:left>
                        <a:right>
                          <a:ln w="25400" cap="flat" cmpd="sng" algn="ctr">
                            <a:solidFill>
                              <a:srgbClr val="00AACC"/>
                            </a:solidFill>
                          </a:ln>
                        </a:right>
                        <a:top>
                          <a:ln w="25400" cap="flat" cmpd="sng" algn="ctr">
                            <a:solidFill>
                              <a:srgbClr val="00AACC"/>
                            </a:solidFill>
                          </a:ln>
                        </a:top>
                        <a:bottom>
                          <a:ln w="25400" cap="flat" cmpd="sng" algn="ctr">
                            <a:solidFill>
                              <a:srgbClr val="00AACC"/>
                            </a:solidFill>
                          </a:ln>
                        </a:bottom>
                        <a:insideH>
                          <a:ln w="25400" cap="flat" cmpd="sng" algn="ctr">
                            <a:solidFill>
                              <a:srgbClr val="00AACC"/>
                            </a:solidFill>
                          </a:ln>
                        </a:insideH>
                        <a:insideV>
                          <a:ln w="25400" cap="flat" cmpd="sng" algn="ctr">
                            <a:solidFill>
                              <a:srgbClr val="00AACC"/>
                            </a:solidFill>
                          </a:ln>
                        </a:insideV>
                      </a:tcBdr>
                      <a:fill>
                        <a:solidFill>
                          <a:srgbClr val="CC44AA"/>
                        </a:solidFill>
                      </a:fill>
                    </a:tcStyle>
                  </a:wholeTbl>
                </a:tableStyle>
              </a:tblPr>
              <a:tblGrid>
                <a:gridCol w="1409827"/>
              </a:tblGrid>
              <a:tr h="203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