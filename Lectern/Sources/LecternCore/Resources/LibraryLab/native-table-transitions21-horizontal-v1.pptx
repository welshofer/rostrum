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</p:sldIdLst>
  <p:sldSz cx="9144000" cy="9144000" type="screen4x3"/>
  <p:notesSz cx="6858000" cy="9144000"/>
  <p:embeddedFontLst>
    <p:embeddedFont>
      <p:font typeface="DejaVu Sans"/>
      <p:regular r:id="rIdMarker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MarkerFont" Type="http://schemas.openxmlformats.org/officeDocument/2006/relationships/font" Target="fonts/regular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horizontal-outer-narrow-wide</a:t>
            </a:r>
          </a:p>
        </p:txBody>
      </p:sp>
      <p:graphicFrame>
        <p:nvGraphicFramePr>
          <p:cNvPr id="3" name="horizontal-outer-narrow-wide"/>
          <p:cNvGraphicFramePr>
            <a:graphicFrameLocks noGrp="1"/>
          </p:cNvGraphicFramePr>
          <p:nvPr/>
        </p:nvGraphicFramePr>
        <p:xfrm>
          <a:off x="381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88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508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horizontal-outer-wide-narrow</a:t>
            </a:r>
          </a:p>
        </p:txBody>
      </p:sp>
      <p:graphicFrame>
        <p:nvGraphicFramePr>
          <p:cNvPr id="5" name="horizontal-outer-wide-narrow"/>
          <p:cNvGraphicFramePr>
            <a:graphicFrameLocks noGrp="1"/>
          </p:cNvGraphicFramePr>
          <p:nvPr/>
        </p:nvGraphicFramePr>
        <p:xfrm>
          <a:off x="4953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508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88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4978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horizontal-interior-narrow-wide</a:t>
            </a:r>
          </a:p>
        </p:txBody>
      </p:sp>
      <p:graphicFrame>
        <p:nvGraphicFramePr>
          <p:cNvPr id="7" name="horizontal-interior-narrow-wide"/>
          <p:cNvGraphicFramePr>
            <a:graphicFrameLocks noGrp="1"/>
          </p:cNvGraphicFramePr>
          <p:nvPr/>
        </p:nvGraphicFramePr>
        <p:xfrm>
          <a:off x="381000" y="53340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88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508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88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50800" cap="flat" cmpd="sng" algn="ctr">
                      <a:solidFill>
                        <a:srgbClr val="CC22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53000" y="49784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horizontal-interior-wide-narrow</a:t>
            </a:r>
          </a:p>
        </p:txBody>
      </p:sp>
      <p:graphicFrame>
        <p:nvGraphicFramePr>
          <p:cNvPr id="9" name="horizontal-interior-wide-narrow"/>
          <p:cNvGraphicFramePr>
            <a:graphicFrameLocks noGrp="1"/>
          </p:cNvGraphicFramePr>
          <p:nvPr/>
        </p:nvGraphicFramePr>
        <p:xfrm>
          <a:off x="4953000" y="53340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508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880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50800" cap="flat" cmpd="sng" algn="ctr">
                      <a:solidFill>
                        <a:srgbClr val="CC22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88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EE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horizontal-noFill-donor</a:t>
            </a:r>
          </a:p>
        </p:txBody>
      </p:sp>
      <p:graphicFrame>
        <p:nvGraphicFramePr>
          <p:cNvPr id="3" name="horizontal-noFill-donor"/>
          <p:cNvGraphicFramePr>
            <a:graphicFrameLocks noGrp="1"/>
          </p:cNvGraphicFramePr>
          <p:nvPr/>
        </p:nvGraphicFramePr>
        <p:xfrm>
          <a:off x="381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143000"/>
                <a:gridCol w="1905000"/>
              </a:tblGrid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noFill/>
                    </a:lnR>
                    <a:lnT w="25400" cap="flat" cmpd="sng" algn="ctr">
                      <a:solidFill>
                        <a:srgbClr val="0088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noFill/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508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143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381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53000" y="8509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DejaVu Sans"/>
              </a:rPr>
              <a:t>both-axes-multiple-transitions</a:t>
            </a:r>
          </a:p>
        </p:txBody>
      </p:sp>
      <p:graphicFrame>
        <p:nvGraphicFramePr>
          <p:cNvPr id="5" name="both-axes-multiple-transitions"/>
          <p:cNvGraphicFramePr>
            <a:graphicFrameLocks noGrp="1"/>
          </p:cNvGraphicFramePr>
          <p:nvPr/>
        </p:nvGraphicFramePr>
        <p:xfrm>
          <a:off x="4953000" y="1206500"/>
          <a:ext cx="3048000" cy="2286000"/>
        </p:xfrm>
        <a:graphic>
          <a:graphicData uri="http://schemas.openxmlformats.org/drawingml/2006/table">
            <a:tbl>
              <a:tblPr firstRow="0" bandRow="0" rtl="0">
                <a:tableStyleId>{5940675A-B579-460E-94D1-54222C63F5DA}</a:tableStyleId>
              </a:tblPr>
              <a:tblGrid>
                <a:gridCol w="1016000"/>
                <a:gridCol w="1016000"/>
                <a:gridCol w="1016000"/>
              </a:tblGrid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88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8800"/>
                      </a:solidFill>
                    </a:lnR>
                    <a:lnT w="38100" cap="flat" cmpd="sng" algn="ctr">
                      <a:solidFill>
                        <a:srgbClr val="008800"/>
                      </a:solidFill>
                    </a:lnT>
                    <a:lnB w="38100" cap="flat" cmpd="sng" algn="ctr">
                      <a:solidFill>
                        <a:srgbClr val="0088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08800"/>
                      </a:solidFill>
                    </a:lnL>
                    <a:lnR w="25400" cap="flat" cmpd="sng" algn="ctr">
                      <a:solidFill>
                        <a:srgbClr val="008800"/>
                      </a:solidFill>
                    </a:lnR>
                    <a:lnT w="254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</a:tr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50800" cap="flat" cmpd="sng" algn="ctr">
                      <a:solidFill>
                        <a:srgbClr val="CC2200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50800" cap="flat" cmpd="sng" algn="ctr">
                      <a:solidFill>
                        <a:srgbClr val="CC2200"/>
                      </a:solidFill>
                    </a:lnR>
                    <a:lnT w="38100" cap="flat" cmpd="sng" algn="ctr">
                      <a:solidFill>
                        <a:srgbClr val="008800"/>
                      </a:solidFill>
                    </a:lnT>
                    <a:lnB w="38100" cap="flat" cmpd="sng" algn="ctr">
                      <a:solidFill>
                        <a:srgbClr val="0088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50800" cap="flat" cmpd="sng" algn="ctr">
                      <a:solidFill>
                        <a:srgbClr val="CC2200"/>
                      </a:solidFill>
                    </a:lnL>
                    <a:lnR w="50800" cap="flat" cmpd="sng" algn="ctr">
                      <a:solidFill>
                        <a:srgbClr val="CC2200"/>
                      </a:solidFill>
                    </a:lnR>
                    <a:lnT w="254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</a:tr>
              <a:tr h="762000"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12700" cap="flat" cmpd="sng" algn="ctr">
                      <a:solidFill>
                        <a:srgbClr val="0044CC"/>
                      </a:solidFill>
                    </a:lnT>
                    <a:lnB w="12700" cap="flat" cmpd="sng" algn="ctr">
                      <a:solidFill>
                        <a:srgbClr val="0044CC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38100" cap="flat" cmpd="sng" algn="ctr">
                      <a:solidFill>
                        <a:srgbClr val="008800"/>
                      </a:solidFill>
                    </a:lnT>
                    <a:lnB w="38100" cap="flat" cmpd="sng" algn="ctr">
                      <a:solidFill>
                        <a:srgbClr val="008800"/>
                      </a:solidFill>
                    </a:lnB>
                    <a:noFill/>
                  </a:tcPr>
                </a:tc>
                <a:tc>
                  <a:txBody>
                    <a:bodyPr anchor="t" lIns="0" rIns="0" tIns="0" bIns="0" wrap="none">
                      <a:normAutofit fontScale="100000" lnSpcReduction="0"/>
                    </a:bodyPr>
                    <a:lstStyle/>
                    <a:p>
                      <a:pPr algn="ctr"/>
                      <a:r>
                        <a:rPr sz="1450" kern="0" b="0" i="0" lang="en-US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44CC"/>
                      </a:solidFill>
                    </a:lnL>
                    <a:lnR w="12700" cap="flat" cmpd="sng" algn="ctr">
                      <a:solidFill>
                        <a:srgbClr val="0044CC"/>
                      </a:solidFill>
                    </a:lnR>
                    <a:lnT w="25400" cap="flat" cmpd="sng" algn="ctr">
                      <a:solidFill>
                        <a:srgbClr val="CC2200"/>
                      </a:solidFill>
                    </a:lnT>
                    <a:lnB w="25400" cap="flat" cmpd="sng" algn="ctr">
                      <a:solidFill>
                        <a:srgbClr val="CC22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