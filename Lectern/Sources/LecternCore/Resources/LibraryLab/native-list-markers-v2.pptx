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9144000" type="screen4x3"/>
  <p:notesSz cx="6858000" cy="9144000"/>
  <p:embeddedFontLst>
    <p:embeddedFont>
      <p:font typeface="DejaVu Sans"/>
      <p:regular r:id="rIdPaintRegular"/>
      <p:bold r:id="rIdPaintBold"/>
    </p:embeddedFont>
    <p:embeddedFont>
      <p:font typeface="DejaVu Serif"/>
      <p:regular r:id="rIdPaintSerif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PaintRegular" Type="http://schemas.openxmlformats.org/officeDocument/2006/relationships/font" Target="fonts/regular.fntdata"/><Relationship Id="rIdPaintSerif" Type="http://schemas.openxmlformats.org/officeDocument/2006/relationships/font" Target="fonts/serif.fntdata"/><Relationship Id="rIdPaintBold" Type="http://schemas.openxmlformats.org/officeDocument/2006/relationships/font" Target="fonts/bold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buSzPct val="75000"/>
        <a:buFont typeface="DejaVu Serif"/>
        <a:buChar char="•"/>
        <a:defRPr sz="1450" b="0" i="0" lang="en-US" kern="0">
          <a:solidFill>
            <a:srgbClr val="000000"/>
          </a:solidFill>
          <a:latin typeface="DejaVu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follow-text-integer16</a:t>
            </a:r>
          </a:p>
        </p:txBody>
      </p:sp>
      <p:sp>
        <p:nvSpPr>
          <p:cNvPr id="3" name="follow-text-integer16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vl="0" marL="304800" indent="-228600">
              <a:buSzTx/>
              <a:buFontTx/>
              <a:buChar char="•"/>
              <a:defRPr sz="1600" b="0" i="0" lang="en-US" kern="0">
                <a:solidFill>
                  <a:srgbClr val="000000"/>
                </a:solidFill>
                <a:latin typeface="DejaVu Sans"/>
              </a:defRPr>
            </a:pPr>
            <a:r>
              <a:rPr sz="1600" b="0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follow-text-authored14p5</a:t>
            </a:r>
          </a:p>
        </p:txBody>
      </p:sp>
      <p:sp>
        <p:nvSpPr>
          <p:cNvPr id="5" name="follow-text-authored14p5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vl="0" marL="304800" indent="-228600">
              <a:buSzTx/>
              <a:buFontTx/>
              <a:buChar char="•"/>
              <a:defRPr sz="1450" b="0" i="0" lang="en-US" kern="0">
                <a:solidFill>
                  <a:srgbClr val="000000"/>
                </a:solidFill>
                <a:latin typeface="DejaVu Sans"/>
              </a:defRPr>
            </a:pPr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follow-text-scaled29x50</a:t>
            </a:r>
          </a:p>
        </p:txBody>
      </p:sp>
      <p:sp>
        <p:nvSpPr>
          <p:cNvPr id="7" name="follow-text-scaled29x50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50000" lnSpcReduction="0"/>
          </a:bodyPr>
          <a:lstStyle/>
          <a:p>
            <a:pPr algn="l" lvl="0" marL="304800" indent="-228600">
              <a:buSzTx/>
              <a:buFontTx/>
              <a:buChar char="•"/>
              <a:defRPr sz="2900" b="0" i="0" lang="en-US" kern="0">
                <a:solidFill>
                  <a:srgbClr val="000000"/>
                </a:solidFill>
                <a:latin typeface="DejaVu Sans"/>
              </a:defRPr>
            </a:pPr>
            <a:r>
              <a:rPr sz="2900" b="0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oversized150-two-lines</a:t>
            </a:r>
          </a:p>
        </p:txBody>
      </p:sp>
      <p:sp>
        <p:nvSpPr>
          <p:cNvPr id="9" name="oversized150-two-lines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vl="0" marL="304800" indent="-228600">
              <a:buSzPct val="150000"/>
              <a:buFontTx/>
              <a:buChar char="•"/>
              <a:defRPr sz="1800" b="0" i="0" lang="en-US" kern="0">
                <a:solidFill>
                  <a:srgbClr val="000000"/>
                </a:solidFill>
                <a:latin typeface="DejaVu Sans"/>
              </a:defRPr>
            </a:pPr>
            <a:r>
              <a:rPr sz="1800" b="0" i="0" lang="en-US" kern="0">
                <a:solidFill>
                  <a:srgbClr val="000000"/>
                </a:solidFill>
                <a:latin typeface="DejaVu Sans"/>
              </a:rPr>
              <a:t>Agjp BBBB</a:t>
            </a:r>
            <a:br>
              <a:rPr sz="1800" b="0" i="0" lang="en-US" kern="0">
                <a:solidFill>
                  <a:srgbClr val="000000"/>
                </a:solidFill>
                <a:latin typeface="DejaVu Sans"/>
              </a:rPr>
            </a:br>
            <a:r>
              <a:rPr sz="1800" b="0" i="0" lang="en-US" kern="0">
                <a:solidFill>
                  <a:srgbClr val="000000"/>
                </a:solidFill>
                <a:latin typeface="DejaVu Sans"/>
              </a:rPr>
              <a:t>Agjp 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percent75-authored14p5</a:t>
            </a:r>
          </a:p>
        </p:txBody>
      </p:sp>
      <p:sp>
        <p:nvSpPr>
          <p:cNvPr id="11" name="percent75-authored14p5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vl="0" marL="304800" indent="-228600">
              <a:buSzPct val="75000"/>
              <a:buFontTx/>
              <a:buChar char="•"/>
              <a:defRPr sz="1450" b="0" i="0" lang="en-US" kern="0">
                <a:solidFill>
                  <a:srgbClr val="000000"/>
                </a:solidFill>
                <a:latin typeface="DejaVu Sans"/>
              </a:defRPr>
            </a:pPr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percent90-scaled29x50</a:t>
            </a:r>
          </a:p>
        </p:txBody>
      </p:sp>
      <p:sp>
        <p:nvSpPr>
          <p:cNvPr id="13" name="percent90-scaled29x50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50000" lnSpcReduction="0"/>
          </a:bodyPr>
          <a:lstStyle/>
          <a:p>
            <a:pPr algn="l" lvl="0" marL="304800" indent="-228600">
              <a:buSzPct val="90000"/>
              <a:buFontTx/>
              <a:buChar char="•"/>
              <a:defRPr sz="2900" b="0" i="0" lang="en-US" kern="0">
                <a:solidFill>
                  <a:srgbClr val="000000"/>
                </a:solidFill>
                <a:latin typeface="DejaVu Sans"/>
              </a:defRPr>
            </a:pPr>
            <a:r>
              <a:rPr sz="2900" b="0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points14p5-body18</a:t>
            </a:r>
          </a:p>
        </p:txBody>
      </p:sp>
      <p:sp>
        <p:nvSpPr>
          <p:cNvPr id="3" name="points14p5-body18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vl="0" marL="304800" indent="-228600">
              <a:buSzPts val="1450"/>
              <a:buFontTx/>
              <a:buChar char="•"/>
              <a:defRPr sz="1800" b="0" i="0" lang="en-US" kern="0">
                <a:solidFill>
                  <a:srgbClr val="000000"/>
                </a:solidFill>
                <a:latin typeface="DejaVu Sans"/>
              </a:defRPr>
            </a:pPr>
            <a:r>
              <a:rPr sz="1800" b="0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points14p5-scaled20x72p5</a:t>
            </a:r>
          </a:p>
        </p:txBody>
      </p:sp>
      <p:sp>
        <p:nvSpPr>
          <p:cNvPr id="5" name="points14p5-scaled20x72p5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72500" lnSpcReduction="0"/>
          </a:bodyPr>
          <a:lstStyle/>
          <a:p>
            <a:pPr algn="l" lvl="0" marL="304800" indent="-228600">
              <a:buSzPts val="1450"/>
              <a:buFontTx/>
              <a:buChar char="•"/>
              <a:defRPr sz="2000" b="0" i="0" lang="en-US" kern="0">
                <a:solidFill>
                  <a:srgbClr val="000000"/>
                </a:solidFill>
                <a:latin typeface="DejaVu Sans"/>
              </a:defRPr>
            </a:pPr>
            <a:r>
              <a:rPr sz="2000" b="0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inherited-percent75-serif</a:t>
            </a:r>
          </a:p>
        </p:txBody>
      </p:sp>
      <p:sp>
        <p:nvSpPr>
          <p:cNvPr id="7" name="inherited-percent75-serif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vl="0" marL="304800" indent="-22860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local-follow-overrides-inherited</a:t>
            </a:r>
          </a:p>
        </p:txBody>
      </p:sp>
      <p:sp>
        <p:nvSpPr>
          <p:cNvPr id="9" name="local-follow-overrides-inherited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vl="0" marL="304800" indent="-228600">
              <a:buSzTx/>
              <a:buFontTx/>
            </a:pPr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follow-first-run20-default14p5</a:t>
            </a:r>
          </a:p>
        </p:txBody>
      </p:sp>
      <p:sp>
        <p:nvSpPr>
          <p:cNvPr id="11" name="follow-first-run20-default14p5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vl="0" marL="304800" indent="-228600">
              <a:buSzTx/>
              <a:buFontTx/>
              <a:buChar char="•"/>
              <a:defRPr sz="1450" b="0" i="0" lang="en-US" kern="0">
                <a:solidFill>
                  <a:srgbClr val="000000"/>
                </a:solidFill>
                <a:latin typeface="DejaVu Sans"/>
              </a:defRPr>
            </a:pPr>
            <a:r>
              <a:rPr sz="2000" b="0" i="0" lang="en-US" kern="0">
                <a:solidFill>
                  <a:srgbClr val="000000"/>
                </a:solidFill>
                <a:latin typeface="DejaVu Sans"/>
              </a:rPr>
              <a:t>Agjp </a:t>
            </a:r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BBBB 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follow-actual-bold14p5</a:t>
            </a:r>
          </a:p>
        </p:txBody>
      </p:sp>
      <p:sp>
        <p:nvSpPr>
          <p:cNvPr id="13" name="follow-actual-bold14p5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vl="0" marL="304800" indent="-228600">
              <a:buSzTx/>
              <a:buFontTx/>
              <a:buChar char="•"/>
              <a:defRPr sz="1450" b="1" i="0" lang="en-US" kern="0">
                <a:solidFill>
                  <a:srgbClr val="000000"/>
                </a:solidFill>
                <a:latin typeface="DejaVu Sans"/>
              </a:defRPr>
            </a:pPr>
            <a:r>
              <a:rPr sz="1450" b="1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number12-integer18</a:t>
            </a:r>
          </a:p>
        </p:txBody>
      </p:sp>
      <p:sp>
        <p:nvSpPr>
          <p:cNvPr id="3" name="number12-integer18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vl="0" marL="304800" indent="-228600">
              <a:buSzTx/>
              <a:buFontTx/>
              <a:buAutoNum type="arabicPeriod" startAt="12"/>
              <a:defRPr sz="1800" b="0" i="0" lang="en-US" kern="0">
                <a:solidFill>
                  <a:srgbClr val="000000"/>
                </a:solidFill>
                <a:latin typeface="DejaVu Sans"/>
              </a:defRPr>
            </a:pPr>
            <a:r>
              <a:rPr sz="1800" b="0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number12-scaled29x50</a:t>
            </a:r>
          </a:p>
        </p:txBody>
      </p:sp>
      <p:sp>
        <p:nvSpPr>
          <p:cNvPr id="5" name="number12-scaled29x50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50000" lnSpcReduction="0"/>
          </a:bodyPr>
          <a:lstStyle/>
          <a:p>
            <a:pPr algn="l" lvl="0" marL="304800" indent="-228600">
              <a:buSzTx/>
              <a:buFontTx/>
              <a:buAutoNum type="arabicPeriod" startAt="12"/>
              <a:defRPr sz="2900" b="0" i="0" lang="en-US" kern="0">
                <a:solidFill>
                  <a:srgbClr val="000000"/>
                </a:solidFill>
                <a:latin typeface="DejaVu Sans"/>
              </a:defRPr>
            </a:pPr>
            <a:r>
              <a:rPr sz="2900" b="0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number12-explicit-serif</a:t>
            </a:r>
          </a:p>
        </p:txBody>
      </p:sp>
      <p:sp>
        <p:nvSpPr>
          <p:cNvPr id="7" name="number12-explicit-serif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vl="0" marL="304800" indent="-228600">
              <a:buSzTx/>
              <a:buFont typeface="DejaVu Serif"/>
              <a:buAutoNum type="arabicPeriod" startAt="12"/>
              <a:defRPr sz="1800" b="0" i="0" lang="en-US" kern="0">
                <a:solidFill>
                  <a:srgbClr val="000000"/>
                </a:solidFill>
                <a:latin typeface="DejaVu Sans"/>
              </a:defRPr>
            </a:pPr>
            <a:r>
              <a:rPr sz="1800" b="0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character-explicit-serif14p5</a:t>
            </a:r>
          </a:p>
        </p:txBody>
      </p:sp>
      <p:sp>
        <p:nvSpPr>
          <p:cNvPr id="9" name="character-explicit-serif14p5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vl="0" marL="304800" indent="-228600">
              <a:buSzTx/>
              <a:buFont typeface="DejaVu Serif"/>
              <a:buChar char="•"/>
              <a:defRPr sz="1450" b="0" i="0" lang="en-US" kern="0">
                <a:solidFill>
                  <a:srgbClr val="000000"/>
                </a:solidFill>
                <a:latin typeface="DejaVu Sans"/>
              </a:defRPr>
            </a:pPr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wide-number-hang18</a:t>
            </a:r>
          </a:p>
        </p:txBody>
      </p:sp>
      <p:sp>
        <p:nvSpPr>
          <p:cNvPr id="11" name="wide-number-hang18"/>
          <p:cNvSpPr txBox="1"/>
          <p:nvPr/>
        </p:nvSpPr>
        <p:spPr>
          <a:xfrm>
            <a:off x="381000" y="6223000"/>
            <a:ext cx="1651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lvl="0" marL="304800" indent="-228600">
              <a:buSzTx/>
              <a:buFontTx/>
              <a:buAutoNum type="arabicPeriod" startAt="12345"/>
              <a:defRPr sz="1800" b="0" i="0" lang="en-US" kern="0">
                <a:solidFill>
                  <a:srgbClr val="000000"/>
                </a:solidFill>
                <a:latin typeface="DejaVu Sans"/>
              </a:defRPr>
            </a:pPr>
            <a:r>
              <a:rPr sz="1800" b="0" i="0" lang="en-US" kern="0">
                <a:solidFill>
                  <a:srgbClr val="000000"/>
                </a:solidFill>
                <a:latin typeface="DejaVu Sans"/>
              </a:rPr>
              <a:t>BBBB BBBB BBBB BBBB 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wide-number-hang6</a:t>
            </a:r>
          </a:p>
        </p:txBody>
      </p:sp>
      <p:sp>
        <p:nvSpPr>
          <p:cNvPr id="13" name="wide-number-hang6"/>
          <p:cNvSpPr txBox="1"/>
          <p:nvPr/>
        </p:nvSpPr>
        <p:spPr>
          <a:xfrm>
            <a:off x="4826000" y="6223000"/>
            <a:ext cx="1651000" cy="241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lvl="0" marL="304800" indent="-76200">
              <a:buSzTx/>
              <a:buFontTx/>
              <a:buAutoNum type="arabicPeriod" startAt="12345"/>
              <a:defRPr sz="1800" b="0" i="0" lang="en-US" kern="0">
                <a:solidFill>
                  <a:srgbClr val="000000"/>
                </a:solidFill>
                <a:latin typeface="DejaVu Sans"/>
              </a:defRPr>
            </a:pPr>
            <a:r>
              <a:rPr sz="1800" b="0" i="0" lang="en-US" kern="0">
                <a:solidFill>
                  <a:srgbClr val="000000"/>
                </a:solidFill>
                <a:latin typeface="DejaVu Sans"/>
              </a:rPr>
              <a:t>BBBB BBBB BBBB BBBB 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