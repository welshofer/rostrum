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modernComment_1.xml" ContentType="application/vnd.ms-powerpoint.comments+xml"/>
  <Override PartName="/ppt/comments/modernComment_2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1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  <p:sldMasterId id="2147483657" r:id="rId10"/>
  </p:sldMasterIdLst>
  <p:notesMasterIdLst>
    <p:notesMasterId r:id="rId4"/>
  </p:notesMasterIdLst>
  <p:sldIdLst>
    <p:sldId id="256" r:id="rId2"/>
    <p:sldId id="257" r:id="rId5"/>
    <p:sldId id="258" r:id="rId8"/>
    <p:sldId id="259" r:id="rId11"/>
  </p:sldIdLst>
  <p:sldSz cx="12192000" cy="6858000"/>
  <p:notesSz cx="6858000" cy="9144000"/>
  <p:extLst>
    <p:ext uri="{521415D9-36F7-43E2-AB2F-B90AF26B5E84}">
      <p14:sectionLst xmlns:p14="http://schemas.microsoft.com/office/powerpoint/2010/main">
        <p14:section name="Tables" id="{00000000-0000-4000-8000-000000000007}">
          <p14:sldIdLst>
            <p14:sldId id="256"/>
          </p14:sldIdLst>
        </p14:section>
        <p14:section name="Evidence and copies" id="{00000000-0000-4000-8000-000000000008}">
          <p14:sldIdLst>
            <p14:sldId id="257"/>
            <p14:sldId id="258"/>
          </p14:sldIdLst>
        </p14:section>
        <p14:section name="Imported" id="{00000000-0000-4000-8000-000000000009}">
          <p14:sldIdLst>
            <p14:sldId id="259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p188="http://schemas.microsoft.com/office/powerpoint/2018/8/main" xmlns:r="http://schemas.openxmlformats.org/officeDocument/2006/relationships">
  <p188:author id="{00000000-0000-4000-8000-000000000001}" name="Ada Lovelace" initials="AL" userId="Ada Lovelace" providerId="None"/>
  <p188:author id="{00000000-0000-4000-8000-000000000002}" name="Grace Hopper" initials="GH" userId="Grace Hopper" providerId="None"/>
</p188:authorLst>
</file>

<file path=ppt/commentAuthors.xml><?xml version="1.0" encoding="utf-8"?>
<p:cmAuthorLst xmlns:p="http://schemas.openxmlformats.org/presentationml/2006/main">
  <p:cmAuthor clrIdx="0" id="0" initials="LR" lastIdx="2" name="Legacy Reviewer"/>
</p:cmAuthorLst>
</file>

<file path=ppt/tableStyles1.xml><?xml version="1.0" encoding="utf-8"?>
<a:tblStyleLst xmlns:a="http://schemas.openxmlformats.org/drawingml/2006/main" def="{D7A44270-6C32-4D03-8B93-92DFA6319620}">
  <a:tblStyle xmlns:a="http://schemas.openxmlformats.org/drawingml/2006/main" xmlns:r="http://schemas.openxmlformats.org/officeDocument/2006/relationships" styleId="{D7A44270-6C32-4D03-8B93-92DFA6319620}" styleName="Pipeline custom style">
    <a:wholeTbl>
      <a:tcStyle>
        <a:fill>
          <a:solidFill>
            <a:srgbClr val="DCF4E6"/>
          </a:solidFill>
        </a:fill>
      </a:tcStyle>
    </a:wholeTbl>
  </a:tblStyle>
</a:tblStyleLst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microsoft.com/office/2018/10/relationships/authors" Target="authors.xml"/><Relationship Id="rId7" Type="http://schemas.openxmlformats.org/officeDocument/2006/relationships/commentAuthors" Target="commentAuthors.xml"/><Relationship Id="rId8" Type="http://schemas.openxmlformats.org/officeDocument/2006/relationships/slide" Target="slides/slide3.xml"/><Relationship Id="rId9" Type="http://schemas.openxmlformats.org/officeDocument/2006/relationships/tableStyles" Target="tableStyles1.xml"/><Relationship Id="rId10" Type="http://schemas.openxmlformats.org/officeDocument/2006/relationships/slideMaster" Target="slideMasters/slideMaster2.xml"/><Relationship Id="rId11" Type="http://schemas.openxmlformats.org/officeDocument/2006/relationships/slide" Target="slides/slide4.xml"/></Relationships>
</file>

<file path=ppt/comments/comment1.xml><?xml version="1.0" encoding="utf-8"?>
<p:cmLst xmlns:p="http://schemas.openxmlformats.org/presentationml/2006/main">
  <p:cm authorId="0" dt="2026-10-02T12:00:00.000" idx="1">
    <p:pos x="457200" y="457200"/>
    <p:text>Keep the original image bytes.</p:text>
  </p:cm>
</p:cmLst>
</file>

<file path=ppt/comments/comment2.xml><?xml version="1.0" encoding="utf-8"?>
<p:cmLst xmlns:p="http://schemas.openxmlformats.org/presentationml/2006/main">
  <p:cm authorId="0" dt="2026-10-02T12:00:00.000" idx="2">
    <p:pos x="457200" y="457200"/>
    <p:text>Keep the original image bytes.</p:text>
  </p:cm>
</p:cmLst>
</file>

<file path=ppt/comments/modernComment_1.xml><?xml version="1.0" encoding="utf-8"?>
<p188:cmLst xmlns:a="http://schemas.openxmlformats.org/drawingml/2006/main" xmlns:p188="http://schemas.microsoft.com/office/powerpoint/2018/8/main" xmlns:r="http://schemas.openxmlformats.org/officeDocument/2006/relationships">
  <p188:cm xmlns:p188="http://schemas.microsoft.com/office/powerpoint/2018/8/main" xmlns:a="http://schemas.openxmlformats.org/drawingml/2006/main" id="{00000000-0000-4000-8000-000000000003}" authorId="{00000000-0000-4000-8000-000000000001}" created="2026-10-02T12:00:00.000" status="resolved">
    <pc:sldMkLst xmlns:pc="http://schemas.microsoft.com/office/powerpoint/2013/main/command" xmlns:ac="http://schemas.microsoft.com/office/drawing/2013/main/command">
      <pc:docMk/>
      <pc:sldMk cId="0" sldId="257"/>
    </pc:sldMkLst>
    <p188:pos x="457200" y="457200"/>
    <p188:replyLst>
      <p188:reply id="{00000000-0000-4000-8000-000000000004}" authorId="{00000000-0000-4000-8000-000000000002}" created="2026-10-02T12:00:00.000">
        <p188:txBody xmlns:p188="http://schemas.microsoft.com/office/powerpoint/2018/8/main" xmlns:a="http://schemas.openxmlformats.org/drawingml/2006/main">
          <a:bodyPr/>
          <a:lstStyle/>
          <a:p>
            <a:r>
              <a:rPr lang="en-US"/>
              <a:t>Source verified against the ledger.</a:t>
            </a:r>
          </a:p>
        </p188:txBody>
      </p188:reply>
    </p188:replyLst>
    <p188:txBody>
      <a:bodyPr/>
      <a:lstStyle/>
      <a:p>
        <a:r>
          <a:rPr lang="en-US"/>
          <a:t>Check the revenue source.</a:t>
        </a:r>
      </a:p>
    </p188:txBody>
  </p188:cm>
</p188:cmLst>
</file>

<file path=ppt/comments/modernComment_2.xml><?xml version="1.0" encoding="utf-8"?>
<p188:cmLst xmlns:a="http://schemas.openxmlformats.org/drawingml/2006/main" xmlns:p188="http://schemas.microsoft.com/office/powerpoint/2018/8/main" xmlns:r="http://schemas.openxmlformats.org/officeDocument/2006/relationships">
  <p188:cm xmlns:a="http://schemas.openxmlformats.org/drawingml/2006/main" xmlns:p188="http://schemas.microsoft.com/office/powerpoint/2018/8/main" authorId="{00000000-0000-4000-8000-000000000001}" created="2026-10-02T12:00:00.000" id="{00000000-0000-4000-8000-000000000005}" status="resolved">
    <pc:sldMkLst xmlns:ac="http://schemas.microsoft.com/office/drawing/2013/main/command" xmlns:pc="http://schemas.microsoft.com/office/powerpoint/2013/main/command">
      <pc:docMk/>
      <pc:sldMk cId="0" sldId="258"/>
    </pc:sldMkLst>
    <p188:pos x="457200" y="457200"/>
    <p188:replyLst>
      <p188:reply authorId="{00000000-0000-4000-8000-000000000002}" created="2026-10-02T12:00:00.000" id="{00000000-0000-4000-8000-000000000006}">
        <p188:txBody xmlns:a="http://schemas.openxmlformats.org/drawingml/2006/main" xmlns:p188="http://schemas.microsoft.com/office/powerpoint/2018/8/main">
          <a:bodyPr/>
          <a:lstStyle/>
          <a:p>
            <a:r>
              <a:rPr lang="en-US"/>
              <a:t>Source verified against the ledger.</a:t>
            </a:r>
          </a:p>
        </p188:txBody>
      </p188:reply>
    </p188:replyLst>
    <p188:txBody>
      <a:bodyPr/>
      <a:lstStyle/>
      <a:p>
        <a:r>
          <a:rPr lang="en-US"/>
          <a:t>Check the revenue source.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>
      <a:buNone/>
      <a:defRPr sz="18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Explain the quarterly table.
The merged total is intentional.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Discuss the cropped green and yellow quadrants.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Discuss the cropped green and yellow quadrants.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>
        <a:defRPr sz="4400" kern="0">
          <a:latin typeface="+mj-lt"/>
        </a:defRPr>
      </a:lvl1pPr>
      <a:lvl2pPr>
        <a:defRPr sz="4400" kern="0">
          <a:latin typeface="+mj-lt"/>
        </a:defRPr>
      </a:lvl2pPr>
      <a:lvl3pPr>
        <a:defRPr sz="4400" kern="0">
          <a:latin typeface="+mj-lt"/>
        </a:defRPr>
      </a:lvl3pPr>
      <a:lvl4pPr>
        <a:defRPr sz="4400" kern="0">
          <a:latin typeface="+mj-lt"/>
        </a:defRPr>
      </a:lvl4pPr>
      <a:lvl5pPr>
        <a:defRPr sz="4400" kern="0">
          <a:latin typeface="+mj-lt"/>
        </a:defRPr>
      </a:lvl5pPr>
      <a:lvl6pPr>
        <a:defRPr sz="4400" kern="0">
          <a:latin typeface="+mj-lt"/>
        </a:defRPr>
      </a:lvl6pPr>
      <a:lvl7pPr>
        <a:defRPr sz="4400" kern="0">
          <a:latin typeface="+mj-lt"/>
        </a:defRPr>
      </a:lvl7pPr>
      <a:lvl8pPr>
        <a:defRPr sz="4400" kern="0">
          <a:latin typeface="+mj-lt"/>
        </a:defRPr>
      </a:lvl8pPr>
      <a:lvl9pPr>
        <a:defRPr sz="4400" kern="0">
          <a:latin typeface="+mj-lt"/>
        </a:defRPr>
      </a:lvl9pPr>
    </p:titleStyle>
    <p:bodyStyle>
      <a:lvl1pPr>
        <a:defRPr sz="1800" kern="0">
          <a:latin typeface="+mn-lt"/>
        </a:defRPr>
      </a:lvl1pPr>
      <a:lvl2pPr>
        <a:defRPr sz="1800" kern="0">
          <a:latin typeface="+mn-lt"/>
        </a:defRPr>
      </a:lvl2pPr>
      <a:lvl3pPr>
        <a:defRPr sz="1800" kern="0">
          <a:latin typeface="+mn-lt"/>
        </a:defRPr>
      </a:lvl3pPr>
      <a:lvl4pPr>
        <a:defRPr sz="1800" kern="0">
          <a:latin typeface="+mn-lt"/>
        </a:defRPr>
      </a:lvl4pPr>
      <a:lvl5pPr>
        <a:defRPr sz="1800" kern="0">
          <a:latin typeface="+mn-lt"/>
        </a:defRPr>
      </a:lvl5pPr>
      <a:lvl6pPr>
        <a:defRPr sz="1800" kern="0">
          <a:latin typeface="+mn-lt"/>
        </a:defRPr>
      </a:lvl6pPr>
      <a:lvl7pPr>
        <a:defRPr sz="1800" kern="0">
          <a:latin typeface="+mn-lt"/>
        </a:defRPr>
      </a:lvl7pPr>
      <a:lvl8pPr>
        <a:defRPr sz="1800" kern="0">
          <a:latin typeface="+mn-lt"/>
        </a:defRPr>
      </a:lvl8pPr>
      <a:lvl9pPr>
        <a:defRPr sz="1800" kern="0">
          <a:latin typeface="+mn-lt"/>
        </a:defRPr>
      </a:lvl9pPr>
    </p:bodyStyle>
    <p:otherStyle>
      <a:lvl1pPr>
        <a:defRPr sz="1800" kern="0">
          <a:latin typeface="+mn-lt"/>
        </a:defRPr>
      </a:lvl1pPr>
      <a:lvl2pPr>
        <a:defRPr sz="1800" kern="0">
          <a:latin typeface="+mn-lt"/>
        </a:defRPr>
      </a:lvl2pPr>
      <a:lvl3pPr>
        <a:defRPr sz="1800" kern="0">
          <a:latin typeface="+mn-lt"/>
        </a:defRPr>
      </a:lvl3pPr>
      <a:lvl4pPr>
        <a:defRPr sz="1800" kern="0">
          <a:latin typeface="+mn-lt"/>
        </a:defRPr>
      </a:lvl4pPr>
      <a:lvl5pPr>
        <a:defRPr sz="1800" kern="0">
          <a:latin typeface="+mn-lt"/>
        </a:defRPr>
      </a:lvl5pPr>
      <a:lvl6pPr>
        <a:defRPr sz="1800" kern="0">
          <a:latin typeface="+mn-lt"/>
        </a:defRPr>
      </a:lvl6pPr>
      <a:lvl7pPr>
        <a:defRPr sz="1800" kern="0">
          <a:latin typeface="+mn-lt"/>
        </a:defRPr>
      </a:lvl7pPr>
      <a:lvl8pPr>
        <a:defRPr sz="1800" kern="0">
          <a:latin typeface="+mn-lt"/>
        </a:defRPr>
      </a:lvl8pPr>
      <a:lvl9pPr>
        <a:defRPr sz="1800" kern="0"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53" r:id="rId1"/>
    <p:sldLayoutId id="2147483654" r:id="rId2"/>
    <p:sldLayoutId id="2147483655" r:id="rId3"/>
    <p:sldLayoutId id="2147483656" r:id="rId4"/>
  </p:sldLayoutIdLst>
  <p:txStyles>
    <p:titleStyle>
      <a:lvl1pPr>
        <a:defRPr kern="0" sz="4400">
          <a:latin typeface="+mj-lt"/>
        </a:defRPr>
      </a:lvl1pPr>
      <a:lvl2pPr>
        <a:defRPr kern="0" sz="4400">
          <a:latin typeface="+mj-lt"/>
        </a:defRPr>
      </a:lvl2pPr>
      <a:lvl3pPr>
        <a:defRPr kern="0" sz="4400">
          <a:latin typeface="+mj-lt"/>
        </a:defRPr>
      </a:lvl3pPr>
      <a:lvl4pPr>
        <a:defRPr kern="0" sz="4400">
          <a:latin typeface="+mj-lt"/>
        </a:defRPr>
      </a:lvl4pPr>
      <a:lvl5pPr>
        <a:defRPr kern="0" sz="4400">
          <a:latin typeface="+mj-lt"/>
        </a:defRPr>
      </a:lvl5pPr>
      <a:lvl6pPr>
        <a:defRPr kern="0" sz="4400">
          <a:latin typeface="+mj-lt"/>
        </a:defRPr>
      </a:lvl6pPr>
      <a:lvl7pPr>
        <a:defRPr kern="0" sz="4400">
          <a:latin typeface="+mj-lt"/>
        </a:defRPr>
      </a:lvl7pPr>
      <a:lvl8pPr>
        <a:defRPr kern="0" sz="4400">
          <a:latin typeface="+mj-lt"/>
        </a:defRPr>
      </a:lvl8pPr>
      <a:lvl9pPr>
        <a:defRPr kern="0" sz="4400">
          <a:latin typeface="+mj-lt"/>
        </a:defRPr>
      </a:lvl9pPr>
    </p:titleStyle>
    <p:bodyStyle>
      <a:lvl1pPr>
        <a:defRPr kern="0" sz="1800">
          <a:latin typeface="+mn-lt"/>
        </a:defRPr>
      </a:lvl1pPr>
      <a:lvl2pPr>
        <a:defRPr kern="0" sz="1800">
          <a:latin typeface="+mn-lt"/>
        </a:defRPr>
      </a:lvl2pPr>
      <a:lvl3pPr>
        <a:defRPr kern="0" sz="1800">
          <a:latin typeface="+mn-lt"/>
        </a:defRPr>
      </a:lvl3pPr>
      <a:lvl4pPr>
        <a:defRPr kern="0" sz="1800">
          <a:latin typeface="+mn-lt"/>
        </a:defRPr>
      </a:lvl4pPr>
      <a:lvl5pPr>
        <a:defRPr kern="0" sz="1800">
          <a:latin typeface="+mn-lt"/>
        </a:defRPr>
      </a:lvl5pPr>
      <a:lvl6pPr>
        <a:defRPr kern="0" sz="1800">
          <a:latin typeface="+mn-lt"/>
        </a:defRPr>
      </a:lvl6pPr>
      <a:lvl7pPr>
        <a:defRPr kern="0" sz="1800">
          <a:latin typeface="+mn-lt"/>
        </a:defRPr>
      </a:lvl7pPr>
      <a:lvl8pPr>
        <a:defRPr kern="0" sz="1800">
          <a:latin typeface="+mn-lt"/>
        </a:defRPr>
      </a:lvl8pPr>
      <a:lvl9pPr>
        <a:defRPr kern="0" sz="1800">
          <a:latin typeface="+mn-lt"/>
        </a:defRPr>
      </a:lvl9pPr>
    </p:bodyStyle>
    <p:otherStyle>
      <a:lvl1pPr>
        <a:defRPr kern="0" sz="1800">
          <a:latin typeface="+mn-lt"/>
        </a:defRPr>
      </a:lvl1pPr>
      <a:lvl2pPr>
        <a:defRPr kern="0" sz="1800">
          <a:latin typeface="+mn-lt"/>
        </a:defRPr>
      </a:lvl2pPr>
      <a:lvl3pPr>
        <a:defRPr kern="0" sz="1800">
          <a:latin typeface="+mn-lt"/>
        </a:defRPr>
      </a:lvl3pPr>
      <a:lvl4pPr>
        <a:defRPr kern="0" sz="1800">
          <a:latin typeface="+mn-lt"/>
        </a:defRPr>
      </a:lvl4pPr>
      <a:lvl5pPr>
        <a:defRPr kern="0" sz="1800">
          <a:latin typeface="+mn-lt"/>
        </a:defRPr>
      </a:lvl5pPr>
      <a:lvl6pPr>
        <a:defRPr kern="0" sz="1800">
          <a:latin typeface="+mn-lt"/>
        </a:defRPr>
      </a:lvl6pPr>
      <a:lvl7pPr>
        <a:defRPr kern="0" sz="1800">
          <a:latin typeface="+mn-lt"/>
        </a:defRPr>
      </a:lvl7pPr>
      <a:lvl8pPr>
        <a:defRPr kern="0" sz="1800">
          <a:latin typeface="+mn-lt"/>
        </a:defRPr>
      </a:lvl8pPr>
      <a:lvl9pPr>
        <a:defRPr kern="0" sz="1800"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microsoft.com/office/2018/10/relationships/comments" Target="../comments/modernComment_1.xml"/><Relationship Id="rId5" Type="http://schemas.openxmlformats.org/officeDocument/2006/relationships/comments" Target="../comments/commen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Relationship Id="rId4" Type="http://schemas.microsoft.com/office/2018/10/relationships/comments" Target="../comments/modernComment_2.xml"/><Relationship Id="rId5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 anchor="ctr">
                    <a:lnB w="50800" cmpd="dbl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 anchor="ctr">
                    <a:lnB w="25400" cmpd="sng">
                      <a:solidFill>
                        <a:srgbClr val="336699"/>
                      </a:solidFill>
                      <a:prstDash val="dash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/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en-US" dirty="0" b="1" sz="2400"/>
              <a:t>Revenue </a:t>
            </a:r>
            <a:r>
              <a:rPr lang="en-US" dirty="0" i="1" sz="2400"/>
              <a:t>grew 25%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50000" t="0" r="0" b="25000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rmAutofit/>
          </a:bodyPr>
          <a:lstStyle/>
          <a:p>
            <a:r>
              <a:rPr lang="en-US" dirty="0" b="1" sz="2400"/>
              <a:t>Revenue </a:t>
            </a:r>
            <a:r>
              <a:rPr lang="en-US" dirty="0" i="1" sz="2400"/>
              <a:t>grew 25%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50000" t="0" r="0" b="25000"/>
          <a:stretch>
            <a:fillRect/>
          </a:stretch>
        </p:blipFill>
        <p:spPr>
          <a:xfrm>
            <a:off x="914400" y="1828800"/>
            <a:ext cx="2743200" cy="1828800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 bandRow="1" firstRow="1">
                <a:tableStyleId>{D7A44270-6C32-4D03-8B93-92DFA6319620}</a:tableStyleId>
              </a:tblPr>
              <a:tblGrid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Imported style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Preserved graph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Lectern feature pipeline</dc:title>
  <dc:creator>Rostrum tests</dc:creator>
  <cp:lastModifiedBy>Rostrum</cp:lastModifiedBy>
  <dcterms:created xsi:type="dcterms:W3CDTF">1970-01-01T00:00:00Z</dcterms:created>
  <dcterms:modified xsi:type="dcterms:W3CDTF">1970-01-01T00:00:00Z</dcterms:modified>
</cp:coreProperties>
</file>